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143500" cx="9144000"/>
  <p:notesSz cx="6858000" cy="9144000"/>
  <p:embeddedFontLst>
    <p:embeddedFont>
      <p:font typeface="Uncial Antiqua"/>
      <p:regular r:id="rId23"/>
    </p:embeddedFont>
    <p:embeddedFont>
      <p:font typeface="Nanum Myeongjo"/>
      <p:regular r:id="rId24"/>
      <p:bold r:id="rId25"/>
    </p:embeddedFont>
    <p:embeddedFont>
      <p:font typeface="NanumMyeongjoExtraBold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NanumMyeongjo-regular.fntdata"/><Relationship Id="rId23" Type="http://schemas.openxmlformats.org/officeDocument/2006/relationships/font" Target="fonts/UncialAntiqua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NanumMyeongjoExtraBold-bold.fntdata"/><Relationship Id="rId25" Type="http://schemas.openxmlformats.org/officeDocument/2006/relationships/font" Target="fonts/NanumMyeongjo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141fae8c2d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141fae8c2d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e1d838b627_4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e1d838b627_4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e207fd22f2_0_250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e207fd22f2_0_250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e20d9cf87a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e20d9cf87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e1d838b627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e1d838b627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Remember to warn about images of reptiles and snakes fallowing, for those who cannot look at them for cultural reasons.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ge1d838b627_4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1" name="Google Shape;1191;ge1d838b627_4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Jones = An Instinct of Species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Kawai, Nobuki, and Hongshen He. 2016 = 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g3d23655535e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4" name="Google Shape;1224;g3d23655535e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2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g3d23655535e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4" name="Google Shape;1434;g3d23655535e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Jones = An Instinct of Species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Kawai, Nobuki, and Hongshen He. 2016 = 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g3d23655535e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7" name="Google Shape;1467;g3d23655535e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Jones = An Instinct of Species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Kawai, Nobuki, and Hongshen He. 2016 = 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g3d23655535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2" name="Google Shape;1502;g3d23655535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0" name="Shape 1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" name="Google Shape;1711;ge1d838b627_4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2" name="Google Shape;1712;ge1d838b627_4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0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" name="Google Shape;1761;g3d23655535e_0_7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2" name="Google Shape;1762;g3d23655535e_0_7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Jones = An Instinct of Species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Kawai, Nobuki, and Hongshen He. 2016 = 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3" name="Shape 1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4" name="Google Shape;1794;g3d23655535e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5" name="Google Shape;1795;g3d23655535e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3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g3d23655535e_0_7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5" name="Google Shape;2005;g3d23655535e_0_7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2" name="Shape 2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3" name="Google Shape;2033;g3d23655535e_0_8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4" name="Google Shape;2034;g3d23655535e_0_8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Jones = An Instinct of Species</a:t>
            </a:r>
            <a:endParaRPr/>
          </a:p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Kawai, Nobuki, and Hongshen He. 2016 = 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5" name="Shape 2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Google Shape;2066;ge1d838b627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7" name="Google Shape;2067;ge1d838b627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3" name="Shape 2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4" name="Google Shape;2244;ge1d838b627_4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5" name="Google Shape;2245;ge1d838b627_4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2" name="Shape 2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3" name="Google Shape;2413;g1439be229a4_1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4" name="Google Shape;2414;g1439be229a4_1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5.png"/><Relationship Id="rId8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jp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11" Type="http://schemas.openxmlformats.org/officeDocument/2006/relationships/hyperlink" Target="http://bit.ly/2TtBDfr" TargetMode="External"/><Relationship Id="rId10" Type="http://schemas.openxmlformats.org/officeDocument/2006/relationships/hyperlink" Target="http://bit.ly/2TyoMsr" TargetMode="External"/><Relationship Id="rId9" Type="http://schemas.openxmlformats.org/officeDocument/2006/relationships/hyperlink" Target="http://bit.ly/2Tynxth" TargetMode="External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2"/>
          <p:cNvGrpSpPr/>
          <p:nvPr/>
        </p:nvGrpSpPr>
        <p:grpSpPr>
          <a:xfrm>
            <a:off x="795150" y="69700"/>
            <a:ext cx="7540198" cy="4561224"/>
            <a:chOff x="795150" y="69700"/>
            <a:chExt cx="7540198" cy="4561224"/>
          </a:xfrm>
        </p:grpSpPr>
        <p:pic>
          <p:nvPicPr>
            <p:cNvPr id="12" name="Google Shape;12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35450" y="539784"/>
              <a:ext cx="7273099" cy="409114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" name="Google Shape;13;p2"/>
            <p:cNvGrpSpPr/>
            <p:nvPr/>
          </p:nvGrpSpPr>
          <p:grpSpPr>
            <a:xfrm>
              <a:off x="795150" y="69700"/>
              <a:ext cx="7540198" cy="4234086"/>
              <a:chOff x="795150" y="69700"/>
              <a:chExt cx="7540198" cy="4234086"/>
            </a:xfrm>
          </p:grpSpPr>
          <p:pic>
            <p:nvPicPr>
              <p:cNvPr id="14" name="Google Shape;14;p2"/>
              <p:cNvPicPr preferRelativeResize="0"/>
              <p:nvPr/>
            </p:nvPicPr>
            <p:blipFill rotWithShape="1">
              <a:blip r:embed="rId5">
                <a:alphaModFix/>
              </a:blip>
              <a:srcRect b="36465" l="42455" r="42455" t="36468"/>
              <a:stretch/>
            </p:blipFill>
            <p:spPr>
              <a:xfrm>
                <a:off x="3840302" y="69700"/>
                <a:ext cx="1464624" cy="147773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" name="Google Shape;15;p2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95150" y="850650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" name="Google Shape;16;p2"/>
              <p:cNvPicPr preferRelativeResize="0"/>
              <p:nvPr/>
            </p:nvPicPr>
            <p:blipFill rotWithShape="1">
              <a:blip r:embed="rId7">
                <a:alphaModFix/>
              </a:blip>
              <a:srcRect b="43540" l="46196" r="46195" t="43540"/>
              <a:stretch/>
            </p:blipFill>
            <p:spPr>
              <a:xfrm>
                <a:off x="4203339" y="3403398"/>
                <a:ext cx="738547" cy="70532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" name="Google Shape;17;p2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95150" y="3560535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" name="Google Shape;18;p2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639550" y="850650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" name="Google Shape;19;p2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639550" y="3560535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20" name="Google Shape;20;p2"/>
          <p:cNvPicPr preferRelativeResize="0"/>
          <p:nvPr/>
        </p:nvPicPr>
        <p:blipFill rotWithShape="1">
          <a:blip r:embed="rId8">
            <a:alphaModFix/>
          </a:blip>
          <a:srcRect b="1201" l="0" r="0" t="1191"/>
          <a:stretch/>
        </p:blipFill>
        <p:spPr>
          <a:xfrm>
            <a:off x="68375" y="98625"/>
            <a:ext cx="9008400" cy="4946249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"/>
          <p:cNvSpPr txBox="1"/>
          <p:nvPr>
            <p:ph type="title"/>
          </p:nvPr>
        </p:nvSpPr>
        <p:spPr>
          <a:xfrm>
            <a:off x="3268200" y="3083099"/>
            <a:ext cx="2607600" cy="701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Font typeface="Nanum Myeongjo"/>
              <a:buNone/>
              <a:defRPr sz="16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Font typeface="Nanum Myeongjo"/>
              <a:buNone/>
              <a:defRPr b="1" sz="16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Font typeface="Nanum Myeongjo"/>
              <a:buNone/>
              <a:defRPr b="1" sz="16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Font typeface="Nanum Myeongjo"/>
              <a:buNone/>
              <a:defRPr b="1" sz="16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Font typeface="Nanum Myeongjo"/>
              <a:buNone/>
              <a:defRPr b="1" sz="16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Font typeface="Nanum Myeongjo"/>
              <a:buNone/>
              <a:defRPr b="1" sz="16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Font typeface="Nanum Myeongjo"/>
              <a:buNone/>
              <a:defRPr b="1" sz="16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Font typeface="Nanum Myeongjo"/>
              <a:buNone/>
              <a:defRPr b="1" sz="16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Font typeface="Nanum Myeongjo"/>
              <a:buNone/>
              <a:defRPr b="1" sz="16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2" type="title"/>
          </p:nvPr>
        </p:nvSpPr>
        <p:spPr>
          <a:xfrm>
            <a:off x="2437050" y="1464848"/>
            <a:ext cx="4269900" cy="1378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3"/>
          <p:cNvPicPr preferRelativeResize="0"/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795150" y="69700"/>
            <a:ext cx="7540198" cy="4561224"/>
            <a:chOff x="795150" y="69700"/>
            <a:chExt cx="7540198" cy="4561224"/>
          </a:xfrm>
        </p:grpSpPr>
        <p:pic>
          <p:nvPicPr>
            <p:cNvPr id="27" name="Google Shape;27;p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35450" y="539784"/>
              <a:ext cx="7273099" cy="409114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" name="Google Shape;28;p3"/>
            <p:cNvGrpSpPr/>
            <p:nvPr/>
          </p:nvGrpSpPr>
          <p:grpSpPr>
            <a:xfrm>
              <a:off x="795150" y="69700"/>
              <a:ext cx="7540198" cy="4234086"/>
              <a:chOff x="795150" y="69700"/>
              <a:chExt cx="7540198" cy="4234086"/>
            </a:xfrm>
          </p:grpSpPr>
          <p:pic>
            <p:nvPicPr>
              <p:cNvPr id="29" name="Google Shape;29;p3"/>
              <p:cNvPicPr preferRelativeResize="0"/>
              <p:nvPr/>
            </p:nvPicPr>
            <p:blipFill rotWithShape="1">
              <a:blip r:embed="rId5">
                <a:alphaModFix/>
              </a:blip>
              <a:srcRect b="36465" l="42455" r="42455" t="36468"/>
              <a:stretch/>
            </p:blipFill>
            <p:spPr>
              <a:xfrm>
                <a:off x="3840302" y="69700"/>
                <a:ext cx="1464624" cy="147773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" name="Google Shape;30;p3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95150" y="850650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" name="Google Shape;31;p3"/>
              <p:cNvPicPr preferRelativeResize="0"/>
              <p:nvPr/>
            </p:nvPicPr>
            <p:blipFill rotWithShape="1">
              <a:blip r:embed="rId7">
                <a:alphaModFix/>
              </a:blip>
              <a:srcRect b="43540" l="46196" r="46195" t="43540"/>
              <a:stretch/>
            </p:blipFill>
            <p:spPr>
              <a:xfrm>
                <a:off x="4203339" y="3403398"/>
                <a:ext cx="738547" cy="70532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2" name="Google Shape;32;p3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95150" y="3560535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3" name="Google Shape;33;p3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639550" y="850650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" name="Google Shape;34;p3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639550" y="3560535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35" name="Google Shape;35;p3"/>
          <p:cNvPicPr preferRelativeResize="0"/>
          <p:nvPr/>
        </p:nvPicPr>
        <p:blipFill rotWithShape="1">
          <a:blip r:embed="rId8">
            <a:alphaModFix/>
          </a:blip>
          <a:srcRect b="1201" l="0" r="0" t="1191"/>
          <a:stretch/>
        </p:blipFill>
        <p:spPr>
          <a:xfrm>
            <a:off x="68375" y="98625"/>
            <a:ext cx="9008400" cy="4946249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3"/>
          <p:cNvSpPr txBox="1"/>
          <p:nvPr>
            <p:ph hasCustomPrompt="1" type="title"/>
          </p:nvPr>
        </p:nvSpPr>
        <p:spPr>
          <a:xfrm>
            <a:off x="2150762" y="762975"/>
            <a:ext cx="2537400" cy="99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7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7" name="Google Shape;37;p3"/>
          <p:cNvSpPr txBox="1"/>
          <p:nvPr>
            <p:ph idx="2" type="title"/>
          </p:nvPr>
        </p:nvSpPr>
        <p:spPr>
          <a:xfrm>
            <a:off x="2115650" y="3518646"/>
            <a:ext cx="2607600" cy="725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Font typeface="Nanum Myeongjo"/>
              <a:buNone/>
              <a:defRPr sz="16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Font typeface="Nanum Myeongjo"/>
              <a:buNone/>
              <a:defRPr b="1" sz="16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Font typeface="Nanum Myeongjo"/>
              <a:buNone/>
              <a:defRPr b="1" sz="16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Font typeface="Nanum Myeongjo"/>
              <a:buNone/>
              <a:defRPr b="1" sz="16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Font typeface="Nanum Myeongjo"/>
              <a:buNone/>
              <a:defRPr b="1" sz="16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Font typeface="Nanum Myeongjo"/>
              <a:buNone/>
              <a:defRPr b="1" sz="16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Font typeface="Nanum Myeongjo"/>
              <a:buNone/>
              <a:defRPr b="1" sz="16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Font typeface="Nanum Myeongjo"/>
              <a:buNone/>
              <a:defRPr b="1" sz="16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Font typeface="Nanum Myeongjo"/>
              <a:buNone/>
              <a:defRPr b="1" sz="16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38" name="Google Shape;38;p3"/>
          <p:cNvSpPr txBox="1"/>
          <p:nvPr>
            <p:ph idx="3" type="title"/>
          </p:nvPr>
        </p:nvSpPr>
        <p:spPr>
          <a:xfrm>
            <a:off x="1284512" y="1912041"/>
            <a:ext cx="4269900" cy="1378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4"/>
          <p:cNvPicPr preferRelativeResize="0"/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" name="Google Shape;42;p4"/>
          <p:cNvGrpSpPr/>
          <p:nvPr/>
        </p:nvGrpSpPr>
        <p:grpSpPr>
          <a:xfrm>
            <a:off x="795150" y="69700"/>
            <a:ext cx="7540198" cy="4561224"/>
            <a:chOff x="795150" y="69700"/>
            <a:chExt cx="7540198" cy="4561224"/>
          </a:xfrm>
        </p:grpSpPr>
        <p:pic>
          <p:nvPicPr>
            <p:cNvPr id="43" name="Google Shape;43;p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935450" y="539784"/>
              <a:ext cx="7273099" cy="409114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4" name="Google Shape;44;p4"/>
            <p:cNvGrpSpPr/>
            <p:nvPr/>
          </p:nvGrpSpPr>
          <p:grpSpPr>
            <a:xfrm>
              <a:off x="795150" y="69700"/>
              <a:ext cx="7540198" cy="4234086"/>
              <a:chOff x="795150" y="69700"/>
              <a:chExt cx="7540198" cy="4234086"/>
            </a:xfrm>
          </p:grpSpPr>
          <p:pic>
            <p:nvPicPr>
              <p:cNvPr id="45" name="Google Shape;45;p4"/>
              <p:cNvPicPr preferRelativeResize="0"/>
              <p:nvPr/>
            </p:nvPicPr>
            <p:blipFill rotWithShape="1">
              <a:blip r:embed="rId5">
                <a:alphaModFix/>
              </a:blip>
              <a:srcRect b="36465" l="42455" r="42455" t="36468"/>
              <a:stretch/>
            </p:blipFill>
            <p:spPr>
              <a:xfrm>
                <a:off x="3840302" y="69700"/>
                <a:ext cx="1464624" cy="147773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6" name="Google Shape;46;p4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95150" y="850650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7" name="Google Shape;47;p4"/>
              <p:cNvPicPr preferRelativeResize="0"/>
              <p:nvPr/>
            </p:nvPicPr>
            <p:blipFill rotWithShape="1">
              <a:blip r:embed="rId7">
                <a:alphaModFix/>
              </a:blip>
              <a:srcRect b="43540" l="46196" r="46195" t="43540"/>
              <a:stretch/>
            </p:blipFill>
            <p:spPr>
              <a:xfrm>
                <a:off x="4203339" y="3403398"/>
                <a:ext cx="738547" cy="70532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8" name="Google Shape;48;p4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95150" y="3560535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9" name="Google Shape;49;p4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639550" y="850650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0" name="Google Shape;50;p4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639550" y="3560535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51" name="Google Shape;51;p4"/>
          <p:cNvPicPr preferRelativeResize="0"/>
          <p:nvPr/>
        </p:nvPicPr>
        <p:blipFill rotWithShape="1">
          <a:blip r:embed="rId8">
            <a:alphaModFix/>
          </a:blip>
          <a:srcRect b="1201" l="0" r="0" t="1191"/>
          <a:stretch/>
        </p:blipFill>
        <p:spPr>
          <a:xfrm rot="10800000">
            <a:off x="68375" y="98625"/>
            <a:ext cx="9008400" cy="49462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" name="Google Shape;52;p4"/>
          <p:cNvGrpSpPr/>
          <p:nvPr/>
        </p:nvGrpSpPr>
        <p:grpSpPr>
          <a:xfrm>
            <a:off x="862743" y="1604928"/>
            <a:ext cx="7433821" cy="2783805"/>
            <a:chOff x="1633125" y="1757300"/>
            <a:chExt cx="5902200" cy="2478900"/>
          </a:xfrm>
        </p:grpSpPr>
        <p:sp>
          <p:nvSpPr>
            <p:cNvPr id="53" name="Google Shape;53;p4"/>
            <p:cNvSpPr/>
            <p:nvPr/>
          </p:nvSpPr>
          <p:spPr>
            <a:xfrm flipH="1">
              <a:off x="1633125" y="1757300"/>
              <a:ext cx="5902200" cy="2478900"/>
            </a:xfrm>
            <a:prstGeom prst="roundRect">
              <a:avLst>
                <a:gd fmla="val 20475" name="adj"/>
              </a:avLst>
            </a:prstGeom>
            <a:solidFill>
              <a:schemeClr val="accent1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4" name="Google Shape;54;p4"/>
            <p:cNvPicPr preferRelativeResize="0"/>
            <p:nvPr/>
          </p:nvPicPr>
          <p:blipFill rotWithShape="1">
            <a:blip r:embed="rId2">
              <a:alphaModFix amt="35000"/>
            </a:blip>
            <a:srcRect b="37449" l="23119" r="20343" t="15517"/>
            <a:stretch/>
          </p:blipFill>
          <p:spPr>
            <a:xfrm flipH="1">
              <a:off x="1633125" y="1777599"/>
              <a:ext cx="5902200" cy="2458500"/>
            </a:xfrm>
            <a:prstGeom prst="roundRect">
              <a:avLst>
                <a:gd fmla="val 21901" name="adj"/>
              </a:avLst>
            </a:prstGeom>
            <a:noFill/>
            <a:ln>
              <a:noFill/>
            </a:ln>
          </p:spPr>
        </p:pic>
        <p:sp>
          <p:nvSpPr>
            <p:cNvPr id="55" name="Google Shape;55;p4"/>
            <p:cNvSpPr/>
            <p:nvPr/>
          </p:nvSpPr>
          <p:spPr>
            <a:xfrm flipH="1" rot="-478372">
              <a:off x="1811456" y="1807671"/>
              <a:ext cx="608277" cy="141291"/>
            </a:xfrm>
            <a:custGeom>
              <a:rect b="b" l="l" r="r" t="t"/>
              <a:pathLst>
                <a:path extrusionOk="0" h="1344" w="6833">
                  <a:moveTo>
                    <a:pt x="4686" y="0"/>
                  </a:moveTo>
                  <a:cubicBezTo>
                    <a:pt x="4637" y="0"/>
                    <a:pt x="4589" y="1"/>
                    <a:pt x="4540" y="4"/>
                  </a:cubicBezTo>
                  <a:lnTo>
                    <a:pt x="3632" y="48"/>
                  </a:lnTo>
                  <a:cubicBezTo>
                    <a:pt x="2412" y="138"/>
                    <a:pt x="1206" y="242"/>
                    <a:pt x="0" y="420"/>
                  </a:cubicBezTo>
                  <a:cubicBezTo>
                    <a:pt x="155" y="422"/>
                    <a:pt x="310" y="423"/>
                    <a:pt x="465" y="423"/>
                  </a:cubicBezTo>
                  <a:cubicBezTo>
                    <a:pt x="1528" y="423"/>
                    <a:pt x="2582" y="379"/>
                    <a:pt x="3647" y="301"/>
                  </a:cubicBezTo>
                  <a:lnTo>
                    <a:pt x="4555" y="242"/>
                  </a:lnTo>
                  <a:cubicBezTo>
                    <a:pt x="4626" y="234"/>
                    <a:pt x="4698" y="231"/>
                    <a:pt x="4770" y="231"/>
                  </a:cubicBezTo>
                  <a:cubicBezTo>
                    <a:pt x="4986" y="231"/>
                    <a:pt x="5206" y="264"/>
                    <a:pt x="5419" y="331"/>
                  </a:cubicBezTo>
                  <a:cubicBezTo>
                    <a:pt x="5969" y="480"/>
                    <a:pt x="6475" y="852"/>
                    <a:pt x="6833" y="1343"/>
                  </a:cubicBezTo>
                  <a:cubicBezTo>
                    <a:pt x="6565" y="793"/>
                    <a:pt x="6073" y="346"/>
                    <a:pt x="5478" y="138"/>
                  </a:cubicBezTo>
                  <a:cubicBezTo>
                    <a:pt x="5226" y="37"/>
                    <a:pt x="4953" y="0"/>
                    <a:pt x="46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" name="Google Shape;56;p4"/>
          <p:cNvSpPr txBox="1"/>
          <p:nvPr>
            <p:ph type="title"/>
          </p:nvPr>
        </p:nvSpPr>
        <p:spPr>
          <a:xfrm>
            <a:off x="1936850" y="429725"/>
            <a:ext cx="5256900" cy="1011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7" name="Google Shape;57;p4"/>
          <p:cNvSpPr txBox="1"/>
          <p:nvPr>
            <p:ph idx="1" type="body"/>
          </p:nvPr>
        </p:nvSpPr>
        <p:spPr>
          <a:xfrm>
            <a:off x="1164400" y="1780538"/>
            <a:ext cx="5931000" cy="256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arker Grotesque SemiBold"/>
              <a:buChar char="●"/>
              <a:defRPr b="1" sz="1200"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Darker Grotesque SemiBold"/>
              <a:buChar char="○"/>
              <a:defRPr sz="1200"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Darker Grotesque SemiBold"/>
              <a:buChar char="■"/>
              <a:defRPr sz="1200"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Darker Grotesque SemiBold"/>
              <a:buChar char="●"/>
              <a:defRPr sz="1200"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Darker Grotesque SemiBold"/>
              <a:buChar char="○"/>
              <a:defRPr sz="1200"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Darker Grotesque SemiBold"/>
              <a:buChar char="■"/>
              <a:defRPr sz="1200"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Darker Grotesque SemiBold"/>
              <a:buChar char="●"/>
              <a:defRPr sz="1200"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Darker Grotesque SemiBold"/>
              <a:buChar char="○"/>
              <a:defRPr sz="1200"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Darker Grotesque SemiBold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5"/>
          <p:cNvPicPr preferRelativeResize="0"/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" name="Google Shape;61;p5"/>
          <p:cNvGrpSpPr/>
          <p:nvPr/>
        </p:nvGrpSpPr>
        <p:grpSpPr>
          <a:xfrm>
            <a:off x="795150" y="69700"/>
            <a:ext cx="7540198" cy="4561224"/>
            <a:chOff x="795150" y="69700"/>
            <a:chExt cx="7540198" cy="4561224"/>
          </a:xfrm>
        </p:grpSpPr>
        <p:pic>
          <p:nvPicPr>
            <p:cNvPr id="62" name="Google Shape;62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35450" y="539784"/>
              <a:ext cx="7273099" cy="409114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3" name="Google Shape;63;p5"/>
            <p:cNvGrpSpPr/>
            <p:nvPr/>
          </p:nvGrpSpPr>
          <p:grpSpPr>
            <a:xfrm>
              <a:off x="795150" y="69700"/>
              <a:ext cx="7540198" cy="4234086"/>
              <a:chOff x="795150" y="69700"/>
              <a:chExt cx="7540198" cy="4234086"/>
            </a:xfrm>
          </p:grpSpPr>
          <p:pic>
            <p:nvPicPr>
              <p:cNvPr id="64" name="Google Shape;64;p5"/>
              <p:cNvPicPr preferRelativeResize="0"/>
              <p:nvPr/>
            </p:nvPicPr>
            <p:blipFill rotWithShape="1">
              <a:blip r:embed="rId5">
                <a:alphaModFix/>
              </a:blip>
              <a:srcRect b="36465" l="42455" r="42455" t="36468"/>
              <a:stretch/>
            </p:blipFill>
            <p:spPr>
              <a:xfrm>
                <a:off x="3840302" y="69700"/>
                <a:ext cx="1464624" cy="147773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5" name="Google Shape;65;p5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95150" y="850650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6" name="Google Shape;66;p5"/>
              <p:cNvPicPr preferRelativeResize="0"/>
              <p:nvPr/>
            </p:nvPicPr>
            <p:blipFill rotWithShape="1">
              <a:blip r:embed="rId7">
                <a:alphaModFix/>
              </a:blip>
              <a:srcRect b="43540" l="46196" r="46195" t="43540"/>
              <a:stretch/>
            </p:blipFill>
            <p:spPr>
              <a:xfrm>
                <a:off x="4203339" y="3403398"/>
                <a:ext cx="738547" cy="70532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7" name="Google Shape;67;p5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95150" y="3560535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8" name="Google Shape;68;p5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639550" y="850650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9" name="Google Shape;69;p5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639550" y="3560535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70" name="Google Shape;70;p5"/>
          <p:cNvPicPr preferRelativeResize="0"/>
          <p:nvPr/>
        </p:nvPicPr>
        <p:blipFill rotWithShape="1">
          <a:blip r:embed="rId8">
            <a:alphaModFix/>
          </a:blip>
          <a:srcRect b="1201" l="0" r="0" t="1191"/>
          <a:stretch/>
        </p:blipFill>
        <p:spPr>
          <a:xfrm flipH="1" rot="10800000">
            <a:off x="68375" y="98625"/>
            <a:ext cx="9008400" cy="4946249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5"/>
          <p:cNvSpPr txBox="1"/>
          <p:nvPr>
            <p:ph type="title"/>
          </p:nvPr>
        </p:nvSpPr>
        <p:spPr>
          <a:xfrm>
            <a:off x="2674350" y="429725"/>
            <a:ext cx="3795300" cy="1011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2" name="Google Shape;72;p5"/>
          <p:cNvSpPr txBox="1"/>
          <p:nvPr>
            <p:ph idx="2" type="title"/>
          </p:nvPr>
        </p:nvSpPr>
        <p:spPr>
          <a:xfrm>
            <a:off x="1749681" y="2761035"/>
            <a:ext cx="2397600" cy="493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b="1" sz="2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73" name="Google Shape;73;p5"/>
          <p:cNvSpPr txBox="1"/>
          <p:nvPr>
            <p:ph idx="1" type="subTitle"/>
          </p:nvPr>
        </p:nvSpPr>
        <p:spPr>
          <a:xfrm>
            <a:off x="1749681" y="3128935"/>
            <a:ext cx="2397600" cy="8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"/>
          <p:cNvSpPr txBox="1"/>
          <p:nvPr>
            <p:ph idx="3" type="title"/>
          </p:nvPr>
        </p:nvSpPr>
        <p:spPr>
          <a:xfrm>
            <a:off x="4996719" y="2761035"/>
            <a:ext cx="2397600" cy="493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b="1" sz="2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75" name="Google Shape;75;p5"/>
          <p:cNvSpPr txBox="1"/>
          <p:nvPr>
            <p:ph idx="4" type="subTitle"/>
          </p:nvPr>
        </p:nvSpPr>
        <p:spPr>
          <a:xfrm>
            <a:off x="4996719" y="3128935"/>
            <a:ext cx="2397600" cy="8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6"/>
          <p:cNvPicPr preferRelativeResize="0"/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" name="Google Shape;79;p6"/>
          <p:cNvGrpSpPr/>
          <p:nvPr/>
        </p:nvGrpSpPr>
        <p:grpSpPr>
          <a:xfrm>
            <a:off x="795150" y="69700"/>
            <a:ext cx="7540198" cy="4561224"/>
            <a:chOff x="795150" y="69700"/>
            <a:chExt cx="7540198" cy="4561224"/>
          </a:xfrm>
        </p:grpSpPr>
        <p:pic>
          <p:nvPicPr>
            <p:cNvPr id="80" name="Google Shape;80;p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935450" y="539784"/>
              <a:ext cx="7273099" cy="409114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1" name="Google Shape;81;p6"/>
            <p:cNvGrpSpPr/>
            <p:nvPr/>
          </p:nvGrpSpPr>
          <p:grpSpPr>
            <a:xfrm>
              <a:off x="795150" y="69700"/>
              <a:ext cx="7540198" cy="4234086"/>
              <a:chOff x="795150" y="69700"/>
              <a:chExt cx="7540198" cy="4234086"/>
            </a:xfrm>
          </p:grpSpPr>
          <p:pic>
            <p:nvPicPr>
              <p:cNvPr id="82" name="Google Shape;82;p6"/>
              <p:cNvPicPr preferRelativeResize="0"/>
              <p:nvPr/>
            </p:nvPicPr>
            <p:blipFill rotWithShape="1">
              <a:blip r:embed="rId5">
                <a:alphaModFix/>
              </a:blip>
              <a:srcRect b="36465" l="42455" r="42455" t="36468"/>
              <a:stretch/>
            </p:blipFill>
            <p:spPr>
              <a:xfrm>
                <a:off x="3840302" y="69700"/>
                <a:ext cx="1464624" cy="147773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3" name="Google Shape;83;p6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95150" y="850650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4" name="Google Shape;84;p6"/>
              <p:cNvPicPr preferRelativeResize="0"/>
              <p:nvPr/>
            </p:nvPicPr>
            <p:blipFill rotWithShape="1">
              <a:blip r:embed="rId7">
                <a:alphaModFix/>
              </a:blip>
              <a:srcRect b="43540" l="46196" r="46195" t="43540"/>
              <a:stretch/>
            </p:blipFill>
            <p:spPr>
              <a:xfrm>
                <a:off x="4203339" y="3403398"/>
                <a:ext cx="738547" cy="70532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5" name="Google Shape;85;p6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95150" y="3560535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6" name="Google Shape;86;p6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639550" y="850650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7" name="Google Shape;87;p6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639550" y="3560535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88" name="Google Shape;88;p6"/>
          <p:cNvPicPr preferRelativeResize="0"/>
          <p:nvPr/>
        </p:nvPicPr>
        <p:blipFill rotWithShape="1">
          <a:blip r:embed="rId8">
            <a:alphaModFix/>
          </a:blip>
          <a:srcRect b="1201" l="0" r="0" t="1191"/>
          <a:stretch/>
        </p:blipFill>
        <p:spPr>
          <a:xfrm flipH="1">
            <a:off x="68375" y="98625"/>
            <a:ext cx="9008400" cy="4946249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6"/>
          <p:cNvSpPr txBox="1"/>
          <p:nvPr>
            <p:ph type="title"/>
          </p:nvPr>
        </p:nvSpPr>
        <p:spPr>
          <a:xfrm>
            <a:off x="2395375" y="429725"/>
            <a:ext cx="4339800" cy="1011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7"/>
          <p:cNvPicPr preferRelativeResize="0"/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" name="Google Shape;93;p7"/>
          <p:cNvGrpSpPr/>
          <p:nvPr/>
        </p:nvGrpSpPr>
        <p:grpSpPr>
          <a:xfrm>
            <a:off x="795150" y="69700"/>
            <a:ext cx="7540198" cy="4561224"/>
            <a:chOff x="795150" y="69700"/>
            <a:chExt cx="7540198" cy="4561224"/>
          </a:xfrm>
        </p:grpSpPr>
        <p:pic>
          <p:nvPicPr>
            <p:cNvPr id="94" name="Google Shape;94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935450" y="539784"/>
              <a:ext cx="7273099" cy="409114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5" name="Google Shape;95;p7"/>
            <p:cNvGrpSpPr/>
            <p:nvPr/>
          </p:nvGrpSpPr>
          <p:grpSpPr>
            <a:xfrm>
              <a:off x="795150" y="69700"/>
              <a:ext cx="7540198" cy="4234086"/>
              <a:chOff x="795150" y="69700"/>
              <a:chExt cx="7540198" cy="4234086"/>
            </a:xfrm>
          </p:grpSpPr>
          <p:pic>
            <p:nvPicPr>
              <p:cNvPr id="96" name="Google Shape;96;p7"/>
              <p:cNvPicPr preferRelativeResize="0"/>
              <p:nvPr/>
            </p:nvPicPr>
            <p:blipFill rotWithShape="1">
              <a:blip r:embed="rId5">
                <a:alphaModFix/>
              </a:blip>
              <a:srcRect b="36465" l="42455" r="42455" t="36468"/>
              <a:stretch/>
            </p:blipFill>
            <p:spPr>
              <a:xfrm>
                <a:off x="3840302" y="69700"/>
                <a:ext cx="1464624" cy="147773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7" name="Google Shape;97;p7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95150" y="850650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8" name="Google Shape;98;p7"/>
              <p:cNvPicPr preferRelativeResize="0"/>
              <p:nvPr/>
            </p:nvPicPr>
            <p:blipFill rotWithShape="1">
              <a:blip r:embed="rId7">
                <a:alphaModFix/>
              </a:blip>
              <a:srcRect b="43540" l="46196" r="46195" t="43540"/>
              <a:stretch/>
            </p:blipFill>
            <p:spPr>
              <a:xfrm>
                <a:off x="4203339" y="3403398"/>
                <a:ext cx="738547" cy="70532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9" name="Google Shape;99;p7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95150" y="3560535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0" name="Google Shape;100;p7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639550" y="850650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1" name="Google Shape;101;p7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639550" y="3560535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102" name="Google Shape;102;p7"/>
          <p:cNvPicPr preferRelativeResize="0"/>
          <p:nvPr/>
        </p:nvPicPr>
        <p:blipFill rotWithShape="1">
          <a:blip r:embed="rId8">
            <a:alphaModFix/>
          </a:blip>
          <a:srcRect b="1201" l="0" r="0" t="1191"/>
          <a:stretch/>
        </p:blipFill>
        <p:spPr>
          <a:xfrm flipH="1">
            <a:off x="68375" y="98625"/>
            <a:ext cx="9008400" cy="494624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7"/>
          <p:cNvSpPr txBox="1"/>
          <p:nvPr>
            <p:ph type="title"/>
          </p:nvPr>
        </p:nvSpPr>
        <p:spPr>
          <a:xfrm>
            <a:off x="2402100" y="429725"/>
            <a:ext cx="4339800" cy="1011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4" name="Google Shape;104;p7"/>
          <p:cNvSpPr txBox="1"/>
          <p:nvPr>
            <p:ph idx="1" type="body"/>
          </p:nvPr>
        </p:nvSpPr>
        <p:spPr>
          <a:xfrm>
            <a:off x="1066652" y="2063750"/>
            <a:ext cx="4453200" cy="20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b="1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 b="1"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 b="1"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b="1"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 b="1"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 b="1"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b="1"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 b="1"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 b="1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05" name="Google Shape;105;p7"/>
          <p:cNvSpPr/>
          <p:nvPr>
            <p:ph idx="2" type="pic"/>
          </p:nvPr>
        </p:nvSpPr>
        <p:spPr>
          <a:xfrm>
            <a:off x="5818140" y="1757300"/>
            <a:ext cx="2490600" cy="2478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8"/>
          <p:cNvPicPr preferRelativeResize="0"/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" name="Google Shape;109;p8"/>
          <p:cNvGrpSpPr/>
          <p:nvPr/>
        </p:nvGrpSpPr>
        <p:grpSpPr>
          <a:xfrm>
            <a:off x="795150" y="69700"/>
            <a:ext cx="7540198" cy="4561224"/>
            <a:chOff x="795150" y="69700"/>
            <a:chExt cx="7540198" cy="4561224"/>
          </a:xfrm>
        </p:grpSpPr>
        <p:pic>
          <p:nvPicPr>
            <p:cNvPr id="110" name="Google Shape;110;p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35450" y="539784"/>
              <a:ext cx="7273099" cy="409114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1" name="Google Shape;111;p8"/>
            <p:cNvGrpSpPr/>
            <p:nvPr/>
          </p:nvGrpSpPr>
          <p:grpSpPr>
            <a:xfrm>
              <a:off x="795150" y="69700"/>
              <a:ext cx="7540198" cy="4234086"/>
              <a:chOff x="795150" y="69700"/>
              <a:chExt cx="7540198" cy="4234086"/>
            </a:xfrm>
          </p:grpSpPr>
          <p:pic>
            <p:nvPicPr>
              <p:cNvPr id="112" name="Google Shape;112;p8"/>
              <p:cNvPicPr preferRelativeResize="0"/>
              <p:nvPr/>
            </p:nvPicPr>
            <p:blipFill rotWithShape="1">
              <a:blip r:embed="rId5">
                <a:alphaModFix/>
              </a:blip>
              <a:srcRect b="36465" l="42455" r="42455" t="36468"/>
              <a:stretch/>
            </p:blipFill>
            <p:spPr>
              <a:xfrm>
                <a:off x="3840302" y="69700"/>
                <a:ext cx="1464624" cy="147773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3" name="Google Shape;113;p8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95150" y="850650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4" name="Google Shape;114;p8"/>
              <p:cNvPicPr preferRelativeResize="0"/>
              <p:nvPr/>
            </p:nvPicPr>
            <p:blipFill rotWithShape="1">
              <a:blip r:embed="rId7">
                <a:alphaModFix/>
              </a:blip>
              <a:srcRect b="43540" l="46196" r="46195" t="43540"/>
              <a:stretch/>
            </p:blipFill>
            <p:spPr>
              <a:xfrm>
                <a:off x="4203339" y="3403398"/>
                <a:ext cx="738547" cy="70532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5" name="Google Shape;115;p8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95150" y="3560535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6" name="Google Shape;116;p8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639550" y="850650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7" name="Google Shape;117;p8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639550" y="3560535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118" name="Google Shape;118;p8"/>
          <p:cNvPicPr preferRelativeResize="0"/>
          <p:nvPr/>
        </p:nvPicPr>
        <p:blipFill rotWithShape="1">
          <a:blip r:embed="rId8">
            <a:alphaModFix/>
          </a:blip>
          <a:srcRect b="1201" l="0" r="0" t="1191"/>
          <a:stretch/>
        </p:blipFill>
        <p:spPr>
          <a:xfrm>
            <a:off x="68375" y="98625"/>
            <a:ext cx="9008400" cy="4946249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8"/>
          <p:cNvSpPr txBox="1"/>
          <p:nvPr>
            <p:ph type="title"/>
          </p:nvPr>
        </p:nvSpPr>
        <p:spPr>
          <a:xfrm>
            <a:off x="3490539" y="1993850"/>
            <a:ext cx="4269900" cy="108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9"/>
          <p:cNvPicPr preferRelativeResize="0"/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9"/>
          <p:cNvSpPr txBox="1"/>
          <p:nvPr>
            <p:ph idx="1" type="subTitle"/>
          </p:nvPr>
        </p:nvSpPr>
        <p:spPr>
          <a:xfrm>
            <a:off x="4717059" y="2413938"/>
            <a:ext cx="3193200" cy="16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4" name="Google Shape;124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-2434870" y="539784"/>
            <a:ext cx="7273099" cy="40911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5" name="Google Shape;125;p9"/>
          <p:cNvGrpSpPr/>
          <p:nvPr/>
        </p:nvGrpSpPr>
        <p:grpSpPr>
          <a:xfrm flipH="1">
            <a:off x="3839074" y="69700"/>
            <a:ext cx="1464624" cy="4039021"/>
            <a:chOff x="3840302" y="69700"/>
            <a:chExt cx="1464624" cy="4039021"/>
          </a:xfrm>
        </p:grpSpPr>
        <p:pic>
          <p:nvPicPr>
            <p:cNvPr id="126" name="Google Shape;126;p9"/>
            <p:cNvPicPr preferRelativeResize="0"/>
            <p:nvPr/>
          </p:nvPicPr>
          <p:blipFill rotWithShape="1">
            <a:blip r:embed="rId5">
              <a:alphaModFix/>
            </a:blip>
            <a:srcRect b="36465" l="42455" r="42455" t="36468"/>
            <a:stretch/>
          </p:blipFill>
          <p:spPr>
            <a:xfrm>
              <a:off x="3840302" y="69700"/>
              <a:ext cx="1464624" cy="14777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" name="Google Shape;127;p9"/>
            <p:cNvPicPr preferRelativeResize="0"/>
            <p:nvPr/>
          </p:nvPicPr>
          <p:blipFill rotWithShape="1">
            <a:blip r:embed="rId6">
              <a:alphaModFix/>
            </a:blip>
            <a:srcRect b="43540" l="46196" r="46195" t="43540"/>
            <a:stretch/>
          </p:blipFill>
          <p:spPr>
            <a:xfrm>
              <a:off x="4203339" y="3403398"/>
              <a:ext cx="738547" cy="70532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8" name="Google Shape;128;p9"/>
          <p:cNvPicPr preferRelativeResize="0"/>
          <p:nvPr/>
        </p:nvPicPr>
        <p:blipFill rotWithShape="1">
          <a:blip r:embed="rId7">
            <a:alphaModFix/>
          </a:blip>
          <a:srcRect b="1201" l="0" r="0" t="1191"/>
          <a:stretch/>
        </p:blipFill>
        <p:spPr>
          <a:xfrm flipH="1">
            <a:off x="67225" y="98625"/>
            <a:ext cx="9008400" cy="4946249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9"/>
          <p:cNvSpPr txBox="1"/>
          <p:nvPr>
            <p:ph type="title"/>
          </p:nvPr>
        </p:nvSpPr>
        <p:spPr>
          <a:xfrm>
            <a:off x="4520859" y="958163"/>
            <a:ext cx="3585600" cy="1011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130" name="Google Shape;130;p9"/>
          <p:cNvGrpSpPr/>
          <p:nvPr/>
        </p:nvGrpSpPr>
        <p:grpSpPr>
          <a:xfrm>
            <a:off x="795150" y="850650"/>
            <a:ext cx="7540198" cy="3453136"/>
            <a:chOff x="795150" y="850650"/>
            <a:chExt cx="7540198" cy="3453136"/>
          </a:xfrm>
        </p:grpSpPr>
        <p:pic>
          <p:nvPicPr>
            <p:cNvPr id="131" name="Google Shape;131;p9"/>
            <p:cNvPicPr preferRelativeResize="0"/>
            <p:nvPr/>
          </p:nvPicPr>
          <p:blipFill rotWithShape="1">
            <a:blip r:embed="rId8">
              <a:alphaModFix/>
            </a:blip>
            <a:srcRect b="42776" l="46196" r="46195" t="42774"/>
            <a:stretch/>
          </p:blipFill>
          <p:spPr>
            <a:xfrm>
              <a:off x="795150" y="850650"/>
              <a:ext cx="695798" cy="7432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" name="Google Shape;132;p9"/>
            <p:cNvPicPr preferRelativeResize="0"/>
            <p:nvPr/>
          </p:nvPicPr>
          <p:blipFill rotWithShape="1">
            <a:blip r:embed="rId8">
              <a:alphaModFix/>
            </a:blip>
            <a:srcRect b="42776" l="46196" r="46195" t="42774"/>
            <a:stretch/>
          </p:blipFill>
          <p:spPr>
            <a:xfrm>
              <a:off x="795150" y="3560535"/>
              <a:ext cx="695798" cy="7432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" name="Google Shape;133;p9"/>
            <p:cNvPicPr preferRelativeResize="0"/>
            <p:nvPr/>
          </p:nvPicPr>
          <p:blipFill rotWithShape="1">
            <a:blip r:embed="rId8">
              <a:alphaModFix/>
            </a:blip>
            <a:srcRect b="42776" l="46196" r="46195" t="42774"/>
            <a:stretch/>
          </p:blipFill>
          <p:spPr>
            <a:xfrm>
              <a:off x="7639550" y="850650"/>
              <a:ext cx="695798" cy="7432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" name="Google Shape;134;p9"/>
            <p:cNvPicPr preferRelativeResize="0"/>
            <p:nvPr/>
          </p:nvPicPr>
          <p:blipFill rotWithShape="1">
            <a:blip r:embed="rId8">
              <a:alphaModFix/>
            </a:blip>
            <a:srcRect b="42776" l="46196" r="46195" t="42774"/>
            <a:stretch/>
          </p:blipFill>
          <p:spPr>
            <a:xfrm>
              <a:off x="7639550" y="3560535"/>
              <a:ext cx="695798" cy="74325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"/>
          <p:cNvSpPr/>
          <p:nvPr/>
        </p:nvSpPr>
        <p:spPr>
          <a:xfrm>
            <a:off x="0" y="-75"/>
            <a:ext cx="9144000" cy="5143500"/>
          </a:xfrm>
          <a:prstGeom prst="rect">
            <a:avLst/>
          </a:prstGeom>
          <a:gradFill>
            <a:gsLst>
              <a:gs pos="0">
                <a:srgbClr val="D8BE9F">
                  <a:alpha val="0"/>
                </a:srgbClr>
              </a:gs>
              <a:gs pos="70000">
                <a:srgbClr val="D8BE9F">
                  <a:alpha val="0"/>
                </a:srgbClr>
              </a:gs>
              <a:gs pos="100000">
                <a:schemeClr val="l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10"/>
          <p:cNvPicPr preferRelativeResize="0"/>
          <p:nvPr/>
        </p:nvPicPr>
        <p:blipFill>
          <a:blip r:embed="rId2">
            <a:alphaModFix amt="19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0"/>
          <p:cNvPicPr preferRelativeResize="0"/>
          <p:nvPr/>
        </p:nvPicPr>
        <p:blipFill rotWithShape="1">
          <a:blip r:embed="rId3">
            <a:alphaModFix/>
          </a:blip>
          <a:srcRect b="36112" l="42257" r="42264" t="36123"/>
          <a:stretch/>
        </p:blipFill>
        <p:spPr>
          <a:xfrm>
            <a:off x="3840302" y="69700"/>
            <a:ext cx="1464624" cy="1477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0"/>
          <p:cNvPicPr preferRelativeResize="0"/>
          <p:nvPr/>
        </p:nvPicPr>
        <p:blipFill rotWithShape="1">
          <a:blip r:embed="rId4">
            <a:alphaModFix/>
          </a:blip>
          <a:srcRect b="1201" l="0" r="0" t="1191"/>
          <a:stretch/>
        </p:blipFill>
        <p:spPr>
          <a:xfrm flipH="1">
            <a:off x="68375" y="98625"/>
            <a:ext cx="9008400" cy="494624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0"/>
          <p:cNvSpPr txBox="1"/>
          <p:nvPr>
            <p:ph type="title"/>
          </p:nvPr>
        </p:nvSpPr>
        <p:spPr>
          <a:xfrm>
            <a:off x="1639500" y="3790972"/>
            <a:ext cx="5865000" cy="1011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pic>
        <p:nvPicPr>
          <p:cNvPr id="141" name="Google Shape;141;p10"/>
          <p:cNvPicPr preferRelativeResize="0"/>
          <p:nvPr/>
        </p:nvPicPr>
        <p:blipFill rotWithShape="1">
          <a:blip r:embed="rId5">
            <a:alphaModFix/>
          </a:blip>
          <a:srcRect b="41793" l="45319" r="45319" t="41793"/>
          <a:stretch/>
        </p:blipFill>
        <p:spPr>
          <a:xfrm>
            <a:off x="7559673" y="794936"/>
            <a:ext cx="856051" cy="844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0"/>
          <p:cNvPicPr preferRelativeResize="0"/>
          <p:nvPr/>
        </p:nvPicPr>
        <p:blipFill rotWithShape="1">
          <a:blip r:embed="rId5">
            <a:alphaModFix/>
          </a:blip>
          <a:srcRect b="41793" l="45319" r="45319" t="41793"/>
          <a:stretch/>
        </p:blipFill>
        <p:spPr>
          <a:xfrm>
            <a:off x="716709" y="794936"/>
            <a:ext cx="856051" cy="844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0"/>
          <p:cNvPicPr preferRelativeResize="0"/>
          <p:nvPr/>
        </p:nvPicPr>
        <p:blipFill rotWithShape="1">
          <a:blip r:embed="rId5">
            <a:alphaModFix/>
          </a:blip>
          <a:srcRect b="41793" l="45319" r="45319" t="41793"/>
          <a:stretch/>
        </p:blipFill>
        <p:spPr>
          <a:xfrm>
            <a:off x="716709" y="3508976"/>
            <a:ext cx="856051" cy="844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0"/>
          <p:cNvPicPr preferRelativeResize="0"/>
          <p:nvPr/>
        </p:nvPicPr>
        <p:blipFill rotWithShape="1">
          <a:blip r:embed="rId5">
            <a:alphaModFix/>
          </a:blip>
          <a:srcRect b="41793" l="45319" r="45319" t="41793"/>
          <a:stretch/>
        </p:blipFill>
        <p:spPr>
          <a:xfrm>
            <a:off x="7557759" y="3508976"/>
            <a:ext cx="856051" cy="844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1"/>
          <p:cNvPicPr preferRelativeResize="0"/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8" name="Google Shape;148;p11"/>
          <p:cNvGrpSpPr/>
          <p:nvPr/>
        </p:nvGrpSpPr>
        <p:grpSpPr>
          <a:xfrm>
            <a:off x="795150" y="69700"/>
            <a:ext cx="7540198" cy="4561224"/>
            <a:chOff x="795150" y="69700"/>
            <a:chExt cx="7540198" cy="4561224"/>
          </a:xfrm>
        </p:grpSpPr>
        <p:pic>
          <p:nvPicPr>
            <p:cNvPr id="149" name="Google Shape;149;p1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935450" y="539784"/>
              <a:ext cx="7273099" cy="409114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0" name="Google Shape;150;p11"/>
            <p:cNvGrpSpPr/>
            <p:nvPr/>
          </p:nvGrpSpPr>
          <p:grpSpPr>
            <a:xfrm>
              <a:off x="795150" y="69700"/>
              <a:ext cx="7540198" cy="4234086"/>
              <a:chOff x="795150" y="69700"/>
              <a:chExt cx="7540198" cy="4234086"/>
            </a:xfrm>
          </p:grpSpPr>
          <p:pic>
            <p:nvPicPr>
              <p:cNvPr id="151" name="Google Shape;151;p11"/>
              <p:cNvPicPr preferRelativeResize="0"/>
              <p:nvPr/>
            </p:nvPicPr>
            <p:blipFill rotWithShape="1">
              <a:blip r:embed="rId5">
                <a:alphaModFix/>
              </a:blip>
              <a:srcRect b="36465" l="42455" r="42455" t="36468"/>
              <a:stretch/>
            </p:blipFill>
            <p:spPr>
              <a:xfrm>
                <a:off x="3840302" y="69700"/>
                <a:ext cx="1464624" cy="147773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2" name="Google Shape;152;p11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95150" y="850650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3" name="Google Shape;153;p11"/>
              <p:cNvPicPr preferRelativeResize="0"/>
              <p:nvPr/>
            </p:nvPicPr>
            <p:blipFill rotWithShape="1">
              <a:blip r:embed="rId7">
                <a:alphaModFix/>
              </a:blip>
              <a:srcRect b="43540" l="46196" r="46195" t="43540"/>
              <a:stretch/>
            </p:blipFill>
            <p:spPr>
              <a:xfrm>
                <a:off x="4203339" y="3403398"/>
                <a:ext cx="738547" cy="70532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4" name="Google Shape;154;p11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95150" y="3560535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5" name="Google Shape;155;p11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639550" y="850650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6" name="Google Shape;156;p11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639550" y="3560535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157" name="Google Shape;157;p11"/>
          <p:cNvPicPr preferRelativeResize="0"/>
          <p:nvPr/>
        </p:nvPicPr>
        <p:blipFill rotWithShape="1">
          <a:blip r:embed="rId8">
            <a:alphaModFix/>
          </a:blip>
          <a:srcRect b="1201" l="0" r="0" t="1191"/>
          <a:stretch/>
        </p:blipFill>
        <p:spPr>
          <a:xfrm flipH="1" rot="10800000">
            <a:off x="68375" y="98625"/>
            <a:ext cx="9008400" cy="494624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1"/>
          <p:cNvSpPr txBox="1"/>
          <p:nvPr>
            <p:ph hasCustomPrompt="1" type="title"/>
          </p:nvPr>
        </p:nvSpPr>
        <p:spPr>
          <a:xfrm>
            <a:off x="4305777" y="1429149"/>
            <a:ext cx="3813900" cy="15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9" name="Google Shape;159;p11"/>
          <p:cNvSpPr txBox="1"/>
          <p:nvPr>
            <p:ph idx="2" type="title"/>
          </p:nvPr>
        </p:nvSpPr>
        <p:spPr>
          <a:xfrm>
            <a:off x="4938477" y="2962490"/>
            <a:ext cx="2548500" cy="675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Font typeface="Nanum Myeongjo"/>
              <a:buNone/>
              <a:defRPr sz="16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Font typeface="Nanum Myeongjo"/>
              <a:buNone/>
              <a:defRPr b="1" sz="16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Font typeface="Nanum Myeongjo"/>
              <a:buNone/>
              <a:defRPr b="1" sz="16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Font typeface="Nanum Myeongjo"/>
              <a:buNone/>
              <a:defRPr b="1" sz="16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Font typeface="Nanum Myeongjo"/>
              <a:buNone/>
              <a:defRPr b="1" sz="16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Font typeface="Nanum Myeongjo"/>
              <a:buNone/>
              <a:defRPr b="1" sz="16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Font typeface="Nanum Myeongjo"/>
              <a:buNone/>
              <a:defRPr b="1" sz="16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Font typeface="Nanum Myeongjo"/>
              <a:buNone/>
              <a:defRPr b="1" sz="16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Font typeface="Nanum Myeongjo"/>
              <a:buNone/>
              <a:defRPr b="1" sz="16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2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3"/>
          <p:cNvPicPr preferRelativeResize="0"/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" name="Google Shape;164;p13"/>
          <p:cNvGrpSpPr/>
          <p:nvPr/>
        </p:nvGrpSpPr>
        <p:grpSpPr>
          <a:xfrm>
            <a:off x="795150" y="69700"/>
            <a:ext cx="7540198" cy="4561224"/>
            <a:chOff x="795150" y="69700"/>
            <a:chExt cx="7540198" cy="4561224"/>
          </a:xfrm>
        </p:grpSpPr>
        <p:pic>
          <p:nvPicPr>
            <p:cNvPr id="165" name="Google Shape;165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35450" y="539784"/>
              <a:ext cx="7273099" cy="409114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6" name="Google Shape;166;p13"/>
            <p:cNvGrpSpPr/>
            <p:nvPr/>
          </p:nvGrpSpPr>
          <p:grpSpPr>
            <a:xfrm>
              <a:off x="795150" y="69700"/>
              <a:ext cx="7540198" cy="4234086"/>
              <a:chOff x="795150" y="69700"/>
              <a:chExt cx="7540198" cy="4234086"/>
            </a:xfrm>
          </p:grpSpPr>
          <p:pic>
            <p:nvPicPr>
              <p:cNvPr id="167" name="Google Shape;167;p13"/>
              <p:cNvPicPr preferRelativeResize="0"/>
              <p:nvPr/>
            </p:nvPicPr>
            <p:blipFill rotWithShape="1">
              <a:blip r:embed="rId5">
                <a:alphaModFix/>
              </a:blip>
              <a:srcRect b="36465" l="42455" r="42455" t="36468"/>
              <a:stretch/>
            </p:blipFill>
            <p:spPr>
              <a:xfrm>
                <a:off x="3840302" y="69700"/>
                <a:ext cx="1464624" cy="147773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8" name="Google Shape;168;p13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95150" y="850650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9" name="Google Shape;169;p13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639550" y="850650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0" name="Google Shape;170;p13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639550" y="3560535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171" name="Google Shape;171;p13"/>
          <p:cNvPicPr preferRelativeResize="0"/>
          <p:nvPr/>
        </p:nvPicPr>
        <p:blipFill rotWithShape="1">
          <a:blip r:embed="rId7">
            <a:alphaModFix/>
          </a:blip>
          <a:srcRect b="1201" l="0" r="0" t="1191"/>
          <a:stretch/>
        </p:blipFill>
        <p:spPr>
          <a:xfrm>
            <a:off x="68375" y="98625"/>
            <a:ext cx="9008400" cy="4946249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3"/>
          <p:cNvSpPr txBox="1"/>
          <p:nvPr>
            <p:ph type="title"/>
          </p:nvPr>
        </p:nvSpPr>
        <p:spPr>
          <a:xfrm>
            <a:off x="2229908" y="1766025"/>
            <a:ext cx="2034300" cy="493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b="1" sz="2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3" name="Google Shape;173;p13"/>
          <p:cNvSpPr txBox="1"/>
          <p:nvPr>
            <p:ph idx="1" type="subTitle"/>
          </p:nvPr>
        </p:nvSpPr>
        <p:spPr>
          <a:xfrm>
            <a:off x="2229908" y="2133925"/>
            <a:ext cx="20343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13"/>
          <p:cNvSpPr txBox="1"/>
          <p:nvPr>
            <p:ph hasCustomPrompt="1" idx="2" type="title"/>
          </p:nvPr>
        </p:nvSpPr>
        <p:spPr>
          <a:xfrm>
            <a:off x="815997" y="1726225"/>
            <a:ext cx="1102500" cy="9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5" name="Google Shape;175;p13"/>
          <p:cNvSpPr txBox="1"/>
          <p:nvPr>
            <p:ph idx="3" type="title"/>
          </p:nvPr>
        </p:nvSpPr>
        <p:spPr>
          <a:xfrm>
            <a:off x="2402100" y="429725"/>
            <a:ext cx="4339800" cy="1011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6" name="Google Shape;176;p13"/>
          <p:cNvSpPr txBox="1"/>
          <p:nvPr>
            <p:ph idx="4" type="title"/>
          </p:nvPr>
        </p:nvSpPr>
        <p:spPr>
          <a:xfrm>
            <a:off x="6041001" y="1766025"/>
            <a:ext cx="2034300" cy="493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b="1" sz="2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7" name="Google Shape;177;p13"/>
          <p:cNvSpPr txBox="1"/>
          <p:nvPr>
            <p:ph idx="5" type="subTitle"/>
          </p:nvPr>
        </p:nvSpPr>
        <p:spPr>
          <a:xfrm>
            <a:off x="6041001" y="2133925"/>
            <a:ext cx="20343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3"/>
          <p:cNvSpPr txBox="1"/>
          <p:nvPr>
            <p:ph hasCustomPrompt="1" idx="6" type="title"/>
          </p:nvPr>
        </p:nvSpPr>
        <p:spPr>
          <a:xfrm>
            <a:off x="4626328" y="1726225"/>
            <a:ext cx="1102500" cy="9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9" name="Google Shape;179;p13"/>
          <p:cNvSpPr txBox="1"/>
          <p:nvPr>
            <p:ph idx="7" type="title"/>
          </p:nvPr>
        </p:nvSpPr>
        <p:spPr>
          <a:xfrm>
            <a:off x="2229908" y="3198825"/>
            <a:ext cx="2034300" cy="493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b="1" sz="2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0" name="Google Shape;180;p13"/>
          <p:cNvSpPr txBox="1"/>
          <p:nvPr>
            <p:ph idx="8" type="subTitle"/>
          </p:nvPr>
        </p:nvSpPr>
        <p:spPr>
          <a:xfrm>
            <a:off x="2229908" y="3566725"/>
            <a:ext cx="20343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13"/>
          <p:cNvSpPr txBox="1"/>
          <p:nvPr>
            <p:ph hasCustomPrompt="1" idx="9" type="title"/>
          </p:nvPr>
        </p:nvSpPr>
        <p:spPr>
          <a:xfrm>
            <a:off x="815997" y="3159025"/>
            <a:ext cx="1102500" cy="9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2" name="Google Shape;182;p13"/>
          <p:cNvSpPr txBox="1"/>
          <p:nvPr>
            <p:ph idx="13" type="title"/>
          </p:nvPr>
        </p:nvSpPr>
        <p:spPr>
          <a:xfrm>
            <a:off x="6041001" y="3198825"/>
            <a:ext cx="2034300" cy="493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b="1" sz="2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3" name="Google Shape;183;p13"/>
          <p:cNvSpPr txBox="1"/>
          <p:nvPr>
            <p:ph idx="14" type="subTitle"/>
          </p:nvPr>
        </p:nvSpPr>
        <p:spPr>
          <a:xfrm>
            <a:off x="6041001" y="3566725"/>
            <a:ext cx="20343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13"/>
          <p:cNvSpPr txBox="1"/>
          <p:nvPr>
            <p:ph hasCustomPrompt="1" idx="15" type="title"/>
          </p:nvPr>
        </p:nvSpPr>
        <p:spPr>
          <a:xfrm>
            <a:off x="4626328" y="3159025"/>
            <a:ext cx="1102500" cy="9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1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4"/>
          <p:cNvPicPr preferRelativeResize="0"/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436165" y="539784"/>
            <a:ext cx="7273099" cy="40911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9" name="Google Shape;189;p14"/>
          <p:cNvGrpSpPr/>
          <p:nvPr/>
        </p:nvGrpSpPr>
        <p:grpSpPr>
          <a:xfrm>
            <a:off x="795150" y="69700"/>
            <a:ext cx="7540198" cy="4234086"/>
            <a:chOff x="795150" y="69700"/>
            <a:chExt cx="7540198" cy="4234086"/>
          </a:xfrm>
        </p:grpSpPr>
        <p:pic>
          <p:nvPicPr>
            <p:cNvPr id="190" name="Google Shape;190;p14"/>
            <p:cNvPicPr preferRelativeResize="0"/>
            <p:nvPr/>
          </p:nvPicPr>
          <p:blipFill rotWithShape="1">
            <a:blip r:embed="rId5">
              <a:alphaModFix/>
            </a:blip>
            <a:srcRect b="36465" l="42455" r="42455" t="36468"/>
            <a:stretch/>
          </p:blipFill>
          <p:spPr>
            <a:xfrm>
              <a:off x="3840302" y="69700"/>
              <a:ext cx="1464624" cy="14777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" name="Google Shape;191;p14"/>
            <p:cNvPicPr preferRelativeResize="0"/>
            <p:nvPr/>
          </p:nvPicPr>
          <p:blipFill rotWithShape="1">
            <a:blip r:embed="rId6">
              <a:alphaModFix/>
            </a:blip>
            <a:srcRect b="42776" l="46196" r="46195" t="42774"/>
            <a:stretch/>
          </p:blipFill>
          <p:spPr>
            <a:xfrm>
              <a:off x="795150" y="850650"/>
              <a:ext cx="695798" cy="7432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" name="Google Shape;192;p14"/>
            <p:cNvPicPr preferRelativeResize="0"/>
            <p:nvPr/>
          </p:nvPicPr>
          <p:blipFill rotWithShape="1">
            <a:blip r:embed="rId7">
              <a:alphaModFix/>
            </a:blip>
            <a:srcRect b="43540" l="46196" r="46195" t="43540"/>
            <a:stretch/>
          </p:blipFill>
          <p:spPr>
            <a:xfrm>
              <a:off x="4203339" y="3403398"/>
              <a:ext cx="738547" cy="7053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" name="Google Shape;193;p14"/>
            <p:cNvPicPr preferRelativeResize="0"/>
            <p:nvPr/>
          </p:nvPicPr>
          <p:blipFill rotWithShape="1">
            <a:blip r:embed="rId6">
              <a:alphaModFix/>
            </a:blip>
            <a:srcRect b="42776" l="46196" r="46195" t="42774"/>
            <a:stretch/>
          </p:blipFill>
          <p:spPr>
            <a:xfrm>
              <a:off x="795150" y="3560535"/>
              <a:ext cx="695798" cy="7432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p14"/>
            <p:cNvPicPr preferRelativeResize="0"/>
            <p:nvPr/>
          </p:nvPicPr>
          <p:blipFill rotWithShape="1">
            <a:blip r:embed="rId6">
              <a:alphaModFix/>
            </a:blip>
            <a:srcRect b="42776" l="46196" r="46195" t="42774"/>
            <a:stretch/>
          </p:blipFill>
          <p:spPr>
            <a:xfrm>
              <a:off x="7639550" y="850650"/>
              <a:ext cx="695798" cy="7432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" name="Google Shape;195;p14"/>
            <p:cNvPicPr preferRelativeResize="0"/>
            <p:nvPr/>
          </p:nvPicPr>
          <p:blipFill rotWithShape="1">
            <a:blip r:embed="rId6">
              <a:alphaModFix/>
            </a:blip>
            <a:srcRect b="42776" l="46196" r="46195" t="42774"/>
            <a:stretch/>
          </p:blipFill>
          <p:spPr>
            <a:xfrm>
              <a:off x="7639550" y="3560535"/>
              <a:ext cx="695798" cy="74325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6" name="Google Shape;196;p14"/>
          <p:cNvPicPr preferRelativeResize="0"/>
          <p:nvPr/>
        </p:nvPicPr>
        <p:blipFill rotWithShape="1">
          <a:blip r:embed="rId8">
            <a:alphaModFix/>
          </a:blip>
          <a:srcRect b="1201" l="0" r="0" t="1191"/>
          <a:stretch/>
        </p:blipFill>
        <p:spPr>
          <a:xfrm>
            <a:off x="68375" y="98625"/>
            <a:ext cx="9008400" cy="4946249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4"/>
          <p:cNvSpPr txBox="1"/>
          <p:nvPr>
            <p:ph type="title"/>
          </p:nvPr>
        </p:nvSpPr>
        <p:spPr>
          <a:xfrm>
            <a:off x="2395375" y="429725"/>
            <a:ext cx="4339800" cy="1011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8" name="Google Shape;198;p14"/>
          <p:cNvSpPr txBox="1"/>
          <p:nvPr>
            <p:ph idx="1" type="subTitle"/>
          </p:nvPr>
        </p:nvSpPr>
        <p:spPr>
          <a:xfrm>
            <a:off x="1384175" y="2410758"/>
            <a:ext cx="2723700" cy="10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2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5"/>
          <p:cNvPicPr preferRelativeResize="0"/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2" name="Google Shape;202;p15"/>
          <p:cNvGrpSpPr/>
          <p:nvPr/>
        </p:nvGrpSpPr>
        <p:grpSpPr>
          <a:xfrm>
            <a:off x="795150" y="69700"/>
            <a:ext cx="7540198" cy="4561224"/>
            <a:chOff x="795150" y="69700"/>
            <a:chExt cx="7540198" cy="4561224"/>
          </a:xfrm>
        </p:grpSpPr>
        <p:pic>
          <p:nvPicPr>
            <p:cNvPr id="203" name="Google Shape;203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35450" y="539784"/>
              <a:ext cx="7273099" cy="409114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4" name="Google Shape;204;p15"/>
            <p:cNvGrpSpPr/>
            <p:nvPr/>
          </p:nvGrpSpPr>
          <p:grpSpPr>
            <a:xfrm>
              <a:off x="795150" y="69700"/>
              <a:ext cx="7540198" cy="4234086"/>
              <a:chOff x="795150" y="69700"/>
              <a:chExt cx="7540198" cy="4234086"/>
            </a:xfrm>
          </p:grpSpPr>
          <p:pic>
            <p:nvPicPr>
              <p:cNvPr id="205" name="Google Shape;205;p15"/>
              <p:cNvPicPr preferRelativeResize="0"/>
              <p:nvPr/>
            </p:nvPicPr>
            <p:blipFill rotWithShape="1">
              <a:blip r:embed="rId5">
                <a:alphaModFix/>
              </a:blip>
              <a:srcRect b="36465" l="42455" r="42455" t="36468"/>
              <a:stretch/>
            </p:blipFill>
            <p:spPr>
              <a:xfrm>
                <a:off x="3840302" y="69700"/>
                <a:ext cx="1464624" cy="147773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6" name="Google Shape;206;p15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95150" y="850650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7" name="Google Shape;207;p15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95150" y="3560535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8" name="Google Shape;208;p15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639550" y="850650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9" name="Google Shape;209;p15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639550" y="3560535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210" name="Google Shape;210;p15"/>
          <p:cNvPicPr preferRelativeResize="0"/>
          <p:nvPr/>
        </p:nvPicPr>
        <p:blipFill rotWithShape="1">
          <a:blip r:embed="rId7">
            <a:alphaModFix/>
          </a:blip>
          <a:srcRect b="1201" l="0" r="0" t="1191"/>
          <a:stretch/>
        </p:blipFill>
        <p:spPr>
          <a:xfrm rot="10800000">
            <a:off x="68375" y="98625"/>
            <a:ext cx="9008400" cy="4946249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5"/>
          <p:cNvSpPr txBox="1"/>
          <p:nvPr>
            <p:ph type="title"/>
          </p:nvPr>
        </p:nvSpPr>
        <p:spPr>
          <a:xfrm>
            <a:off x="2674350" y="429725"/>
            <a:ext cx="3795300" cy="1011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2" name="Google Shape;212;p15"/>
          <p:cNvSpPr txBox="1"/>
          <p:nvPr>
            <p:ph idx="2" type="title"/>
          </p:nvPr>
        </p:nvSpPr>
        <p:spPr>
          <a:xfrm>
            <a:off x="1095886" y="1803655"/>
            <a:ext cx="2034300" cy="493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b="1" sz="2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13" name="Google Shape;213;p15"/>
          <p:cNvSpPr txBox="1"/>
          <p:nvPr>
            <p:ph idx="1" type="subTitle"/>
          </p:nvPr>
        </p:nvSpPr>
        <p:spPr>
          <a:xfrm>
            <a:off x="1095886" y="2171555"/>
            <a:ext cx="20343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15"/>
          <p:cNvSpPr txBox="1"/>
          <p:nvPr>
            <p:ph idx="3" type="title"/>
          </p:nvPr>
        </p:nvSpPr>
        <p:spPr>
          <a:xfrm>
            <a:off x="1095886" y="3198825"/>
            <a:ext cx="2034300" cy="493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b="1" sz="2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15" name="Google Shape;215;p15"/>
          <p:cNvSpPr txBox="1"/>
          <p:nvPr>
            <p:ph idx="4" type="subTitle"/>
          </p:nvPr>
        </p:nvSpPr>
        <p:spPr>
          <a:xfrm>
            <a:off x="1095886" y="3566725"/>
            <a:ext cx="20343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5"/>
          <p:cNvSpPr txBox="1"/>
          <p:nvPr>
            <p:ph idx="5" type="title"/>
          </p:nvPr>
        </p:nvSpPr>
        <p:spPr>
          <a:xfrm>
            <a:off x="6013052" y="1803655"/>
            <a:ext cx="2034300" cy="493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b="1" sz="2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17" name="Google Shape;217;p15"/>
          <p:cNvSpPr txBox="1"/>
          <p:nvPr>
            <p:ph idx="6" type="subTitle"/>
          </p:nvPr>
        </p:nvSpPr>
        <p:spPr>
          <a:xfrm>
            <a:off x="6013052" y="2171555"/>
            <a:ext cx="20343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15"/>
          <p:cNvSpPr txBox="1"/>
          <p:nvPr>
            <p:ph idx="7" type="title"/>
          </p:nvPr>
        </p:nvSpPr>
        <p:spPr>
          <a:xfrm>
            <a:off x="6013052" y="3198825"/>
            <a:ext cx="2034300" cy="493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b="1" sz="2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19" name="Google Shape;219;p15"/>
          <p:cNvSpPr txBox="1"/>
          <p:nvPr>
            <p:ph idx="8" type="subTitle"/>
          </p:nvPr>
        </p:nvSpPr>
        <p:spPr>
          <a:xfrm>
            <a:off x="6013052" y="3566725"/>
            <a:ext cx="20343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16"/>
          <p:cNvPicPr preferRelativeResize="0"/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3" name="Google Shape;223;p16"/>
          <p:cNvGrpSpPr/>
          <p:nvPr/>
        </p:nvGrpSpPr>
        <p:grpSpPr>
          <a:xfrm>
            <a:off x="795150" y="69700"/>
            <a:ext cx="7540198" cy="4561224"/>
            <a:chOff x="795150" y="69700"/>
            <a:chExt cx="7540198" cy="4561224"/>
          </a:xfrm>
        </p:grpSpPr>
        <p:pic>
          <p:nvPicPr>
            <p:cNvPr id="224" name="Google Shape;224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35450" y="539784"/>
              <a:ext cx="7273099" cy="409114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5" name="Google Shape;225;p16"/>
            <p:cNvGrpSpPr/>
            <p:nvPr/>
          </p:nvGrpSpPr>
          <p:grpSpPr>
            <a:xfrm>
              <a:off x="795150" y="69700"/>
              <a:ext cx="7540198" cy="4234086"/>
              <a:chOff x="795150" y="69700"/>
              <a:chExt cx="7540198" cy="4234086"/>
            </a:xfrm>
          </p:grpSpPr>
          <p:pic>
            <p:nvPicPr>
              <p:cNvPr id="226" name="Google Shape;226;p16"/>
              <p:cNvPicPr preferRelativeResize="0"/>
              <p:nvPr/>
            </p:nvPicPr>
            <p:blipFill rotWithShape="1">
              <a:blip r:embed="rId5">
                <a:alphaModFix/>
              </a:blip>
              <a:srcRect b="36465" l="42455" r="42455" t="36468"/>
              <a:stretch/>
            </p:blipFill>
            <p:spPr>
              <a:xfrm>
                <a:off x="3840302" y="69700"/>
                <a:ext cx="1464624" cy="147773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7" name="Google Shape;227;p16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95150" y="850650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8" name="Google Shape;228;p16"/>
              <p:cNvPicPr preferRelativeResize="0"/>
              <p:nvPr/>
            </p:nvPicPr>
            <p:blipFill rotWithShape="1">
              <a:blip r:embed="rId7">
                <a:alphaModFix/>
              </a:blip>
              <a:srcRect b="43540" l="46196" r="46195" t="43540"/>
              <a:stretch/>
            </p:blipFill>
            <p:spPr>
              <a:xfrm>
                <a:off x="4203339" y="3403398"/>
                <a:ext cx="738547" cy="70532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9" name="Google Shape;229;p16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95150" y="3560535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0" name="Google Shape;230;p16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639550" y="850650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1" name="Google Shape;231;p16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639550" y="3560535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232" name="Google Shape;232;p16"/>
          <p:cNvPicPr preferRelativeResize="0"/>
          <p:nvPr/>
        </p:nvPicPr>
        <p:blipFill rotWithShape="1">
          <a:blip r:embed="rId8">
            <a:alphaModFix/>
          </a:blip>
          <a:srcRect b="1201" l="0" r="0" t="1191"/>
          <a:stretch/>
        </p:blipFill>
        <p:spPr>
          <a:xfrm>
            <a:off x="68375" y="98625"/>
            <a:ext cx="9008400" cy="4946249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6"/>
          <p:cNvSpPr txBox="1"/>
          <p:nvPr>
            <p:ph type="title"/>
          </p:nvPr>
        </p:nvSpPr>
        <p:spPr>
          <a:xfrm>
            <a:off x="2674350" y="429725"/>
            <a:ext cx="3795300" cy="1011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4" name="Google Shape;234;p16"/>
          <p:cNvSpPr txBox="1"/>
          <p:nvPr>
            <p:ph idx="2" type="title"/>
          </p:nvPr>
        </p:nvSpPr>
        <p:spPr>
          <a:xfrm>
            <a:off x="981967" y="1803655"/>
            <a:ext cx="2034300" cy="493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b="1" sz="2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35" name="Google Shape;235;p16"/>
          <p:cNvSpPr txBox="1"/>
          <p:nvPr>
            <p:ph idx="1" type="subTitle"/>
          </p:nvPr>
        </p:nvSpPr>
        <p:spPr>
          <a:xfrm>
            <a:off x="981967" y="2171555"/>
            <a:ext cx="20343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16"/>
          <p:cNvSpPr txBox="1"/>
          <p:nvPr>
            <p:ph idx="3" type="title"/>
          </p:nvPr>
        </p:nvSpPr>
        <p:spPr>
          <a:xfrm>
            <a:off x="981967" y="3198825"/>
            <a:ext cx="2034300" cy="493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b="1" sz="2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37" name="Google Shape;237;p16"/>
          <p:cNvSpPr txBox="1"/>
          <p:nvPr>
            <p:ph idx="4" type="subTitle"/>
          </p:nvPr>
        </p:nvSpPr>
        <p:spPr>
          <a:xfrm>
            <a:off x="981967" y="3566725"/>
            <a:ext cx="20343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16"/>
          <p:cNvSpPr txBox="1"/>
          <p:nvPr>
            <p:ph idx="5" type="title"/>
          </p:nvPr>
        </p:nvSpPr>
        <p:spPr>
          <a:xfrm>
            <a:off x="3554850" y="1803655"/>
            <a:ext cx="2034300" cy="493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b="1" sz="2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39" name="Google Shape;239;p16"/>
          <p:cNvSpPr txBox="1"/>
          <p:nvPr>
            <p:ph idx="6" type="subTitle"/>
          </p:nvPr>
        </p:nvSpPr>
        <p:spPr>
          <a:xfrm>
            <a:off x="3554850" y="2171555"/>
            <a:ext cx="20343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16"/>
          <p:cNvSpPr txBox="1"/>
          <p:nvPr>
            <p:ph idx="7" type="title"/>
          </p:nvPr>
        </p:nvSpPr>
        <p:spPr>
          <a:xfrm>
            <a:off x="3554850" y="3198825"/>
            <a:ext cx="2034300" cy="493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b="1" sz="2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41" name="Google Shape;241;p16"/>
          <p:cNvSpPr txBox="1"/>
          <p:nvPr>
            <p:ph idx="8" type="subTitle"/>
          </p:nvPr>
        </p:nvSpPr>
        <p:spPr>
          <a:xfrm>
            <a:off x="3554850" y="3566725"/>
            <a:ext cx="20343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16"/>
          <p:cNvSpPr txBox="1"/>
          <p:nvPr>
            <p:ph idx="9" type="title"/>
          </p:nvPr>
        </p:nvSpPr>
        <p:spPr>
          <a:xfrm>
            <a:off x="6127733" y="1803655"/>
            <a:ext cx="2034300" cy="493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b="1" sz="2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43" name="Google Shape;243;p16"/>
          <p:cNvSpPr txBox="1"/>
          <p:nvPr>
            <p:ph idx="13" type="subTitle"/>
          </p:nvPr>
        </p:nvSpPr>
        <p:spPr>
          <a:xfrm>
            <a:off x="6127733" y="2171555"/>
            <a:ext cx="20343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16"/>
          <p:cNvSpPr txBox="1"/>
          <p:nvPr>
            <p:ph idx="14" type="title"/>
          </p:nvPr>
        </p:nvSpPr>
        <p:spPr>
          <a:xfrm>
            <a:off x="6127733" y="3198825"/>
            <a:ext cx="2034300" cy="493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b="1" sz="2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45" name="Google Shape;245;p16"/>
          <p:cNvSpPr txBox="1"/>
          <p:nvPr>
            <p:ph idx="15" type="subTitle"/>
          </p:nvPr>
        </p:nvSpPr>
        <p:spPr>
          <a:xfrm>
            <a:off x="6127733" y="3566725"/>
            <a:ext cx="20343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17"/>
          <p:cNvPicPr preferRelativeResize="0"/>
          <p:nvPr/>
        </p:nvPicPr>
        <p:blipFill rotWithShape="1">
          <a:blip r:embed="rId2">
            <a:alphaModFix/>
          </a:blip>
          <a:srcRect b="36465" l="42455" r="42455" t="36468"/>
          <a:stretch/>
        </p:blipFill>
        <p:spPr>
          <a:xfrm>
            <a:off x="3840302" y="69700"/>
            <a:ext cx="1464624" cy="14777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8" name="Google Shape;248;p1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249" name="Google Shape;249;p17"/>
            <p:cNvPicPr preferRelativeResize="0"/>
            <p:nvPr/>
          </p:nvPicPr>
          <p:blipFill>
            <a:blip r:embed="rId3">
              <a:alphaModFix amt="90000"/>
            </a:blip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0" name="Google Shape;250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" name="Google Shape;251;p1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935450" y="539784"/>
              <a:ext cx="7273099" cy="40911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2" name="Google Shape;252;p17"/>
            <p:cNvPicPr preferRelativeResize="0"/>
            <p:nvPr/>
          </p:nvPicPr>
          <p:blipFill rotWithShape="1">
            <a:blip r:embed="rId6">
              <a:alphaModFix/>
            </a:blip>
            <a:srcRect b="42776" l="46196" r="46195" t="42774"/>
            <a:stretch/>
          </p:blipFill>
          <p:spPr>
            <a:xfrm>
              <a:off x="795150" y="850650"/>
              <a:ext cx="695798" cy="7432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3" name="Google Shape;253;p17"/>
            <p:cNvPicPr preferRelativeResize="0"/>
            <p:nvPr/>
          </p:nvPicPr>
          <p:blipFill rotWithShape="1">
            <a:blip r:embed="rId6">
              <a:alphaModFix/>
            </a:blip>
            <a:srcRect b="42776" l="46196" r="46195" t="42774"/>
            <a:stretch/>
          </p:blipFill>
          <p:spPr>
            <a:xfrm>
              <a:off x="795150" y="3560535"/>
              <a:ext cx="695798" cy="7432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4" name="Google Shape;254;p17"/>
            <p:cNvPicPr preferRelativeResize="0"/>
            <p:nvPr/>
          </p:nvPicPr>
          <p:blipFill rotWithShape="1">
            <a:blip r:embed="rId6">
              <a:alphaModFix/>
            </a:blip>
            <a:srcRect b="42776" l="46196" r="46195" t="42774"/>
            <a:stretch/>
          </p:blipFill>
          <p:spPr>
            <a:xfrm>
              <a:off x="7639550" y="850650"/>
              <a:ext cx="695798" cy="7432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" name="Google Shape;255;p17"/>
            <p:cNvPicPr preferRelativeResize="0"/>
            <p:nvPr/>
          </p:nvPicPr>
          <p:blipFill rotWithShape="1">
            <a:blip r:embed="rId6">
              <a:alphaModFix/>
            </a:blip>
            <a:srcRect b="42776" l="46196" r="46195" t="42774"/>
            <a:stretch/>
          </p:blipFill>
          <p:spPr>
            <a:xfrm>
              <a:off x="7639550" y="3560535"/>
              <a:ext cx="695798" cy="7432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6" name="Google Shape;256;p17"/>
            <p:cNvPicPr preferRelativeResize="0"/>
            <p:nvPr/>
          </p:nvPicPr>
          <p:blipFill rotWithShape="1">
            <a:blip r:embed="rId7">
              <a:alphaModFix/>
            </a:blip>
            <a:srcRect b="1201" l="0" r="0" t="1191"/>
            <a:stretch/>
          </p:blipFill>
          <p:spPr>
            <a:xfrm flipH="1" rot="10800000">
              <a:off x="68375" y="98625"/>
              <a:ext cx="9008400" cy="49462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7" name="Google Shape;257;p17"/>
          <p:cNvSpPr txBox="1"/>
          <p:nvPr>
            <p:ph hasCustomPrompt="1" type="title"/>
          </p:nvPr>
        </p:nvSpPr>
        <p:spPr>
          <a:xfrm>
            <a:off x="1759200" y="707535"/>
            <a:ext cx="5625600" cy="99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8" name="Google Shape;258;p17"/>
          <p:cNvSpPr txBox="1"/>
          <p:nvPr>
            <p:ph idx="2" type="title"/>
          </p:nvPr>
        </p:nvSpPr>
        <p:spPr>
          <a:xfrm>
            <a:off x="3561300" y="1756360"/>
            <a:ext cx="2021400" cy="6753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Nanum Myeongjo"/>
              <a:buNone/>
              <a:defRPr sz="1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Nanum Myeongjo"/>
              <a:buNone/>
              <a:defRPr b="1" sz="1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Nanum Myeongjo"/>
              <a:buNone/>
              <a:defRPr b="1" sz="1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Nanum Myeongjo"/>
              <a:buNone/>
              <a:defRPr b="1" sz="1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Nanum Myeongjo"/>
              <a:buNone/>
              <a:defRPr b="1" sz="1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Nanum Myeongjo"/>
              <a:buNone/>
              <a:defRPr b="1" sz="1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Nanum Myeongjo"/>
              <a:buNone/>
              <a:defRPr b="1" sz="1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Nanum Myeongjo"/>
              <a:buNone/>
              <a:defRPr b="1" sz="1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Nanum Myeongjo"/>
              <a:buNone/>
              <a:defRPr b="1" sz="1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sp>
        <p:nvSpPr>
          <p:cNvPr id="259" name="Google Shape;259;p17"/>
          <p:cNvSpPr txBox="1"/>
          <p:nvPr>
            <p:ph hasCustomPrompt="1" idx="3" type="title"/>
          </p:nvPr>
        </p:nvSpPr>
        <p:spPr>
          <a:xfrm>
            <a:off x="1759200" y="2487185"/>
            <a:ext cx="5625600" cy="99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0" name="Google Shape;260;p17"/>
          <p:cNvSpPr txBox="1"/>
          <p:nvPr>
            <p:ph idx="4" type="title"/>
          </p:nvPr>
        </p:nvSpPr>
        <p:spPr>
          <a:xfrm>
            <a:off x="3561300" y="3536010"/>
            <a:ext cx="2021400" cy="6753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Font typeface="Nanum Myeongjo"/>
              <a:buNone/>
              <a:defRPr sz="1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Font typeface="Nanum Myeongjo"/>
              <a:buNone/>
              <a:defRPr b="1" sz="14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Font typeface="Nanum Myeongjo"/>
              <a:buNone/>
              <a:defRPr b="1" sz="14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Font typeface="Nanum Myeongjo"/>
              <a:buNone/>
              <a:defRPr b="1" sz="14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Font typeface="Nanum Myeongjo"/>
              <a:buNone/>
              <a:defRPr b="1" sz="14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Font typeface="Nanum Myeongjo"/>
              <a:buNone/>
              <a:defRPr b="1" sz="14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Font typeface="Nanum Myeongjo"/>
              <a:buNone/>
              <a:defRPr b="1" sz="14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Font typeface="Nanum Myeongjo"/>
              <a:buNone/>
              <a:defRPr b="1" sz="14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Font typeface="Nanum Myeongjo"/>
              <a:buNone/>
              <a:defRPr b="1" sz="14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4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18"/>
          <p:cNvPicPr preferRelativeResize="0"/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4" name="Google Shape;264;p18"/>
          <p:cNvGrpSpPr/>
          <p:nvPr/>
        </p:nvGrpSpPr>
        <p:grpSpPr>
          <a:xfrm>
            <a:off x="795150" y="69700"/>
            <a:ext cx="7540198" cy="4234086"/>
            <a:chOff x="795150" y="69700"/>
            <a:chExt cx="7540198" cy="4234086"/>
          </a:xfrm>
        </p:grpSpPr>
        <p:pic>
          <p:nvPicPr>
            <p:cNvPr id="265" name="Google Shape;265;p18"/>
            <p:cNvPicPr preferRelativeResize="0"/>
            <p:nvPr/>
          </p:nvPicPr>
          <p:blipFill rotWithShape="1">
            <a:blip r:embed="rId4">
              <a:alphaModFix/>
            </a:blip>
            <a:srcRect b="36465" l="42455" r="42455" t="36468"/>
            <a:stretch/>
          </p:blipFill>
          <p:spPr>
            <a:xfrm>
              <a:off x="3840302" y="69700"/>
              <a:ext cx="1464624" cy="14777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6" name="Google Shape;266;p18"/>
            <p:cNvPicPr preferRelativeResize="0"/>
            <p:nvPr/>
          </p:nvPicPr>
          <p:blipFill rotWithShape="1">
            <a:blip r:embed="rId5">
              <a:alphaModFix/>
            </a:blip>
            <a:srcRect b="42776" l="46196" r="46195" t="42774"/>
            <a:stretch/>
          </p:blipFill>
          <p:spPr>
            <a:xfrm>
              <a:off x="795150" y="850650"/>
              <a:ext cx="695798" cy="7432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7" name="Google Shape;267;p18"/>
            <p:cNvPicPr preferRelativeResize="0"/>
            <p:nvPr/>
          </p:nvPicPr>
          <p:blipFill rotWithShape="1">
            <a:blip r:embed="rId5">
              <a:alphaModFix/>
            </a:blip>
            <a:srcRect b="42776" l="46196" r="46195" t="42774"/>
            <a:stretch/>
          </p:blipFill>
          <p:spPr>
            <a:xfrm>
              <a:off x="7639550" y="850650"/>
              <a:ext cx="695798" cy="7432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8" name="Google Shape;268;p18"/>
            <p:cNvPicPr preferRelativeResize="0"/>
            <p:nvPr/>
          </p:nvPicPr>
          <p:blipFill rotWithShape="1">
            <a:blip r:embed="rId5">
              <a:alphaModFix/>
            </a:blip>
            <a:srcRect b="42776" l="46196" r="46195" t="42774"/>
            <a:stretch/>
          </p:blipFill>
          <p:spPr>
            <a:xfrm>
              <a:off x="7639550" y="3560535"/>
              <a:ext cx="695798" cy="74325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9" name="Google Shape;269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4320621" y="539784"/>
            <a:ext cx="7273099" cy="4091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8"/>
          <p:cNvPicPr preferRelativeResize="0"/>
          <p:nvPr/>
        </p:nvPicPr>
        <p:blipFill rotWithShape="1">
          <a:blip r:embed="rId7">
            <a:alphaModFix/>
          </a:blip>
          <a:srcRect b="1201" l="0" r="0" t="1191"/>
          <a:stretch/>
        </p:blipFill>
        <p:spPr>
          <a:xfrm flipH="1">
            <a:off x="68375" y="98625"/>
            <a:ext cx="9008400" cy="4946249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8"/>
          <p:cNvSpPr txBox="1"/>
          <p:nvPr>
            <p:ph type="title"/>
          </p:nvPr>
        </p:nvSpPr>
        <p:spPr>
          <a:xfrm>
            <a:off x="2402100" y="429725"/>
            <a:ext cx="4339800" cy="1011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5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19"/>
          <p:cNvPicPr preferRelativeResize="0"/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19"/>
          <p:cNvPicPr preferRelativeResize="0"/>
          <p:nvPr/>
        </p:nvPicPr>
        <p:blipFill rotWithShape="1">
          <a:blip r:embed="rId4">
            <a:alphaModFix/>
          </a:blip>
          <a:srcRect b="1201" l="0" r="0" t="1191"/>
          <a:stretch/>
        </p:blipFill>
        <p:spPr>
          <a:xfrm>
            <a:off x="68375" y="98625"/>
            <a:ext cx="9008400" cy="4946249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9"/>
          <p:cNvSpPr txBox="1"/>
          <p:nvPr>
            <p:ph type="title"/>
          </p:nvPr>
        </p:nvSpPr>
        <p:spPr>
          <a:xfrm>
            <a:off x="2402100" y="429725"/>
            <a:ext cx="4339800" cy="1011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277" name="Google Shape;277;p19"/>
          <p:cNvGrpSpPr/>
          <p:nvPr/>
        </p:nvGrpSpPr>
        <p:grpSpPr>
          <a:xfrm>
            <a:off x="795150" y="69700"/>
            <a:ext cx="7540198" cy="4234086"/>
            <a:chOff x="795150" y="69700"/>
            <a:chExt cx="7540198" cy="4234086"/>
          </a:xfrm>
        </p:grpSpPr>
        <p:pic>
          <p:nvPicPr>
            <p:cNvPr id="278" name="Google Shape;278;p19"/>
            <p:cNvPicPr preferRelativeResize="0"/>
            <p:nvPr/>
          </p:nvPicPr>
          <p:blipFill rotWithShape="1">
            <a:blip r:embed="rId5">
              <a:alphaModFix/>
            </a:blip>
            <a:srcRect b="36465" l="42455" r="42455" t="36468"/>
            <a:stretch/>
          </p:blipFill>
          <p:spPr>
            <a:xfrm>
              <a:off x="3840302" y="69700"/>
              <a:ext cx="1464624" cy="14777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9" name="Google Shape;279;p19"/>
            <p:cNvPicPr preferRelativeResize="0"/>
            <p:nvPr/>
          </p:nvPicPr>
          <p:blipFill rotWithShape="1">
            <a:blip r:embed="rId6">
              <a:alphaModFix/>
            </a:blip>
            <a:srcRect b="42776" l="46196" r="46195" t="42774"/>
            <a:stretch/>
          </p:blipFill>
          <p:spPr>
            <a:xfrm>
              <a:off x="795150" y="850650"/>
              <a:ext cx="695798" cy="7432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0" name="Google Shape;280;p19"/>
            <p:cNvPicPr preferRelativeResize="0"/>
            <p:nvPr/>
          </p:nvPicPr>
          <p:blipFill rotWithShape="1">
            <a:blip r:embed="rId6">
              <a:alphaModFix/>
            </a:blip>
            <a:srcRect b="42776" l="46196" r="46195" t="42774"/>
            <a:stretch/>
          </p:blipFill>
          <p:spPr>
            <a:xfrm>
              <a:off x="7639550" y="850650"/>
              <a:ext cx="695798" cy="7432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1" name="Google Shape;281;p19"/>
            <p:cNvPicPr preferRelativeResize="0"/>
            <p:nvPr/>
          </p:nvPicPr>
          <p:blipFill rotWithShape="1">
            <a:blip r:embed="rId6">
              <a:alphaModFix/>
            </a:blip>
            <a:srcRect b="42776" l="46196" r="46195" t="42774"/>
            <a:stretch/>
          </p:blipFill>
          <p:spPr>
            <a:xfrm>
              <a:off x="7639550" y="3560535"/>
              <a:ext cx="695798" cy="7432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2" name="Google Shape;282;p19"/>
            <p:cNvPicPr preferRelativeResize="0"/>
            <p:nvPr/>
          </p:nvPicPr>
          <p:blipFill rotWithShape="1">
            <a:blip r:embed="rId6">
              <a:alphaModFix/>
            </a:blip>
            <a:srcRect b="42776" l="46196" r="46195" t="42774"/>
            <a:stretch/>
          </p:blipFill>
          <p:spPr>
            <a:xfrm>
              <a:off x="795150" y="3560535"/>
              <a:ext cx="695798" cy="74325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3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20"/>
          <p:cNvPicPr preferRelativeResize="0"/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6" name="Google Shape;286;p20"/>
          <p:cNvGrpSpPr/>
          <p:nvPr/>
        </p:nvGrpSpPr>
        <p:grpSpPr>
          <a:xfrm>
            <a:off x="795150" y="69700"/>
            <a:ext cx="7540198" cy="4561224"/>
            <a:chOff x="795150" y="69700"/>
            <a:chExt cx="7540198" cy="4561224"/>
          </a:xfrm>
        </p:grpSpPr>
        <p:pic>
          <p:nvPicPr>
            <p:cNvPr id="287" name="Google Shape;287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935450" y="539784"/>
              <a:ext cx="7273099" cy="409114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8" name="Google Shape;288;p20"/>
            <p:cNvGrpSpPr/>
            <p:nvPr/>
          </p:nvGrpSpPr>
          <p:grpSpPr>
            <a:xfrm>
              <a:off x="795150" y="69700"/>
              <a:ext cx="7540198" cy="4234086"/>
              <a:chOff x="795150" y="69700"/>
              <a:chExt cx="7540198" cy="4234086"/>
            </a:xfrm>
          </p:grpSpPr>
          <p:pic>
            <p:nvPicPr>
              <p:cNvPr id="289" name="Google Shape;289;p20"/>
              <p:cNvPicPr preferRelativeResize="0"/>
              <p:nvPr/>
            </p:nvPicPr>
            <p:blipFill rotWithShape="1">
              <a:blip r:embed="rId5">
                <a:alphaModFix/>
              </a:blip>
              <a:srcRect b="36465" l="42455" r="42455" t="36468"/>
              <a:stretch/>
            </p:blipFill>
            <p:spPr>
              <a:xfrm>
                <a:off x="3840302" y="69700"/>
                <a:ext cx="1464624" cy="147773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0" name="Google Shape;290;p20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95150" y="850650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1" name="Google Shape;291;p20"/>
              <p:cNvPicPr preferRelativeResize="0"/>
              <p:nvPr/>
            </p:nvPicPr>
            <p:blipFill rotWithShape="1">
              <a:blip r:embed="rId7">
                <a:alphaModFix/>
              </a:blip>
              <a:srcRect b="43540" l="46196" r="46195" t="43540"/>
              <a:stretch/>
            </p:blipFill>
            <p:spPr>
              <a:xfrm>
                <a:off x="4203339" y="3403398"/>
                <a:ext cx="738547" cy="70532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2" name="Google Shape;292;p20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95150" y="3560535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3" name="Google Shape;293;p20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639550" y="850650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4" name="Google Shape;294;p20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639550" y="3560535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295" name="Google Shape;295;p20"/>
          <p:cNvPicPr preferRelativeResize="0"/>
          <p:nvPr/>
        </p:nvPicPr>
        <p:blipFill rotWithShape="1">
          <a:blip r:embed="rId8">
            <a:alphaModFix/>
          </a:blip>
          <a:srcRect b="1201" l="0" r="0" t="1191"/>
          <a:stretch/>
        </p:blipFill>
        <p:spPr>
          <a:xfrm flipH="1">
            <a:off x="68375" y="98625"/>
            <a:ext cx="9008400" cy="49462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6" name="Google Shape;296;p20"/>
          <p:cNvGrpSpPr/>
          <p:nvPr/>
        </p:nvGrpSpPr>
        <p:grpSpPr>
          <a:xfrm>
            <a:off x="983560" y="1689750"/>
            <a:ext cx="7191831" cy="2614000"/>
            <a:chOff x="1633125" y="1757300"/>
            <a:chExt cx="5902200" cy="2478900"/>
          </a:xfrm>
        </p:grpSpPr>
        <p:sp>
          <p:nvSpPr>
            <p:cNvPr id="297" name="Google Shape;297;p20"/>
            <p:cNvSpPr/>
            <p:nvPr/>
          </p:nvSpPr>
          <p:spPr>
            <a:xfrm flipH="1">
              <a:off x="1633125" y="1757300"/>
              <a:ext cx="5902200" cy="2478900"/>
            </a:xfrm>
            <a:prstGeom prst="roundRect">
              <a:avLst>
                <a:gd fmla="val 20475" name="adj"/>
              </a:avLst>
            </a:prstGeom>
            <a:solidFill>
              <a:schemeClr val="accent1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98" name="Google Shape;298;p20"/>
            <p:cNvPicPr preferRelativeResize="0"/>
            <p:nvPr/>
          </p:nvPicPr>
          <p:blipFill rotWithShape="1">
            <a:blip r:embed="rId2">
              <a:alphaModFix amt="35000"/>
            </a:blip>
            <a:srcRect b="37449" l="23119" r="20343" t="15517"/>
            <a:stretch/>
          </p:blipFill>
          <p:spPr>
            <a:xfrm flipH="1">
              <a:off x="1633125" y="1777599"/>
              <a:ext cx="5902200" cy="2458500"/>
            </a:xfrm>
            <a:prstGeom prst="roundRect">
              <a:avLst>
                <a:gd fmla="val 21901" name="adj"/>
              </a:avLst>
            </a:prstGeom>
            <a:noFill/>
            <a:ln>
              <a:noFill/>
            </a:ln>
          </p:spPr>
        </p:pic>
        <p:sp>
          <p:nvSpPr>
            <p:cNvPr id="299" name="Google Shape;299;p20"/>
            <p:cNvSpPr/>
            <p:nvPr/>
          </p:nvSpPr>
          <p:spPr>
            <a:xfrm flipH="1" rot="-478372">
              <a:off x="1783604" y="1893573"/>
              <a:ext cx="608277" cy="141291"/>
            </a:xfrm>
            <a:custGeom>
              <a:rect b="b" l="l" r="r" t="t"/>
              <a:pathLst>
                <a:path extrusionOk="0" h="1344" w="6833">
                  <a:moveTo>
                    <a:pt x="4686" y="0"/>
                  </a:moveTo>
                  <a:cubicBezTo>
                    <a:pt x="4637" y="0"/>
                    <a:pt x="4589" y="1"/>
                    <a:pt x="4540" y="4"/>
                  </a:cubicBezTo>
                  <a:lnTo>
                    <a:pt x="3632" y="48"/>
                  </a:lnTo>
                  <a:cubicBezTo>
                    <a:pt x="2412" y="138"/>
                    <a:pt x="1206" y="242"/>
                    <a:pt x="0" y="420"/>
                  </a:cubicBezTo>
                  <a:cubicBezTo>
                    <a:pt x="155" y="422"/>
                    <a:pt x="310" y="423"/>
                    <a:pt x="465" y="423"/>
                  </a:cubicBezTo>
                  <a:cubicBezTo>
                    <a:pt x="1528" y="423"/>
                    <a:pt x="2582" y="379"/>
                    <a:pt x="3647" y="301"/>
                  </a:cubicBezTo>
                  <a:lnTo>
                    <a:pt x="4555" y="242"/>
                  </a:lnTo>
                  <a:cubicBezTo>
                    <a:pt x="4626" y="234"/>
                    <a:pt x="4698" y="231"/>
                    <a:pt x="4770" y="231"/>
                  </a:cubicBezTo>
                  <a:cubicBezTo>
                    <a:pt x="4986" y="231"/>
                    <a:pt x="5206" y="264"/>
                    <a:pt x="5419" y="331"/>
                  </a:cubicBezTo>
                  <a:cubicBezTo>
                    <a:pt x="5969" y="480"/>
                    <a:pt x="6475" y="852"/>
                    <a:pt x="6833" y="1343"/>
                  </a:cubicBezTo>
                  <a:cubicBezTo>
                    <a:pt x="6565" y="793"/>
                    <a:pt x="6073" y="346"/>
                    <a:pt x="5478" y="138"/>
                  </a:cubicBezTo>
                  <a:cubicBezTo>
                    <a:pt x="5226" y="37"/>
                    <a:pt x="4953" y="0"/>
                    <a:pt x="46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0" name="Google Shape;300;p20"/>
          <p:cNvSpPr txBox="1"/>
          <p:nvPr>
            <p:ph type="title"/>
          </p:nvPr>
        </p:nvSpPr>
        <p:spPr>
          <a:xfrm>
            <a:off x="1685925" y="429725"/>
            <a:ext cx="5772300" cy="1011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21"/>
          <p:cNvPicPr preferRelativeResize="0"/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4" name="Google Shape;304;p21"/>
          <p:cNvGrpSpPr/>
          <p:nvPr/>
        </p:nvGrpSpPr>
        <p:grpSpPr>
          <a:xfrm>
            <a:off x="795150" y="69700"/>
            <a:ext cx="7540198" cy="4561224"/>
            <a:chOff x="795150" y="69700"/>
            <a:chExt cx="7540198" cy="4561224"/>
          </a:xfrm>
        </p:grpSpPr>
        <p:pic>
          <p:nvPicPr>
            <p:cNvPr id="305" name="Google Shape;305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35450" y="539784"/>
              <a:ext cx="7273099" cy="409114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6" name="Google Shape;306;p21"/>
            <p:cNvGrpSpPr/>
            <p:nvPr/>
          </p:nvGrpSpPr>
          <p:grpSpPr>
            <a:xfrm>
              <a:off x="795150" y="69700"/>
              <a:ext cx="7540198" cy="4234086"/>
              <a:chOff x="795150" y="69700"/>
              <a:chExt cx="7540198" cy="4234086"/>
            </a:xfrm>
          </p:grpSpPr>
          <p:pic>
            <p:nvPicPr>
              <p:cNvPr id="307" name="Google Shape;307;p21"/>
              <p:cNvPicPr preferRelativeResize="0"/>
              <p:nvPr/>
            </p:nvPicPr>
            <p:blipFill rotWithShape="1">
              <a:blip r:embed="rId5">
                <a:alphaModFix/>
              </a:blip>
              <a:srcRect b="36465" l="42455" r="42455" t="36468"/>
              <a:stretch/>
            </p:blipFill>
            <p:spPr>
              <a:xfrm>
                <a:off x="3840302" y="69700"/>
                <a:ext cx="1464624" cy="147773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8" name="Google Shape;308;p21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95150" y="850650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9" name="Google Shape;309;p21"/>
              <p:cNvPicPr preferRelativeResize="0"/>
              <p:nvPr/>
            </p:nvPicPr>
            <p:blipFill rotWithShape="1">
              <a:blip r:embed="rId7">
                <a:alphaModFix/>
              </a:blip>
              <a:srcRect b="43540" l="46196" r="46195" t="43540"/>
              <a:stretch/>
            </p:blipFill>
            <p:spPr>
              <a:xfrm>
                <a:off x="4203339" y="3403398"/>
                <a:ext cx="738547" cy="70532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0" name="Google Shape;310;p21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95150" y="3560535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1" name="Google Shape;311;p21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639550" y="850650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2" name="Google Shape;312;p21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639550" y="3560535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313" name="Google Shape;313;p21"/>
          <p:cNvPicPr preferRelativeResize="0"/>
          <p:nvPr/>
        </p:nvPicPr>
        <p:blipFill rotWithShape="1">
          <a:blip r:embed="rId8">
            <a:alphaModFix/>
          </a:blip>
          <a:srcRect b="1201" l="0" r="0" t="1191"/>
          <a:stretch/>
        </p:blipFill>
        <p:spPr>
          <a:xfrm>
            <a:off x="68375" y="98625"/>
            <a:ext cx="9008400" cy="4946249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1"/>
          <p:cNvSpPr txBox="1"/>
          <p:nvPr>
            <p:ph type="title"/>
          </p:nvPr>
        </p:nvSpPr>
        <p:spPr>
          <a:xfrm>
            <a:off x="2594100" y="1935600"/>
            <a:ext cx="3955800" cy="957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Font typeface="Nanum Myeongjo"/>
              <a:buNone/>
              <a:defRPr sz="1400"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Font typeface="Nanum Myeongjo"/>
              <a:buNone/>
              <a:defRPr b="1" sz="1600"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Font typeface="Nanum Myeongjo"/>
              <a:buNone/>
              <a:defRPr b="1" sz="1600"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Font typeface="Nanum Myeongjo"/>
              <a:buNone/>
              <a:defRPr b="1" sz="1600"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Font typeface="Nanum Myeongjo"/>
              <a:buNone/>
              <a:defRPr b="1" sz="1600"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Font typeface="Nanum Myeongjo"/>
              <a:buNone/>
              <a:defRPr b="1" sz="1600"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Font typeface="Nanum Myeongjo"/>
              <a:buNone/>
              <a:defRPr b="1" sz="1600"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Font typeface="Nanum Myeongjo"/>
              <a:buNone/>
              <a:defRPr b="1" sz="1600"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Font typeface="Nanum Myeongjo"/>
              <a:buNone/>
              <a:defRPr b="1" sz="1600"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  <p:grpSp>
        <p:nvGrpSpPr>
          <p:cNvPr id="315" name="Google Shape;315;p21"/>
          <p:cNvGrpSpPr/>
          <p:nvPr/>
        </p:nvGrpSpPr>
        <p:grpSpPr>
          <a:xfrm flipH="1" rot="10800000">
            <a:off x="1542801" y="3631353"/>
            <a:ext cx="6086768" cy="1015799"/>
            <a:chOff x="3243785" y="3409948"/>
            <a:chExt cx="2685655" cy="732900"/>
          </a:xfrm>
        </p:grpSpPr>
        <p:sp>
          <p:nvSpPr>
            <p:cNvPr id="316" name="Google Shape;316;p21"/>
            <p:cNvSpPr/>
            <p:nvPr/>
          </p:nvSpPr>
          <p:spPr>
            <a:xfrm>
              <a:off x="3243840" y="3409948"/>
              <a:ext cx="2685600" cy="732900"/>
            </a:xfrm>
            <a:prstGeom prst="roundRect">
              <a:avLst>
                <a:gd fmla="val 20475" name="adj"/>
              </a:avLst>
            </a:prstGeom>
            <a:solidFill>
              <a:schemeClr val="accent1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1"/>
            <p:cNvSpPr/>
            <p:nvPr/>
          </p:nvSpPr>
          <p:spPr>
            <a:xfrm rot="-279772">
              <a:off x="5468139" y="3940404"/>
              <a:ext cx="412128" cy="143692"/>
            </a:xfrm>
            <a:custGeom>
              <a:rect b="b" l="l" r="r" t="t"/>
              <a:pathLst>
                <a:path extrusionOk="0" h="2802" w="8976">
                  <a:moveTo>
                    <a:pt x="8931" y="1"/>
                  </a:moveTo>
                  <a:cubicBezTo>
                    <a:pt x="8782" y="849"/>
                    <a:pt x="8321" y="1623"/>
                    <a:pt x="7636" y="2085"/>
                  </a:cubicBezTo>
                  <a:cubicBezTo>
                    <a:pt x="7294" y="2323"/>
                    <a:pt x="6907" y="2472"/>
                    <a:pt x="6490" y="2546"/>
                  </a:cubicBezTo>
                  <a:cubicBezTo>
                    <a:pt x="6297" y="2576"/>
                    <a:pt x="6088" y="2576"/>
                    <a:pt x="5865" y="2576"/>
                  </a:cubicBezTo>
                  <a:cubicBezTo>
                    <a:pt x="5642" y="2576"/>
                    <a:pt x="5433" y="2591"/>
                    <a:pt x="5210" y="2591"/>
                  </a:cubicBezTo>
                  <a:cubicBezTo>
                    <a:pt x="4994" y="2598"/>
                    <a:pt x="4778" y="2602"/>
                    <a:pt x="4563" y="2602"/>
                  </a:cubicBezTo>
                  <a:cubicBezTo>
                    <a:pt x="4347" y="2602"/>
                    <a:pt x="4131" y="2598"/>
                    <a:pt x="3915" y="2591"/>
                  </a:cubicBezTo>
                  <a:cubicBezTo>
                    <a:pt x="3469" y="2576"/>
                    <a:pt x="3037" y="2531"/>
                    <a:pt x="2605" y="2501"/>
                  </a:cubicBezTo>
                  <a:cubicBezTo>
                    <a:pt x="2281" y="2485"/>
                    <a:pt x="1958" y="2476"/>
                    <a:pt x="1633" y="2476"/>
                  </a:cubicBezTo>
                  <a:cubicBezTo>
                    <a:pt x="1092" y="2476"/>
                    <a:pt x="549" y="2500"/>
                    <a:pt x="0" y="2546"/>
                  </a:cubicBezTo>
                  <a:lnTo>
                    <a:pt x="0" y="2576"/>
                  </a:lnTo>
                  <a:cubicBezTo>
                    <a:pt x="864" y="2680"/>
                    <a:pt x="1742" y="2725"/>
                    <a:pt x="2605" y="2725"/>
                  </a:cubicBezTo>
                  <a:cubicBezTo>
                    <a:pt x="3037" y="2710"/>
                    <a:pt x="3469" y="2680"/>
                    <a:pt x="3900" y="2680"/>
                  </a:cubicBezTo>
                  <a:cubicBezTo>
                    <a:pt x="4347" y="2680"/>
                    <a:pt x="4778" y="2710"/>
                    <a:pt x="5210" y="2740"/>
                  </a:cubicBezTo>
                  <a:cubicBezTo>
                    <a:pt x="5418" y="2755"/>
                    <a:pt x="5642" y="2769"/>
                    <a:pt x="5850" y="2784"/>
                  </a:cubicBezTo>
                  <a:cubicBezTo>
                    <a:pt x="5979" y="2793"/>
                    <a:pt x="6108" y="2801"/>
                    <a:pt x="6237" y="2801"/>
                  </a:cubicBezTo>
                  <a:cubicBezTo>
                    <a:pt x="6331" y="2801"/>
                    <a:pt x="6426" y="2797"/>
                    <a:pt x="6520" y="2784"/>
                  </a:cubicBezTo>
                  <a:cubicBezTo>
                    <a:pt x="6981" y="2740"/>
                    <a:pt x="7413" y="2576"/>
                    <a:pt x="7785" y="2308"/>
                  </a:cubicBezTo>
                  <a:cubicBezTo>
                    <a:pt x="8529" y="1787"/>
                    <a:pt x="8976" y="879"/>
                    <a:pt x="89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1"/>
            <p:cNvSpPr/>
            <p:nvPr/>
          </p:nvSpPr>
          <p:spPr>
            <a:xfrm rot="451316">
              <a:off x="5516812" y="3474563"/>
              <a:ext cx="357556" cy="78458"/>
            </a:xfrm>
            <a:custGeom>
              <a:rect b="b" l="l" r="r" t="t"/>
              <a:pathLst>
                <a:path extrusionOk="0" h="1344" w="6833">
                  <a:moveTo>
                    <a:pt x="4686" y="0"/>
                  </a:moveTo>
                  <a:cubicBezTo>
                    <a:pt x="4637" y="0"/>
                    <a:pt x="4589" y="1"/>
                    <a:pt x="4540" y="4"/>
                  </a:cubicBezTo>
                  <a:lnTo>
                    <a:pt x="3632" y="48"/>
                  </a:lnTo>
                  <a:cubicBezTo>
                    <a:pt x="2412" y="138"/>
                    <a:pt x="1206" y="242"/>
                    <a:pt x="0" y="420"/>
                  </a:cubicBezTo>
                  <a:cubicBezTo>
                    <a:pt x="155" y="422"/>
                    <a:pt x="310" y="423"/>
                    <a:pt x="465" y="423"/>
                  </a:cubicBezTo>
                  <a:cubicBezTo>
                    <a:pt x="1528" y="423"/>
                    <a:pt x="2582" y="379"/>
                    <a:pt x="3647" y="301"/>
                  </a:cubicBezTo>
                  <a:lnTo>
                    <a:pt x="4555" y="242"/>
                  </a:lnTo>
                  <a:cubicBezTo>
                    <a:pt x="4626" y="234"/>
                    <a:pt x="4698" y="231"/>
                    <a:pt x="4770" y="231"/>
                  </a:cubicBezTo>
                  <a:cubicBezTo>
                    <a:pt x="4986" y="231"/>
                    <a:pt x="5206" y="264"/>
                    <a:pt x="5419" y="331"/>
                  </a:cubicBezTo>
                  <a:cubicBezTo>
                    <a:pt x="5969" y="480"/>
                    <a:pt x="6475" y="852"/>
                    <a:pt x="6833" y="1343"/>
                  </a:cubicBezTo>
                  <a:cubicBezTo>
                    <a:pt x="6565" y="793"/>
                    <a:pt x="6073" y="346"/>
                    <a:pt x="5478" y="138"/>
                  </a:cubicBezTo>
                  <a:cubicBezTo>
                    <a:pt x="5226" y="37"/>
                    <a:pt x="4953" y="0"/>
                    <a:pt x="4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1"/>
            <p:cNvSpPr/>
            <p:nvPr/>
          </p:nvSpPr>
          <p:spPr>
            <a:xfrm>
              <a:off x="5556294" y="3696143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320" name="Google Shape;320;p21"/>
            <p:cNvSpPr/>
            <p:nvPr/>
          </p:nvSpPr>
          <p:spPr>
            <a:xfrm>
              <a:off x="5482647" y="3726071"/>
              <a:ext cx="383129" cy="7455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321" name="Google Shape;321;p21"/>
            <p:cNvSpPr/>
            <p:nvPr/>
          </p:nvSpPr>
          <p:spPr>
            <a:xfrm>
              <a:off x="5482647" y="3538795"/>
              <a:ext cx="383129" cy="7455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322" name="Google Shape;322;p21"/>
            <p:cNvSpPr/>
            <p:nvPr/>
          </p:nvSpPr>
          <p:spPr>
            <a:xfrm>
              <a:off x="5556294" y="3632424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323" name="Google Shape;323;p21"/>
            <p:cNvSpPr/>
            <p:nvPr/>
          </p:nvSpPr>
          <p:spPr>
            <a:xfrm>
              <a:off x="5556294" y="3600568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324" name="Google Shape;324;p21"/>
            <p:cNvSpPr/>
            <p:nvPr/>
          </p:nvSpPr>
          <p:spPr>
            <a:xfrm>
              <a:off x="5556294" y="3937480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325" name="Google Shape;325;p21"/>
            <p:cNvSpPr/>
            <p:nvPr/>
          </p:nvSpPr>
          <p:spPr>
            <a:xfrm>
              <a:off x="3293644" y="3571861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326" name="Google Shape;326;p21"/>
            <p:cNvSpPr/>
            <p:nvPr/>
          </p:nvSpPr>
          <p:spPr>
            <a:xfrm rot="-5669091">
              <a:off x="3130754" y="3617521"/>
              <a:ext cx="598271" cy="290204"/>
            </a:xfrm>
            <a:custGeom>
              <a:rect b="b" l="l" r="r" t="t"/>
              <a:pathLst>
                <a:path extrusionOk="0" h="6455" w="12817">
                  <a:moveTo>
                    <a:pt x="1961" y="1"/>
                  </a:moveTo>
                  <a:cubicBezTo>
                    <a:pt x="1823" y="1"/>
                    <a:pt x="1675" y="11"/>
                    <a:pt x="1534" y="39"/>
                  </a:cubicBezTo>
                  <a:cubicBezTo>
                    <a:pt x="1311" y="84"/>
                    <a:pt x="1102" y="173"/>
                    <a:pt x="924" y="292"/>
                  </a:cubicBezTo>
                  <a:cubicBezTo>
                    <a:pt x="551" y="545"/>
                    <a:pt x="284" y="932"/>
                    <a:pt x="135" y="1349"/>
                  </a:cubicBezTo>
                  <a:cubicBezTo>
                    <a:pt x="75" y="1543"/>
                    <a:pt x="31" y="1766"/>
                    <a:pt x="16" y="1989"/>
                  </a:cubicBezTo>
                  <a:lnTo>
                    <a:pt x="1" y="2614"/>
                  </a:lnTo>
                  <a:cubicBezTo>
                    <a:pt x="1" y="3031"/>
                    <a:pt x="1" y="3448"/>
                    <a:pt x="1" y="3880"/>
                  </a:cubicBezTo>
                  <a:lnTo>
                    <a:pt x="31" y="3880"/>
                  </a:lnTo>
                  <a:cubicBezTo>
                    <a:pt x="75" y="3463"/>
                    <a:pt x="105" y="3046"/>
                    <a:pt x="150" y="2629"/>
                  </a:cubicBezTo>
                  <a:lnTo>
                    <a:pt x="194" y="1989"/>
                  </a:lnTo>
                  <a:cubicBezTo>
                    <a:pt x="209" y="1796"/>
                    <a:pt x="269" y="1602"/>
                    <a:pt x="328" y="1409"/>
                  </a:cubicBezTo>
                  <a:cubicBezTo>
                    <a:pt x="462" y="1037"/>
                    <a:pt x="715" y="709"/>
                    <a:pt x="1043" y="486"/>
                  </a:cubicBezTo>
                  <a:cubicBezTo>
                    <a:pt x="1206" y="382"/>
                    <a:pt x="1400" y="307"/>
                    <a:pt x="1579" y="263"/>
                  </a:cubicBezTo>
                  <a:cubicBezTo>
                    <a:pt x="1701" y="234"/>
                    <a:pt x="1824" y="224"/>
                    <a:pt x="1950" y="224"/>
                  </a:cubicBezTo>
                  <a:cubicBezTo>
                    <a:pt x="2023" y="224"/>
                    <a:pt x="2098" y="227"/>
                    <a:pt x="2174" y="233"/>
                  </a:cubicBezTo>
                  <a:cubicBezTo>
                    <a:pt x="3022" y="263"/>
                    <a:pt x="3856" y="277"/>
                    <a:pt x="4689" y="307"/>
                  </a:cubicBezTo>
                  <a:cubicBezTo>
                    <a:pt x="5538" y="352"/>
                    <a:pt x="6371" y="411"/>
                    <a:pt x="7205" y="486"/>
                  </a:cubicBezTo>
                  <a:cubicBezTo>
                    <a:pt x="8039" y="560"/>
                    <a:pt x="8887" y="620"/>
                    <a:pt x="9721" y="679"/>
                  </a:cubicBezTo>
                  <a:lnTo>
                    <a:pt x="10033" y="694"/>
                  </a:lnTo>
                  <a:cubicBezTo>
                    <a:pt x="10122" y="709"/>
                    <a:pt x="10227" y="724"/>
                    <a:pt x="10331" y="739"/>
                  </a:cubicBezTo>
                  <a:cubicBezTo>
                    <a:pt x="10524" y="783"/>
                    <a:pt x="10703" y="843"/>
                    <a:pt x="10882" y="932"/>
                  </a:cubicBezTo>
                  <a:cubicBezTo>
                    <a:pt x="11239" y="1111"/>
                    <a:pt x="11566" y="1364"/>
                    <a:pt x="11819" y="1677"/>
                  </a:cubicBezTo>
                  <a:cubicBezTo>
                    <a:pt x="12325" y="2302"/>
                    <a:pt x="12564" y="3120"/>
                    <a:pt x="12534" y="3939"/>
                  </a:cubicBezTo>
                  <a:cubicBezTo>
                    <a:pt x="12519" y="4773"/>
                    <a:pt x="12504" y="5621"/>
                    <a:pt x="12504" y="6455"/>
                  </a:cubicBezTo>
                  <a:lnTo>
                    <a:pt x="12534" y="6455"/>
                  </a:lnTo>
                  <a:cubicBezTo>
                    <a:pt x="12623" y="5621"/>
                    <a:pt x="12683" y="4788"/>
                    <a:pt x="12742" y="3939"/>
                  </a:cubicBezTo>
                  <a:cubicBezTo>
                    <a:pt x="12817" y="3091"/>
                    <a:pt x="12578" y="2183"/>
                    <a:pt x="12028" y="1498"/>
                  </a:cubicBezTo>
                  <a:cubicBezTo>
                    <a:pt x="11760" y="1156"/>
                    <a:pt x="11403" y="873"/>
                    <a:pt x="11001" y="694"/>
                  </a:cubicBezTo>
                  <a:cubicBezTo>
                    <a:pt x="10807" y="590"/>
                    <a:pt x="10584" y="530"/>
                    <a:pt x="10375" y="486"/>
                  </a:cubicBezTo>
                  <a:cubicBezTo>
                    <a:pt x="10271" y="456"/>
                    <a:pt x="10152" y="456"/>
                    <a:pt x="10048" y="441"/>
                  </a:cubicBezTo>
                  <a:lnTo>
                    <a:pt x="9735" y="426"/>
                  </a:lnTo>
                  <a:cubicBezTo>
                    <a:pt x="8887" y="396"/>
                    <a:pt x="8053" y="367"/>
                    <a:pt x="7220" y="337"/>
                  </a:cubicBezTo>
                  <a:cubicBezTo>
                    <a:pt x="6371" y="307"/>
                    <a:pt x="5538" y="277"/>
                    <a:pt x="4704" y="218"/>
                  </a:cubicBezTo>
                  <a:cubicBezTo>
                    <a:pt x="3871" y="173"/>
                    <a:pt x="3022" y="84"/>
                    <a:pt x="2189" y="9"/>
                  </a:cubicBezTo>
                  <a:cubicBezTo>
                    <a:pt x="2118" y="4"/>
                    <a:pt x="2041" y="1"/>
                    <a:pt x="19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1"/>
            <p:cNvSpPr/>
            <p:nvPr/>
          </p:nvSpPr>
          <p:spPr>
            <a:xfrm>
              <a:off x="3293644" y="3548845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328" name="Google Shape;328;p21"/>
            <p:cNvSpPr/>
            <p:nvPr/>
          </p:nvSpPr>
          <p:spPr>
            <a:xfrm>
              <a:off x="3293644" y="3696143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329" name="Google Shape;329;p21"/>
            <p:cNvSpPr/>
            <p:nvPr/>
          </p:nvSpPr>
          <p:spPr>
            <a:xfrm>
              <a:off x="3293643" y="3726071"/>
              <a:ext cx="383129" cy="7455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330" name="Google Shape;330;p21"/>
            <p:cNvSpPr/>
            <p:nvPr/>
          </p:nvSpPr>
          <p:spPr>
            <a:xfrm>
              <a:off x="3293643" y="3756008"/>
              <a:ext cx="383129" cy="7455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331" name="Google Shape;331;p21"/>
            <p:cNvSpPr/>
            <p:nvPr/>
          </p:nvSpPr>
          <p:spPr>
            <a:xfrm>
              <a:off x="3293644" y="3785940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332" name="Google Shape;332;p21"/>
            <p:cNvSpPr/>
            <p:nvPr/>
          </p:nvSpPr>
          <p:spPr>
            <a:xfrm>
              <a:off x="3308698" y="3953958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pic>
          <p:nvPicPr>
            <p:cNvPr id="333" name="Google Shape;333;p21"/>
            <p:cNvPicPr preferRelativeResize="0"/>
            <p:nvPr/>
          </p:nvPicPr>
          <p:blipFill rotWithShape="1">
            <a:blip r:embed="rId2">
              <a:alphaModFix amt="35000"/>
            </a:blip>
            <a:srcRect b="8896" l="18257" r="14795" t="60755"/>
            <a:stretch/>
          </p:blipFill>
          <p:spPr>
            <a:xfrm>
              <a:off x="3243785" y="3409948"/>
              <a:ext cx="2685600" cy="732900"/>
            </a:xfrm>
            <a:prstGeom prst="roundRect">
              <a:avLst>
                <a:gd fmla="val 31255" name="adj"/>
              </a:avLst>
            </a:prstGeom>
            <a:noFill/>
            <a:ln>
              <a:noFill/>
            </a:ln>
          </p:spPr>
        </p:pic>
      </p:grpSp>
      <p:sp>
        <p:nvSpPr>
          <p:cNvPr id="334" name="Google Shape;334;p21"/>
          <p:cNvSpPr txBox="1"/>
          <p:nvPr/>
        </p:nvSpPr>
        <p:spPr>
          <a:xfrm>
            <a:off x="2224800" y="4016550"/>
            <a:ext cx="46947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CREDITS: This presentation template was created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NanumMyeongjoExtraBold"/>
                <a:ea typeface="NanumMyeongjoExtraBold"/>
                <a:cs typeface="NanumMyeongjoExtraBold"/>
                <a:sym typeface="NanumMyeongjoExtraBold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200">
                <a:solidFill>
                  <a:schemeClr val="dk1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, including icons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NanumMyeongjoExtraBold"/>
                <a:ea typeface="NanumMyeongjoExtraBold"/>
                <a:cs typeface="NanumMyeongjoExtraBold"/>
                <a:sym typeface="NanumMyeongjoExtraBold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200">
                <a:solidFill>
                  <a:schemeClr val="dk1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 and infographics &amp; images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NanumMyeongjoExtraBold"/>
                <a:ea typeface="NanumMyeongjoExtraBold"/>
                <a:cs typeface="NanumMyeongjoExtraBold"/>
                <a:sym typeface="NanumMyeongjoExtraBold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sz="1200">
              <a:solidFill>
                <a:schemeClr val="dk1"/>
              </a:solidFill>
              <a:highlight>
                <a:srgbClr val="DFDEFC"/>
              </a:highlight>
              <a:latin typeface="NanumMyeongjoExtraBold"/>
              <a:ea typeface="NanumMyeongjoExtraBold"/>
              <a:cs typeface="NanumMyeongjoExtraBold"/>
              <a:sym typeface="NanumMyeongjoExtraBold"/>
            </a:endParaRPr>
          </a:p>
        </p:txBody>
      </p:sp>
      <p:sp>
        <p:nvSpPr>
          <p:cNvPr id="335" name="Google Shape;335;p21"/>
          <p:cNvSpPr txBox="1"/>
          <p:nvPr>
            <p:ph idx="2" type="title"/>
          </p:nvPr>
        </p:nvSpPr>
        <p:spPr>
          <a:xfrm>
            <a:off x="2437050" y="645980"/>
            <a:ext cx="4269900" cy="1015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22"/>
          <p:cNvPicPr preferRelativeResize="0"/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9" name="Google Shape;339;p22"/>
          <p:cNvGrpSpPr/>
          <p:nvPr/>
        </p:nvGrpSpPr>
        <p:grpSpPr>
          <a:xfrm>
            <a:off x="795150" y="69700"/>
            <a:ext cx="7540198" cy="4561224"/>
            <a:chOff x="795150" y="69700"/>
            <a:chExt cx="7540198" cy="4561224"/>
          </a:xfrm>
        </p:grpSpPr>
        <p:pic>
          <p:nvPicPr>
            <p:cNvPr id="340" name="Google Shape;340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935450" y="539784"/>
              <a:ext cx="7273099" cy="409114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41" name="Google Shape;341;p22"/>
            <p:cNvGrpSpPr/>
            <p:nvPr/>
          </p:nvGrpSpPr>
          <p:grpSpPr>
            <a:xfrm>
              <a:off x="795150" y="69700"/>
              <a:ext cx="7540198" cy="4234086"/>
              <a:chOff x="795150" y="69700"/>
              <a:chExt cx="7540198" cy="4234086"/>
            </a:xfrm>
          </p:grpSpPr>
          <p:pic>
            <p:nvPicPr>
              <p:cNvPr id="342" name="Google Shape;342;p22"/>
              <p:cNvPicPr preferRelativeResize="0"/>
              <p:nvPr/>
            </p:nvPicPr>
            <p:blipFill rotWithShape="1">
              <a:blip r:embed="rId5">
                <a:alphaModFix/>
              </a:blip>
              <a:srcRect b="36465" l="42455" r="42455" t="36468"/>
              <a:stretch/>
            </p:blipFill>
            <p:spPr>
              <a:xfrm>
                <a:off x="3840302" y="69700"/>
                <a:ext cx="1464624" cy="147773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3" name="Google Shape;343;p22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95150" y="850650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4" name="Google Shape;344;p22"/>
              <p:cNvPicPr preferRelativeResize="0"/>
              <p:nvPr/>
            </p:nvPicPr>
            <p:blipFill rotWithShape="1">
              <a:blip r:embed="rId7">
                <a:alphaModFix/>
              </a:blip>
              <a:srcRect b="43540" l="46196" r="46195" t="43540"/>
              <a:stretch/>
            </p:blipFill>
            <p:spPr>
              <a:xfrm>
                <a:off x="4203339" y="3403398"/>
                <a:ext cx="738547" cy="70532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5" name="Google Shape;345;p22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95150" y="3560535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6" name="Google Shape;346;p22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639550" y="850650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7" name="Google Shape;347;p22"/>
              <p:cNvPicPr preferRelativeResize="0"/>
              <p:nvPr/>
            </p:nvPicPr>
            <p:blipFill rotWithShape="1">
              <a:blip r:embed="rId6">
                <a:alphaModFix/>
              </a:blip>
              <a:srcRect b="42776" l="46196" r="46195" t="42774"/>
              <a:stretch/>
            </p:blipFill>
            <p:spPr>
              <a:xfrm>
                <a:off x="7639550" y="3560535"/>
                <a:ext cx="695798" cy="74325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348" name="Google Shape;348;p22"/>
          <p:cNvPicPr preferRelativeResize="0"/>
          <p:nvPr/>
        </p:nvPicPr>
        <p:blipFill rotWithShape="1">
          <a:blip r:embed="rId8">
            <a:alphaModFix/>
          </a:blip>
          <a:srcRect b="1201" l="0" r="0" t="1191"/>
          <a:stretch/>
        </p:blipFill>
        <p:spPr>
          <a:xfrm flipH="1" rot="10800000">
            <a:off x="68375" y="98625"/>
            <a:ext cx="9008400" cy="4946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p23"/>
          <p:cNvPicPr preferRelativeResize="0"/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436165" y="539784"/>
            <a:ext cx="7273099" cy="40911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3" name="Google Shape;353;p23"/>
          <p:cNvGrpSpPr/>
          <p:nvPr/>
        </p:nvGrpSpPr>
        <p:grpSpPr>
          <a:xfrm>
            <a:off x="795150" y="69700"/>
            <a:ext cx="7540198" cy="4234086"/>
            <a:chOff x="795150" y="69700"/>
            <a:chExt cx="7540198" cy="4234086"/>
          </a:xfrm>
        </p:grpSpPr>
        <p:pic>
          <p:nvPicPr>
            <p:cNvPr id="354" name="Google Shape;354;p23"/>
            <p:cNvPicPr preferRelativeResize="0"/>
            <p:nvPr/>
          </p:nvPicPr>
          <p:blipFill rotWithShape="1">
            <a:blip r:embed="rId5">
              <a:alphaModFix/>
            </a:blip>
            <a:srcRect b="36465" l="42455" r="42455" t="36468"/>
            <a:stretch/>
          </p:blipFill>
          <p:spPr>
            <a:xfrm>
              <a:off x="3840302" y="69700"/>
              <a:ext cx="1464624" cy="14777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5" name="Google Shape;355;p23"/>
            <p:cNvPicPr preferRelativeResize="0"/>
            <p:nvPr/>
          </p:nvPicPr>
          <p:blipFill rotWithShape="1">
            <a:blip r:embed="rId6">
              <a:alphaModFix/>
            </a:blip>
            <a:srcRect b="42776" l="46196" r="46195" t="42774"/>
            <a:stretch/>
          </p:blipFill>
          <p:spPr>
            <a:xfrm>
              <a:off x="795150" y="850650"/>
              <a:ext cx="695798" cy="7432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6" name="Google Shape;356;p23"/>
            <p:cNvPicPr preferRelativeResize="0"/>
            <p:nvPr/>
          </p:nvPicPr>
          <p:blipFill rotWithShape="1">
            <a:blip r:embed="rId7">
              <a:alphaModFix/>
            </a:blip>
            <a:srcRect b="43540" l="46196" r="46195" t="43540"/>
            <a:stretch/>
          </p:blipFill>
          <p:spPr>
            <a:xfrm>
              <a:off x="4203339" y="3403398"/>
              <a:ext cx="738547" cy="7053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7" name="Google Shape;357;p23"/>
            <p:cNvPicPr preferRelativeResize="0"/>
            <p:nvPr/>
          </p:nvPicPr>
          <p:blipFill rotWithShape="1">
            <a:blip r:embed="rId6">
              <a:alphaModFix/>
            </a:blip>
            <a:srcRect b="42776" l="46196" r="46195" t="42774"/>
            <a:stretch/>
          </p:blipFill>
          <p:spPr>
            <a:xfrm>
              <a:off x="795150" y="3560535"/>
              <a:ext cx="695798" cy="7432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8" name="Google Shape;358;p23"/>
            <p:cNvPicPr preferRelativeResize="0"/>
            <p:nvPr/>
          </p:nvPicPr>
          <p:blipFill rotWithShape="1">
            <a:blip r:embed="rId6">
              <a:alphaModFix/>
            </a:blip>
            <a:srcRect b="42776" l="46196" r="46195" t="42774"/>
            <a:stretch/>
          </p:blipFill>
          <p:spPr>
            <a:xfrm>
              <a:off x="7639550" y="850650"/>
              <a:ext cx="695798" cy="7432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9" name="Google Shape;359;p23"/>
            <p:cNvPicPr preferRelativeResize="0"/>
            <p:nvPr/>
          </p:nvPicPr>
          <p:blipFill rotWithShape="1">
            <a:blip r:embed="rId6">
              <a:alphaModFix/>
            </a:blip>
            <a:srcRect b="42776" l="46196" r="46195" t="42774"/>
            <a:stretch/>
          </p:blipFill>
          <p:spPr>
            <a:xfrm>
              <a:off x="7639550" y="3560535"/>
              <a:ext cx="695798" cy="74325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60" name="Google Shape;360;p23"/>
          <p:cNvPicPr preferRelativeResize="0"/>
          <p:nvPr/>
        </p:nvPicPr>
        <p:blipFill rotWithShape="1">
          <a:blip r:embed="rId8">
            <a:alphaModFix/>
          </a:blip>
          <a:srcRect b="1201" l="0" r="0" t="1191"/>
          <a:stretch/>
        </p:blipFill>
        <p:spPr>
          <a:xfrm>
            <a:off x="68375" y="98625"/>
            <a:ext cx="9008400" cy="4946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noFill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ncial Antiqua"/>
              <a:buNone/>
              <a:defRPr b="1" sz="3000">
                <a:solidFill>
                  <a:schemeClr val="dk1"/>
                </a:solidFill>
                <a:latin typeface="Uncial Antiqua"/>
                <a:ea typeface="Uncial Antiqua"/>
                <a:cs typeface="Uncial Antiqua"/>
                <a:sym typeface="Uncial Antiqu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ncial Antiqua"/>
              <a:buNone/>
              <a:defRPr sz="3000">
                <a:solidFill>
                  <a:schemeClr val="dk1"/>
                </a:solidFill>
                <a:latin typeface="Uncial Antiqua"/>
                <a:ea typeface="Uncial Antiqua"/>
                <a:cs typeface="Uncial Antiqua"/>
                <a:sym typeface="Uncial Antiqu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ncial Antiqua"/>
              <a:buNone/>
              <a:defRPr sz="3000">
                <a:solidFill>
                  <a:schemeClr val="dk1"/>
                </a:solidFill>
                <a:latin typeface="Uncial Antiqua"/>
                <a:ea typeface="Uncial Antiqua"/>
                <a:cs typeface="Uncial Antiqua"/>
                <a:sym typeface="Uncial Antiqu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ncial Antiqua"/>
              <a:buNone/>
              <a:defRPr sz="3000">
                <a:solidFill>
                  <a:schemeClr val="dk1"/>
                </a:solidFill>
                <a:latin typeface="Uncial Antiqua"/>
                <a:ea typeface="Uncial Antiqua"/>
                <a:cs typeface="Uncial Antiqua"/>
                <a:sym typeface="Uncial Antiqu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ncial Antiqua"/>
              <a:buNone/>
              <a:defRPr sz="3000">
                <a:solidFill>
                  <a:schemeClr val="dk1"/>
                </a:solidFill>
                <a:latin typeface="Uncial Antiqua"/>
                <a:ea typeface="Uncial Antiqua"/>
                <a:cs typeface="Uncial Antiqua"/>
                <a:sym typeface="Uncial Antiqu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ncial Antiqua"/>
              <a:buNone/>
              <a:defRPr sz="3000">
                <a:solidFill>
                  <a:schemeClr val="dk1"/>
                </a:solidFill>
                <a:latin typeface="Uncial Antiqua"/>
                <a:ea typeface="Uncial Antiqua"/>
                <a:cs typeface="Uncial Antiqua"/>
                <a:sym typeface="Uncial Antiqu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ncial Antiqua"/>
              <a:buNone/>
              <a:defRPr sz="3000">
                <a:solidFill>
                  <a:schemeClr val="dk1"/>
                </a:solidFill>
                <a:latin typeface="Uncial Antiqua"/>
                <a:ea typeface="Uncial Antiqua"/>
                <a:cs typeface="Uncial Antiqua"/>
                <a:sym typeface="Uncial Antiqu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ncial Antiqua"/>
              <a:buNone/>
              <a:defRPr sz="3000">
                <a:solidFill>
                  <a:schemeClr val="dk1"/>
                </a:solidFill>
                <a:latin typeface="Uncial Antiqua"/>
                <a:ea typeface="Uncial Antiqua"/>
                <a:cs typeface="Uncial Antiqua"/>
                <a:sym typeface="Uncial Antiqu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ncial Antiqua"/>
              <a:buNone/>
              <a:defRPr sz="3000">
                <a:solidFill>
                  <a:schemeClr val="dk1"/>
                </a:solidFill>
                <a:latin typeface="Uncial Antiqua"/>
                <a:ea typeface="Uncial Antiqua"/>
                <a:cs typeface="Uncial Antiqua"/>
                <a:sym typeface="Uncial Antiqu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Myeongjo"/>
              <a:buChar char="●"/>
              <a:defRPr>
                <a:solidFill>
                  <a:schemeClr val="dk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Myeongjo"/>
              <a:buChar char="○"/>
              <a:defRPr>
                <a:solidFill>
                  <a:schemeClr val="dk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Myeongjo"/>
              <a:buChar char="■"/>
              <a:defRPr>
                <a:solidFill>
                  <a:schemeClr val="dk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Myeongjo"/>
              <a:buChar char="●"/>
              <a:defRPr>
                <a:solidFill>
                  <a:schemeClr val="dk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Myeongjo"/>
              <a:buChar char="○"/>
              <a:defRPr>
                <a:solidFill>
                  <a:schemeClr val="dk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Myeongjo"/>
              <a:buChar char="■"/>
              <a:defRPr>
                <a:solidFill>
                  <a:schemeClr val="dk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Myeongjo"/>
              <a:buChar char="●"/>
              <a:defRPr>
                <a:solidFill>
                  <a:schemeClr val="dk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Myeongjo"/>
              <a:buChar char="○"/>
              <a:defRPr>
                <a:solidFill>
                  <a:schemeClr val="dk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anum Myeongjo"/>
              <a:buChar char="■"/>
              <a:defRPr>
                <a:solidFill>
                  <a:schemeClr val="dk1"/>
                </a:solidFill>
                <a:latin typeface="Nanum Myeongjo"/>
                <a:ea typeface="Nanum Myeongjo"/>
                <a:cs typeface="Nanum Myeongjo"/>
                <a:sym typeface="Nanum Myeongj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Relationship Id="rId4" Type="http://schemas.openxmlformats.org/officeDocument/2006/relationships/image" Target="../media/image2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Relationship Id="rId4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Relationship Id="rId4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Relationship Id="rId4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Relationship Id="rId4" Type="http://schemas.openxmlformats.org/officeDocument/2006/relationships/image" Target="../media/image22.png"/><Relationship Id="rId5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Relationship Id="rId4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22.png"/><Relationship Id="rId5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Relationship Id="rId4" Type="http://schemas.openxmlformats.org/officeDocument/2006/relationships/image" Target="../media/image22.png"/><Relationship Id="rId5" Type="http://schemas.openxmlformats.org/officeDocument/2006/relationships/image" Target="../media/image10.png"/><Relationship Id="rId6" Type="http://schemas.openxmlformats.org/officeDocument/2006/relationships/image" Target="../media/image11.jpg"/><Relationship Id="rId7" Type="http://schemas.openxmlformats.org/officeDocument/2006/relationships/image" Target="../media/image1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Relationship Id="rId4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Relationship Id="rId4" Type="http://schemas.openxmlformats.org/officeDocument/2006/relationships/image" Target="../media/image22.png"/><Relationship Id="rId5" Type="http://schemas.openxmlformats.org/officeDocument/2006/relationships/image" Target="../media/image14.jpg"/><Relationship Id="rId6" Type="http://schemas.openxmlformats.org/officeDocument/2006/relationships/image" Target="../media/image1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Relationship Id="rId4" Type="http://schemas.openxmlformats.org/officeDocument/2006/relationships/image" Target="../media/image22.png"/><Relationship Id="rId5" Type="http://schemas.openxmlformats.org/officeDocument/2006/relationships/image" Target="../media/image1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Relationship Id="rId4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jpg"/><Relationship Id="rId4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jpg"/><Relationship Id="rId4" Type="http://schemas.openxmlformats.org/officeDocument/2006/relationships/image" Target="../media/image22.png"/><Relationship Id="rId5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jpg"/><Relationship Id="rId4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jpg"/><Relationship Id="rId4" Type="http://schemas.openxmlformats.org/officeDocument/2006/relationships/image" Target="../media/image22.png"/><Relationship Id="rId5" Type="http://schemas.openxmlformats.org/officeDocument/2006/relationships/image" Target="../media/image21.jpg"/><Relationship Id="rId6" Type="http://schemas.openxmlformats.org/officeDocument/2006/relationships/image" Target="../media/image20.jpg"/><Relationship Id="rId7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5" name="Google Shape;365;p24"/>
          <p:cNvGrpSpPr/>
          <p:nvPr/>
        </p:nvGrpSpPr>
        <p:grpSpPr>
          <a:xfrm rot="-1299621">
            <a:off x="-1196583" y="932770"/>
            <a:ext cx="5523654" cy="4647038"/>
            <a:chOff x="202875" y="439475"/>
            <a:chExt cx="4664382" cy="3924135"/>
          </a:xfrm>
        </p:grpSpPr>
        <p:sp>
          <p:nvSpPr>
            <p:cNvPr id="366" name="Google Shape;366;p24"/>
            <p:cNvSpPr/>
            <p:nvPr/>
          </p:nvSpPr>
          <p:spPr>
            <a:xfrm>
              <a:off x="3368775" y="1754200"/>
              <a:ext cx="9950" cy="20850"/>
            </a:xfrm>
            <a:custGeom>
              <a:rect b="b" l="l" r="r" t="t"/>
              <a:pathLst>
                <a:path extrusionOk="0" h="834" w="398">
                  <a:moveTo>
                    <a:pt x="397" y="0"/>
                  </a:moveTo>
                  <a:lnTo>
                    <a:pt x="397" y="0"/>
                  </a:lnTo>
                  <a:cubicBezTo>
                    <a:pt x="142" y="218"/>
                    <a:pt x="87" y="490"/>
                    <a:pt x="0" y="833"/>
                  </a:cubicBezTo>
                  <a:cubicBezTo>
                    <a:pt x="251" y="567"/>
                    <a:pt x="354" y="322"/>
                    <a:pt x="397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4"/>
            <p:cNvSpPr/>
            <p:nvPr/>
          </p:nvSpPr>
          <p:spPr>
            <a:xfrm>
              <a:off x="211297" y="518427"/>
              <a:ext cx="4636025" cy="3831832"/>
            </a:xfrm>
            <a:custGeom>
              <a:rect b="b" l="l" r="r" t="t"/>
              <a:pathLst>
                <a:path extrusionOk="0" h="66879" w="80915">
                  <a:moveTo>
                    <a:pt x="25040" y="36471"/>
                  </a:moveTo>
                  <a:cubicBezTo>
                    <a:pt x="25065" y="36509"/>
                    <a:pt x="25091" y="36551"/>
                    <a:pt x="25114" y="36593"/>
                  </a:cubicBezTo>
                  <a:cubicBezTo>
                    <a:pt x="25139" y="36639"/>
                    <a:pt x="25165" y="36684"/>
                    <a:pt x="25191" y="36730"/>
                  </a:cubicBezTo>
                  <a:lnTo>
                    <a:pt x="25191" y="36730"/>
                  </a:lnTo>
                  <a:cubicBezTo>
                    <a:pt x="25140" y="36642"/>
                    <a:pt x="25089" y="36556"/>
                    <a:pt x="25040" y="36471"/>
                  </a:cubicBezTo>
                  <a:close/>
                  <a:moveTo>
                    <a:pt x="32232" y="1"/>
                  </a:moveTo>
                  <a:cubicBezTo>
                    <a:pt x="31940" y="1"/>
                    <a:pt x="31652" y="38"/>
                    <a:pt x="31364" y="80"/>
                  </a:cubicBezTo>
                  <a:cubicBezTo>
                    <a:pt x="30035" y="260"/>
                    <a:pt x="28783" y="630"/>
                    <a:pt x="27678" y="1419"/>
                  </a:cubicBezTo>
                  <a:cubicBezTo>
                    <a:pt x="27046" y="1866"/>
                    <a:pt x="26540" y="2432"/>
                    <a:pt x="26034" y="3009"/>
                  </a:cubicBezTo>
                  <a:cubicBezTo>
                    <a:pt x="25174" y="3994"/>
                    <a:pt x="24461" y="5061"/>
                    <a:pt x="23976" y="6286"/>
                  </a:cubicBezTo>
                  <a:cubicBezTo>
                    <a:pt x="23089" y="8529"/>
                    <a:pt x="22871" y="10848"/>
                    <a:pt x="23094" y="13227"/>
                  </a:cubicBezTo>
                  <a:cubicBezTo>
                    <a:pt x="23230" y="14676"/>
                    <a:pt x="23568" y="16091"/>
                    <a:pt x="23900" y="17501"/>
                  </a:cubicBezTo>
                  <a:cubicBezTo>
                    <a:pt x="24281" y="19107"/>
                    <a:pt x="24880" y="20648"/>
                    <a:pt x="25571" y="22150"/>
                  </a:cubicBezTo>
                  <a:cubicBezTo>
                    <a:pt x="25745" y="22531"/>
                    <a:pt x="25854" y="22956"/>
                    <a:pt x="26165" y="23266"/>
                  </a:cubicBezTo>
                  <a:cubicBezTo>
                    <a:pt x="26605" y="23522"/>
                    <a:pt x="27014" y="23821"/>
                    <a:pt x="27438" y="24099"/>
                  </a:cubicBezTo>
                  <a:cubicBezTo>
                    <a:pt x="28386" y="24736"/>
                    <a:pt x="29327" y="25395"/>
                    <a:pt x="30345" y="25917"/>
                  </a:cubicBezTo>
                  <a:cubicBezTo>
                    <a:pt x="30944" y="26228"/>
                    <a:pt x="31445" y="26625"/>
                    <a:pt x="31875" y="27137"/>
                  </a:cubicBezTo>
                  <a:cubicBezTo>
                    <a:pt x="32425" y="28612"/>
                    <a:pt x="32256" y="30087"/>
                    <a:pt x="31843" y="31546"/>
                  </a:cubicBezTo>
                  <a:cubicBezTo>
                    <a:pt x="31657" y="32178"/>
                    <a:pt x="31614" y="32162"/>
                    <a:pt x="32207" y="32461"/>
                  </a:cubicBezTo>
                  <a:cubicBezTo>
                    <a:pt x="32354" y="32537"/>
                    <a:pt x="32507" y="32608"/>
                    <a:pt x="32648" y="32695"/>
                  </a:cubicBezTo>
                  <a:cubicBezTo>
                    <a:pt x="33024" y="32929"/>
                    <a:pt x="33367" y="33223"/>
                    <a:pt x="33525" y="33637"/>
                  </a:cubicBezTo>
                  <a:cubicBezTo>
                    <a:pt x="33819" y="34421"/>
                    <a:pt x="34162" y="35178"/>
                    <a:pt x="34521" y="35934"/>
                  </a:cubicBezTo>
                  <a:cubicBezTo>
                    <a:pt x="34831" y="36593"/>
                    <a:pt x="34788" y="36615"/>
                    <a:pt x="35174" y="36985"/>
                  </a:cubicBezTo>
                  <a:cubicBezTo>
                    <a:pt x="35108" y="36996"/>
                    <a:pt x="35047" y="37003"/>
                    <a:pt x="34991" y="37003"/>
                  </a:cubicBezTo>
                  <a:cubicBezTo>
                    <a:pt x="34848" y="37003"/>
                    <a:pt x="34726" y="36959"/>
                    <a:pt x="34570" y="36827"/>
                  </a:cubicBezTo>
                  <a:cubicBezTo>
                    <a:pt x="33846" y="36217"/>
                    <a:pt x="33198" y="35531"/>
                    <a:pt x="32828" y="34639"/>
                  </a:cubicBezTo>
                  <a:cubicBezTo>
                    <a:pt x="32676" y="34279"/>
                    <a:pt x="32490" y="33969"/>
                    <a:pt x="32180" y="33735"/>
                  </a:cubicBezTo>
                  <a:cubicBezTo>
                    <a:pt x="32000" y="33626"/>
                    <a:pt x="31881" y="33430"/>
                    <a:pt x="31668" y="33370"/>
                  </a:cubicBezTo>
                  <a:cubicBezTo>
                    <a:pt x="31594" y="33348"/>
                    <a:pt x="31531" y="33337"/>
                    <a:pt x="31478" y="33337"/>
                  </a:cubicBezTo>
                  <a:cubicBezTo>
                    <a:pt x="31312" y="33337"/>
                    <a:pt x="31255" y="33450"/>
                    <a:pt x="31309" y="33686"/>
                  </a:cubicBezTo>
                  <a:cubicBezTo>
                    <a:pt x="31391" y="34040"/>
                    <a:pt x="31451" y="34399"/>
                    <a:pt x="31489" y="34764"/>
                  </a:cubicBezTo>
                  <a:cubicBezTo>
                    <a:pt x="31500" y="34900"/>
                    <a:pt x="31521" y="35047"/>
                    <a:pt x="31287" y="35047"/>
                  </a:cubicBezTo>
                  <a:cubicBezTo>
                    <a:pt x="30917" y="35047"/>
                    <a:pt x="30895" y="35085"/>
                    <a:pt x="30901" y="35477"/>
                  </a:cubicBezTo>
                  <a:cubicBezTo>
                    <a:pt x="31287" y="36141"/>
                    <a:pt x="31576" y="36854"/>
                    <a:pt x="31973" y="37508"/>
                  </a:cubicBezTo>
                  <a:cubicBezTo>
                    <a:pt x="32294" y="38036"/>
                    <a:pt x="32529" y="38596"/>
                    <a:pt x="32676" y="39201"/>
                  </a:cubicBezTo>
                  <a:cubicBezTo>
                    <a:pt x="32861" y="39974"/>
                    <a:pt x="32959" y="40774"/>
                    <a:pt x="33361" y="41487"/>
                  </a:cubicBezTo>
                  <a:cubicBezTo>
                    <a:pt x="33557" y="42249"/>
                    <a:pt x="33770" y="43006"/>
                    <a:pt x="33982" y="43763"/>
                  </a:cubicBezTo>
                  <a:cubicBezTo>
                    <a:pt x="34331" y="44982"/>
                    <a:pt x="34706" y="46196"/>
                    <a:pt x="34891" y="47459"/>
                  </a:cubicBezTo>
                  <a:cubicBezTo>
                    <a:pt x="34918" y="47655"/>
                    <a:pt x="34973" y="47851"/>
                    <a:pt x="34913" y="48053"/>
                  </a:cubicBezTo>
                  <a:cubicBezTo>
                    <a:pt x="34787" y="48213"/>
                    <a:pt x="34654" y="48293"/>
                    <a:pt x="34513" y="48293"/>
                  </a:cubicBezTo>
                  <a:cubicBezTo>
                    <a:pt x="34404" y="48293"/>
                    <a:pt x="34291" y="48245"/>
                    <a:pt x="34173" y="48151"/>
                  </a:cubicBezTo>
                  <a:cubicBezTo>
                    <a:pt x="34026" y="48031"/>
                    <a:pt x="33933" y="47867"/>
                    <a:pt x="33857" y="47693"/>
                  </a:cubicBezTo>
                  <a:cubicBezTo>
                    <a:pt x="33726" y="47416"/>
                    <a:pt x="33617" y="47132"/>
                    <a:pt x="33410" y="46904"/>
                  </a:cubicBezTo>
                  <a:cubicBezTo>
                    <a:pt x="33204" y="46664"/>
                    <a:pt x="32964" y="46447"/>
                    <a:pt x="32752" y="46212"/>
                  </a:cubicBezTo>
                  <a:cubicBezTo>
                    <a:pt x="31973" y="45374"/>
                    <a:pt x="31037" y="44704"/>
                    <a:pt x="30215" y="43915"/>
                  </a:cubicBezTo>
                  <a:cubicBezTo>
                    <a:pt x="29224" y="42962"/>
                    <a:pt x="28282" y="41977"/>
                    <a:pt x="27547" y="40812"/>
                  </a:cubicBezTo>
                  <a:cubicBezTo>
                    <a:pt x="26997" y="39930"/>
                    <a:pt x="26546" y="38994"/>
                    <a:pt x="26012" y="38106"/>
                  </a:cubicBezTo>
                  <a:cubicBezTo>
                    <a:pt x="25826" y="37794"/>
                    <a:pt x="25638" y="37482"/>
                    <a:pt x="25456" y="37177"/>
                  </a:cubicBezTo>
                  <a:lnTo>
                    <a:pt x="25456" y="37177"/>
                  </a:lnTo>
                  <a:cubicBezTo>
                    <a:pt x="25810" y="37758"/>
                    <a:pt x="26186" y="38324"/>
                    <a:pt x="26497" y="38934"/>
                  </a:cubicBezTo>
                  <a:cubicBezTo>
                    <a:pt x="27564" y="41013"/>
                    <a:pt x="29110" y="42701"/>
                    <a:pt x="30830" y="44247"/>
                  </a:cubicBezTo>
                  <a:cubicBezTo>
                    <a:pt x="31059" y="44454"/>
                    <a:pt x="31255" y="44694"/>
                    <a:pt x="31521" y="44857"/>
                  </a:cubicBezTo>
                  <a:cubicBezTo>
                    <a:pt x="31592" y="44900"/>
                    <a:pt x="31657" y="44985"/>
                    <a:pt x="31742" y="44985"/>
                  </a:cubicBezTo>
                  <a:cubicBezTo>
                    <a:pt x="31776" y="44985"/>
                    <a:pt x="31812" y="44972"/>
                    <a:pt x="31853" y="44939"/>
                  </a:cubicBezTo>
                  <a:cubicBezTo>
                    <a:pt x="31950" y="44708"/>
                    <a:pt x="32027" y="44595"/>
                    <a:pt x="32126" y="44595"/>
                  </a:cubicBezTo>
                  <a:cubicBezTo>
                    <a:pt x="32211" y="44595"/>
                    <a:pt x="32311" y="44679"/>
                    <a:pt x="32452" y="44846"/>
                  </a:cubicBezTo>
                  <a:cubicBezTo>
                    <a:pt x="32534" y="44944"/>
                    <a:pt x="32610" y="45047"/>
                    <a:pt x="32697" y="45145"/>
                  </a:cubicBezTo>
                  <a:cubicBezTo>
                    <a:pt x="32763" y="45220"/>
                    <a:pt x="32832" y="45323"/>
                    <a:pt x="32930" y="45323"/>
                  </a:cubicBezTo>
                  <a:cubicBezTo>
                    <a:pt x="32946" y="45323"/>
                    <a:pt x="32963" y="45320"/>
                    <a:pt x="32980" y="45314"/>
                  </a:cubicBezTo>
                  <a:cubicBezTo>
                    <a:pt x="33116" y="45271"/>
                    <a:pt x="33100" y="45118"/>
                    <a:pt x="33100" y="45009"/>
                  </a:cubicBezTo>
                  <a:cubicBezTo>
                    <a:pt x="33089" y="44481"/>
                    <a:pt x="32975" y="43980"/>
                    <a:pt x="32735" y="43507"/>
                  </a:cubicBezTo>
                  <a:cubicBezTo>
                    <a:pt x="32224" y="42489"/>
                    <a:pt x="31864" y="41422"/>
                    <a:pt x="31745" y="40284"/>
                  </a:cubicBezTo>
                  <a:cubicBezTo>
                    <a:pt x="31696" y="39772"/>
                    <a:pt x="31570" y="39282"/>
                    <a:pt x="31342" y="38825"/>
                  </a:cubicBezTo>
                  <a:cubicBezTo>
                    <a:pt x="30765" y="37693"/>
                    <a:pt x="30280" y="36506"/>
                    <a:pt x="29464" y="35510"/>
                  </a:cubicBezTo>
                  <a:cubicBezTo>
                    <a:pt x="29352" y="35387"/>
                    <a:pt x="29221" y="35339"/>
                    <a:pt x="29078" y="35339"/>
                  </a:cubicBezTo>
                  <a:cubicBezTo>
                    <a:pt x="29025" y="35339"/>
                    <a:pt x="28970" y="35345"/>
                    <a:pt x="28914" y="35357"/>
                  </a:cubicBezTo>
                  <a:cubicBezTo>
                    <a:pt x="28587" y="35423"/>
                    <a:pt x="28293" y="35531"/>
                    <a:pt x="28037" y="35771"/>
                  </a:cubicBezTo>
                  <a:cubicBezTo>
                    <a:pt x="27816" y="35980"/>
                    <a:pt x="27623" y="36082"/>
                    <a:pt x="27440" y="36082"/>
                  </a:cubicBezTo>
                  <a:cubicBezTo>
                    <a:pt x="27236" y="36082"/>
                    <a:pt x="27043" y="35955"/>
                    <a:pt x="26834" y="35706"/>
                  </a:cubicBezTo>
                  <a:cubicBezTo>
                    <a:pt x="26733" y="35581"/>
                    <a:pt x="26608" y="35508"/>
                    <a:pt x="26457" y="35508"/>
                  </a:cubicBezTo>
                  <a:cubicBezTo>
                    <a:pt x="26429" y="35508"/>
                    <a:pt x="26401" y="35510"/>
                    <a:pt x="26371" y="35515"/>
                  </a:cubicBezTo>
                  <a:cubicBezTo>
                    <a:pt x="26340" y="35520"/>
                    <a:pt x="26310" y="35522"/>
                    <a:pt x="26280" y="35522"/>
                  </a:cubicBezTo>
                  <a:cubicBezTo>
                    <a:pt x="26095" y="35522"/>
                    <a:pt x="25944" y="35437"/>
                    <a:pt x="25789" y="35325"/>
                  </a:cubicBezTo>
                  <a:cubicBezTo>
                    <a:pt x="25408" y="35052"/>
                    <a:pt x="25130" y="34688"/>
                    <a:pt x="24836" y="34334"/>
                  </a:cubicBezTo>
                  <a:cubicBezTo>
                    <a:pt x="24763" y="34247"/>
                    <a:pt x="24658" y="34136"/>
                    <a:pt x="24546" y="34136"/>
                  </a:cubicBezTo>
                  <a:cubicBezTo>
                    <a:pt x="24525" y="34136"/>
                    <a:pt x="24504" y="34140"/>
                    <a:pt x="24482" y="34149"/>
                  </a:cubicBezTo>
                  <a:cubicBezTo>
                    <a:pt x="24314" y="34214"/>
                    <a:pt x="24401" y="34394"/>
                    <a:pt x="24406" y="34530"/>
                  </a:cubicBezTo>
                  <a:cubicBezTo>
                    <a:pt x="24406" y="34573"/>
                    <a:pt x="24439" y="34628"/>
                    <a:pt x="24373" y="34704"/>
                  </a:cubicBezTo>
                  <a:cubicBezTo>
                    <a:pt x="24232" y="33789"/>
                    <a:pt x="24063" y="32913"/>
                    <a:pt x="23736" y="32074"/>
                  </a:cubicBezTo>
                  <a:cubicBezTo>
                    <a:pt x="23568" y="32134"/>
                    <a:pt x="23546" y="32270"/>
                    <a:pt x="23508" y="32390"/>
                  </a:cubicBezTo>
                  <a:cubicBezTo>
                    <a:pt x="23394" y="32766"/>
                    <a:pt x="23306" y="33141"/>
                    <a:pt x="23290" y="33533"/>
                  </a:cubicBezTo>
                  <a:cubicBezTo>
                    <a:pt x="23285" y="33670"/>
                    <a:pt x="23328" y="33822"/>
                    <a:pt x="23187" y="33925"/>
                  </a:cubicBezTo>
                  <a:cubicBezTo>
                    <a:pt x="23165" y="34018"/>
                    <a:pt x="23143" y="34143"/>
                    <a:pt x="23214" y="34187"/>
                  </a:cubicBezTo>
                  <a:cubicBezTo>
                    <a:pt x="23557" y="34404"/>
                    <a:pt x="23328" y="34557"/>
                    <a:pt x="23170" y="34726"/>
                  </a:cubicBezTo>
                  <a:cubicBezTo>
                    <a:pt x="23149" y="34796"/>
                    <a:pt x="23170" y="34856"/>
                    <a:pt x="23198" y="34922"/>
                  </a:cubicBezTo>
                  <a:cubicBezTo>
                    <a:pt x="23219" y="34949"/>
                    <a:pt x="23236" y="34982"/>
                    <a:pt x="23257" y="35003"/>
                  </a:cubicBezTo>
                  <a:cubicBezTo>
                    <a:pt x="23421" y="35259"/>
                    <a:pt x="23453" y="35553"/>
                    <a:pt x="23508" y="35842"/>
                  </a:cubicBezTo>
                  <a:cubicBezTo>
                    <a:pt x="23867" y="37578"/>
                    <a:pt x="24569" y="39163"/>
                    <a:pt x="25571" y="40622"/>
                  </a:cubicBezTo>
                  <a:cubicBezTo>
                    <a:pt x="25680" y="40703"/>
                    <a:pt x="25751" y="40807"/>
                    <a:pt x="25822" y="40921"/>
                  </a:cubicBezTo>
                  <a:cubicBezTo>
                    <a:pt x="26371" y="41846"/>
                    <a:pt x="27014" y="42696"/>
                    <a:pt x="27890" y="43338"/>
                  </a:cubicBezTo>
                  <a:cubicBezTo>
                    <a:pt x="27988" y="43409"/>
                    <a:pt x="28064" y="43507"/>
                    <a:pt x="28097" y="43621"/>
                  </a:cubicBezTo>
                  <a:cubicBezTo>
                    <a:pt x="28157" y="43795"/>
                    <a:pt x="28271" y="43926"/>
                    <a:pt x="28397" y="44051"/>
                  </a:cubicBezTo>
                  <a:cubicBezTo>
                    <a:pt x="29072" y="44743"/>
                    <a:pt x="29796" y="45380"/>
                    <a:pt x="30590" y="45935"/>
                  </a:cubicBezTo>
                  <a:cubicBezTo>
                    <a:pt x="30765" y="46060"/>
                    <a:pt x="30917" y="46207"/>
                    <a:pt x="30982" y="46419"/>
                  </a:cubicBezTo>
                  <a:cubicBezTo>
                    <a:pt x="31054" y="46643"/>
                    <a:pt x="30976" y="46771"/>
                    <a:pt x="30777" y="46771"/>
                  </a:cubicBezTo>
                  <a:cubicBezTo>
                    <a:pt x="30748" y="46771"/>
                    <a:pt x="30717" y="46768"/>
                    <a:pt x="30683" y="46762"/>
                  </a:cubicBezTo>
                  <a:cubicBezTo>
                    <a:pt x="30612" y="46751"/>
                    <a:pt x="30552" y="46713"/>
                    <a:pt x="30482" y="46697"/>
                  </a:cubicBezTo>
                  <a:cubicBezTo>
                    <a:pt x="29861" y="46523"/>
                    <a:pt x="29425" y="46055"/>
                    <a:pt x="28919" y="45690"/>
                  </a:cubicBezTo>
                  <a:cubicBezTo>
                    <a:pt x="27683" y="44786"/>
                    <a:pt x="26513" y="43812"/>
                    <a:pt x="25473" y="42679"/>
                  </a:cubicBezTo>
                  <a:cubicBezTo>
                    <a:pt x="25266" y="42456"/>
                    <a:pt x="25097" y="42113"/>
                    <a:pt x="24711" y="42108"/>
                  </a:cubicBezTo>
                  <a:cubicBezTo>
                    <a:pt x="24700" y="42108"/>
                    <a:pt x="24688" y="42109"/>
                    <a:pt x="24677" y="42109"/>
                  </a:cubicBezTo>
                  <a:cubicBezTo>
                    <a:pt x="24536" y="42109"/>
                    <a:pt x="24427" y="42044"/>
                    <a:pt x="24346" y="41928"/>
                  </a:cubicBezTo>
                  <a:cubicBezTo>
                    <a:pt x="24112" y="41585"/>
                    <a:pt x="23780" y="41318"/>
                    <a:pt x="23557" y="40981"/>
                  </a:cubicBezTo>
                  <a:cubicBezTo>
                    <a:pt x="23078" y="40246"/>
                    <a:pt x="22359" y="39674"/>
                    <a:pt x="22120" y="38781"/>
                  </a:cubicBezTo>
                  <a:cubicBezTo>
                    <a:pt x="22082" y="38645"/>
                    <a:pt x="21978" y="38536"/>
                    <a:pt x="21891" y="38422"/>
                  </a:cubicBezTo>
                  <a:cubicBezTo>
                    <a:pt x="21635" y="38085"/>
                    <a:pt x="21439" y="37714"/>
                    <a:pt x="21265" y="37322"/>
                  </a:cubicBezTo>
                  <a:cubicBezTo>
                    <a:pt x="21213" y="37238"/>
                    <a:pt x="21137" y="37129"/>
                    <a:pt x="21054" y="37129"/>
                  </a:cubicBezTo>
                  <a:cubicBezTo>
                    <a:pt x="21041" y="37129"/>
                    <a:pt x="21028" y="37131"/>
                    <a:pt x="21014" y="37137"/>
                  </a:cubicBezTo>
                  <a:cubicBezTo>
                    <a:pt x="20900" y="37186"/>
                    <a:pt x="20884" y="37339"/>
                    <a:pt x="20922" y="37469"/>
                  </a:cubicBezTo>
                  <a:cubicBezTo>
                    <a:pt x="21042" y="37742"/>
                    <a:pt x="20895" y="37970"/>
                    <a:pt x="20802" y="38199"/>
                  </a:cubicBezTo>
                  <a:cubicBezTo>
                    <a:pt x="20723" y="38379"/>
                    <a:pt x="20643" y="38657"/>
                    <a:pt x="20444" y="38657"/>
                  </a:cubicBezTo>
                  <a:cubicBezTo>
                    <a:pt x="20438" y="38657"/>
                    <a:pt x="20432" y="38657"/>
                    <a:pt x="20427" y="38656"/>
                  </a:cubicBezTo>
                  <a:cubicBezTo>
                    <a:pt x="20214" y="38640"/>
                    <a:pt x="20236" y="38340"/>
                    <a:pt x="20187" y="38155"/>
                  </a:cubicBezTo>
                  <a:cubicBezTo>
                    <a:pt x="20078" y="37769"/>
                    <a:pt x="19958" y="37404"/>
                    <a:pt x="19479" y="37339"/>
                  </a:cubicBezTo>
                  <a:cubicBezTo>
                    <a:pt x="19398" y="37328"/>
                    <a:pt x="19332" y="37268"/>
                    <a:pt x="19267" y="37214"/>
                  </a:cubicBezTo>
                  <a:cubicBezTo>
                    <a:pt x="18810" y="36839"/>
                    <a:pt x="18307" y="36664"/>
                    <a:pt x="17760" y="36664"/>
                  </a:cubicBezTo>
                  <a:cubicBezTo>
                    <a:pt x="17583" y="36664"/>
                    <a:pt x="17401" y="36682"/>
                    <a:pt x="17215" y="36718"/>
                  </a:cubicBezTo>
                  <a:cubicBezTo>
                    <a:pt x="17142" y="36732"/>
                    <a:pt x="17071" y="36738"/>
                    <a:pt x="17002" y="36738"/>
                  </a:cubicBezTo>
                  <a:cubicBezTo>
                    <a:pt x="16764" y="36738"/>
                    <a:pt x="16547" y="36657"/>
                    <a:pt x="16365" y="36484"/>
                  </a:cubicBezTo>
                  <a:cubicBezTo>
                    <a:pt x="16071" y="36212"/>
                    <a:pt x="15761" y="35961"/>
                    <a:pt x="15462" y="35700"/>
                  </a:cubicBezTo>
                  <a:cubicBezTo>
                    <a:pt x="15271" y="35673"/>
                    <a:pt x="15081" y="35651"/>
                    <a:pt x="14890" y="35629"/>
                  </a:cubicBezTo>
                  <a:cubicBezTo>
                    <a:pt x="14837" y="35692"/>
                    <a:pt x="14784" y="35714"/>
                    <a:pt x="14731" y="35714"/>
                  </a:cubicBezTo>
                  <a:cubicBezTo>
                    <a:pt x="14659" y="35714"/>
                    <a:pt x="14587" y="35673"/>
                    <a:pt x="14514" y="35635"/>
                  </a:cubicBezTo>
                  <a:cubicBezTo>
                    <a:pt x="14286" y="35504"/>
                    <a:pt x="14155" y="35303"/>
                    <a:pt x="14062" y="35069"/>
                  </a:cubicBezTo>
                  <a:cubicBezTo>
                    <a:pt x="13883" y="34617"/>
                    <a:pt x="13627" y="34203"/>
                    <a:pt x="13393" y="33784"/>
                  </a:cubicBezTo>
                  <a:cubicBezTo>
                    <a:pt x="13358" y="33724"/>
                    <a:pt x="13314" y="33646"/>
                    <a:pt x="13231" y="33646"/>
                  </a:cubicBezTo>
                  <a:cubicBezTo>
                    <a:pt x="13224" y="33646"/>
                    <a:pt x="13216" y="33646"/>
                    <a:pt x="13208" y="33648"/>
                  </a:cubicBezTo>
                  <a:cubicBezTo>
                    <a:pt x="13104" y="33664"/>
                    <a:pt x="13061" y="33757"/>
                    <a:pt x="13061" y="33855"/>
                  </a:cubicBezTo>
                  <a:cubicBezTo>
                    <a:pt x="13055" y="34078"/>
                    <a:pt x="13055" y="34301"/>
                    <a:pt x="13072" y="34524"/>
                  </a:cubicBezTo>
                  <a:cubicBezTo>
                    <a:pt x="13104" y="34992"/>
                    <a:pt x="13306" y="35423"/>
                    <a:pt x="13404" y="35874"/>
                  </a:cubicBezTo>
                  <a:cubicBezTo>
                    <a:pt x="13349" y="35790"/>
                    <a:pt x="13367" y="35636"/>
                    <a:pt x="13224" y="35636"/>
                  </a:cubicBezTo>
                  <a:cubicBezTo>
                    <a:pt x="13211" y="35636"/>
                    <a:pt x="13197" y="35638"/>
                    <a:pt x="13181" y="35640"/>
                  </a:cubicBezTo>
                  <a:cubicBezTo>
                    <a:pt x="13208" y="35989"/>
                    <a:pt x="13284" y="36321"/>
                    <a:pt x="13475" y="36626"/>
                  </a:cubicBezTo>
                  <a:cubicBezTo>
                    <a:pt x="13490" y="36623"/>
                    <a:pt x="13505" y="36621"/>
                    <a:pt x="13519" y="36621"/>
                  </a:cubicBezTo>
                  <a:cubicBezTo>
                    <a:pt x="13658" y="36621"/>
                    <a:pt x="13682" y="36765"/>
                    <a:pt x="13741" y="36854"/>
                  </a:cubicBezTo>
                  <a:cubicBezTo>
                    <a:pt x="14008" y="37241"/>
                    <a:pt x="14193" y="37676"/>
                    <a:pt x="14476" y="38052"/>
                  </a:cubicBezTo>
                  <a:cubicBezTo>
                    <a:pt x="15075" y="38830"/>
                    <a:pt x="15864" y="39407"/>
                    <a:pt x="16550" y="40093"/>
                  </a:cubicBezTo>
                  <a:cubicBezTo>
                    <a:pt x="17449" y="40981"/>
                    <a:pt x="18570" y="41547"/>
                    <a:pt x="19594" y="42255"/>
                  </a:cubicBezTo>
                  <a:cubicBezTo>
                    <a:pt x="20329" y="42761"/>
                    <a:pt x="21123" y="43180"/>
                    <a:pt x="21804" y="43768"/>
                  </a:cubicBezTo>
                  <a:cubicBezTo>
                    <a:pt x="21962" y="43899"/>
                    <a:pt x="22141" y="43980"/>
                    <a:pt x="22326" y="44062"/>
                  </a:cubicBezTo>
                  <a:cubicBezTo>
                    <a:pt x="22735" y="44236"/>
                    <a:pt x="23170" y="44367"/>
                    <a:pt x="23508" y="44683"/>
                  </a:cubicBezTo>
                  <a:cubicBezTo>
                    <a:pt x="23595" y="44748"/>
                    <a:pt x="23687" y="44786"/>
                    <a:pt x="23785" y="44830"/>
                  </a:cubicBezTo>
                  <a:cubicBezTo>
                    <a:pt x="25386" y="45592"/>
                    <a:pt x="27079" y="46136"/>
                    <a:pt x="28691" y="46888"/>
                  </a:cubicBezTo>
                  <a:cubicBezTo>
                    <a:pt x="29050" y="46975"/>
                    <a:pt x="29376" y="47138"/>
                    <a:pt x="29649" y="47388"/>
                  </a:cubicBezTo>
                  <a:cubicBezTo>
                    <a:pt x="29823" y="47546"/>
                    <a:pt x="29932" y="47775"/>
                    <a:pt x="29834" y="47993"/>
                  </a:cubicBezTo>
                  <a:cubicBezTo>
                    <a:pt x="29774" y="48129"/>
                    <a:pt x="29664" y="48167"/>
                    <a:pt x="29541" y="48167"/>
                  </a:cubicBezTo>
                  <a:cubicBezTo>
                    <a:pt x="29452" y="48167"/>
                    <a:pt x="29357" y="48147"/>
                    <a:pt x="29268" y="48129"/>
                  </a:cubicBezTo>
                  <a:cubicBezTo>
                    <a:pt x="28576" y="47982"/>
                    <a:pt x="27890" y="47829"/>
                    <a:pt x="27188" y="47737"/>
                  </a:cubicBezTo>
                  <a:cubicBezTo>
                    <a:pt x="26213" y="47617"/>
                    <a:pt x="25304" y="47247"/>
                    <a:pt x="24390" y="46882"/>
                  </a:cubicBezTo>
                  <a:cubicBezTo>
                    <a:pt x="22784" y="46240"/>
                    <a:pt x="21227" y="45483"/>
                    <a:pt x="19664" y="44726"/>
                  </a:cubicBezTo>
                  <a:cubicBezTo>
                    <a:pt x="18880" y="44345"/>
                    <a:pt x="18113" y="43937"/>
                    <a:pt x="17302" y="43610"/>
                  </a:cubicBezTo>
                  <a:cubicBezTo>
                    <a:pt x="17019" y="43496"/>
                    <a:pt x="16735" y="43376"/>
                    <a:pt x="16485" y="43197"/>
                  </a:cubicBezTo>
                  <a:cubicBezTo>
                    <a:pt x="15837" y="42745"/>
                    <a:pt x="15102" y="42483"/>
                    <a:pt x="14373" y="42217"/>
                  </a:cubicBezTo>
                  <a:cubicBezTo>
                    <a:pt x="14290" y="42187"/>
                    <a:pt x="14204" y="42147"/>
                    <a:pt x="14116" y="42147"/>
                  </a:cubicBezTo>
                  <a:cubicBezTo>
                    <a:pt x="14059" y="42147"/>
                    <a:pt x="14001" y="42164"/>
                    <a:pt x="13943" y="42211"/>
                  </a:cubicBezTo>
                  <a:cubicBezTo>
                    <a:pt x="13812" y="42527"/>
                    <a:pt x="13834" y="42854"/>
                    <a:pt x="13828" y="43186"/>
                  </a:cubicBezTo>
                  <a:cubicBezTo>
                    <a:pt x="13828" y="43602"/>
                    <a:pt x="13713" y="43736"/>
                    <a:pt x="13309" y="43736"/>
                  </a:cubicBezTo>
                  <a:cubicBezTo>
                    <a:pt x="13301" y="43736"/>
                    <a:pt x="13292" y="43736"/>
                    <a:pt x="13284" y="43735"/>
                  </a:cubicBezTo>
                  <a:cubicBezTo>
                    <a:pt x="13260" y="43735"/>
                    <a:pt x="13236" y="43735"/>
                    <a:pt x="13212" y="43735"/>
                  </a:cubicBezTo>
                  <a:cubicBezTo>
                    <a:pt x="12774" y="43735"/>
                    <a:pt x="12346" y="43781"/>
                    <a:pt x="11912" y="43812"/>
                  </a:cubicBezTo>
                  <a:cubicBezTo>
                    <a:pt x="11689" y="43828"/>
                    <a:pt x="11515" y="43915"/>
                    <a:pt x="11558" y="44149"/>
                  </a:cubicBezTo>
                  <a:cubicBezTo>
                    <a:pt x="11645" y="44601"/>
                    <a:pt x="11607" y="45058"/>
                    <a:pt x="11667" y="45510"/>
                  </a:cubicBezTo>
                  <a:cubicBezTo>
                    <a:pt x="11732" y="45984"/>
                    <a:pt x="11956" y="46376"/>
                    <a:pt x="12320" y="46686"/>
                  </a:cubicBezTo>
                  <a:cubicBezTo>
                    <a:pt x="12397" y="46751"/>
                    <a:pt x="12527" y="46806"/>
                    <a:pt x="12489" y="46931"/>
                  </a:cubicBezTo>
                  <a:cubicBezTo>
                    <a:pt x="12451" y="47040"/>
                    <a:pt x="12320" y="47040"/>
                    <a:pt x="12222" y="47078"/>
                  </a:cubicBezTo>
                  <a:cubicBezTo>
                    <a:pt x="12126" y="47115"/>
                    <a:pt x="12031" y="47129"/>
                    <a:pt x="11938" y="47129"/>
                  </a:cubicBezTo>
                  <a:cubicBezTo>
                    <a:pt x="11754" y="47129"/>
                    <a:pt x="11576" y="47072"/>
                    <a:pt x="11395" y="47018"/>
                  </a:cubicBezTo>
                  <a:cubicBezTo>
                    <a:pt x="11235" y="46968"/>
                    <a:pt x="11073" y="46926"/>
                    <a:pt x="10910" y="46926"/>
                  </a:cubicBezTo>
                  <a:cubicBezTo>
                    <a:pt x="10807" y="46926"/>
                    <a:pt x="10704" y="46943"/>
                    <a:pt x="10600" y="46986"/>
                  </a:cubicBezTo>
                  <a:cubicBezTo>
                    <a:pt x="10126" y="47192"/>
                    <a:pt x="9626" y="47345"/>
                    <a:pt x="9201" y="47655"/>
                  </a:cubicBezTo>
                  <a:cubicBezTo>
                    <a:pt x="9010" y="47791"/>
                    <a:pt x="8793" y="47911"/>
                    <a:pt x="8564" y="47949"/>
                  </a:cubicBezTo>
                  <a:cubicBezTo>
                    <a:pt x="7764" y="48069"/>
                    <a:pt x="7083" y="48515"/>
                    <a:pt x="6294" y="48695"/>
                  </a:cubicBezTo>
                  <a:cubicBezTo>
                    <a:pt x="5423" y="48896"/>
                    <a:pt x="4748" y="49566"/>
                    <a:pt x="4002" y="50056"/>
                  </a:cubicBezTo>
                  <a:cubicBezTo>
                    <a:pt x="3964" y="50083"/>
                    <a:pt x="3931" y="50121"/>
                    <a:pt x="3904" y="50159"/>
                  </a:cubicBezTo>
                  <a:cubicBezTo>
                    <a:pt x="3871" y="50208"/>
                    <a:pt x="3833" y="50263"/>
                    <a:pt x="3860" y="50323"/>
                  </a:cubicBezTo>
                  <a:cubicBezTo>
                    <a:pt x="3883" y="50386"/>
                    <a:pt x="3943" y="50400"/>
                    <a:pt x="4003" y="50400"/>
                  </a:cubicBezTo>
                  <a:cubicBezTo>
                    <a:pt x="4016" y="50400"/>
                    <a:pt x="4028" y="50400"/>
                    <a:pt x="4040" y="50399"/>
                  </a:cubicBezTo>
                  <a:cubicBezTo>
                    <a:pt x="4231" y="50377"/>
                    <a:pt x="4399" y="50290"/>
                    <a:pt x="4568" y="50203"/>
                  </a:cubicBezTo>
                  <a:cubicBezTo>
                    <a:pt x="5200" y="49877"/>
                    <a:pt x="5847" y="49719"/>
                    <a:pt x="6506" y="49719"/>
                  </a:cubicBezTo>
                  <a:cubicBezTo>
                    <a:pt x="6949" y="49719"/>
                    <a:pt x="7398" y="49791"/>
                    <a:pt x="7851" y="49931"/>
                  </a:cubicBezTo>
                  <a:cubicBezTo>
                    <a:pt x="7945" y="49960"/>
                    <a:pt x="8032" y="49975"/>
                    <a:pt x="8113" y="49975"/>
                  </a:cubicBezTo>
                  <a:cubicBezTo>
                    <a:pt x="8290" y="49975"/>
                    <a:pt x="8439" y="49901"/>
                    <a:pt x="8569" y="49729"/>
                  </a:cubicBezTo>
                  <a:cubicBezTo>
                    <a:pt x="8605" y="49682"/>
                    <a:pt x="8624" y="49665"/>
                    <a:pt x="8633" y="49665"/>
                  </a:cubicBezTo>
                  <a:cubicBezTo>
                    <a:pt x="8659" y="49665"/>
                    <a:pt x="8616" y="49790"/>
                    <a:pt x="8642" y="49790"/>
                  </a:cubicBezTo>
                  <a:cubicBezTo>
                    <a:pt x="8647" y="49790"/>
                    <a:pt x="8653" y="49787"/>
                    <a:pt x="8662" y="49778"/>
                  </a:cubicBezTo>
                  <a:cubicBezTo>
                    <a:pt x="8945" y="49637"/>
                    <a:pt x="9021" y="49288"/>
                    <a:pt x="9277" y="49130"/>
                  </a:cubicBezTo>
                  <a:cubicBezTo>
                    <a:pt x="9583" y="48943"/>
                    <a:pt x="9826" y="48558"/>
                    <a:pt x="10208" y="48558"/>
                  </a:cubicBezTo>
                  <a:cubicBezTo>
                    <a:pt x="10315" y="48558"/>
                    <a:pt x="10434" y="48588"/>
                    <a:pt x="10567" y="48662"/>
                  </a:cubicBezTo>
                  <a:cubicBezTo>
                    <a:pt x="10943" y="48722"/>
                    <a:pt x="11297" y="48853"/>
                    <a:pt x="11596" y="49087"/>
                  </a:cubicBezTo>
                  <a:cubicBezTo>
                    <a:pt x="12065" y="49457"/>
                    <a:pt x="12593" y="49707"/>
                    <a:pt x="13159" y="49876"/>
                  </a:cubicBezTo>
                  <a:cubicBezTo>
                    <a:pt x="13534" y="49991"/>
                    <a:pt x="13883" y="50165"/>
                    <a:pt x="14215" y="50372"/>
                  </a:cubicBezTo>
                  <a:cubicBezTo>
                    <a:pt x="14514" y="50562"/>
                    <a:pt x="14514" y="50856"/>
                    <a:pt x="14220" y="51058"/>
                  </a:cubicBezTo>
                  <a:cubicBezTo>
                    <a:pt x="13948" y="51243"/>
                    <a:pt x="13654" y="51417"/>
                    <a:pt x="13333" y="51482"/>
                  </a:cubicBezTo>
                  <a:cubicBezTo>
                    <a:pt x="13147" y="51517"/>
                    <a:pt x="12958" y="51546"/>
                    <a:pt x="12774" y="51546"/>
                  </a:cubicBezTo>
                  <a:cubicBezTo>
                    <a:pt x="12468" y="51546"/>
                    <a:pt x="12174" y="51465"/>
                    <a:pt x="11923" y="51194"/>
                  </a:cubicBezTo>
                  <a:cubicBezTo>
                    <a:pt x="11575" y="50954"/>
                    <a:pt x="11302" y="50589"/>
                    <a:pt x="10851" y="50502"/>
                  </a:cubicBezTo>
                  <a:cubicBezTo>
                    <a:pt x="10732" y="50471"/>
                    <a:pt x="10617" y="50457"/>
                    <a:pt x="10504" y="50457"/>
                  </a:cubicBezTo>
                  <a:cubicBezTo>
                    <a:pt x="10133" y="50457"/>
                    <a:pt x="9787" y="50604"/>
                    <a:pt x="9441" y="50742"/>
                  </a:cubicBezTo>
                  <a:cubicBezTo>
                    <a:pt x="9386" y="50764"/>
                    <a:pt x="9326" y="50764"/>
                    <a:pt x="9272" y="50775"/>
                  </a:cubicBezTo>
                  <a:cubicBezTo>
                    <a:pt x="7976" y="51030"/>
                    <a:pt x="6664" y="51123"/>
                    <a:pt x="5363" y="51313"/>
                  </a:cubicBezTo>
                  <a:cubicBezTo>
                    <a:pt x="5039" y="51360"/>
                    <a:pt x="4716" y="51385"/>
                    <a:pt x="4393" y="51385"/>
                  </a:cubicBezTo>
                  <a:cubicBezTo>
                    <a:pt x="3955" y="51385"/>
                    <a:pt x="3520" y="51338"/>
                    <a:pt x="3087" y="51232"/>
                  </a:cubicBezTo>
                  <a:cubicBezTo>
                    <a:pt x="2933" y="51194"/>
                    <a:pt x="2782" y="51173"/>
                    <a:pt x="2635" y="51173"/>
                  </a:cubicBezTo>
                  <a:cubicBezTo>
                    <a:pt x="2336" y="51173"/>
                    <a:pt x="2054" y="51260"/>
                    <a:pt x="1792" y="51471"/>
                  </a:cubicBezTo>
                  <a:cubicBezTo>
                    <a:pt x="1558" y="51606"/>
                    <a:pt x="1332" y="51716"/>
                    <a:pt x="1107" y="51716"/>
                  </a:cubicBezTo>
                  <a:cubicBezTo>
                    <a:pt x="912" y="51716"/>
                    <a:pt x="717" y="51634"/>
                    <a:pt x="518" y="51411"/>
                  </a:cubicBezTo>
                  <a:cubicBezTo>
                    <a:pt x="376" y="51248"/>
                    <a:pt x="333" y="51079"/>
                    <a:pt x="240" y="50911"/>
                  </a:cubicBezTo>
                  <a:cubicBezTo>
                    <a:pt x="211" y="50857"/>
                    <a:pt x="191" y="50782"/>
                    <a:pt x="128" y="50782"/>
                  </a:cubicBezTo>
                  <a:cubicBezTo>
                    <a:pt x="121" y="50782"/>
                    <a:pt x="113" y="50783"/>
                    <a:pt x="104" y="50785"/>
                  </a:cubicBezTo>
                  <a:cubicBezTo>
                    <a:pt x="1" y="50818"/>
                    <a:pt x="33" y="50916"/>
                    <a:pt x="44" y="50992"/>
                  </a:cubicBezTo>
                  <a:cubicBezTo>
                    <a:pt x="61" y="51248"/>
                    <a:pt x="66" y="51504"/>
                    <a:pt x="77" y="51760"/>
                  </a:cubicBezTo>
                  <a:cubicBezTo>
                    <a:pt x="88" y="52228"/>
                    <a:pt x="344" y="52636"/>
                    <a:pt x="785" y="52778"/>
                  </a:cubicBezTo>
                  <a:cubicBezTo>
                    <a:pt x="1378" y="52968"/>
                    <a:pt x="1955" y="53192"/>
                    <a:pt x="2538" y="53399"/>
                  </a:cubicBezTo>
                  <a:cubicBezTo>
                    <a:pt x="2565" y="53402"/>
                    <a:pt x="2594" y="53404"/>
                    <a:pt x="2622" y="53404"/>
                  </a:cubicBezTo>
                  <a:cubicBezTo>
                    <a:pt x="2710" y="53404"/>
                    <a:pt x="2800" y="53388"/>
                    <a:pt x="2886" y="53371"/>
                  </a:cubicBezTo>
                  <a:cubicBezTo>
                    <a:pt x="3204" y="53318"/>
                    <a:pt x="3518" y="53294"/>
                    <a:pt x="3828" y="53294"/>
                  </a:cubicBezTo>
                  <a:cubicBezTo>
                    <a:pt x="4884" y="53294"/>
                    <a:pt x="5900" y="53577"/>
                    <a:pt x="6893" y="53981"/>
                  </a:cubicBezTo>
                  <a:cubicBezTo>
                    <a:pt x="7818" y="54242"/>
                    <a:pt x="8771" y="54319"/>
                    <a:pt x="9724" y="54335"/>
                  </a:cubicBezTo>
                  <a:cubicBezTo>
                    <a:pt x="9794" y="54336"/>
                    <a:pt x="9864" y="54336"/>
                    <a:pt x="9935" y="54336"/>
                  </a:cubicBezTo>
                  <a:cubicBezTo>
                    <a:pt x="10925" y="54336"/>
                    <a:pt x="11912" y="54236"/>
                    <a:pt x="12903" y="54221"/>
                  </a:cubicBezTo>
                  <a:cubicBezTo>
                    <a:pt x="14128" y="54200"/>
                    <a:pt x="15354" y="54127"/>
                    <a:pt x="16580" y="54127"/>
                  </a:cubicBezTo>
                  <a:cubicBezTo>
                    <a:pt x="16661" y="54127"/>
                    <a:pt x="16742" y="54127"/>
                    <a:pt x="16823" y="54128"/>
                  </a:cubicBezTo>
                  <a:cubicBezTo>
                    <a:pt x="17556" y="54136"/>
                    <a:pt x="18291" y="54161"/>
                    <a:pt x="19024" y="54161"/>
                  </a:cubicBezTo>
                  <a:cubicBezTo>
                    <a:pt x="19777" y="54161"/>
                    <a:pt x="20529" y="54135"/>
                    <a:pt x="21276" y="54035"/>
                  </a:cubicBezTo>
                  <a:cubicBezTo>
                    <a:pt x="23834" y="53698"/>
                    <a:pt x="26393" y="53366"/>
                    <a:pt x="28865" y="52560"/>
                  </a:cubicBezTo>
                  <a:cubicBezTo>
                    <a:pt x="29796" y="52255"/>
                    <a:pt x="30737" y="51994"/>
                    <a:pt x="31592" y="51499"/>
                  </a:cubicBezTo>
                  <a:cubicBezTo>
                    <a:pt x="31728" y="51390"/>
                    <a:pt x="31837" y="51248"/>
                    <a:pt x="32006" y="51172"/>
                  </a:cubicBezTo>
                  <a:cubicBezTo>
                    <a:pt x="32065" y="51146"/>
                    <a:pt x="32114" y="51133"/>
                    <a:pt x="32154" y="51133"/>
                  </a:cubicBezTo>
                  <a:cubicBezTo>
                    <a:pt x="32249" y="51133"/>
                    <a:pt x="32291" y="51207"/>
                    <a:pt x="32294" y="51357"/>
                  </a:cubicBezTo>
                  <a:cubicBezTo>
                    <a:pt x="32300" y="51700"/>
                    <a:pt x="32196" y="51978"/>
                    <a:pt x="31886" y="52163"/>
                  </a:cubicBezTo>
                  <a:cubicBezTo>
                    <a:pt x="31581" y="52348"/>
                    <a:pt x="31249" y="52478"/>
                    <a:pt x="30977" y="52707"/>
                  </a:cubicBezTo>
                  <a:cubicBezTo>
                    <a:pt x="29817" y="53698"/>
                    <a:pt x="28402" y="54221"/>
                    <a:pt x="27057" y="54857"/>
                  </a:cubicBezTo>
                  <a:cubicBezTo>
                    <a:pt x="26154" y="55288"/>
                    <a:pt x="25146" y="55451"/>
                    <a:pt x="24194" y="55756"/>
                  </a:cubicBezTo>
                  <a:cubicBezTo>
                    <a:pt x="23453" y="55990"/>
                    <a:pt x="22718" y="56257"/>
                    <a:pt x="21962" y="56436"/>
                  </a:cubicBezTo>
                  <a:cubicBezTo>
                    <a:pt x="20710" y="56725"/>
                    <a:pt x="19436" y="56910"/>
                    <a:pt x="18205" y="57275"/>
                  </a:cubicBezTo>
                  <a:cubicBezTo>
                    <a:pt x="17460" y="57498"/>
                    <a:pt x="16719" y="57737"/>
                    <a:pt x="15957" y="57901"/>
                  </a:cubicBezTo>
                  <a:cubicBezTo>
                    <a:pt x="14656" y="58184"/>
                    <a:pt x="13338" y="58380"/>
                    <a:pt x="12026" y="58608"/>
                  </a:cubicBezTo>
                  <a:cubicBezTo>
                    <a:pt x="11841" y="58641"/>
                    <a:pt x="11651" y="58641"/>
                    <a:pt x="11487" y="58761"/>
                  </a:cubicBezTo>
                  <a:cubicBezTo>
                    <a:pt x="11466" y="58995"/>
                    <a:pt x="11700" y="59142"/>
                    <a:pt x="11700" y="59381"/>
                  </a:cubicBezTo>
                  <a:cubicBezTo>
                    <a:pt x="11694" y="59605"/>
                    <a:pt x="11830" y="59730"/>
                    <a:pt x="12059" y="59795"/>
                  </a:cubicBezTo>
                  <a:cubicBezTo>
                    <a:pt x="12375" y="59888"/>
                    <a:pt x="12386" y="59948"/>
                    <a:pt x="12190" y="60236"/>
                  </a:cubicBezTo>
                  <a:cubicBezTo>
                    <a:pt x="11999" y="60514"/>
                    <a:pt x="11754" y="60726"/>
                    <a:pt x="11504" y="60944"/>
                  </a:cubicBezTo>
                  <a:cubicBezTo>
                    <a:pt x="11112" y="61287"/>
                    <a:pt x="11166" y="61652"/>
                    <a:pt x="11624" y="61902"/>
                  </a:cubicBezTo>
                  <a:cubicBezTo>
                    <a:pt x="11816" y="62006"/>
                    <a:pt x="12016" y="62046"/>
                    <a:pt x="12222" y="62046"/>
                  </a:cubicBezTo>
                  <a:cubicBezTo>
                    <a:pt x="12319" y="62046"/>
                    <a:pt x="12417" y="62037"/>
                    <a:pt x="12516" y="62022"/>
                  </a:cubicBezTo>
                  <a:cubicBezTo>
                    <a:pt x="13237" y="61922"/>
                    <a:pt x="13950" y="61748"/>
                    <a:pt x="14679" y="61748"/>
                  </a:cubicBezTo>
                  <a:cubicBezTo>
                    <a:pt x="14787" y="61748"/>
                    <a:pt x="14896" y="61752"/>
                    <a:pt x="15004" y="61760"/>
                  </a:cubicBezTo>
                  <a:cubicBezTo>
                    <a:pt x="15016" y="61761"/>
                    <a:pt x="15028" y="61761"/>
                    <a:pt x="15039" y="61761"/>
                  </a:cubicBezTo>
                  <a:cubicBezTo>
                    <a:pt x="15217" y="61761"/>
                    <a:pt x="15385" y="61686"/>
                    <a:pt x="15549" y="61624"/>
                  </a:cubicBezTo>
                  <a:cubicBezTo>
                    <a:pt x="16011" y="61461"/>
                    <a:pt x="16436" y="61227"/>
                    <a:pt x="16877" y="61020"/>
                  </a:cubicBezTo>
                  <a:lnTo>
                    <a:pt x="16877" y="61020"/>
                  </a:lnTo>
                  <a:cubicBezTo>
                    <a:pt x="16790" y="61064"/>
                    <a:pt x="16735" y="61145"/>
                    <a:pt x="16659" y="61200"/>
                  </a:cubicBezTo>
                  <a:cubicBezTo>
                    <a:pt x="15690" y="61907"/>
                    <a:pt x="14765" y="62659"/>
                    <a:pt x="13573" y="63013"/>
                  </a:cubicBezTo>
                  <a:cubicBezTo>
                    <a:pt x="12926" y="63201"/>
                    <a:pt x="12289" y="63278"/>
                    <a:pt x="11633" y="63278"/>
                  </a:cubicBezTo>
                  <a:cubicBezTo>
                    <a:pt x="11549" y="63278"/>
                    <a:pt x="11464" y="63276"/>
                    <a:pt x="11379" y="63274"/>
                  </a:cubicBezTo>
                  <a:cubicBezTo>
                    <a:pt x="11360" y="63273"/>
                    <a:pt x="11341" y="63273"/>
                    <a:pt x="11323" y="63273"/>
                  </a:cubicBezTo>
                  <a:cubicBezTo>
                    <a:pt x="10926" y="63273"/>
                    <a:pt x="10576" y="63386"/>
                    <a:pt x="10295" y="63688"/>
                  </a:cubicBezTo>
                  <a:cubicBezTo>
                    <a:pt x="10219" y="63769"/>
                    <a:pt x="10138" y="63869"/>
                    <a:pt x="10026" y="63869"/>
                  </a:cubicBezTo>
                  <a:cubicBezTo>
                    <a:pt x="10018" y="63869"/>
                    <a:pt x="10010" y="63868"/>
                    <a:pt x="10001" y="63867"/>
                  </a:cubicBezTo>
                  <a:cubicBezTo>
                    <a:pt x="9928" y="63857"/>
                    <a:pt x="9854" y="63853"/>
                    <a:pt x="9781" y="63853"/>
                  </a:cubicBezTo>
                  <a:cubicBezTo>
                    <a:pt x="9426" y="63853"/>
                    <a:pt x="9076" y="63949"/>
                    <a:pt x="8719" y="63949"/>
                  </a:cubicBezTo>
                  <a:cubicBezTo>
                    <a:pt x="8704" y="63949"/>
                    <a:pt x="8688" y="63949"/>
                    <a:pt x="8673" y="63949"/>
                  </a:cubicBezTo>
                  <a:cubicBezTo>
                    <a:pt x="8428" y="64080"/>
                    <a:pt x="8281" y="64308"/>
                    <a:pt x="8096" y="64504"/>
                  </a:cubicBezTo>
                  <a:cubicBezTo>
                    <a:pt x="8096" y="64749"/>
                    <a:pt x="7960" y="64951"/>
                    <a:pt x="7873" y="65168"/>
                  </a:cubicBezTo>
                  <a:cubicBezTo>
                    <a:pt x="7702" y="65605"/>
                    <a:pt x="7579" y="65774"/>
                    <a:pt x="7299" y="65774"/>
                  </a:cubicBezTo>
                  <a:cubicBezTo>
                    <a:pt x="7177" y="65774"/>
                    <a:pt x="7026" y="65742"/>
                    <a:pt x="6827" y="65686"/>
                  </a:cubicBezTo>
                  <a:cubicBezTo>
                    <a:pt x="6550" y="65608"/>
                    <a:pt x="6271" y="65574"/>
                    <a:pt x="5991" y="65574"/>
                  </a:cubicBezTo>
                  <a:cubicBezTo>
                    <a:pt x="5781" y="65574"/>
                    <a:pt x="5570" y="65593"/>
                    <a:pt x="5358" y="65626"/>
                  </a:cubicBezTo>
                  <a:cubicBezTo>
                    <a:pt x="5249" y="65642"/>
                    <a:pt x="5129" y="65680"/>
                    <a:pt x="5134" y="65811"/>
                  </a:cubicBezTo>
                  <a:cubicBezTo>
                    <a:pt x="5140" y="65920"/>
                    <a:pt x="5270" y="65931"/>
                    <a:pt x="5363" y="65931"/>
                  </a:cubicBezTo>
                  <a:cubicBezTo>
                    <a:pt x="5777" y="65936"/>
                    <a:pt x="6136" y="66116"/>
                    <a:pt x="6501" y="66284"/>
                  </a:cubicBezTo>
                  <a:cubicBezTo>
                    <a:pt x="6724" y="66388"/>
                    <a:pt x="6953" y="66486"/>
                    <a:pt x="7198" y="66529"/>
                  </a:cubicBezTo>
                  <a:cubicBezTo>
                    <a:pt x="8261" y="66711"/>
                    <a:pt x="9324" y="66879"/>
                    <a:pt x="10412" y="66879"/>
                  </a:cubicBezTo>
                  <a:cubicBezTo>
                    <a:pt x="10532" y="66879"/>
                    <a:pt x="10653" y="66877"/>
                    <a:pt x="10774" y="66872"/>
                  </a:cubicBezTo>
                  <a:cubicBezTo>
                    <a:pt x="12244" y="66823"/>
                    <a:pt x="13643" y="66524"/>
                    <a:pt x="14999" y="65980"/>
                  </a:cubicBezTo>
                  <a:cubicBezTo>
                    <a:pt x="15952" y="65598"/>
                    <a:pt x="16921" y="65266"/>
                    <a:pt x="17803" y="64727"/>
                  </a:cubicBezTo>
                  <a:cubicBezTo>
                    <a:pt x="17857" y="64689"/>
                    <a:pt x="17928" y="64662"/>
                    <a:pt x="17993" y="64635"/>
                  </a:cubicBezTo>
                  <a:cubicBezTo>
                    <a:pt x="18978" y="64243"/>
                    <a:pt x="19915" y="63748"/>
                    <a:pt x="20867" y="63279"/>
                  </a:cubicBezTo>
                  <a:cubicBezTo>
                    <a:pt x="22914" y="62278"/>
                    <a:pt x="24825" y="61053"/>
                    <a:pt x="26627" y="59648"/>
                  </a:cubicBezTo>
                  <a:cubicBezTo>
                    <a:pt x="28173" y="58445"/>
                    <a:pt x="29681" y="57204"/>
                    <a:pt x="31184" y="55952"/>
                  </a:cubicBezTo>
                  <a:cubicBezTo>
                    <a:pt x="31892" y="55358"/>
                    <a:pt x="32572" y="54743"/>
                    <a:pt x="33351" y="54242"/>
                  </a:cubicBezTo>
                  <a:cubicBezTo>
                    <a:pt x="33412" y="54204"/>
                    <a:pt x="33467" y="54121"/>
                    <a:pt x="33542" y="54121"/>
                  </a:cubicBezTo>
                  <a:cubicBezTo>
                    <a:pt x="33574" y="54121"/>
                    <a:pt x="33609" y="54136"/>
                    <a:pt x="33650" y="54177"/>
                  </a:cubicBezTo>
                  <a:cubicBezTo>
                    <a:pt x="33645" y="54221"/>
                    <a:pt x="33645" y="54264"/>
                    <a:pt x="33645" y="54308"/>
                  </a:cubicBezTo>
                  <a:cubicBezTo>
                    <a:pt x="33721" y="54329"/>
                    <a:pt x="33786" y="54340"/>
                    <a:pt x="33683" y="54433"/>
                  </a:cubicBezTo>
                  <a:cubicBezTo>
                    <a:pt x="33438" y="54651"/>
                    <a:pt x="33247" y="54923"/>
                    <a:pt x="32991" y="55135"/>
                  </a:cubicBezTo>
                  <a:cubicBezTo>
                    <a:pt x="32926" y="55184"/>
                    <a:pt x="32855" y="55255"/>
                    <a:pt x="32877" y="55337"/>
                  </a:cubicBezTo>
                  <a:cubicBezTo>
                    <a:pt x="32904" y="55445"/>
                    <a:pt x="33018" y="55445"/>
                    <a:pt x="33111" y="55456"/>
                  </a:cubicBezTo>
                  <a:cubicBezTo>
                    <a:pt x="33142" y="55460"/>
                    <a:pt x="33173" y="55462"/>
                    <a:pt x="33205" y="55462"/>
                  </a:cubicBezTo>
                  <a:cubicBezTo>
                    <a:pt x="33255" y="55462"/>
                    <a:pt x="33306" y="55458"/>
                    <a:pt x="33356" y="55451"/>
                  </a:cubicBezTo>
                  <a:cubicBezTo>
                    <a:pt x="33835" y="55375"/>
                    <a:pt x="34303" y="55239"/>
                    <a:pt x="34750" y="55064"/>
                  </a:cubicBezTo>
                  <a:cubicBezTo>
                    <a:pt x="35147" y="54912"/>
                    <a:pt x="35447" y="54629"/>
                    <a:pt x="35517" y="54166"/>
                  </a:cubicBezTo>
                  <a:cubicBezTo>
                    <a:pt x="35632" y="53420"/>
                    <a:pt x="35789" y="53279"/>
                    <a:pt x="36519" y="53099"/>
                  </a:cubicBezTo>
                  <a:cubicBezTo>
                    <a:pt x="37101" y="52952"/>
                    <a:pt x="37689" y="52544"/>
                    <a:pt x="37640" y="51727"/>
                  </a:cubicBezTo>
                  <a:cubicBezTo>
                    <a:pt x="37608" y="51188"/>
                    <a:pt x="37613" y="50644"/>
                    <a:pt x="37608" y="50105"/>
                  </a:cubicBezTo>
                  <a:cubicBezTo>
                    <a:pt x="37591" y="49000"/>
                    <a:pt x="37521" y="47911"/>
                    <a:pt x="37172" y="46860"/>
                  </a:cubicBezTo>
                  <a:cubicBezTo>
                    <a:pt x="36824" y="45810"/>
                    <a:pt x="36568" y="44732"/>
                    <a:pt x="36252" y="43670"/>
                  </a:cubicBezTo>
                  <a:cubicBezTo>
                    <a:pt x="36149" y="43333"/>
                    <a:pt x="36024" y="43006"/>
                    <a:pt x="35980" y="42652"/>
                  </a:cubicBezTo>
                  <a:cubicBezTo>
                    <a:pt x="35936" y="42309"/>
                    <a:pt x="36051" y="42026"/>
                    <a:pt x="36334" y="41857"/>
                  </a:cubicBezTo>
                  <a:cubicBezTo>
                    <a:pt x="36808" y="41574"/>
                    <a:pt x="37314" y="41346"/>
                    <a:pt x="37885" y="41313"/>
                  </a:cubicBezTo>
                  <a:cubicBezTo>
                    <a:pt x="38023" y="41306"/>
                    <a:pt x="38159" y="41302"/>
                    <a:pt x="38295" y="41302"/>
                  </a:cubicBezTo>
                  <a:cubicBezTo>
                    <a:pt x="39281" y="41302"/>
                    <a:pt x="40238" y="41487"/>
                    <a:pt x="41195" y="41759"/>
                  </a:cubicBezTo>
                  <a:cubicBezTo>
                    <a:pt x="42045" y="42004"/>
                    <a:pt x="42888" y="42255"/>
                    <a:pt x="43749" y="42451"/>
                  </a:cubicBezTo>
                  <a:cubicBezTo>
                    <a:pt x="43976" y="42502"/>
                    <a:pt x="44211" y="42548"/>
                    <a:pt x="44441" y="42548"/>
                  </a:cubicBezTo>
                  <a:cubicBezTo>
                    <a:pt x="44728" y="42548"/>
                    <a:pt x="45008" y="42476"/>
                    <a:pt x="45262" y="42249"/>
                  </a:cubicBezTo>
                  <a:lnTo>
                    <a:pt x="45262" y="42249"/>
                  </a:lnTo>
                  <a:cubicBezTo>
                    <a:pt x="45075" y="42601"/>
                    <a:pt x="44797" y="42686"/>
                    <a:pt x="44497" y="42686"/>
                  </a:cubicBezTo>
                  <a:cubicBezTo>
                    <a:pt x="44352" y="42686"/>
                    <a:pt x="44201" y="42666"/>
                    <a:pt x="44053" y="42647"/>
                  </a:cubicBezTo>
                  <a:cubicBezTo>
                    <a:pt x="43623" y="42587"/>
                    <a:pt x="43204" y="42462"/>
                    <a:pt x="42790" y="42320"/>
                  </a:cubicBezTo>
                  <a:cubicBezTo>
                    <a:pt x="42609" y="42255"/>
                    <a:pt x="42421" y="42191"/>
                    <a:pt x="42229" y="42191"/>
                  </a:cubicBezTo>
                  <a:cubicBezTo>
                    <a:pt x="42162" y="42191"/>
                    <a:pt x="42096" y="42198"/>
                    <a:pt x="42028" y="42217"/>
                  </a:cubicBezTo>
                  <a:cubicBezTo>
                    <a:pt x="40901" y="42532"/>
                    <a:pt x="39905" y="43066"/>
                    <a:pt x="39214" y="44046"/>
                  </a:cubicBezTo>
                  <a:cubicBezTo>
                    <a:pt x="39138" y="44155"/>
                    <a:pt x="39018" y="44264"/>
                    <a:pt x="39116" y="44421"/>
                  </a:cubicBezTo>
                  <a:cubicBezTo>
                    <a:pt x="39339" y="44683"/>
                    <a:pt x="39687" y="44808"/>
                    <a:pt x="39872" y="45113"/>
                  </a:cubicBezTo>
                  <a:cubicBezTo>
                    <a:pt x="39905" y="45102"/>
                    <a:pt x="39933" y="45097"/>
                    <a:pt x="39957" y="45097"/>
                  </a:cubicBezTo>
                  <a:cubicBezTo>
                    <a:pt x="40095" y="45097"/>
                    <a:pt x="40097" y="45263"/>
                    <a:pt x="40134" y="45347"/>
                  </a:cubicBezTo>
                  <a:cubicBezTo>
                    <a:pt x="40292" y="45701"/>
                    <a:pt x="40433" y="46071"/>
                    <a:pt x="40509" y="46457"/>
                  </a:cubicBezTo>
                  <a:cubicBezTo>
                    <a:pt x="40673" y="46746"/>
                    <a:pt x="40678" y="47083"/>
                    <a:pt x="40787" y="47383"/>
                  </a:cubicBezTo>
                  <a:cubicBezTo>
                    <a:pt x="40912" y="47279"/>
                    <a:pt x="40885" y="47132"/>
                    <a:pt x="40896" y="46996"/>
                  </a:cubicBezTo>
                  <a:cubicBezTo>
                    <a:pt x="40929" y="46316"/>
                    <a:pt x="40836" y="45646"/>
                    <a:pt x="40678" y="44982"/>
                  </a:cubicBezTo>
                  <a:cubicBezTo>
                    <a:pt x="40646" y="44857"/>
                    <a:pt x="40564" y="44715"/>
                    <a:pt x="40700" y="44596"/>
                  </a:cubicBezTo>
                  <a:cubicBezTo>
                    <a:pt x="40841" y="44480"/>
                    <a:pt x="40982" y="44422"/>
                    <a:pt x="41118" y="44422"/>
                  </a:cubicBezTo>
                  <a:cubicBezTo>
                    <a:pt x="41301" y="44422"/>
                    <a:pt x="41473" y="44528"/>
                    <a:pt x="41620" y="44737"/>
                  </a:cubicBezTo>
                  <a:cubicBezTo>
                    <a:pt x="41843" y="45053"/>
                    <a:pt x="41952" y="45412"/>
                    <a:pt x="42028" y="45788"/>
                  </a:cubicBezTo>
                  <a:cubicBezTo>
                    <a:pt x="42268" y="47035"/>
                    <a:pt x="42344" y="48287"/>
                    <a:pt x="42148" y="49550"/>
                  </a:cubicBezTo>
                  <a:cubicBezTo>
                    <a:pt x="42050" y="50181"/>
                    <a:pt x="42023" y="50818"/>
                    <a:pt x="42045" y="51455"/>
                  </a:cubicBezTo>
                  <a:cubicBezTo>
                    <a:pt x="42072" y="52146"/>
                    <a:pt x="42252" y="52767"/>
                    <a:pt x="42763" y="53279"/>
                  </a:cubicBezTo>
                  <a:cubicBezTo>
                    <a:pt x="43095" y="53616"/>
                    <a:pt x="43417" y="53976"/>
                    <a:pt x="43580" y="54427"/>
                  </a:cubicBezTo>
                  <a:cubicBezTo>
                    <a:pt x="43852" y="55162"/>
                    <a:pt x="44309" y="55799"/>
                    <a:pt x="44674" y="56485"/>
                  </a:cubicBezTo>
                  <a:cubicBezTo>
                    <a:pt x="44690" y="56512"/>
                    <a:pt x="44712" y="56545"/>
                    <a:pt x="44739" y="56572"/>
                  </a:cubicBezTo>
                  <a:cubicBezTo>
                    <a:pt x="45039" y="56943"/>
                    <a:pt x="45289" y="57340"/>
                    <a:pt x="45436" y="57792"/>
                  </a:cubicBezTo>
                  <a:cubicBezTo>
                    <a:pt x="45572" y="58222"/>
                    <a:pt x="45730" y="58641"/>
                    <a:pt x="45872" y="59060"/>
                  </a:cubicBezTo>
                  <a:cubicBezTo>
                    <a:pt x="46084" y="59681"/>
                    <a:pt x="46378" y="60291"/>
                    <a:pt x="46280" y="60977"/>
                  </a:cubicBezTo>
                  <a:cubicBezTo>
                    <a:pt x="46341" y="61170"/>
                    <a:pt x="46484" y="61249"/>
                    <a:pt x="46649" y="61249"/>
                  </a:cubicBezTo>
                  <a:cubicBezTo>
                    <a:pt x="46674" y="61249"/>
                    <a:pt x="46700" y="61247"/>
                    <a:pt x="46726" y="61243"/>
                  </a:cubicBezTo>
                  <a:cubicBezTo>
                    <a:pt x="47086" y="61189"/>
                    <a:pt x="47113" y="60846"/>
                    <a:pt x="47271" y="60552"/>
                  </a:cubicBezTo>
                  <a:lnTo>
                    <a:pt x="47271" y="60552"/>
                  </a:lnTo>
                  <a:cubicBezTo>
                    <a:pt x="47162" y="61118"/>
                    <a:pt x="46895" y="61499"/>
                    <a:pt x="46411" y="61717"/>
                  </a:cubicBezTo>
                  <a:cubicBezTo>
                    <a:pt x="46296" y="61766"/>
                    <a:pt x="46188" y="61809"/>
                    <a:pt x="46275" y="61973"/>
                  </a:cubicBezTo>
                  <a:cubicBezTo>
                    <a:pt x="46389" y="62174"/>
                    <a:pt x="46768" y="62320"/>
                    <a:pt x="47072" y="62320"/>
                  </a:cubicBezTo>
                  <a:cubicBezTo>
                    <a:pt x="47188" y="62320"/>
                    <a:pt x="47293" y="62299"/>
                    <a:pt x="47369" y="62250"/>
                  </a:cubicBezTo>
                  <a:cubicBezTo>
                    <a:pt x="47728" y="62016"/>
                    <a:pt x="48022" y="61717"/>
                    <a:pt x="48218" y="61325"/>
                  </a:cubicBezTo>
                  <a:cubicBezTo>
                    <a:pt x="48332" y="61096"/>
                    <a:pt x="48441" y="60862"/>
                    <a:pt x="48539" y="60574"/>
                  </a:cubicBezTo>
                  <a:cubicBezTo>
                    <a:pt x="48643" y="60862"/>
                    <a:pt x="48605" y="61107"/>
                    <a:pt x="48659" y="61330"/>
                  </a:cubicBezTo>
                  <a:cubicBezTo>
                    <a:pt x="48675" y="61401"/>
                    <a:pt x="48659" y="61521"/>
                    <a:pt x="48768" y="61532"/>
                  </a:cubicBezTo>
                  <a:cubicBezTo>
                    <a:pt x="48771" y="61532"/>
                    <a:pt x="48774" y="61532"/>
                    <a:pt x="48777" y="61532"/>
                  </a:cubicBezTo>
                  <a:cubicBezTo>
                    <a:pt x="48859" y="61532"/>
                    <a:pt x="48911" y="61459"/>
                    <a:pt x="48953" y="61390"/>
                  </a:cubicBezTo>
                  <a:cubicBezTo>
                    <a:pt x="49008" y="61309"/>
                    <a:pt x="49046" y="61222"/>
                    <a:pt x="49078" y="61134"/>
                  </a:cubicBezTo>
                  <a:cubicBezTo>
                    <a:pt x="49291" y="60476"/>
                    <a:pt x="49138" y="59882"/>
                    <a:pt x="48773" y="59322"/>
                  </a:cubicBezTo>
                  <a:cubicBezTo>
                    <a:pt x="48523" y="58946"/>
                    <a:pt x="48196" y="58636"/>
                    <a:pt x="47913" y="58293"/>
                  </a:cubicBezTo>
                  <a:cubicBezTo>
                    <a:pt x="47233" y="57460"/>
                    <a:pt x="46574" y="56605"/>
                    <a:pt x="46166" y="55603"/>
                  </a:cubicBezTo>
                  <a:cubicBezTo>
                    <a:pt x="45719" y="54515"/>
                    <a:pt x="45218" y="53448"/>
                    <a:pt x="44778" y="52359"/>
                  </a:cubicBezTo>
                  <a:cubicBezTo>
                    <a:pt x="44489" y="51640"/>
                    <a:pt x="44435" y="50954"/>
                    <a:pt x="44603" y="50219"/>
                  </a:cubicBezTo>
                  <a:cubicBezTo>
                    <a:pt x="44647" y="50029"/>
                    <a:pt x="44718" y="49871"/>
                    <a:pt x="44876" y="49751"/>
                  </a:cubicBezTo>
                  <a:cubicBezTo>
                    <a:pt x="44919" y="49642"/>
                    <a:pt x="44919" y="49539"/>
                    <a:pt x="44859" y="49435"/>
                  </a:cubicBezTo>
                  <a:cubicBezTo>
                    <a:pt x="44832" y="49386"/>
                    <a:pt x="44718" y="49441"/>
                    <a:pt x="44745" y="49348"/>
                  </a:cubicBezTo>
                  <a:cubicBezTo>
                    <a:pt x="44897" y="48777"/>
                    <a:pt x="44919" y="48183"/>
                    <a:pt x="44963" y="47595"/>
                  </a:cubicBezTo>
                  <a:cubicBezTo>
                    <a:pt x="45197" y="47328"/>
                    <a:pt x="45327" y="47007"/>
                    <a:pt x="45425" y="46670"/>
                  </a:cubicBezTo>
                  <a:cubicBezTo>
                    <a:pt x="45360" y="46572"/>
                    <a:pt x="45447" y="46572"/>
                    <a:pt x="45502" y="46555"/>
                  </a:cubicBezTo>
                  <a:cubicBezTo>
                    <a:pt x="45550" y="46532"/>
                    <a:pt x="45592" y="46522"/>
                    <a:pt x="45630" y="46522"/>
                  </a:cubicBezTo>
                  <a:cubicBezTo>
                    <a:pt x="45784" y="46522"/>
                    <a:pt x="45856" y="46692"/>
                    <a:pt x="45970" y="46784"/>
                  </a:cubicBezTo>
                  <a:cubicBezTo>
                    <a:pt x="47151" y="47519"/>
                    <a:pt x="48458" y="47922"/>
                    <a:pt x="49830" y="48107"/>
                  </a:cubicBezTo>
                  <a:cubicBezTo>
                    <a:pt x="50126" y="48146"/>
                    <a:pt x="50424" y="48193"/>
                    <a:pt x="50722" y="48193"/>
                  </a:cubicBezTo>
                  <a:cubicBezTo>
                    <a:pt x="50923" y="48193"/>
                    <a:pt x="51125" y="48172"/>
                    <a:pt x="51327" y="48112"/>
                  </a:cubicBezTo>
                  <a:cubicBezTo>
                    <a:pt x="51414" y="47900"/>
                    <a:pt x="51234" y="47813"/>
                    <a:pt x="51120" y="47720"/>
                  </a:cubicBezTo>
                  <a:cubicBezTo>
                    <a:pt x="50298" y="47056"/>
                    <a:pt x="49879" y="46163"/>
                    <a:pt x="49634" y="45173"/>
                  </a:cubicBezTo>
                  <a:cubicBezTo>
                    <a:pt x="49536" y="44781"/>
                    <a:pt x="49644" y="44427"/>
                    <a:pt x="49857" y="44095"/>
                  </a:cubicBezTo>
                  <a:cubicBezTo>
                    <a:pt x="49964" y="43929"/>
                    <a:pt x="50102" y="43864"/>
                    <a:pt x="50279" y="43864"/>
                  </a:cubicBezTo>
                  <a:cubicBezTo>
                    <a:pt x="50299" y="43864"/>
                    <a:pt x="50320" y="43864"/>
                    <a:pt x="50341" y="43866"/>
                  </a:cubicBezTo>
                  <a:cubicBezTo>
                    <a:pt x="50453" y="43876"/>
                    <a:pt x="50541" y="43883"/>
                    <a:pt x="50608" y="43883"/>
                  </a:cubicBezTo>
                  <a:cubicBezTo>
                    <a:pt x="50840" y="43883"/>
                    <a:pt x="50832" y="43793"/>
                    <a:pt x="50799" y="43387"/>
                  </a:cubicBezTo>
                  <a:cubicBezTo>
                    <a:pt x="50788" y="43305"/>
                    <a:pt x="50788" y="43224"/>
                    <a:pt x="50755" y="43148"/>
                  </a:cubicBezTo>
                  <a:cubicBezTo>
                    <a:pt x="50696" y="43063"/>
                    <a:pt x="50639" y="43028"/>
                    <a:pt x="50581" y="43028"/>
                  </a:cubicBezTo>
                  <a:cubicBezTo>
                    <a:pt x="50515" y="43028"/>
                    <a:pt x="50449" y="43073"/>
                    <a:pt x="50379" y="43142"/>
                  </a:cubicBezTo>
                  <a:cubicBezTo>
                    <a:pt x="50303" y="43214"/>
                    <a:pt x="50227" y="43286"/>
                    <a:pt x="50129" y="43286"/>
                  </a:cubicBezTo>
                  <a:cubicBezTo>
                    <a:pt x="50087" y="43286"/>
                    <a:pt x="50040" y="43273"/>
                    <a:pt x="49987" y="43240"/>
                  </a:cubicBezTo>
                  <a:cubicBezTo>
                    <a:pt x="50309" y="43153"/>
                    <a:pt x="50526" y="42745"/>
                    <a:pt x="50314" y="42609"/>
                  </a:cubicBezTo>
                  <a:cubicBezTo>
                    <a:pt x="50114" y="42476"/>
                    <a:pt x="49894" y="42329"/>
                    <a:pt x="49637" y="42329"/>
                  </a:cubicBezTo>
                  <a:cubicBezTo>
                    <a:pt x="49586" y="42329"/>
                    <a:pt x="49535" y="42335"/>
                    <a:pt x="49481" y="42347"/>
                  </a:cubicBezTo>
                  <a:cubicBezTo>
                    <a:pt x="49405" y="42445"/>
                    <a:pt x="49421" y="42570"/>
                    <a:pt x="49405" y="42679"/>
                  </a:cubicBezTo>
                  <a:cubicBezTo>
                    <a:pt x="49369" y="42897"/>
                    <a:pt x="49336" y="42984"/>
                    <a:pt x="49231" y="42984"/>
                  </a:cubicBezTo>
                  <a:cubicBezTo>
                    <a:pt x="49176" y="42984"/>
                    <a:pt x="49101" y="42960"/>
                    <a:pt x="48997" y="42919"/>
                  </a:cubicBezTo>
                  <a:cubicBezTo>
                    <a:pt x="48757" y="42821"/>
                    <a:pt x="48556" y="42658"/>
                    <a:pt x="48327" y="42543"/>
                  </a:cubicBezTo>
                  <a:cubicBezTo>
                    <a:pt x="48311" y="42537"/>
                    <a:pt x="48294" y="42535"/>
                    <a:pt x="48275" y="42535"/>
                  </a:cubicBezTo>
                  <a:cubicBezTo>
                    <a:pt x="48222" y="42535"/>
                    <a:pt x="48161" y="42553"/>
                    <a:pt x="48107" y="42553"/>
                  </a:cubicBezTo>
                  <a:cubicBezTo>
                    <a:pt x="48037" y="42553"/>
                    <a:pt x="47978" y="42524"/>
                    <a:pt x="47962" y="42391"/>
                  </a:cubicBezTo>
                  <a:cubicBezTo>
                    <a:pt x="47826" y="42233"/>
                    <a:pt x="47630" y="42178"/>
                    <a:pt x="47456" y="42080"/>
                  </a:cubicBezTo>
                  <a:cubicBezTo>
                    <a:pt x="47260" y="41972"/>
                    <a:pt x="47048" y="41890"/>
                    <a:pt x="46873" y="41754"/>
                  </a:cubicBezTo>
                  <a:cubicBezTo>
                    <a:pt x="45801" y="40905"/>
                    <a:pt x="44870" y="39941"/>
                    <a:pt x="44190" y="38738"/>
                  </a:cubicBezTo>
                  <a:cubicBezTo>
                    <a:pt x="43525" y="37567"/>
                    <a:pt x="42589" y="36577"/>
                    <a:pt x="41996" y="35363"/>
                  </a:cubicBezTo>
                  <a:cubicBezTo>
                    <a:pt x="41958" y="35292"/>
                    <a:pt x="41898" y="35232"/>
                    <a:pt x="41838" y="35172"/>
                  </a:cubicBezTo>
                  <a:cubicBezTo>
                    <a:pt x="41549" y="34878"/>
                    <a:pt x="41321" y="34530"/>
                    <a:pt x="41054" y="34214"/>
                  </a:cubicBezTo>
                  <a:cubicBezTo>
                    <a:pt x="40569" y="33637"/>
                    <a:pt x="40264" y="32929"/>
                    <a:pt x="39731" y="32385"/>
                  </a:cubicBezTo>
                  <a:cubicBezTo>
                    <a:pt x="39143" y="31786"/>
                    <a:pt x="38653" y="31105"/>
                    <a:pt x="38179" y="30419"/>
                  </a:cubicBezTo>
                  <a:cubicBezTo>
                    <a:pt x="38120" y="30327"/>
                    <a:pt x="38054" y="30251"/>
                    <a:pt x="37967" y="30180"/>
                  </a:cubicBezTo>
                  <a:cubicBezTo>
                    <a:pt x="37395" y="29706"/>
                    <a:pt x="36873" y="29184"/>
                    <a:pt x="36454" y="28563"/>
                  </a:cubicBezTo>
                  <a:cubicBezTo>
                    <a:pt x="36301" y="28334"/>
                    <a:pt x="36111" y="28138"/>
                    <a:pt x="35882" y="27986"/>
                  </a:cubicBezTo>
                  <a:cubicBezTo>
                    <a:pt x="35664" y="27855"/>
                    <a:pt x="35643" y="27600"/>
                    <a:pt x="35539" y="27398"/>
                  </a:cubicBezTo>
                  <a:cubicBezTo>
                    <a:pt x="35463" y="27250"/>
                    <a:pt x="35390" y="27125"/>
                    <a:pt x="35242" y="27125"/>
                  </a:cubicBezTo>
                  <a:cubicBezTo>
                    <a:pt x="35199" y="27125"/>
                    <a:pt x="35150" y="27135"/>
                    <a:pt x="35093" y="27159"/>
                  </a:cubicBezTo>
                  <a:cubicBezTo>
                    <a:pt x="35054" y="27174"/>
                    <a:pt x="35014" y="27182"/>
                    <a:pt x="34975" y="27182"/>
                  </a:cubicBezTo>
                  <a:cubicBezTo>
                    <a:pt x="34901" y="27182"/>
                    <a:pt x="34830" y="27153"/>
                    <a:pt x="34777" y="27082"/>
                  </a:cubicBezTo>
                  <a:cubicBezTo>
                    <a:pt x="34673" y="26930"/>
                    <a:pt x="34603" y="26750"/>
                    <a:pt x="34423" y="26669"/>
                  </a:cubicBezTo>
                  <a:cubicBezTo>
                    <a:pt x="34398" y="26671"/>
                    <a:pt x="34374" y="26672"/>
                    <a:pt x="34351" y="26672"/>
                  </a:cubicBezTo>
                  <a:cubicBezTo>
                    <a:pt x="34073" y="26672"/>
                    <a:pt x="33935" y="26495"/>
                    <a:pt x="33824" y="26244"/>
                  </a:cubicBezTo>
                  <a:cubicBezTo>
                    <a:pt x="33655" y="25847"/>
                    <a:pt x="33410" y="25525"/>
                    <a:pt x="32948" y="25400"/>
                  </a:cubicBezTo>
                  <a:cubicBezTo>
                    <a:pt x="32654" y="25324"/>
                    <a:pt x="32414" y="25117"/>
                    <a:pt x="32213" y="24883"/>
                  </a:cubicBezTo>
                  <a:cubicBezTo>
                    <a:pt x="32039" y="24736"/>
                    <a:pt x="31826" y="24654"/>
                    <a:pt x="31636" y="24545"/>
                  </a:cubicBezTo>
                  <a:cubicBezTo>
                    <a:pt x="31206" y="24306"/>
                    <a:pt x="30819" y="24017"/>
                    <a:pt x="30541" y="23609"/>
                  </a:cubicBezTo>
                  <a:cubicBezTo>
                    <a:pt x="30335" y="23299"/>
                    <a:pt x="30079" y="23054"/>
                    <a:pt x="29801" y="22809"/>
                  </a:cubicBezTo>
                  <a:cubicBezTo>
                    <a:pt x="29545" y="22586"/>
                    <a:pt x="29213" y="22450"/>
                    <a:pt x="29012" y="22166"/>
                  </a:cubicBezTo>
                  <a:cubicBezTo>
                    <a:pt x="28527" y="21480"/>
                    <a:pt x="27961" y="20865"/>
                    <a:pt x="27422" y="20228"/>
                  </a:cubicBezTo>
                  <a:cubicBezTo>
                    <a:pt x="27063" y="19804"/>
                    <a:pt x="26801" y="19308"/>
                    <a:pt x="26693" y="18753"/>
                  </a:cubicBezTo>
                  <a:cubicBezTo>
                    <a:pt x="26671" y="18633"/>
                    <a:pt x="26622" y="18508"/>
                    <a:pt x="26714" y="18405"/>
                  </a:cubicBezTo>
                  <a:cubicBezTo>
                    <a:pt x="26785" y="18416"/>
                    <a:pt x="26823" y="18443"/>
                    <a:pt x="26850" y="18486"/>
                  </a:cubicBezTo>
                  <a:cubicBezTo>
                    <a:pt x="27400" y="19461"/>
                    <a:pt x="28075" y="20354"/>
                    <a:pt x="28854" y="21159"/>
                  </a:cubicBezTo>
                  <a:cubicBezTo>
                    <a:pt x="28892" y="21203"/>
                    <a:pt x="28919" y="21257"/>
                    <a:pt x="28957" y="21306"/>
                  </a:cubicBezTo>
                  <a:cubicBezTo>
                    <a:pt x="29175" y="21578"/>
                    <a:pt x="29322" y="21916"/>
                    <a:pt x="29649" y="22096"/>
                  </a:cubicBezTo>
                  <a:cubicBezTo>
                    <a:pt x="30073" y="22477"/>
                    <a:pt x="30476" y="22885"/>
                    <a:pt x="30988" y="23157"/>
                  </a:cubicBezTo>
                  <a:cubicBezTo>
                    <a:pt x="31102" y="23217"/>
                    <a:pt x="31168" y="23342"/>
                    <a:pt x="31249" y="23440"/>
                  </a:cubicBezTo>
                  <a:cubicBezTo>
                    <a:pt x="31418" y="23642"/>
                    <a:pt x="31538" y="23876"/>
                    <a:pt x="31717" y="24061"/>
                  </a:cubicBezTo>
                  <a:cubicBezTo>
                    <a:pt x="31946" y="24181"/>
                    <a:pt x="32196" y="24273"/>
                    <a:pt x="32398" y="24437"/>
                  </a:cubicBezTo>
                  <a:cubicBezTo>
                    <a:pt x="33051" y="24959"/>
                    <a:pt x="33737" y="25444"/>
                    <a:pt x="34401" y="25950"/>
                  </a:cubicBezTo>
                  <a:cubicBezTo>
                    <a:pt x="34608" y="26108"/>
                    <a:pt x="34793" y="26293"/>
                    <a:pt x="34951" y="26500"/>
                  </a:cubicBezTo>
                  <a:cubicBezTo>
                    <a:pt x="35060" y="26641"/>
                    <a:pt x="35191" y="26756"/>
                    <a:pt x="35354" y="26832"/>
                  </a:cubicBezTo>
                  <a:cubicBezTo>
                    <a:pt x="35452" y="26897"/>
                    <a:pt x="35512" y="26995"/>
                    <a:pt x="35599" y="27066"/>
                  </a:cubicBezTo>
                  <a:cubicBezTo>
                    <a:pt x="36056" y="27387"/>
                    <a:pt x="36443" y="27785"/>
                    <a:pt x="36780" y="28226"/>
                  </a:cubicBezTo>
                  <a:cubicBezTo>
                    <a:pt x="37047" y="28569"/>
                    <a:pt x="37319" y="28901"/>
                    <a:pt x="37657" y="29189"/>
                  </a:cubicBezTo>
                  <a:cubicBezTo>
                    <a:pt x="38277" y="29712"/>
                    <a:pt x="38947" y="30180"/>
                    <a:pt x="39393" y="30882"/>
                  </a:cubicBezTo>
                  <a:cubicBezTo>
                    <a:pt x="39625" y="31153"/>
                    <a:pt x="39844" y="31436"/>
                    <a:pt x="40225" y="31436"/>
                  </a:cubicBezTo>
                  <a:cubicBezTo>
                    <a:pt x="40273" y="31436"/>
                    <a:pt x="40324" y="31431"/>
                    <a:pt x="40379" y="31421"/>
                  </a:cubicBezTo>
                  <a:cubicBezTo>
                    <a:pt x="40392" y="31419"/>
                    <a:pt x="40404" y="31417"/>
                    <a:pt x="40416" y="31417"/>
                  </a:cubicBezTo>
                  <a:cubicBezTo>
                    <a:pt x="40506" y="31417"/>
                    <a:pt x="40552" y="31489"/>
                    <a:pt x="40542" y="31595"/>
                  </a:cubicBezTo>
                  <a:cubicBezTo>
                    <a:pt x="40531" y="31688"/>
                    <a:pt x="40504" y="31780"/>
                    <a:pt x="40542" y="31873"/>
                  </a:cubicBezTo>
                  <a:cubicBezTo>
                    <a:pt x="40564" y="31906"/>
                    <a:pt x="40580" y="31933"/>
                    <a:pt x="40607" y="31955"/>
                  </a:cubicBezTo>
                  <a:cubicBezTo>
                    <a:pt x="41789" y="33120"/>
                    <a:pt x="42970" y="34285"/>
                    <a:pt x="43678" y="35831"/>
                  </a:cubicBezTo>
                  <a:cubicBezTo>
                    <a:pt x="43863" y="36234"/>
                    <a:pt x="44124" y="36609"/>
                    <a:pt x="44435" y="36936"/>
                  </a:cubicBezTo>
                  <a:cubicBezTo>
                    <a:pt x="44497" y="36998"/>
                    <a:pt x="44557" y="37128"/>
                    <a:pt x="44656" y="37128"/>
                  </a:cubicBezTo>
                  <a:cubicBezTo>
                    <a:pt x="44695" y="37128"/>
                    <a:pt x="44740" y="37108"/>
                    <a:pt x="44794" y="37056"/>
                  </a:cubicBezTo>
                  <a:cubicBezTo>
                    <a:pt x="44799" y="37018"/>
                    <a:pt x="44794" y="36985"/>
                    <a:pt x="44783" y="36947"/>
                  </a:cubicBezTo>
                  <a:cubicBezTo>
                    <a:pt x="44778" y="36929"/>
                    <a:pt x="44778" y="36918"/>
                    <a:pt x="44774" y="36918"/>
                  </a:cubicBezTo>
                  <a:cubicBezTo>
                    <a:pt x="44774" y="36918"/>
                    <a:pt x="44773" y="36919"/>
                    <a:pt x="44772" y="36920"/>
                  </a:cubicBezTo>
                  <a:cubicBezTo>
                    <a:pt x="44769" y="36920"/>
                    <a:pt x="44766" y="36921"/>
                    <a:pt x="44764" y="36921"/>
                  </a:cubicBezTo>
                  <a:cubicBezTo>
                    <a:pt x="44736" y="36921"/>
                    <a:pt x="44743" y="36880"/>
                    <a:pt x="44754" y="36880"/>
                  </a:cubicBezTo>
                  <a:cubicBezTo>
                    <a:pt x="44758" y="36880"/>
                    <a:pt x="44763" y="36885"/>
                    <a:pt x="44767" y="36898"/>
                  </a:cubicBezTo>
                  <a:cubicBezTo>
                    <a:pt x="45104" y="37388"/>
                    <a:pt x="45327" y="37965"/>
                    <a:pt x="45785" y="38395"/>
                  </a:cubicBezTo>
                  <a:cubicBezTo>
                    <a:pt x="45926" y="38526"/>
                    <a:pt x="46030" y="38705"/>
                    <a:pt x="46139" y="38879"/>
                  </a:cubicBezTo>
                  <a:cubicBezTo>
                    <a:pt x="46547" y="39527"/>
                    <a:pt x="47075" y="40083"/>
                    <a:pt x="47587" y="40654"/>
                  </a:cubicBezTo>
                  <a:cubicBezTo>
                    <a:pt x="47696" y="40779"/>
                    <a:pt x="47832" y="40877"/>
                    <a:pt x="47968" y="40964"/>
                  </a:cubicBezTo>
                  <a:cubicBezTo>
                    <a:pt x="48013" y="40992"/>
                    <a:pt x="48058" y="41027"/>
                    <a:pt x="48106" y="41027"/>
                  </a:cubicBezTo>
                  <a:cubicBezTo>
                    <a:pt x="48133" y="41027"/>
                    <a:pt x="48161" y="41016"/>
                    <a:pt x="48191" y="40986"/>
                  </a:cubicBezTo>
                  <a:cubicBezTo>
                    <a:pt x="48251" y="40839"/>
                    <a:pt x="48398" y="40714"/>
                    <a:pt x="48322" y="40524"/>
                  </a:cubicBezTo>
                  <a:cubicBezTo>
                    <a:pt x="48296" y="40491"/>
                    <a:pt x="48266" y="40483"/>
                    <a:pt x="48234" y="40483"/>
                  </a:cubicBezTo>
                  <a:cubicBezTo>
                    <a:pt x="48204" y="40483"/>
                    <a:pt x="48172" y="40490"/>
                    <a:pt x="48142" y="40490"/>
                  </a:cubicBezTo>
                  <a:cubicBezTo>
                    <a:pt x="48129" y="40490"/>
                    <a:pt x="48116" y="40489"/>
                    <a:pt x="48104" y="40485"/>
                  </a:cubicBezTo>
                  <a:cubicBezTo>
                    <a:pt x="48430" y="40235"/>
                    <a:pt x="48637" y="39897"/>
                    <a:pt x="48833" y="39549"/>
                  </a:cubicBezTo>
                  <a:cubicBezTo>
                    <a:pt x="49122" y="39043"/>
                    <a:pt x="49122" y="39043"/>
                    <a:pt x="48686" y="38673"/>
                  </a:cubicBezTo>
                  <a:cubicBezTo>
                    <a:pt x="48697" y="38672"/>
                    <a:pt x="48708" y="38672"/>
                    <a:pt x="48719" y="38672"/>
                  </a:cubicBezTo>
                  <a:cubicBezTo>
                    <a:pt x="48964" y="38672"/>
                    <a:pt x="49154" y="38843"/>
                    <a:pt x="49389" y="38874"/>
                  </a:cubicBezTo>
                  <a:cubicBezTo>
                    <a:pt x="49753" y="38765"/>
                    <a:pt x="49933" y="38498"/>
                    <a:pt x="50015" y="38150"/>
                  </a:cubicBezTo>
                  <a:cubicBezTo>
                    <a:pt x="50031" y="37981"/>
                    <a:pt x="50162" y="37889"/>
                    <a:pt x="50265" y="37774"/>
                  </a:cubicBezTo>
                  <a:cubicBezTo>
                    <a:pt x="50858" y="37148"/>
                    <a:pt x="51561" y="36653"/>
                    <a:pt x="52225" y="36103"/>
                  </a:cubicBezTo>
                  <a:cubicBezTo>
                    <a:pt x="52862" y="35580"/>
                    <a:pt x="53433" y="35020"/>
                    <a:pt x="53766" y="34252"/>
                  </a:cubicBezTo>
                  <a:cubicBezTo>
                    <a:pt x="53806" y="34161"/>
                    <a:pt x="53828" y="34032"/>
                    <a:pt x="53966" y="34032"/>
                  </a:cubicBezTo>
                  <a:cubicBezTo>
                    <a:pt x="53977" y="34032"/>
                    <a:pt x="53988" y="34033"/>
                    <a:pt x="54000" y="34034"/>
                  </a:cubicBezTo>
                  <a:cubicBezTo>
                    <a:pt x="54082" y="34051"/>
                    <a:pt x="54164" y="34058"/>
                    <a:pt x="54245" y="34058"/>
                  </a:cubicBezTo>
                  <a:cubicBezTo>
                    <a:pt x="54430" y="34058"/>
                    <a:pt x="54612" y="34019"/>
                    <a:pt x="54794" y="33958"/>
                  </a:cubicBezTo>
                  <a:cubicBezTo>
                    <a:pt x="54845" y="33953"/>
                    <a:pt x="54896" y="33951"/>
                    <a:pt x="54947" y="33951"/>
                  </a:cubicBezTo>
                  <a:cubicBezTo>
                    <a:pt x="55119" y="33951"/>
                    <a:pt x="55291" y="33978"/>
                    <a:pt x="55459" y="34029"/>
                  </a:cubicBezTo>
                  <a:cubicBezTo>
                    <a:pt x="56547" y="34350"/>
                    <a:pt x="57538" y="34900"/>
                    <a:pt x="58535" y="35417"/>
                  </a:cubicBezTo>
                  <a:cubicBezTo>
                    <a:pt x="59188" y="35755"/>
                    <a:pt x="59857" y="36021"/>
                    <a:pt x="60560" y="36228"/>
                  </a:cubicBezTo>
                  <a:cubicBezTo>
                    <a:pt x="61150" y="36405"/>
                    <a:pt x="61762" y="36482"/>
                    <a:pt x="62270" y="36693"/>
                  </a:cubicBezTo>
                  <a:lnTo>
                    <a:pt x="62270" y="36693"/>
                  </a:lnTo>
                  <a:cubicBezTo>
                    <a:pt x="62259" y="36690"/>
                    <a:pt x="62245" y="36687"/>
                    <a:pt x="62231" y="36687"/>
                  </a:cubicBezTo>
                  <a:cubicBezTo>
                    <a:pt x="62187" y="36687"/>
                    <a:pt x="62132" y="36707"/>
                    <a:pt x="62084" y="36773"/>
                  </a:cubicBezTo>
                  <a:cubicBezTo>
                    <a:pt x="62296" y="36800"/>
                    <a:pt x="62334" y="37056"/>
                    <a:pt x="62530" y="37099"/>
                  </a:cubicBezTo>
                  <a:cubicBezTo>
                    <a:pt x="62612" y="37084"/>
                    <a:pt x="62692" y="37076"/>
                    <a:pt x="62771" y="37076"/>
                  </a:cubicBezTo>
                  <a:cubicBezTo>
                    <a:pt x="62994" y="37076"/>
                    <a:pt x="63210" y="37133"/>
                    <a:pt x="63423" y="37214"/>
                  </a:cubicBezTo>
                  <a:cubicBezTo>
                    <a:pt x="64044" y="37459"/>
                    <a:pt x="64610" y="37791"/>
                    <a:pt x="65144" y="38188"/>
                  </a:cubicBezTo>
                  <a:cubicBezTo>
                    <a:pt x="65546" y="38493"/>
                    <a:pt x="65917" y="38858"/>
                    <a:pt x="66368" y="39081"/>
                  </a:cubicBezTo>
                  <a:cubicBezTo>
                    <a:pt x="66771" y="39271"/>
                    <a:pt x="67060" y="39554"/>
                    <a:pt x="67343" y="39876"/>
                  </a:cubicBezTo>
                  <a:cubicBezTo>
                    <a:pt x="67686" y="40257"/>
                    <a:pt x="68013" y="40681"/>
                    <a:pt x="68475" y="40926"/>
                  </a:cubicBezTo>
                  <a:cubicBezTo>
                    <a:pt x="69357" y="41395"/>
                    <a:pt x="70315" y="41585"/>
                    <a:pt x="71295" y="41656"/>
                  </a:cubicBezTo>
                  <a:cubicBezTo>
                    <a:pt x="71339" y="41660"/>
                    <a:pt x="71390" y="41665"/>
                    <a:pt x="71439" y="41665"/>
                  </a:cubicBezTo>
                  <a:cubicBezTo>
                    <a:pt x="71532" y="41665"/>
                    <a:pt x="71619" y="41645"/>
                    <a:pt x="71633" y="41552"/>
                  </a:cubicBezTo>
                  <a:cubicBezTo>
                    <a:pt x="71660" y="41389"/>
                    <a:pt x="71459" y="41395"/>
                    <a:pt x="71344" y="41362"/>
                  </a:cubicBezTo>
                  <a:cubicBezTo>
                    <a:pt x="70620" y="41155"/>
                    <a:pt x="70070" y="40665"/>
                    <a:pt x="69493" y="40213"/>
                  </a:cubicBezTo>
                  <a:cubicBezTo>
                    <a:pt x="69406" y="40148"/>
                    <a:pt x="69216" y="40023"/>
                    <a:pt x="69482" y="39908"/>
                  </a:cubicBezTo>
                  <a:cubicBezTo>
                    <a:pt x="69523" y="39898"/>
                    <a:pt x="69563" y="39894"/>
                    <a:pt x="69602" y="39894"/>
                  </a:cubicBezTo>
                  <a:cubicBezTo>
                    <a:pt x="69692" y="39894"/>
                    <a:pt x="69780" y="39916"/>
                    <a:pt x="69863" y="39946"/>
                  </a:cubicBezTo>
                  <a:cubicBezTo>
                    <a:pt x="70176" y="40067"/>
                    <a:pt x="70493" y="40117"/>
                    <a:pt x="70813" y="40117"/>
                  </a:cubicBezTo>
                  <a:cubicBezTo>
                    <a:pt x="71029" y="40117"/>
                    <a:pt x="71245" y="40095"/>
                    <a:pt x="71464" y="40055"/>
                  </a:cubicBezTo>
                  <a:cubicBezTo>
                    <a:pt x="71969" y="39969"/>
                    <a:pt x="72487" y="39934"/>
                    <a:pt x="72997" y="39934"/>
                  </a:cubicBezTo>
                  <a:cubicBezTo>
                    <a:pt x="73131" y="39934"/>
                    <a:pt x="73264" y="39936"/>
                    <a:pt x="73397" y="39941"/>
                  </a:cubicBezTo>
                  <a:cubicBezTo>
                    <a:pt x="74801" y="39985"/>
                    <a:pt x="76108" y="40409"/>
                    <a:pt x="77224" y="41302"/>
                  </a:cubicBezTo>
                  <a:cubicBezTo>
                    <a:pt x="77686" y="41672"/>
                    <a:pt x="78176" y="41982"/>
                    <a:pt x="78694" y="42276"/>
                  </a:cubicBezTo>
                  <a:cubicBezTo>
                    <a:pt x="79450" y="42712"/>
                    <a:pt x="80011" y="43333"/>
                    <a:pt x="80131" y="44258"/>
                  </a:cubicBezTo>
                  <a:cubicBezTo>
                    <a:pt x="80169" y="44541"/>
                    <a:pt x="80191" y="44819"/>
                    <a:pt x="80196" y="45102"/>
                  </a:cubicBezTo>
                  <a:cubicBezTo>
                    <a:pt x="80202" y="45205"/>
                    <a:pt x="80191" y="45341"/>
                    <a:pt x="80305" y="45380"/>
                  </a:cubicBezTo>
                  <a:cubicBezTo>
                    <a:pt x="80324" y="45385"/>
                    <a:pt x="80341" y="45388"/>
                    <a:pt x="80357" y="45388"/>
                  </a:cubicBezTo>
                  <a:cubicBezTo>
                    <a:pt x="80460" y="45388"/>
                    <a:pt x="80521" y="45280"/>
                    <a:pt x="80577" y="45200"/>
                  </a:cubicBezTo>
                  <a:cubicBezTo>
                    <a:pt x="80751" y="44928"/>
                    <a:pt x="80860" y="44639"/>
                    <a:pt x="80882" y="44307"/>
                  </a:cubicBezTo>
                  <a:cubicBezTo>
                    <a:pt x="80915" y="43855"/>
                    <a:pt x="80828" y="43420"/>
                    <a:pt x="80713" y="42990"/>
                  </a:cubicBezTo>
                  <a:cubicBezTo>
                    <a:pt x="80528" y="42521"/>
                    <a:pt x="80218" y="42102"/>
                    <a:pt x="80147" y="41585"/>
                  </a:cubicBezTo>
                  <a:cubicBezTo>
                    <a:pt x="80202" y="41405"/>
                    <a:pt x="80055" y="41346"/>
                    <a:pt x="79946" y="41269"/>
                  </a:cubicBezTo>
                  <a:cubicBezTo>
                    <a:pt x="79603" y="41024"/>
                    <a:pt x="79243" y="40812"/>
                    <a:pt x="78868" y="40627"/>
                  </a:cubicBezTo>
                  <a:cubicBezTo>
                    <a:pt x="78683" y="40534"/>
                    <a:pt x="78503" y="40431"/>
                    <a:pt x="78356" y="40251"/>
                  </a:cubicBezTo>
                  <a:lnTo>
                    <a:pt x="78356" y="40251"/>
                  </a:lnTo>
                  <a:cubicBezTo>
                    <a:pt x="78416" y="40266"/>
                    <a:pt x="78469" y="40280"/>
                    <a:pt x="78519" y="40280"/>
                  </a:cubicBezTo>
                  <a:cubicBezTo>
                    <a:pt x="78560" y="40280"/>
                    <a:pt x="78600" y="40270"/>
                    <a:pt x="78639" y="40246"/>
                  </a:cubicBezTo>
                  <a:cubicBezTo>
                    <a:pt x="78666" y="39876"/>
                    <a:pt x="78378" y="39778"/>
                    <a:pt x="78122" y="39685"/>
                  </a:cubicBezTo>
                  <a:cubicBezTo>
                    <a:pt x="77768" y="39560"/>
                    <a:pt x="77393" y="39500"/>
                    <a:pt x="77022" y="39424"/>
                  </a:cubicBezTo>
                  <a:cubicBezTo>
                    <a:pt x="76489" y="39271"/>
                    <a:pt x="75934" y="39239"/>
                    <a:pt x="75400" y="39092"/>
                  </a:cubicBezTo>
                  <a:cubicBezTo>
                    <a:pt x="74331" y="38805"/>
                    <a:pt x="73254" y="38616"/>
                    <a:pt x="72153" y="38616"/>
                  </a:cubicBezTo>
                  <a:cubicBezTo>
                    <a:pt x="71959" y="38616"/>
                    <a:pt x="71764" y="38622"/>
                    <a:pt x="71567" y="38634"/>
                  </a:cubicBezTo>
                  <a:cubicBezTo>
                    <a:pt x="71546" y="38636"/>
                    <a:pt x="71525" y="38636"/>
                    <a:pt x="71504" y="38636"/>
                  </a:cubicBezTo>
                  <a:cubicBezTo>
                    <a:pt x="71187" y="38636"/>
                    <a:pt x="70907" y="38488"/>
                    <a:pt x="70642" y="38330"/>
                  </a:cubicBezTo>
                  <a:cubicBezTo>
                    <a:pt x="70348" y="38155"/>
                    <a:pt x="70343" y="38057"/>
                    <a:pt x="70598" y="37829"/>
                  </a:cubicBezTo>
                  <a:cubicBezTo>
                    <a:pt x="70920" y="37546"/>
                    <a:pt x="71083" y="37203"/>
                    <a:pt x="71012" y="36767"/>
                  </a:cubicBezTo>
                  <a:cubicBezTo>
                    <a:pt x="70773" y="36206"/>
                    <a:pt x="70909" y="35618"/>
                    <a:pt x="70914" y="35041"/>
                  </a:cubicBezTo>
                  <a:cubicBezTo>
                    <a:pt x="70920" y="34889"/>
                    <a:pt x="70963" y="34720"/>
                    <a:pt x="71067" y="34584"/>
                  </a:cubicBezTo>
                  <a:cubicBezTo>
                    <a:pt x="71312" y="33909"/>
                    <a:pt x="71627" y="33261"/>
                    <a:pt x="71900" y="32603"/>
                  </a:cubicBezTo>
                  <a:cubicBezTo>
                    <a:pt x="72389" y="31427"/>
                    <a:pt x="73168" y="30523"/>
                    <a:pt x="74186" y="29793"/>
                  </a:cubicBezTo>
                  <a:cubicBezTo>
                    <a:pt x="74632" y="29472"/>
                    <a:pt x="75090" y="29162"/>
                    <a:pt x="75536" y="28841"/>
                  </a:cubicBezTo>
                  <a:cubicBezTo>
                    <a:pt x="75536" y="28667"/>
                    <a:pt x="75683" y="28514"/>
                    <a:pt x="75607" y="28334"/>
                  </a:cubicBezTo>
                  <a:cubicBezTo>
                    <a:pt x="75389" y="28182"/>
                    <a:pt x="75525" y="27959"/>
                    <a:pt x="75498" y="27774"/>
                  </a:cubicBezTo>
                  <a:cubicBezTo>
                    <a:pt x="75469" y="27583"/>
                    <a:pt x="75436" y="27421"/>
                    <a:pt x="75241" y="27421"/>
                  </a:cubicBezTo>
                  <a:cubicBezTo>
                    <a:pt x="75214" y="27421"/>
                    <a:pt x="75184" y="27424"/>
                    <a:pt x="75150" y="27431"/>
                  </a:cubicBezTo>
                  <a:cubicBezTo>
                    <a:pt x="75008" y="27491"/>
                    <a:pt x="74894" y="27594"/>
                    <a:pt x="74763" y="27670"/>
                  </a:cubicBezTo>
                  <a:cubicBezTo>
                    <a:pt x="74377" y="27893"/>
                    <a:pt x="74077" y="28236"/>
                    <a:pt x="73663" y="28411"/>
                  </a:cubicBezTo>
                  <a:cubicBezTo>
                    <a:pt x="73250" y="28607"/>
                    <a:pt x="72950" y="28944"/>
                    <a:pt x="72607" y="29227"/>
                  </a:cubicBezTo>
                  <a:cubicBezTo>
                    <a:pt x="71431" y="30207"/>
                    <a:pt x="70691" y="31438"/>
                    <a:pt x="70479" y="32967"/>
                  </a:cubicBezTo>
                  <a:cubicBezTo>
                    <a:pt x="70375" y="33735"/>
                    <a:pt x="70370" y="34513"/>
                    <a:pt x="70147" y="35265"/>
                  </a:cubicBezTo>
                  <a:cubicBezTo>
                    <a:pt x="69956" y="35923"/>
                    <a:pt x="69885" y="36114"/>
                    <a:pt x="69569" y="36473"/>
                  </a:cubicBezTo>
                  <a:cubicBezTo>
                    <a:pt x="69586" y="36424"/>
                    <a:pt x="69586" y="36381"/>
                    <a:pt x="69575" y="36332"/>
                  </a:cubicBezTo>
                  <a:cubicBezTo>
                    <a:pt x="69478" y="36253"/>
                    <a:pt x="69381" y="36226"/>
                    <a:pt x="69285" y="36226"/>
                  </a:cubicBezTo>
                  <a:cubicBezTo>
                    <a:pt x="69129" y="36226"/>
                    <a:pt x="68973" y="36299"/>
                    <a:pt x="68818" y="36343"/>
                  </a:cubicBezTo>
                  <a:cubicBezTo>
                    <a:pt x="68633" y="36147"/>
                    <a:pt x="68470" y="35929"/>
                    <a:pt x="68350" y="35684"/>
                  </a:cubicBezTo>
                  <a:cubicBezTo>
                    <a:pt x="68127" y="35232"/>
                    <a:pt x="67844" y="34813"/>
                    <a:pt x="67582" y="34377"/>
                  </a:cubicBezTo>
                  <a:cubicBezTo>
                    <a:pt x="67016" y="33446"/>
                    <a:pt x="66374" y="32564"/>
                    <a:pt x="65966" y="31530"/>
                  </a:cubicBezTo>
                  <a:cubicBezTo>
                    <a:pt x="65552" y="30490"/>
                    <a:pt x="64937" y="29548"/>
                    <a:pt x="64283" y="28639"/>
                  </a:cubicBezTo>
                  <a:cubicBezTo>
                    <a:pt x="64234" y="28590"/>
                    <a:pt x="64180" y="28541"/>
                    <a:pt x="64142" y="28481"/>
                  </a:cubicBezTo>
                  <a:cubicBezTo>
                    <a:pt x="63472" y="27414"/>
                    <a:pt x="62694" y="26424"/>
                    <a:pt x="61899" y="25449"/>
                  </a:cubicBezTo>
                  <a:cubicBezTo>
                    <a:pt x="61719" y="25297"/>
                    <a:pt x="61556" y="25133"/>
                    <a:pt x="61376" y="24976"/>
                  </a:cubicBezTo>
                  <a:cubicBezTo>
                    <a:pt x="60690" y="24360"/>
                    <a:pt x="60157" y="23609"/>
                    <a:pt x="59563" y="22907"/>
                  </a:cubicBezTo>
                  <a:cubicBezTo>
                    <a:pt x="58992" y="22232"/>
                    <a:pt x="58339" y="21715"/>
                    <a:pt x="57462" y="21431"/>
                  </a:cubicBezTo>
                  <a:cubicBezTo>
                    <a:pt x="56243" y="21034"/>
                    <a:pt x="55012" y="20686"/>
                    <a:pt x="53733" y="20544"/>
                  </a:cubicBezTo>
                  <a:cubicBezTo>
                    <a:pt x="53513" y="20519"/>
                    <a:pt x="53296" y="20495"/>
                    <a:pt x="53078" y="20495"/>
                  </a:cubicBezTo>
                  <a:cubicBezTo>
                    <a:pt x="52923" y="20495"/>
                    <a:pt x="52768" y="20507"/>
                    <a:pt x="52611" y="20539"/>
                  </a:cubicBezTo>
                  <a:cubicBezTo>
                    <a:pt x="52372" y="20588"/>
                    <a:pt x="52165" y="20686"/>
                    <a:pt x="52007" y="20876"/>
                  </a:cubicBezTo>
                  <a:cubicBezTo>
                    <a:pt x="51958" y="20942"/>
                    <a:pt x="51915" y="21023"/>
                    <a:pt x="51974" y="21105"/>
                  </a:cubicBezTo>
                  <a:cubicBezTo>
                    <a:pt x="52010" y="21159"/>
                    <a:pt x="52064" y="21172"/>
                    <a:pt x="52122" y="21172"/>
                  </a:cubicBezTo>
                  <a:cubicBezTo>
                    <a:pt x="52134" y="21172"/>
                    <a:pt x="52147" y="21171"/>
                    <a:pt x="52160" y="21170"/>
                  </a:cubicBezTo>
                  <a:cubicBezTo>
                    <a:pt x="52339" y="21159"/>
                    <a:pt x="52508" y="21094"/>
                    <a:pt x="52677" y="21045"/>
                  </a:cubicBezTo>
                  <a:cubicBezTo>
                    <a:pt x="52773" y="21018"/>
                    <a:pt x="52867" y="21004"/>
                    <a:pt x="52956" y="21004"/>
                  </a:cubicBezTo>
                  <a:cubicBezTo>
                    <a:pt x="53172" y="21004"/>
                    <a:pt x="53366" y="21089"/>
                    <a:pt x="53531" y="21290"/>
                  </a:cubicBezTo>
                  <a:cubicBezTo>
                    <a:pt x="53629" y="21404"/>
                    <a:pt x="53711" y="21540"/>
                    <a:pt x="53864" y="21606"/>
                  </a:cubicBezTo>
                  <a:cubicBezTo>
                    <a:pt x="54419" y="21725"/>
                    <a:pt x="54887" y="22085"/>
                    <a:pt x="55426" y="22232"/>
                  </a:cubicBezTo>
                  <a:cubicBezTo>
                    <a:pt x="55932" y="22368"/>
                    <a:pt x="56351" y="22607"/>
                    <a:pt x="56754" y="22929"/>
                  </a:cubicBezTo>
                  <a:cubicBezTo>
                    <a:pt x="57233" y="23310"/>
                    <a:pt x="57729" y="23664"/>
                    <a:pt x="58317" y="23865"/>
                  </a:cubicBezTo>
                  <a:cubicBezTo>
                    <a:pt x="59716" y="24589"/>
                    <a:pt x="60957" y="25504"/>
                    <a:pt x="61736" y="26914"/>
                  </a:cubicBezTo>
                  <a:cubicBezTo>
                    <a:pt x="62253" y="27850"/>
                    <a:pt x="62726" y="28808"/>
                    <a:pt x="63342" y="29685"/>
                  </a:cubicBezTo>
                  <a:cubicBezTo>
                    <a:pt x="63385" y="29750"/>
                    <a:pt x="63401" y="29810"/>
                    <a:pt x="63374" y="29886"/>
                  </a:cubicBezTo>
                  <a:cubicBezTo>
                    <a:pt x="63342" y="30191"/>
                    <a:pt x="63527" y="30441"/>
                    <a:pt x="63619" y="30713"/>
                  </a:cubicBezTo>
                  <a:cubicBezTo>
                    <a:pt x="63897" y="31519"/>
                    <a:pt x="64311" y="32249"/>
                    <a:pt x="64920" y="32853"/>
                  </a:cubicBezTo>
                  <a:cubicBezTo>
                    <a:pt x="65367" y="33321"/>
                    <a:pt x="65644" y="33898"/>
                    <a:pt x="65982" y="34432"/>
                  </a:cubicBezTo>
                  <a:cubicBezTo>
                    <a:pt x="66020" y="34492"/>
                    <a:pt x="66069" y="34557"/>
                    <a:pt x="66020" y="34628"/>
                  </a:cubicBezTo>
                  <a:cubicBezTo>
                    <a:pt x="65988" y="34672"/>
                    <a:pt x="65946" y="34686"/>
                    <a:pt x="65902" y="34686"/>
                  </a:cubicBezTo>
                  <a:cubicBezTo>
                    <a:pt x="65865" y="34686"/>
                    <a:pt x="65826" y="34676"/>
                    <a:pt x="65791" y="34666"/>
                  </a:cubicBezTo>
                  <a:cubicBezTo>
                    <a:pt x="65541" y="34595"/>
                    <a:pt x="65329" y="34437"/>
                    <a:pt x="65084" y="34345"/>
                  </a:cubicBezTo>
                  <a:cubicBezTo>
                    <a:pt x="64904" y="34268"/>
                    <a:pt x="64746" y="34143"/>
                    <a:pt x="64534" y="34121"/>
                  </a:cubicBezTo>
                  <a:cubicBezTo>
                    <a:pt x="64033" y="34072"/>
                    <a:pt x="63614" y="33800"/>
                    <a:pt x="63189" y="33566"/>
                  </a:cubicBezTo>
                  <a:cubicBezTo>
                    <a:pt x="62552" y="33092"/>
                    <a:pt x="62073" y="32483"/>
                    <a:pt x="61752" y="31759"/>
                  </a:cubicBezTo>
                  <a:cubicBezTo>
                    <a:pt x="61175" y="30458"/>
                    <a:pt x="60222" y="29527"/>
                    <a:pt x="58975" y="28857"/>
                  </a:cubicBezTo>
                  <a:cubicBezTo>
                    <a:pt x="58262" y="28471"/>
                    <a:pt x="57495" y="28193"/>
                    <a:pt x="56782" y="27806"/>
                  </a:cubicBezTo>
                  <a:cubicBezTo>
                    <a:pt x="55083" y="26886"/>
                    <a:pt x="53303" y="26141"/>
                    <a:pt x="51523" y="25406"/>
                  </a:cubicBezTo>
                  <a:cubicBezTo>
                    <a:pt x="50984" y="25185"/>
                    <a:pt x="50407" y="25023"/>
                    <a:pt x="49815" y="25023"/>
                  </a:cubicBezTo>
                  <a:cubicBezTo>
                    <a:pt x="49778" y="25023"/>
                    <a:pt x="49741" y="25023"/>
                    <a:pt x="49704" y="25025"/>
                  </a:cubicBezTo>
                  <a:cubicBezTo>
                    <a:pt x="49193" y="25041"/>
                    <a:pt x="48670" y="25084"/>
                    <a:pt x="48164" y="25199"/>
                  </a:cubicBezTo>
                  <a:cubicBezTo>
                    <a:pt x="47984" y="25237"/>
                    <a:pt x="47674" y="25182"/>
                    <a:pt x="47696" y="25422"/>
                  </a:cubicBezTo>
                  <a:cubicBezTo>
                    <a:pt x="47704" y="25511"/>
                    <a:pt x="47794" y="25538"/>
                    <a:pt x="47904" y="25538"/>
                  </a:cubicBezTo>
                  <a:cubicBezTo>
                    <a:pt x="48003" y="25538"/>
                    <a:pt x="48117" y="25516"/>
                    <a:pt x="48202" y="25498"/>
                  </a:cubicBezTo>
                  <a:cubicBezTo>
                    <a:pt x="48283" y="25480"/>
                    <a:pt x="48360" y="25470"/>
                    <a:pt x="48434" y="25470"/>
                  </a:cubicBezTo>
                  <a:cubicBezTo>
                    <a:pt x="48648" y="25470"/>
                    <a:pt x="48831" y="25553"/>
                    <a:pt x="48980" y="25759"/>
                  </a:cubicBezTo>
                  <a:cubicBezTo>
                    <a:pt x="49098" y="25918"/>
                    <a:pt x="49257" y="26005"/>
                    <a:pt x="49447" y="26005"/>
                  </a:cubicBezTo>
                  <a:cubicBezTo>
                    <a:pt x="49486" y="26005"/>
                    <a:pt x="49527" y="26001"/>
                    <a:pt x="49568" y="25994"/>
                  </a:cubicBezTo>
                  <a:cubicBezTo>
                    <a:pt x="49614" y="25980"/>
                    <a:pt x="49658" y="25975"/>
                    <a:pt x="49702" y="25975"/>
                  </a:cubicBezTo>
                  <a:cubicBezTo>
                    <a:pt x="49762" y="25975"/>
                    <a:pt x="49821" y="25984"/>
                    <a:pt x="49884" y="25994"/>
                  </a:cubicBezTo>
                  <a:cubicBezTo>
                    <a:pt x="50684" y="26146"/>
                    <a:pt x="51452" y="26402"/>
                    <a:pt x="52214" y="26685"/>
                  </a:cubicBezTo>
                  <a:cubicBezTo>
                    <a:pt x="52807" y="26908"/>
                    <a:pt x="53357" y="27257"/>
                    <a:pt x="53978" y="27398"/>
                  </a:cubicBezTo>
                  <a:cubicBezTo>
                    <a:pt x="54571" y="27529"/>
                    <a:pt x="55067" y="27828"/>
                    <a:pt x="55589" y="28095"/>
                  </a:cubicBezTo>
                  <a:cubicBezTo>
                    <a:pt x="55905" y="28291"/>
                    <a:pt x="56248" y="28411"/>
                    <a:pt x="56591" y="28530"/>
                  </a:cubicBezTo>
                  <a:cubicBezTo>
                    <a:pt x="57152" y="28726"/>
                    <a:pt x="57614" y="29064"/>
                    <a:pt x="58034" y="29461"/>
                  </a:cubicBezTo>
                  <a:cubicBezTo>
                    <a:pt x="59079" y="30452"/>
                    <a:pt x="60021" y="31536"/>
                    <a:pt x="61033" y="32608"/>
                  </a:cubicBezTo>
                  <a:cubicBezTo>
                    <a:pt x="60971" y="32579"/>
                    <a:pt x="60923" y="32561"/>
                    <a:pt x="60880" y="32561"/>
                  </a:cubicBezTo>
                  <a:cubicBezTo>
                    <a:pt x="60851" y="32561"/>
                    <a:pt x="60825" y="32569"/>
                    <a:pt x="60799" y="32586"/>
                  </a:cubicBezTo>
                  <a:cubicBezTo>
                    <a:pt x="60723" y="32652"/>
                    <a:pt x="60701" y="32744"/>
                    <a:pt x="60669" y="32831"/>
                  </a:cubicBezTo>
                  <a:cubicBezTo>
                    <a:pt x="60579" y="33101"/>
                    <a:pt x="60519" y="33222"/>
                    <a:pt x="60394" y="33222"/>
                  </a:cubicBezTo>
                  <a:cubicBezTo>
                    <a:pt x="60314" y="33222"/>
                    <a:pt x="60207" y="33173"/>
                    <a:pt x="60048" y="33082"/>
                  </a:cubicBezTo>
                  <a:cubicBezTo>
                    <a:pt x="59204" y="32597"/>
                    <a:pt x="58409" y="32058"/>
                    <a:pt x="57756" y="31323"/>
                  </a:cubicBezTo>
                  <a:cubicBezTo>
                    <a:pt x="57587" y="31138"/>
                    <a:pt x="57478" y="30915"/>
                    <a:pt x="57293" y="30746"/>
                  </a:cubicBezTo>
                  <a:cubicBezTo>
                    <a:pt x="56433" y="29984"/>
                    <a:pt x="55497" y="29342"/>
                    <a:pt x="54441" y="28868"/>
                  </a:cubicBezTo>
                  <a:cubicBezTo>
                    <a:pt x="54211" y="28766"/>
                    <a:pt x="54071" y="28705"/>
                    <a:pt x="53969" y="28705"/>
                  </a:cubicBezTo>
                  <a:cubicBezTo>
                    <a:pt x="53826" y="28705"/>
                    <a:pt x="53756" y="28822"/>
                    <a:pt x="53613" y="29107"/>
                  </a:cubicBezTo>
                  <a:cubicBezTo>
                    <a:pt x="53499" y="29244"/>
                    <a:pt x="53352" y="29309"/>
                    <a:pt x="53183" y="29320"/>
                  </a:cubicBezTo>
                  <a:cubicBezTo>
                    <a:pt x="53098" y="29324"/>
                    <a:pt x="53013" y="29327"/>
                    <a:pt x="52928" y="29327"/>
                  </a:cubicBezTo>
                  <a:cubicBezTo>
                    <a:pt x="52502" y="29327"/>
                    <a:pt x="52093" y="29258"/>
                    <a:pt x="51730" y="28999"/>
                  </a:cubicBezTo>
                  <a:cubicBezTo>
                    <a:pt x="51566" y="28884"/>
                    <a:pt x="51408" y="28759"/>
                    <a:pt x="51229" y="28672"/>
                  </a:cubicBezTo>
                  <a:cubicBezTo>
                    <a:pt x="51089" y="28603"/>
                    <a:pt x="50982" y="28566"/>
                    <a:pt x="50900" y="28566"/>
                  </a:cubicBezTo>
                  <a:cubicBezTo>
                    <a:pt x="50750" y="28566"/>
                    <a:pt x="50681" y="28691"/>
                    <a:pt x="50635" y="28977"/>
                  </a:cubicBezTo>
                  <a:cubicBezTo>
                    <a:pt x="50592" y="29233"/>
                    <a:pt x="50548" y="29489"/>
                    <a:pt x="50537" y="29750"/>
                  </a:cubicBezTo>
                  <a:cubicBezTo>
                    <a:pt x="50532" y="29913"/>
                    <a:pt x="50532" y="30087"/>
                    <a:pt x="50347" y="30169"/>
                  </a:cubicBezTo>
                  <a:cubicBezTo>
                    <a:pt x="50261" y="30240"/>
                    <a:pt x="50186" y="30269"/>
                    <a:pt x="50118" y="30269"/>
                  </a:cubicBezTo>
                  <a:cubicBezTo>
                    <a:pt x="49987" y="30269"/>
                    <a:pt x="49883" y="30160"/>
                    <a:pt x="49786" y="30028"/>
                  </a:cubicBezTo>
                  <a:cubicBezTo>
                    <a:pt x="49721" y="30028"/>
                    <a:pt x="49688" y="29984"/>
                    <a:pt x="49655" y="29930"/>
                  </a:cubicBezTo>
                  <a:cubicBezTo>
                    <a:pt x="49438" y="29554"/>
                    <a:pt x="49171" y="29238"/>
                    <a:pt x="48779" y="28999"/>
                  </a:cubicBezTo>
                  <a:cubicBezTo>
                    <a:pt x="48588" y="28884"/>
                    <a:pt x="48365" y="28759"/>
                    <a:pt x="48234" y="28547"/>
                  </a:cubicBezTo>
                  <a:cubicBezTo>
                    <a:pt x="48196" y="28449"/>
                    <a:pt x="48104" y="28411"/>
                    <a:pt x="48022" y="28373"/>
                  </a:cubicBezTo>
                  <a:cubicBezTo>
                    <a:pt x="47619" y="28177"/>
                    <a:pt x="47135" y="28155"/>
                    <a:pt x="46797" y="27801"/>
                  </a:cubicBezTo>
                  <a:cubicBezTo>
                    <a:pt x="46780" y="27786"/>
                    <a:pt x="46750" y="27782"/>
                    <a:pt x="46717" y="27782"/>
                  </a:cubicBezTo>
                  <a:cubicBezTo>
                    <a:pt x="46686" y="27782"/>
                    <a:pt x="46651" y="27786"/>
                    <a:pt x="46621" y="27786"/>
                  </a:cubicBezTo>
                  <a:cubicBezTo>
                    <a:pt x="46612" y="27786"/>
                    <a:pt x="46604" y="27785"/>
                    <a:pt x="46596" y="27785"/>
                  </a:cubicBezTo>
                  <a:cubicBezTo>
                    <a:pt x="46324" y="27785"/>
                    <a:pt x="46166" y="27942"/>
                    <a:pt x="46177" y="28193"/>
                  </a:cubicBezTo>
                  <a:cubicBezTo>
                    <a:pt x="46188" y="28558"/>
                    <a:pt x="46041" y="28759"/>
                    <a:pt x="45763" y="28999"/>
                  </a:cubicBezTo>
                  <a:cubicBezTo>
                    <a:pt x="45442" y="29282"/>
                    <a:pt x="45170" y="29538"/>
                    <a:pt x="44712" y="29543"/>
                  </a:cubicBezTo>
                  <a:cubicBezTo>
                    <a:pt x="44456" y="29543"/>
                    <a:pt x="44402" y="29701"/>
                    <a:pt x="44522" y="29935"/>
                  </a:cubicBezTo>
                  <a:cubicBezTo>
                    <a:pt x="44641" y="30158"/>
                    <a:pt x="44816" y="30332"/>
                    <a:pt x="45017" y="30485"/>
                  </a:cubicBezTo>
                  <a:cubicBezTo>
                    <a:pt x="45267" y="30670"/>
                    <a:pt x="45442" y="30915"/>
                    <a:pt x="45480" y="31236"/>
                  </a:cubicBezTo>
                  <a:cubicBezTo>
                    <a:pt x="45077" y="31144"/>
                    <a:pt x="44712" y="30958"/>
                    <a:pt x="44424" y="30654"/>
                  </a:cubicBezTo>
                  <a:cubicBezTo>
                    <a:pt x="44064" y="30169"/>
                    <a:pt x="43977" y="29576"/>
                    <a:pt x="43787" y="29026"/>
                  </a:cubicBezTo>
                  <a:cubicBezTo>
                    <a:pt x="43785" y="28929"/>
                    <a:pt x="43751" y="28905"/>
                    <a:pt x="43707" y="28905"/>
                  </a:cubicBezTo>
                  <a:cubicBezTo>
                    <a:pt x="43663" y="28905"/>
                    <a:pt x="43609" y="28929"/>
                    <a:pt x="43563" y="28929"/>
                  </a:cubicBezTo>
                  <a:cubicBezTo>
                    <a:pt x="43540" y="28929"/>
                    <a:pt x="43520" y="28923"/>
                    <a:pt x="43504" y="28906"/>
                  </a:cubicBezTo>
                  <a:cubicBezTo>
                    <a:pt x="43270" y="28645"/>
                    <a:pt x="42899" y="28574"/>
                    <a:pt x="42638" y="28345"/>
                  </a:cubicBezTo>
                  <a:cubicBezTo>
                    <a:pt x="42615" y="28220"/>
                    <a:pt x="42557" y="28187"/>
                    <a:pt x="42489" y="28187"/>
                  </a:cubicBezTo>
                  <a:cubicBezTo>
                    <a:pt x="42426" y="28187"/>
                    <a:pt x="42355" y="28215"/>
                    <a:pt x="42295" y="28226"/>
                  </a:cubicBezTo>
                  <a:cubicBezTo>
                    <a:pt x="42230" y="28236"/>
                    <a:pt x="42167" y="28241"/>
                    <a:pt x="42106" y="28241"/>
                  </a:cubicBezTo>
                  <a:cubicBezTo>
                    <a:pt x="41761" y="28241"/>
                    <a:pt x="41483" y="28078"/>
                    <a:pt x="41233" y="27828"/>
                  </a:cubicBezTo>
                  <a:cubicBezTo>
                    <a:pt x="41119" y="27714"/>
                    <a:pt x="41070" y="27578"/>
                    <a:pt x="41146" y="27420"/>
                  </a:cubicBezTo>
                  <a:cubicBezTo>
                    <a:pt x="41117" y="27353"/>
                    <a:pt x="41049" y="27302"/>
                    <a:pt x="40997" y="27302"/>
                  </a:cubicBezTo>
                  <a:cubicBezTo>
                    <a:pt x="40981" y="27302"/>
                    <a:pt x="40967" y="27306"/>
                    <a:pt x="40956" y="27316"/>
                  </a:cubicBezTo>
                  <a:cubicBezTo>
                    <a:pt x="40896" y="27367"/>
                    <a:pt x="40853" y="27388"/>
                    <a:pt x="40819" y="27388"/>
                  </a:cubicBezTo>
                  <a:cubicBezTo>
                    <a:pt x="40751" y="27388"/>
                    <a:pt x="40722" y="27304"/>
                    <a:pt x="40678" y="27213"/>
                  </a:cubicBezTo>
                  <a:cubicBezTo>
                    <a:pt x="40640" y="27120"/>
                    <a:pt x="40537" y="27088"/>
                    <a:pt x="40439" y="27071"/>
                  </a:cubicBezTo>
                  <a:cubicBezTo>
                    <a:pt x="40030" y="27001"/>
                    <a:pt x="39633" y="26914"/>
                    <a:pt x="39241" y="26788"/>
                  </a:cubicBezTo>
                  <a:cubicBezTo>
                    <a:pt x="38354" y="26511"/>
                    <a:pt x="37542" y="26086"/>
                    <a:pt x="36737" y="25640"/>
                  </a:cubicBezTo>
                  <a:cubicBezTo>
                    <a:pt x="35583" y="24997"/>
                    <a:pt x="34428" y="24355"/>
                    <a:pt x="33367" y="23566"/>
                  </a:cubicBezTo>
                  <a:cubicBezTo>
                    <a:pt x="31870" y="22450"/>
                    <a:pt x="30509" y="21192"/>
                    <a:pt x="29208" y="19853"/>
                  </a:cubicBezTo>
                  <a:cubicBezTo>
                    <a:pt x="27830" y="18432"/>
                    <a:pt x="26747" y="16815"/>
                    <a:pt x="25832" y="15073"/>
                  </a:cubicBezTo>
                  <a:cubicBezTo>
                    <a:pt x="25479" y="14398"/>
                    <a:pt x="25130" y="13706"/>
                    <a:pt x="24978" y="12950"/>
                  </a:cubicBezTo>
                  <a:cubicBezTo>
                    <a:pt x="24482" y="10516"/>
                    <a:pt x="24526" y="8126"/>
                    <a:pt x="25560" y="5813"/>
                  </a:cubicBezTo>
                  <a:cubicBezTo>
                    <a:pt x="26224" y="4321"/>
                    <a:pt x="27172" y="3047"/>
                    <a:pt x="28435" y="2018"/>
                  </a:cubicBezTo>
                  <a:cubicBezTo>
                    <a:pt x="29589" y="1082"/>
                    <a:pt x="30961" y="619"/>
                    <a:pt x="32382" y="287"/>
                  </a:cubicBezTo>
                  <a:cubicBezTo>
                    <a:pt x="32507" y="260"/>
                    <a:pt x="32648" y="271"/>
                    <a:pt x="32735" y="118"/>
                  </a:cubicBezTo>
                  <a:cubicBezTo>
                    <a:pt x="32643" y="15"/>
                    <a:pt x="32512" y="15"/>
                    <a:pt x="32382" y="4"/>
                  </a:cubicBezTo>
                  <a:cubicBezTo>
                    <a:pt x="32331" y="2"/>
                    <a:pt x="32281" y="1"/>
                    <a:pt x="32232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4"/>
            <p:cNvSpPr/>
            <p:nvPr/>
          </p:nvSpPr>
          <p:spPr>
            <a:xfrm>
              <a:off x="3601734" y="1788691"/>
              <a:ext cx="913970" cy="819777"/>
            </a:xfrm>
            <a:custGeom>
              <a:rect b="b" l="l" r="r" t="t"/>
              <a:pathLst>
                <a:path extrusionOk="0" h="14308" w="15952">
                  <a:moveTo>
                    <a:pt x="28" y="1"/>
                  </a:moveTo>
                  <a:lnTo>
                    <a:pt x="28" y="1"/>
                  </a:lnTo>
                  <a:cubicBezTo>
                    <a:pt x="1" y="284"/>
                    <a:pt x="257" y="393"/>
                    <a:pt x="404" y="551"/>
                  </a:cubicBezTo>
                  <a:cubicBezTo>
                    <a:pt x="1024" y="1237"/>
                    <a:pt x="1503" y="2037"/>
                    <a:pt x="2173" y="2690"/>
                  </a:cubicBezTo>
                  <a:cubicBezTo>
                    <a:pt x="2369" y="2886"/>
                    <a:pt x="2598" y="3071"/>
                    <a:pt x="2701" y="3349"/>
                  </a:cubicBezTo>
                  <a:cubicBezTo>
                    <a:pt x="2734" y="3409"/>
                    <a:pt x="2761" y="3480"/>
                    <a:pt x="2805" y="3529"/>
                  </a:cubicBezTo>
                  <a:cubicBezTo>
                    <a:pt x="3327" y="4155"/>
                    <a:pt x="3833" y="4797"/>
                    <a:pt x="4307" y="5467"/>
                  </a:cubicBezTo>
                  <a:cubicBezTo>
                    <a:pt x="4552" y="5820"/>
                    <a:pt x="4743" y="6212"/>
                    <a:pt x="5047" y="6517"/>
                  </a:cubicBezTo>
                  <a:cubicBezTo>
                    <a:pt x="5145" y="6381"/>
                    <a:pt x="5042" y="6272"/>
                    <a:pt x="4993" y="6158"/>
                  </a:cubicBezTo>
                  <a:cubicBezTo>
                    <a:pt x="4911" y="5962"/>
                    <a:pt x="4770" y="5793"/>
                    <a:pt x="4694" y="5592"/>
                  </a:cubicBezTo>
                  <a:lnTo>
                    <a:pt x="4694" y="5592"/>
                  </a:lnTo>
                  <a:cubicBezTo>
                    <a:pt x="5712" y="6871"/>
                    <a:pt x="6577" y="8238"/>
                    <a:pt x="7182" y="9767"/>
                  </a:cubicBezTo>
                  <a:cubicBezTo>
                    <a:pt x="7334" y="10148"/>
                    <a:pt x="7535" y="10502"/>
                    <a:pt x="7753" y="10856"/>
                  </a:cubicBezTo>
                  <a:cubicBezTo>
                    <a:pt x="8450" y="11967"/>
                    <a:pt x="9272" y="13017"/>
                    <a:pt x="9648" y="14308"/>
                  </a:cubicBezTo>
                  <a:cubicBezTo>
                    <a:pt x="9779" y="14180"/>
                    <a:pt x="9928" y="14151"/>
                    <a:pt x="10084" y="14151"/>
                  </a:cubicBezTo>
                  <a:cubicBezTo>
                    <a:pt x="10173" y="14151"/>
                    <a:pt x="10264" y="14160"/>
                    <a:pt x="10355" y="14166"/>
                  </a:cubicBezTo>
                  <a:cubicBezTo>
                    <a:pt x="10535" y="14166"/>
                    <a:pt x="10551" y="14014"/>
                    <a:pt x="10589" y="13899"/>
                  </a:cubicBezTo>
                  <a:cubicBezTo>
                    <a:pt x="10704" y="13594"/>
                    <a:pt x="10796" y="13273"/>
                    <a:pt x="10873" y="12952"/>
                  </a:cubicBezTo>
                  <a:cubicBezTo>
                    <a:pt x="11041" y="12228"/>
                    <a:pt x="11020" y="11477"/>
                    <a:pt x="11150" y="10747"/>
                  </a:cubicBezTo>
                  <a:cubicBezTo>
                    <a:pt x="11395" y="9386"/>
                    <a:pt x="11929" y="8189"/>
                    <a:pt x="13012" y="7269"/>
                  </a:cubicBezTo>
                  <a:cubicBezTo>
                    <a:pt x="13573" y="6795"/>
                    <a:pt x="14188" y="6403"/>
                    <a:pt x="14738" y="5973"/>
                  </a:cubicBezTo>
                  <a:lnTo>
                    <a:pt x="14738" y="5973"/>
                  </a:lnTo>
                  <a:cubicBezTo>
                    <a:pt x="14672" y="6060"/>
                    <a:pt x="14493" y="6109"/>
                    <a:pt x="14525" y="6305"/>
                  </a:cubicBezTo>
                  <a:cubicBezTo>
                    <a:pt x="15054" y="6055"/>
                    <a:pt x="15478" y="5657"/>
                    <a:pt x="15952" y="5325"/>
                  </a:cubicBezTo>
                  <a:cubicBezTo>
                    <a:pt x="15701" y="5167"/>
                    <a:pt x="15418" y="5064"/>
                    <a:pt x="15184" y="4933"/>
                  </a:cubicBezTo>
                  <a:lnTo>
                    <a:pt x="15184" y="4933"/>
                  </a:lnTo>
                  <a:cubicBezTo>
                    <a:pt x="15195" y="4938"/>
                    <a:pt x="15207" y="4940"/>
                    <a:pt x="15219" y="4940"/>
                  </a:cubicBezTo>
                  <a:cubicBezTo>
                    <a:pt x="15250" y="4940"/>
                    <a:pt x="15284" y="4925"/>
                    <a:pt x="15315" y="4890"/>
                  </a:cubicBezTo>
                  <a:cubicBezTo>
                    <a:pt x="15075" y="4753"/>
                    <a:pt x="14765" y="4732"/>
                    <a:pt x="14602" y="4470"/>
                  </a:cubicBezTo>
                  <a:cubicBezTo>
                    <a:pt x="14535" y="4502"/>
                    <a:pt x="14468" y="4514"/>
                    <a:pt x="14402" y="4514"/>
                  </a:cubicBezTo>
                  <a:cubicBezTo>
                    <a:pt x="14296" y="4514"/>
                    <a:pt x="14191" y="4482"/>
                    <a:pt x="14090" y="4449"/>
                  </a:cubicBezTo>
                  <a:cubicBezTo>
                    <a:pt x="13834" y="4367"/>
                    <a:pt x="13567" y="4307"/>
                    <a:pt x="13311" y="4231"/>
                  </a:cubicBezTo>
                  <a:cubicBezTo>
                    <a:pt x="12724" y="4046"/>
                    <a:pt x="12212" y="3763"/>
                    <a:pt x="11950" y="3158"/>
                  </a:cubicBezTo>
                  <a:cubicBezTo>
                    <a:pt x="11863" y="2957"/>
                    <a:pt x="11727" y="2772"/>
                    <a:pt x="11586" y="2598"/>
                  </a:cubicBezTo>
                  <a:cubicBezTo>
                    <a:pt x="11426" y="2401"/>
                    <a:pt x="11283" y="2303"/>
                    <a:pt x="11149" y="2303"/>
                  </a:cubicBezTo>
                  <a:cubicBezTo>
                    <a:pt x="11004" y="2303"/>
                    <a:pt x="10869" y="2416"/>
                    <a:pt x="10731" y="2641"/>
                  </a:cubicBezTo>
                  <a:cubicBezTo>
                    <a:pt x="10758" y="2549"/>
                    <a:pt x="10873" y="2462"/>
                    <a:pt x="10775" y="2342"/>
                  </a:cubicBezTo>
                  <a:cubicBezTo>
                    <a:pt x="10767" y="2341"/>
                    <a:pt x="10761" y="2341"/>
                    <a:pt x="10754" y="2341"/>
                  </a:cubicBezTo>
                  <a:cubicBezTo>
                    <a:pt x="10580" y="2341"/>
                    <a:pt x="10534" y="2589"/>
                    <a:pt x="10392" y="2589"/>
                  </a:cubicBezTo>
                  <a:cubicBezTo>
                    <a:pt x="10383" y="2589"/>
                    <a:pt x="10375" y="2588"/>
                    <a:pt x="10366" y="2587"/>
                  </a:cubicBezTo>
                  <a:cubicBezTo>
                    <a:pt x="10138" y="2549"/>
                    <a:pt x="9904" y="2511"/>
                    <a:pt x="9675" y="2429"/>
                  </a:cubicBezTo>
                  <a:cubicBezTo>
                    <a:pt x="9473" y="2358"/>
                    <a:pt x="9528" y="2113"/>
                    <a:pt x="9354" y="2064"/>
                  </a:cubicBezTo>
                  <a:cubicBezTo>
                    <a:pt x="8766" y="1895"/>
                    <a:pt x="8200" y="1672"/>
                    <a:pt x="7590" y="1580"/>
                  </a:cubicBezTo>
                  <a:lnTo>
                    <a:pt x="7590" y="1580"/>
                  </a:lnTo>
                  <a:cubicBezTo>
                    <a:pt x="7623" y="1776"/>
                    <a:pt x="7797" y="1792"/>
                    <a:pt x="7938" y="1835"/>
                  </a:cubicBezTo>
                  <a:cubicBezTo>
                    <a:pt x="8287" y="1950"/>
                    <a:pt x="8613" y="2102"/>
                    <a:pt x="8935" y="2276"/>
                  </a:cubicBezTo>
                  <a:cubicBezTo>
                    <a:pt x="9120" y="2380"/>
                    <a:pt x="9294" y="2505"/>
                    <a:pt x="9528" y="2543"/>
                  </a:cubicBezTo>
                  <a:cubicBezTo>
                    <a:pt x="9370" y="2538"/>
                    <a:pt x="9228" y="2521"/>
                    <a:pt x="9109" y="2451"/>
                  </a:cubicBezTo>
                  <a:cubicBezTo>
                    <a:pt x="8347" y="2021"/>
                    <a:pt x="7486" y="1819"/>
                    <a:pt x="6724" y="1389"/>
                  </a:cubicBezTo>
                  <a:cubicBezTo>
                    <a:pt x="6260" y="1124"/>
                    <a:pt x="5763" y="960"/>
                    <a:pt x="5218" y="960"/>
                  </a:cubicBezTo>
                  <a:cubicBezTo>
                    <a:pt x="5169" y="960"/>
                    <a:pt x="5119" y="962"/>
                    <a:pt x="5069" y="964"/>
                  </a:cubicBezTo>
                  <a:cubicBezTo>
                    <a:pt x="5026" y="967"/>
                    <a:pt x="4982" y="968"/>
                    <a:pt x="4938" y="968"/>
                  </a:cubicBezTo>
                  <a:cubicBezTo>
                    <a:pt x="4690" y="968"/>
                    <a:pt x="4434" y="929"/>
                    <a:pt x="4198" y="850"/>
                  </a:cubicBezTo>
                  <a:cubicBezTo>
                    <a:pt x="3175" y="523"/>
                    <a:pt x="2108" y="453"/>
                    <a:pt x="1057" y="333"/>
                  </a:cubicBezTo>
                  <a:cubicBezTo>
                    <a:pt x="1132" y="330"/>
                    <a:pt x="1207" y="329"/>
                    <a:pt x="1282" y="329"/>
                  </a:cubicBezTo>
                  <a:cubicBezTo>
                    <a:pt x="2119" y="329"/>
                    <a:pt x="2944" y="490"/>
                    <a:pt x="3768" y="665"/>
                  </a:cubicBezTo>
                  <a:cubicBezTo>
                    <a:pt x="3854" y="681"/>
                    <a:pt x="3940" y="715"/>
                    <a:pt x="4023" y="715"/>
                  </a:cubicBezTo>
                  <a:cubicBezTo>
                    <a:pt x="4083" y="715"/>
                    <a:pt x="4141" y="698"/>
                    <a:pt x="4198" y="643"/>
                  </a:cubicBezTo>
                  <a:cubicBezTo>
                    <a:pt x="4187" y="627"/>
                    <a:pt x="4182" y="594"/>
                    <a:pt x="4160" y="589"/>
                  </a:cubicBezTo>
                  <a:cubicBezTo>
                    <a:pt x="3414" y="338"/>
                    <a:pt x="2652" y="164"/>
                    <a:pt x="1868" y="77"/>
                  </a:cubicBezTo>
                  <a:cubicBezTo>
                    <a:pt x="1574" y="45"/>
                    <a:pt x="1278" y="2"/>
                    <a:pt x="982" y="2"/>
                  </a:cubicBezTo>
                  <a:cubicBezTo>
                    <a:pt x="873" y="2"/>
                    <a:pt x="763" y="8"/>
                    <a:pt x="654" y="23"/>
                  </a:cubicBezTo>
                  <a:cubicBezTo>
                    <a:pt x="531" y="38"/>
                    <a:pt x="414" y="64"/>
                    <a:pt x="297" y="64"/>
                  </a:cubicBezTo>
                  <a:cubicBezTo>
                    <a:pt x="208" y="64"/>
                    <a:pt x="118" y="48"/>
                    <a:pt x="28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4"/>
            <p:cNvSpPr/>
            <p:nvPr/>
          </p:nvSpPr>
          <p:spPr>
            <a:xfrm>
              <a:off x="352298" y="3440075"/>
              <a:ext cx="1715985" cy="446099"/>
            </a:xfrm>
            <a:custGeom>
              <a:rect b="b" l="l" r="r" t="t"/>
              <a:pathLst>
                <a:path extrusionOk="0" h="7786" w="29950">
                  <a:moveTo>
                    <a:pt x="29776" y="0"/>
                  </a:moveTo>
                  <a:cubicBezTo>
                    <a:pt x="29714" y="0"/>
                    <a:pt x="29632" y="25"/>
                    <a:pt x="29529" y="74"/>
                  </a:cubicBezTo>
                  <a:cubicBezTo>
                    <a:pt x="29365" y="151"/>
                    <a:pt x="29224" y="254"/>
                    <a:pt x="29137" y="417"/>
                  </a:cubicBezTo>
                  <a:cubicBezTo>
                    <a:pt x="29173" y="454"/>
                    <a:pt x="29211" y="466"/>
                    <a:pt x="29250" y="466"/>
                  </a:cubicBezTo>
                  <a:cubicBezTo>
                    <a:pt x="29268" y="466"/>
                    <a:pt x="29286" y="464"/>
                    <a:pt x="29304" y="460"/>
                  </a:cubicBezTo>
                  <a:lnTo>
                    <a:pt x="29304" y="460"/>
                  </a:lnTo>
                  <a:cubicBezTo>
                    <a:pt x="29054" y="552"/>
                    <a:pt x="28823" y="693"/>
                    <a:pt x="28576" y="793"/>
                  </a:cubicBezTo>
                  <a:cubicBezTo>
                    <a:pt x="26703" y="1555"/>
                    <a:pt x="24787" y="2143"/>
                    <a:pt x="22789" y="2492"/>
                  </a:cubicBezTo>
                  <a:cubicBezTo>
                    <a:pt x="20791" y="2835"/>
                    <a:pt x="18798" y="3183"/>
                    <a:pt x="16762" y="3205"/>
                  </a:cubicBezTo>
                  <a:cubicBezTo>
                    <a:pt x="16726" y="3205"/>
                    <a:pt x="16690" y="3205"/>
                    <a:pt x="16653" y="3205"/>
                  </a:cubicBezTo>
                  <a:cubicBezTo>
                    <a:pt x="16034" y="3205"/>
                    <a:pt x="15415" y="3177"/>
                    <a:pt x="14796" y="3177"/>
                  </a:cubicBezTo>
                  <a:cubicBezTo>
                    <a:pt x="14488" y="3177"/>
                    <a:pt x="14180" y="3184"/>
                    <a:pt x="13872" y="3205"/>
                  </a:cubicBezTo>
                  <a:cubicBezTo>
                    <a:pt x="12881" y="3270"/>
                    <a:pt x="11895" y="3227"/>
                    <a:pt x="10905" y="3265"/>
                  </a:cubicBezTo>
                  <a:cubicBezTo>
                    <a:pt x="9799" y="3305"/>
                    <a:pt x="8689" y="3365"/>
                    <a:pt x="7579" y="3365"/>
                  </a:cubicBezTo>
                  <a:cubicBezTo>
                    <a:pt x="7356" y="3365"/>
                    <a:pt x="7132" y="3363"/>
                    <a:pt x="6909" y="3357"/>
                  </a:cubicBezTo>
                  <a:cubicBezTo>
                    <a:pt x="6038" y="3341"/>
                    <a:pt x="5172" y="3232"/>
                    <a:pt x="4317" y="3058"/>
                  </a:cubicBezTo>
                  <a:cubicBezTo>
                    <a:pt x="3971" y="2988"/>
                    <a:pt x="3630" y="2887"/>
                    <a:pt x="3330" y="2819"/>
                  </a:cubicBezTo>
                  <a:lnTo>
                    <a:pt x="3330" y="2819"/>
                  </a:lnTo>
                  <a:cubicBezTo>
                    <a:pt x="3523" y="2855"/>
                    <a:pt x="3743" y="2895"/>
                    <a:pt x="3964" y="2938"/>
                  </a:cubicBezTo>
                  <a:cubicBezTo>
                    <a:pt x="4047" y="2955"/>
                    <a:pt x="4129" y="2977"/>
                    <a:pt x="4210" y="2977"/>
                  </a:cubicBezTo>
                  <a:cubicBezTo>
                    <a:pt x="4289" y="2977"/>
                    <a:pt x="4365" y="2956"/>
                    <a:pt x="4437" y="2889"/>
                  </a:cubicBezTo>
                  <a:cubicBezTo>
                    <a:pt x="3490" y="2470"/>
                    <a:pt x="2499" y="2247"/>
                    <a:pt x="1465" y="2187"/>
                  </a:cubicBezTo>
                  <a:cubicBezTo>
                    <a:pt x="1419" y="2184"/>
                    <a:pt x="1372" y="2183"/>
                    <a:pt x="1326" y="2183"/>
                  </a:cubicBezTo>
                  <a:cubicBezTo>
                    <a:pt x="895" y="2183"/>
                    <a:pt x="472" y="2289"/>
                    <a:pt x="44" y="2328"/>
                  </a:cubicBezTo>
                  <a:cubicBezTo>
                    <a:pt x="0" y="2486"/>
                    <a:pt x="109" y="2584"/>
                    <a:pt x="185" y="2693"/>
                  </a:cubicBezTo>
                  <a:cubicBezTo>
                    <a:pt x="256" y="2824"/>
                    <a:pt x="202" y="2998"/>
                    <a:pt x="332" y="3107"/>
                  </a:cubicBezTo>
                  <a:cubicBezTo>
                    <a:pt x="447" y="3112"/>
                    <a:pt x="528" y="3194"/>
                    <a:pt x="583" y="3281"/>
                  </a:cubicBezTo>
                  <a:cubicBezTo>
                    <a:pt x="850" y="3678"/>
                    <a:pt x="1252" y="3815"/>
                    <a:pt x="1693" y="3902"/>
                  </a:cubicBezTo>
                  <a:cubicBezTo>
                    <a:pt x="2815" y="4125"/>
                    <a:pt x="3936" y="4348"/>
                    <a:pt x="5036" y="4664"/>
                  </a:cubicBezTo>
                  <a:cubicBezTo>
                    <a:pt x="5308" y="4740"/>
                    <a:pt x="5591" y="4762"/>
                    <a:pt x="5874" y="4767"/>
                  </a:cubicBezTo>
                  <a:cubicBezTo>
                    <a:pt x="5911" y="4768"/>
                    <a:pt x="5948" y="4768"/>
                    <a:pt x="5984" y="4768"/>
                  </a:cubicBezTo>
                  <a:cubicBezTo>
                    <a:pt x="6753" y="4768"/>
                    <a:pt x="7509" y="4623"/>
                    <a:pt x="8272" y="4623"/>
                  </a:cubicBezTo>
                  <a:cubicBezTo>
                    <a:pt x="8331" y="4623"/>
                    <a:pt x="8390" y="4624"/>
                    <a:pt x="8449" y="4626"/>
                  </a:cubicBezTo>
                  <a:cubicBezTo>
                    <a:pt x="9440" y="4653"/>
                    <a:pt x="10431" y="4686"/>
                    <a:pt x="11422" y="4713"/>
                  </a:cubicBezTo>
                  <a:cubicBezTo>
                    <a:pt x="12124" y="4729"/>
                    <a:pt x="12837" y="4762"/>
                    <a:pt x="13523" y="4941"/>
                  </a:cubicBezTo>
                  <a:cubicBezTo>
                    <a:pt x="13616" y="4963"/>
                    <a:pt x="13730" y="4974"/>
                    <a:pt x="13757" y="5078"/>
                  </a:cubicBezTo>
                  <a:cubicBezTo>
                    <a:pt x="13790" y="5203"/>
                    <a:pt x="13676" y="5263"/>
                    <a:pt x="13594" y="5328"/>
                  </a:cubicBezTo>
                  <a:cubicBezTo>
                    <a:pt x="13387" y="5491"/>
                    <a:pt x="13126" y="5480"/>
                    <a:pt x="12886" y="5513"/>
                  </a:cubicBezTo>
                  <a:cubicBezTo>
                    <a:pt x="12852" y="5518"/>
                    <a:pt x="12818" y="5523"/>
                    <a:pt x="12784" y="5528"/>
                  </a:cubicBezTo>
                  <a:lnTo>
                    <a:pt x="12784" y="5528"/>
                  </a:lnTo>
                  <a:cubicBezTo>
                    <a:pt x="12875" y="5510"/>
                    <a:pt x="12965" y="5492"/>
                    <a:pt x="13055" y="5475"/>
                  </a:cubicBezTo>
                  <a:cubicBezTo>
                    <a:pt x="13235" y="5442"/>
                    <a:pt x="13469" y="5420"/>
                    <a:pt x="13474" y="5224"/>
                  </a:cubicBezTo>
                  <a:cubicBezTo>
                    <a:pt x="13480" y="4996"/>
                    <a:pt x="13229" y="5001"/>
                    <a:pt x="13066" y="4990"/>
                  </a:cubicBezTo>
                  <a:cubicBezTo>
                    <a:pt x="12024" y="4900"/>
                    <a:pt x="10977" y="4839"/>
                    <a:pt x="9930" y="4839"/>
                  </a:cubicBezTo>
                  <a:cubicBezTo>
                    <a:pt x="9774" y="4839"/>
                    <a:pt x="9618" y="4841"/>
                    <a:pt x="9462" y="4843"/>
                  </a:cubicBezTo>
                  <a:cubicBezTo>
                    <a:pt x="9359" y="4849"/>
                    <a:pt x="9250" y="4854"/>
                    <a:pt x="9173" y="4947"/>
                  </a:cubicBezTo>
                  <a:cubicBezTo>
                    <a:pt x="9081" y="5431"/>
                    <a:pt x="8983" y="5916"/>
                    <a:pt x="8890" y="6406"/>
                  </a:cubicBezTo>
                  <a:cubicBezTo>
                    <a:pt x="8841" y="6618"/>
                    <a:pt x="8814" y="6852"/>
                    <a:pt x="8836" y="7059"/>
                  </a:cubicBezTo>
                  <a:cubicBezTo>
                    <a:pt x="8869" y="7299"/>
                    <a:pt x="8727" y="7609"/>
                    <a:pt x="9032" y="7778"/>
                  </a:cubicBezTo>
                  <a:cubicBezTo>
                    <a:pt x="9065" y="7783"/>
                    <a:pt x="9098" y="7786"/>
                    <a:pt x="9131" y="7786"/>
                  </a:cubicBezTo>
                  <a:cubicBezTo>
                    <a:pt x="9289" y="7786"/>
                    <a:pt x="9439" y="7729"/>
                    <a:pt x="9593" y="7701"/>
                  </a:cubicBezTo>
                  <a:cubicBezTo>
                    <a:pt x="10779" y="7500"/>
                    <a:pt x="11966" y="7288"/>
                    <a:pt x="13148" y="7075"/>
                  </a:cubicBezTo>
                  <a:cubicBezTo>
                    <a:pt x="14340" y="6863"/>
                    <a:pt x="15472" y="6417"/>
                    <a:pt x="16648" y="6145"/>
                  </a:cubicBezTo>
                  <a:cubicBezTo>
                    <a:pt x="18189" y="5785"/>
                    <a:pt x="19746" y="5529"/>
                    <a:pt x="21259" y="5029"/>
                  </a:cubicBezTo>
                  <a:cubicBezTo>
                    <a:pt x="23154" y="4397"/>
                    <a:pt x="25103" y="3934"/>
                    <a:pt x="26834" y="2884"/>
                  </a:cubicBezTo>
                  <a:cubicBezTo>
                    <a:pt x="27062" y="2747"/>
                    <a:pt x="27329" y="2671"/>
                    <a:pt x="27558" y="2530"/>
                  </a:cubicBezTo>
                  <a:cubicBezTo>
                    <a:pt x="28217" y="2138"/>
                    <a:pt x="28750" y="1566"/>
                    <a:pt x="29458" y="1261"/>
                  </a:cubicBezTo>
                  <a:cubicBezTo>
                    <a:pt x="29872" y="1082"/>
                    <a:pt x="29931" y="706"/>
                    <a:pt x="29942" y="319"/>
                  </a:cubicBezTo>
                  <a:cubicBezTo>
                    <a:pt x="29950" y="102"/>
                    <a:pt x="29901" y="0"/>
                    <a:pt x="29776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4"/>
            <p:cNvSpPr/>
            <p:nvPr/>
          </p:nvSpPr>
          <p:spPr>
            <a:xfrm>
              <a:off x="4247095" y="2178118"/>
              <a:ext cx="580513" cy="702494"/>
            </a:xfrm>
            <a:custGeom>
              <a:rect b="b" l="l" r="r" t="t"/>
              <a:pathLst>
                <a:path extrusionOk="0" h="12261" w="10132">
                  <a:moveTo>
                    <a:pt x="4944" y="428"/>
                  </a:moveTo>
                  <a:cubicBezTo>
                    <a:pt x="4953" y="471"/>
                    <a:pt x="4935" y="522"/>
                    <a:pt x="4924" y="574"/>
                  </a:cubicBezTo>
                  <a:lnTo>
                    <a:pt x="4924" y="574"/>
                  </a:lnTo>
                  <a:cubicBezTo>
                    <a:pt x="4925" y="527"/>
                    <a:pt x="4931" y="478"/>
                    <a:pt x="4944" y="428"/>
                  </a:cubicBezTo>
                  <a:close/>
                  <a:moveTo>
                    <a:pt x="541" y="6156"/>
                  </a:moveTo>
                  <a:lnTo>
                    <a:pt x="541" y="6156"/>
                  </a:lnTo>
                  <a:cubicBezTo>
                    <a:pt x="519" y="6247"/>
                    <a:pt x="498" y="6340"/>
                    <a:pt x="480" y="6433"/>
                  </a:cubicBezTo>
                  <a:cubicBezTo>
                    <a:pt x="483" y="6335"/>
                    <a:pt x="510" y="6244"/>
                    <a:pt x="541" y="6156"/>
                  </a:cubicBezTo>
                  <a:close/>
                  <a:moveTo>
                    <a:pt x="5051" y="0"/>
                  </a:moveTo>
                  <a:cubicBezTo>
                    <a:pt x="4938" y="0"/>
                    <a:pt x="4865" y="83"/>
                    <a:pt x="4791" y="161"/>
                  </a:cubicBezTo>
                  <a:cubicBezTo>
                    <a:pt x="4481" y="504"/>
                    <a:pt x="4089" y="749"/>
                    <a:pt x="3713" y="1016"/>
                  </a:cubicBezTo>
                  <a:cubicBezTo>
                    <a:pt x="3066" y="1479"/>
                    <a:pt x="2456" y="2007"/>
                    <a:pt x="2086" y="2709"/>
                  </a:cubicBezTo>
                  <a:cubicBezTo>
                    <a:pt x="1561" y="3708"/>
                    <a:pt x="979" y="4685"/>
                    <a:pt x="644" y="5782"/>
                  </a:cubicBezTo>
                  <a:lnTo>
                    <a:pt x="644" y="5782"/>
                  </a:lnTo>
                  <a:cubicBezTo>
                    <a:pt x="647" y="5701"/>
                    <a:pt x="630" y="5617"/>
                    <a:pt x="578" y="5529"/>
                  </a:cubicBezTo>
                  <a:lnTo>
                    <a:pt x="578" y="5529"/>
                  </a:lnTo>
                  <a:cubicBezTo>
                    <a:pt x="273" y="6275"/>
                    <a:pt x="202" y="7026"/>
                    <a:pt x="501" y="7794"/>
                  </a:cubicBezTo>
                  <a:cubicBezTo>
                    <a:pt x="670" y="8202"/>
                    <a:pt x="534" y="8540"/>
                    <a:pt x="251" y="8844"/>
                  </a:cubicBezTo>
                  <a:cubicBezTo>
                    <a:pt x="1" y="9111"/>
                    <a:pt x="17" y="9187"/>
                    <a:pt x="338" y="9367"/>
                  </a:cubicBezTo>
                  <a:cubicBezTo>
                    <a:pt x="668" y="9560"/>
                    <a:pt x="1022" y="9662"/>
                    <a:pt x="1394" y="9662"/>
                  </a:cubicBezTo>
                  <a:cubicBezTo>
                    <a:pt x="1494" y="9662"/>
                    <a:pt x="1596" y="9654"/>
                    <a:pt x="1699" y="9639"/>
                  </a:cubicBezTo>
                  <a:cubicBezTo>
                    <a:pt x="1928" y="9602"/>
                    <a:pt x="2156" y="9583"/>
                    <a:pt x="2384" y="9583"/>
                  </a:cubicBezTo>
                  <a:cubicBezTo>
                    <a:pt x="2753" y="9583"/>
                    <a:pt x="3119" y="9633"/>
                    <a:pt x="3479" y="9737"/>
                  </a:cubicBezTo>
                  <a:cubicBezTo>
                    <a:pt x="4160" y="9928"/>
                    <a:pt x="4846" y="10097"/>
                    <a:pt x="5543" y="10216"/>
                  </a:cubicBezTo>
                  <a:cubicBezTo>
                    <a:pt x="5907" y="10276"/>
                    <a:pt x="6256" y="10363"/>
                    <a:pt x="6582" y="10543"/>
                  </a:cubicBezTo>
                  <a:cubicBezTo>
                    <a:pt x="6920" y="10625"/>
                    <a:pt x="7263" y="10695"/>
                    <a:pt x="7606" y="10782"/>
                  </a:cubicBezTo>
                  <a:cubicBezTo>
                    <a:pt x="7911" y="10859"/>
                    <a:pt x="8069" y="11011"/>
                    <a:pt x="8139" y="11267"/>
                  </a:cubicBezTo>
                  <a:cubicBezTo>
                    <a:pt x="8156" y="11430"/>
                    <a:pt x="8297" y="11463"/>
                    <a:pt x="8406" y="11507"/>
                  </a:cubicBezTo>
                  <a:cubicBezTo>
                    <a:pt x="8793" y="11659"/>
                    <a:pt x="9136" y="11882"/>
                    <a:pt x="9468" y="12122"/>
                  </a:cubicBezTo>
                  <a:cubicBezTo>
                    <a:pt x="9542" y="12177"/>
                    <a:pt x="9612" y="12261"/>
                    <a:pt x="9715" y="12261"/>
                  </a:cubicBezTo>
                  <a:cubicBezTo>
                    <a:pt x="9733" y="12261"/>
                    <a:pt x="9752" y="12258"/>
                    <a:pt x="9773" y="12252"/>
                  </a:cubicBezTo>
                  <a:cubicBezTo>
                    <a:pt x="9898" y="12105"/>
                    <a:pt x="10017" y="11964"/>
                    <a:pt x="9974" y="11751"/>
                  </a:cubicBezTo>
                  <a:cubicBezTo>
                    <a:pt x="9970" y="11750"/>
                    <a:pt x="9967" y="11750"/>
                    <a:pt x="9962" y="11750"/>
                  </a:cubicBezTo>
                  <a:cubicBezTo>
                    <a:pt x="9944" y="11750"/>
                    <a:pt x="9921" y="11758"/>
                    <a:pt x="9902" y="11758"/>
                  </a:cubicBezTo>
                  <a:cubicBezTo>
                    <a:pt x="9878" y="11758"/>
                    <a:pt x="9862" y="11745"/>
                    <a:pt x="9876" y="11686"/>
                  </a:cubicBezTo>
                  <a:cubicBezTo>
                    <a:pt x="9914" y="11490"/>
                    <a:pt x="9968" y="11300"/>
                    <a:pt x="10028" y="11104"/>
                  </a:cubicBezTo>
                  <a:cubicBezTo>
                    <a:pt x="10132" y="10744"/>
                    <a:pt x="10072" y="10439"/>
                    <a:pt x="9751" y="10200"/>
                  </a:cubicBezTo>
                  <a:cubicBezTo>
                    <a:pt x="9533" y="10037"/>
                    <a:pt x="9364" y="9819"/>
                    <a:pt x="9163" y="9634"/>
                  </a:cubicBezTo>
                  <a:cubicBezTo>
                    <a:pt x="8863" y="9351"/>
                    <a:pt x="8863" y="8991"/>
                    <a:pt x="8874" y="8621"/>
                  </a:cubicBezTo>
                  <a:cubicBezTo>
                    <a:pt x="8876" y="8582"/>
                    <a:pt x="8893" y="8572"/>
                    <a:pt x="8914" y="8572"/>
                  </a:cubicBezTo>
                  <a:cubicBezTo>
                    <a:pt x="8933" y="8572"/>
                    <a:pt x="8955" y="8580"/>
                    <a:pt x="8974" y="8580"/>
                  </a:cubicBezTo>
                  <a:cubicBezTo>
                    <a:pt x="8987" y="8580"/>
                    <a:pt x="8997" y="8577"/>
                    <a:pt x="9005" y="8567"/>
                  </a:cubicBezTo>
                  <a:cubicBezTo>
                    <a:pt x="9010" y="8349"/>
                    <a:pt x="8912" y="8229"/>
                    <a:pt x="8722" y="8093"/>
                  </a:cubicBezTo>
                  <a:cubicBezTo>
                    <a:pt x="8532" y="7952"/>
                    <a:pt x="8334" y="7934"/>
                    <a:pt x="8137" y="7934"/>
                  </a:cubicBezTo>
                  <a:cubicBezTo>
                    <a:pt x="8070" y="7934"/>
                    <a:pt x="8003" y="7936"/>
                    <a:pt x="7937" y="7936"/>
                  </a:cubicBezTo>
                  <a:cubicBezTo>
                    <a:pt x="7868" y="7936"/>
                    <a:pt x="7799" y="7933"/>
                    <a:pt x="7731" y="7924"/>
                  </a:cubicBezTo>
                  <a:lnTo>
                    <a:pt x="7731" y="7924"/>
                  </a:lnTo>
                  <a:cubicBezTo>
                    <a:pt x="7723" y="8022"/>
                    <a:pt x="7756" y="8043"/>
                    <a:pt x="7800" y="8043"/>
                  </a:cubicBezTo>
                  <a:cubicBezTo>
                    <a:pt x="7832" y="8043"/>
                    <a:pt x="7871" y="8031"/>
                    <a:pt x="7903" y="8031"/>
                  </a:cubicBezTo>
                  <a:cubicBezTo>
                    <a:pt x="7916" y="8031"/>
                    <a:pt x="7928" y="8033"/>
                    <a:pt x="7938" y="8039"/>
                  </a:cubicBezTo>
                  <a:cubicBezTo>
                    <a:pt x="7877" y="8039"/>
                    <a:pt x="7810" y="8059"/>
                    <a:pt x="7747" y="8059"/>
                  </a:cubicBezTo>
                  <a:cubicBezTo>
                    <a:pt x="7691" y="8059"/>
                    <a:pt x="7638" y="8043"/>
                    <a:pt x="7595" y="7984"/>
                  </a:cubicBezTo>
                  <a:cubicBezTo>
                    <a:pt x="7497" y="7848"/>
                    <a:pt x="7617" y="7739"/>
                    <a:pt x="7682" y="7636"/>
                  </a:cubicBezTo>
                  <a:cubicBezTo>
                    <a:pt x="7780" y="7462"/>
                    <a:pt x="7867" y="7282"/>
                    <a:pt x="7960" y="7102"/>
                  </a:cubicBezTo>
                  <a:cubicBezTo>
                    <a:pt x="8041" y="6939"/>
                    <a:pt x="8112" y="6776"/>
                    <a:pt x="8041" y="6596"/>
                  </a:cubicBezTo>
                  <a:cubicBezTo>
                    <a:pt x="7851" y="6106"/>
                    <a:pt x="7704" y="5600"/>
                    <a:pt x="7393" y="5153"/>
                  </a:cubicBezTo>
                  <a:cubicBezTo>
                    <a:pt x="7029" y="4631"/>
                    <a:pt x="6762" y="4054"/>
                    <a:pt x="6746" y="3390"/>
                  </a:cubicBezTo>
                  <a:cubicBezTo>
                    <a:pt x="6735" y="3085"/>
                    <a:pt x="6631" y="2796"/>
                    <a:pt x="6501" y="2513"/>
                  </a:cubicBezTo>
                  <a:cubicBezTo>
                    <a:pt x="6207" y="1882"/>
                    <a:pt x="5641" y="1490"/>
                    <a:pt x="5156" y="1038"/>
                  </a:cubicBezTo>
                  <a:cubicBezTo>
                    <a:pt x="5042" y="936"/>
                    <a:pt x="4974" y="832"/>
                    <a:pt x="4943" y="723"/>
                  </a:cubicBezTo>
                  <a:lnTo>
                    <a:pt x="4943" y="723"/>
                  </a:lnTo>
                  <a:cubicBezTo>
                    <a:pt x="4959" y="746"/>
                    <a:pt x="4984" y="768"/>
                    <a:pt x="5020" y="787"/>
                  </a:cubicBezTo>
                  <a:cubicBezTo>
                    <a:pt x="5058" y="526"/>
                    <a:pt x="4998" y="259"/>
                    <a:pt x="5091" y="3"/>
                  </a:cubicBezTo>
                  <a:cubicBezTo>
                    <a:pt x="5077" y="1"/>
                    <a:pt x="5064" y="0"/>
                    <a:pt x="5051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4"/>
            <p:cNvSpPr/>
            <p:nvPr/>
          </p:nvSpPr>
          <p:spPr>
            <a:xfrm>
              <a:off x="3092733" y="2794372"/>
              <a:ext cx="680321" cy="698655"/>
            </a:xfrm>
            <a:custGeom>
              <a:rect b="b" l="l" r="r" t="t"/>
              <a:pathLst>
                <a:path extrusionOk="0" h="12194" w="11874">
                  <a:moveTo>
                    <a:pt x="124" y="1"/>
                  </a:moveTo>
                  <a:cubicBezTo>
                    <a:pt x="104" y="1"/>
                    <a:pt x="85" y="7"/>
                    <a:pt x="66" y="21"/>
                  </a:cubicBezTo>
                  <a:cubicBezTo>
                    <a:pt x="0" y="75"/>
                    <a:pt x="33" y="152"/>
                    <a:pt x="66" y="217"/>
                  </a:cubicBezTo>
                  <a:cubicBezTo>
                    <a:pt x="153" y="369"/>
                    <a:pt x="256" y="516"/>
                    <a:pt x="376" y="647"/>
                  </a:cubicBezTo>
                  <a:cubicBezTo>
                    <a:pt x="1154" y="1518"/>
                    <a:pt x="1318" y="2623"/>
                    <a:pt x="1536" y="3701"/>
                  </a:cubicBezTo>
                  <a:cubicBezTo>
                    <a:pt x="1650" y="4246"/>
                    <a:pt x="1824" y="4719"/>
                    <a:pt x="2281" y="5062"/>
                  </a:cubicBezTo>
                  <a:cubicBezTo>
                    <a:pt x="2526" y="5242"/>
                    <a:pt x="2777" y="5421"/>
                    <a:pt x="2989" y="5645"/>
                  </a:cubicBezTo>
                  <a:cubicBezTo>
                    <a:pt x="3054" y="5715"/>
                    <a:pt x="3196" y="5759"/>
                    <a:pt x="3136" y="5895"/>
                  </a:cubicBezTo>
                  <a:cubicBezTo>
                    <a:pt x="3092" y="5993"/>
                    <a:pt x="2984" y="6037"/>
                    <a:pt x="2875" y="6058"/>
                  </a:cubicBezTo>
                  <a:cubicBezTo>
                    <a:pt x="2573" y="6109"/>
                    <a:pt x="2273" y="6147"/>
                    <a:pt x="1970" y="6147"/>
                  </a:cubicBezTo>
                  <a:cubicBezTo>
                    <a:pt x="1781" y="6147"/>
                    <a:pt x="1591" y="6132"/>
                    <a:pt x="1399" y="6096"/>
                  </a:cubicBezTo>
                  <a:cubicBezTo>
                    <a:pt x="1122" y="6042"/>
                    <a:pt x="893" y="5944"/>
                    <a:pt x="735" y="5683"/>
                  </a:cubicBezTo>
                  <a:cubicBezTo>
                    <a:pt x="682" y="5594"/>
                    <a:pt x="611" y="5458"/>
                    <a:pt x="501" y="5458"/>
                  </a:cubicBezTo>
                  <a:cubicBezTo>
                    <a:pt x="476" y="5458"/>
                    <a:pt x="449" y="5465"/>
                    <a:pt x="419" y="5481"/>
                  </a:cubicBezTo>
                  <a:cubicBezTo>
                    <a:pt x="283" y="5552"/>
                    <a:pt x="321" y="5732"/>
                    <a:pt x="343" y="5873"/>
                  </a:cubicBezTo>
                  <a:cubicBezTo>
                    <a:pt x="365" y="6015"/>
                    <a:pt x="414" y="6145"/>
                    <a:pt x="479" y="6271"/>
                  </a:cubicBezTo>
                  <a:cubicBezTo>
                    <a:pt x="724" y="6733"/>
                    <a:pt x="1095" y="7038"/>
                    <a:pt x="1612" y="7158"/>
                  </a:cubicBezTo>
                  <a:cubicBezTo>
                    <a:pt x="2113" y="7278"/>
                    <a:pt x="2548" y="7539"/>
                    <a:pt x="2940" y="7866"/>
                  </a:cubicBezTo>
                  <a:cubicBezTo>
                    <a:pt x="3038" y="7947"/>
                    <a:pt x="3049" y="8035"/>
                    <a:pt x="2956" y="8127"/>
                  </a:cubicBezTo>
                  <a:cubicBezTo>
                    <a:pt x="2788" y="8307"/>
                    <a:pt x="2548" y="8405"/>
                    <a:pt x="2385" y="8590"/>
                  </a:cubicBezTo>
                  <a:cubicBezTo>
                    <a:pt x="2314" y="8671"/>
                    <a:pt x="2151" y="8710"/>
                    <a:pt x="2200" y="8846"/>
                  </a:cubicBezTo>
                  <a:cubicBezTo>
                    <a:pt x="2229" y="8929"/>
                    <a:pt x="2320" y="8939"/>
                    <a:pt x="2407" y="8939"/>
                  </a:cubicBezTo>
                  <a:cubicBezTo>
                    <a:pt x="2433" y="8939"/>
                    <a:pt x="2459" y="8938"/>
                    <a:pt x="2483" y="8938"/>
                  </a:cubicBezTo>
                  <a:cubicBezTo>
                    <a:pt x="2488" y="8938"/>
                    <a:pt x="2493" y="8938"/>
                    <a:pt x="2498" y="8938"/>
                  </a:cubicBezTo>
                  <a:cubicBezTo>
                    <a:pt x="2672" y="8938"/>
                    <a:pt x="2655" y="9029"/>
                    <a:pt x="2597" y="9151"/>
                  </a:cubicBezTo>
                  <a:cubicBezTo>
                    <a:pt x="2635" y="9276"/>
                    <a:pt x="2891" y="9216"/>
                    <a:pt x="2831" y="9423"/>
                  </a:cubicBezTo>
                  <a:cubicBezTo>
                    <a:pt x="2835" y="9432"/>
                    <a:pt x="2840" y="9435"/>
                    <a:pt x="2846" y="9435"/>
                  </a:cubicBezTo>
                  <a:cubicBezTo>
                    <a:pt x="2869" y="9435"/>
                    <a:pt x="2904" y="9375"/>
                    <a:pt x="2926" y="9375"/>
                  </a:cubicBezTo>
                  <a:cubicBezTo>
                    <a:pt x="2938" y="9375"/>
                    <a:pt x="2946" y="9392"/>
                    <a:pt x="2946" y="9445"/>
                  </a:cubicBezTo>
                  <a:cubicBezTo>
                    <a:pt x="2946" y="9548"/>
                    <a:pt x="2924" y="9657"/>
                    <a:pt x="2913" y="9760"/>
                  </a:cubicBezTo>
                  <a:cubicBezTo>
                    <a:pt x="2893" y="9924"/>
                    <a:pt x="2935" y="10018"/>
                    <a:pt x="3041" y="10018"/>
                  </a:cubicBezTo>
                  <a:cubicBezTo>
                    <a:pt x="3083" y="10018"/>
                    <a:pt x="3134" y="10003"/>
                    <a:pt x="3196" y="9973"/>
                  </a:cubicBezTo>
                  <a:cubicBezTo>
                    <a:pt x="3348" y="9902"/>
                    <a:pt x="3506" y="9864"/>
                    <a:pt x="3670" y="9847"/>
                  </a:cubicBezTo>
                  <a:cubicBezTo>
                    <a:pt x="3725" y="9847"/>
                    <a:pt x="3749" y="9719"/>
                    <a:pt x="3794" y="9719"/>
                  </a:cubicBezTo>
                  <a:cubicBezTo>
                    <a:pt x="3811" y="9719"/>
                    <a:pt x="3830" y="9736"/>
                    <a:pt x="3855" y="9782"/>
                  </a:cubicBezTo>
                  <a:cubicBezTo>
                    <a:pt x="3974" y="10000"/>
                    <a:pt x="4214" y="10049"/>
                    <a:pt x="4366" y="10212"/>
                  </a:cubicBezTo>
                  <a:cubicBezTo>
                    <a:pt x="4519" y="10212"/>
                    <a:pt x="4639" y="10288"/>
                    <a:pt x="4753" y="10365"/>
                  </a:cubicBezTo>
                  <a:cubicBezTo>
                    <a:pt x="5586" y="10909"/>
                    <a:pt x="6506" y="11165"/>
                    <a:pt x="7480" y="11263"/>
                  </a:cubicBezTo>
                  <a:cubicBezTo>
                    <a:pt x="7856" y="11301"/>
                    <a:pt x="8237" y="11306"/>
                    <a:pt x="8580" y="11486"/>
                  </a:cubicBezTo>
                  <a:cubicBezTo>
                    <a:pt x="8633" y="11514"/>
                    <a:pt x="8692" y="11526"/>
                    <a:pt x="8749" y="11526"/>
                  </a:cubicBezTo>
                  <a:cubicBezTo>
                    <a:pt x="8895" y="11526"/>
                    <a:pt x="9033" y="11447"/>
                    <a:pt x="9037" y="11334"/>
                  </a:cubicBezTo>
                  <a:cubicBezTo>
                    <a:pt x="9043" y="11143"/>
                    <a:pt x="8852" y="11149"/>
                    <a:pt x="8727" y="11127"/>
                  </a:cubicBezTo>
                  <a:cubicBezTo>
                    <a:pt x="8422" y="11072"/>
                    <a:pt x="8134" y="11002"/>
                    <a:pt x="7883" y="10800"/>
                  </a:cubicBezTo>
                  <a:cubicBezTo>
                    <a:pt x="7170" y="10234"/>
                    <a:pt x="6359" y="9929"/>
                    <a:pt x="5444" y="9880"/>
                  </a:cubicBezTo>
                  <a:cubicBezTo>
                    <a:pt x="5074" y="9858"/>
                    <a:pt x="4693" y="9831"/>
                    <a:pt x="4301" y="9679"/>
                  </a:cubicBezTo>
                  <a:lnTo>
                    <a:pt x="4301" y="9679"/>
                  </a:lnTo>
                  <a:cubicBezTo>
                    <a:pt x="4742" y="9722"/>
                    <a:pt x="5150" y="9771"/>
                    <a:pt x="5559" y="9809"/>
                  </a:cubicBezTo>
                  <a:cubicBezTo>
                    <a:pt x="6435" y="9902"/>
                    <a:pt x="7284" y="10081"/>
                    <a:pt x="7976" y="10691"/>
                  </a:cubicBezTo>
                  <a:cubicBezTo>
                    <a:pt x="8139" y="10838"/>
                    <a:pt x="8346" y="10893"/>
                    <a:pt x="8558" y="10942"/>
                  </a:cubicBezTo>
                  <a:cubicBezTo>
                    <a:pt x="9037" y="11051"/>
                    <a:pt x="9533" y="11100"/>
                    <a:pt x="10006" y="11252"/>
                  </a:cubicBezTo>
                  <a:cubicBezTo>
                    <a:pt x="10126" y="11290"/>
                    <a:pt x="10306" y="11285"/>
                    <a:pt x="10311" y="11481"/>
                  </a:cubicBezTo>
                  <a:cubicBezTo>
                    <a:pt x="10436" y="11606"/>
                    <a:pt x="10616" y="11519"/>
                    <a:pt x="10752" y="11595"/>
                  </a:cubicBezTo>
                  <a:cubicBezTo>
                    <a:pt x="11052" y="11600"/>
                    <a:pt x="11128" y="11883"/>
                    <a:pt x="11302" y="12041"/>
                  </a:cubicBezTo>
                  <a:cubicBezTo>
                    <a:pt x="11407" y="12142"/>
                    <a:pt x="11492" y="12193"/>
                    <a:pt x="11561" y="12193"/>
                  </a:cubicBezTo>
                  <a:cubicBezTo>
                    <a:pt x="11653" y="12193"/>
                    <a:pt x="11716" y="12102"/>
                    <a:pt x="11759" y="11916"/>
                  </a:cubicBezTo>
                  <a:cubicBezTo>
                    <a:pt x="11874" y="11404"/>
                    <a:pt x="11841" y="10882"/>
                    <a:pt x="11797" y="10365"/>
                  </a:cubicBezTo>
                  <a:cubicBezTo>
                    <a:pt x="11759" y="9945"/>
                    <a:pt x="11563" y="9608"/>
                    <a:pt x="11248" y="9330"/>
                  </a:cubicBezTo>
                  <a:cubicBezTo>
                    <a:pt x="10959" y="9085"/>
                    <a:pt x="10665" y="8846"/>
                    <a:pt x="10344" y="8650"/>
                  </a:cubicBezTo>
                  <a:cubicBezTo>
                    <a:pt x="9266" y="7991"/>
                    <a:pt x="8498" y="7055"/>
                    <a:pt x="7938" y="5939"/>
                  </a:cubicBezTo>
                  <a:cubicBezTo>
                    <a:pt x="7731" y="5519"/>
                    <a:pt x="7557" y="5073"/>
                    <a:pt x="7077" y="4866"/>
                  </a:cubicBezTo>
                  <a:cubicBezTo>
                    <a:pt x="6985" y="4823"/>
                    <a:pt x="6914" y="4730"/>
                    <a:pt x="6854" y="4643"/>
                  </a:cubicBezTo>
                  <a:cubicBezTo>
                    <a:pt x="6506" y="4158"/>
                    <a:pt x="6010" y="3826"/>
                    <a:pt x="5580" y="3424"/>
                  </a:cubicBezTo>
                  <a:cubicBezTo>
                    <a:pt x="5502" y="3349"/>
                    <a:pt x="5398" y="3231"/>
                    <a:pt x="5291" y="3231"/>
                  </a:cubicBezTo>
                  <a:cubicBezTo>
                    <a:pt x="5257" y="3231"/>
                    <a:pt x="5222" y="3242"/>
                    <a:pt x="5188" y="3271"/>
                  </a:cubicBezTo>
                  <a:cubicBezTo>
                    <a:pt x="5052" y="3380"/>
                    <a:pt x="5205" y="3549"/>
                    <a:pt x="5270" y="3679"/>
                  </a:cubicBezTo>
                  <a:cubicBezTo>
                    <a:pt x="5359" y="3849"/>
                    <a:pt x="5350" y="3931"/>
                    <a:pt x="5212" y="3931"/>
                  </a:cubicBezTo>
                  <a:cubicBezTo>
                    <a:pt x="5181" y="3931"/>
                    <a:pt x="5145" y="3927"/>
                    <a:pt x="5101" y="3919"/>
                  </a:cubicBezTo>
                  <a:cubicBezTo>
                    <a:pt x="5044" y="3907"/>
                    <a:pt x="4989" y="3900"/>
                    <a:pt x="4938" y="3900"/>
                  </a:cubicBezTo>
                  <a:cubicBezTo>
                    <a:pt x="4794" y="3900"/>
                    <a:pt x="4678" y="3958"/>
                    <a:pt x="4622" y="4142"/>
                  </a:cubicBezTo>
                  <a:cubicBezTo>
                    <a:pt x="4595" y="4230"/>
                    <a:pt x="4551" y="4268"/>
                    <a:pt x="4494" y="4268"/>
                  </a:cubicBezTo>
                  <a:cubicBezTo>
                    <a:pt x="4460" y="4268"/>
                    <a:pt x="4420" y="4254"/>
                    <a:pt x="4377" y="4229"/>
                  </a:cubicBezTo>
                  <a:cubicBezTo>
                    <a:pt x="4018" y="4011"/>
                    <a:pt x="3621" y="3903"/>
                    <a:pt x="3223" y="3805"/>
                  </a:cubicBezTo>
                  <a:cubicBezTo>
                    <a:pt x="3098" y="3772"/>
                    <a:pt x="2978" y="3712"/>
                    <a:pt x="2886" y="3619"/>
                  </a:cubicBezTo>
                  <a:cubicBezTo>
                    <a:pt x="2494" y="3233"/>
                    <a:pt x="2156" y="2825"/>
                    <a:pt x="2036" y="2264"/>
                  </a:cubicBezTo>
                  <a:cubicBezTo>
                    <a:pt x="1906" y="1671"/>
                    <a:pt x="1623" y="1164"/>
                    <a:pt x="1089" y="827"/>
                  </a:cubicBezTo>
                  <a:cubicBezTo>
                    <a:pt x="860" y="680"/>
                    <a:pt x="686" y="467"/>
                    <a:pt x="490" y="277"/>
                  </a:cubicBezTo>
                  <a:cubicBezTo>
                    <a:pt x="414" y="201"/>
                    <a:pt x="343" y="124"/>
                    <a:pt x="256" y="65"/>
                  </a:cubicBezTo>
                  <a:cubicBezTo>
                    <a:pt x="214" y="34"/>
                    <a:pt x="169" y="1"/>
                    <a:pt x="124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4"/>
            <p:cNvSpPr/>
            <p:nvPr/>
          </p:nvSpPr>
          <p:spPr>
            <a:xfrm>
              <a:off x="3191623" y="1752882"/>
              <a:ext cx="783853" cy="737387"/>
            </a:xfrm>
            <a:custGeom>
              <a:rect b="b" l="l" r="r" t="t"/>
              <a:pathLst>
                <a:path extrusionOk="0" h="12870" w="13681">
                  <a:moveTo>
                    <a:pt x="1909" y="0"/>
                  </a:moveTo>
                  <a:cubicBezTo>
                    <a:pt x="1893" y="0"/>
                    <a:pt x="1876" y="5"/>
                    <a:pt x="1862" y="5"/>
                  </a:cubicBezTo>
                  <a:cubicBezTo>
                    <a:pt x="1780" y="228"/>
                    <a:pt x="1954" y="343"/>
                    <a:pt x="2063" y="479"/>
                  </a:cubicBezTo>
                  <a:cubicBezTo>
                    <a:pt x="2161" y="604"/>
                    <a:pt x="2336" y="664"/>
                    <a:pt x="2357" y="849"/>
                  </a:cubicBezTo>
                  <a:cubicBezTo>
                    <a:pt x="2477" y="963"/>
                    <a:pt x="2673" y="936"/>
                    <a:pt x="2776" y="1078"/>
                  </a:cubicBezTo>
                  <a:cubicBezTo>
                    <a:pt x="2989" y="1148"/>
                    <a:pt x="2907" y="1334"/>
                    <a:pt x="2913" y="1470"/>
                  </a:cubicBezTo>
                  <a:cubicBezTo>
                    <a:pt x="2923" y="1791"/>
                    <a:pt x="3038" y="2041"/>
                    <a:pt x="3354" y="2167"/>
                  </a:cubicBezTo>
                  <a:cubicBezTo>
                    <a:pt x="4442" y="2613"/>
                    <a:pt x="5357" y="3299"/>
                    <a:pt x="6152" y="4154"/>
                  </a:cubicBezTo>
                  <a:cubicBezTo>
                    <a:pt x="6315" y="4328"/>
                    <a:pt x="6473" y="4513"/>
                    <a:pt x="6718" y="4649"/>
                  </a:cubicBezTo>
                  <a:cubicBezTo>
                    <a:pt x="6573" y="4589"/>
                    <a:pt x="6435" y="4565"/>
                    <a:pt x="6303" y="4565"/>
                  </a:cubicBezTo>
                  <a:cubicBezTo>
                    <a:pt x="6233" y="4565"/>
                    <a:pt x="6164" y="4572"/>
                    <a:pt x="6097" y="4584"/>
                  </a:cubicBezTo>
                  <a:cubicBezTo>
                    <a:pt x="6012" y="4599"/>
                    <a:pt x="5930" y="4606"/>
                    <a:pt x="5851" y="4606"/>
                  </a:cubicBezTo>
                  <a:cubicBezTo>
                    <a:pt x="5423" y="4606"/>
                    <a:pt x="5073" y="4396"/>
                    <a:pt x="4747" y="4121"/>
                  </a:cubicBezTo>
                  <a:cubicBezTo>
                    <a:pt x="4611" y="4007"/>
                    <a:pt x="4470" y="3903"/>
                    <a:pt x="4323" y="3800"/>
                  </a:cubicBezTo>
                  <a:cubicBezTo>
                    <a:pt x="4190" y="3701"/>
                    <a:pt x="4041" y="3660"/>
                    <a:pt x="3883" y="3660"/>
                  </a:cubicBezTo>
                  <a:cubicBezTo>
                    <a:pt x="3839" y="3660"/>
                    <a:pt x="3795" y="3663"/>
                    <a:pt x="3751" y="3669"/>
                  </a:cubicBezTo>
                  <a:cubicBezTo>
                    <a:pt x="3550" y="3696"/>
                    <a:pt x="3511" y="3800"/>
                    <a:pt x="3637" y="3958"/>
                  </a:cubicBezTo>
                  <a:cubicBezTo>
                    <a:pt x="3751" y="4105"/>
                    <a:pt x="3898" y="4230"/>
                    <a:pt x="3974" y="4404"/>
                  </a:cubicBezTo>
                  <a:cubicBezTo>
                    <a:pt x="4018" y="4497"/>
                    <a:pt x="4099" y="4595"/>
                    <a:pt x="4012" y="4698"/>
                  </a:cubicBezTo>
                  <a:cubicBezTo>
                    <a:pt x="3977" y="4739"/>
                    <a:pt x="3933" y="4751"/>
                    <a:pt x="3887" y="4751"/>
                  </a:cubicBezTo>
                  <a:cubicBezTo>
                    <a:pt x="3841" y="4751"/>
                    <a:pt x="3792" y="4739"/>
                    <a:pt x="3746" y="4731"/>
                  </a:cubicBezTo>
                  <a:cubicBezTo>
                    <a:pt x="3395" y="4660"/>
                    <a:pt x="3069" y="4505"/>
                    <a:pt x="2723" y="4425"/>
                  </a:cubicBezTo>
                  <a:lnTo>
                    <a:pt x="2723" y="4425"/>
                  </a:lnTo>
                  <a:cubicBezTo>
                    <a:pt x="2748" y="4417"/>
                    <a:pt x="2773" y="4403"/>
                    <a:pt x="2798" y="4382"/>
                  </a:cubicBezTo>
                  <a:cubicBezTo>
                    <a:pt x="1916" y="3925"/>
                    <a:pt x="904" y="3909"/>
                    <a:pt x="0" y="3528"/>
                  </a:cubicBezTo>
                  <a:lnTo>
                    <a:pt x="0" y="3528"/>
                  </a:lnTo>
                  <a:cubicBezTo>
                    <a:pt x="82" y="3729"/>
                    <a:pt x="299" y="3718"/>
                    <a:pt x="408" y="3870"/>
                  </a:cubicBezTo>
                  <a:cubicBezTo>
                    <a:pt x="327" y="3881"/>
                    <a:pt x="250" y="3887"/>
                    <a:pt x="169" y="3898"/>
                  </a:cubicBezTo>
                  <a:cubicBezTo>
                    <a:pt x="163" y="4034"/>
                    <a:pt x="278" y="4072"/>
                    <a:pt x="370" y="4115"/>
                  </a:cubicBezTo>
                  <a:cubicBezTo>
                    <a:pt x="855" y="4366"/>
                    <a:pt x="1339" y="4600"/>
                    <a:pt x="1846" y="4791"/>
                  </a:cubicBezTo>
                  <a:cubicBezTo>
                    <a:pt x="2766" y="5133"/>
                    <a:pt x="3658" y="5531"/>
                    <a:pt x="4519" y="5999"/>
                  </a:cubicBezTo>
                  <a:cubicBezTo>
                    <a:pt x="5003" y="6266"/>
                    <a:pt x="5493" y="6533"/>
                    <a:pt x="5999" y="6750"/>
                  </a:cubicBezTo>
                  <a:cubicBezTo>
                    <a:pt x="6800" y="7082"/>
                    <a:pt x="7524" y="7540"/>
                    <a:pt x="8231" y="8035"/>
                  </a:cubicBezTo>
                  <a:cubicBezTo>
                    <a:pt x="8678" y="8356"/>
                    <a:pt x="8977" y="8765"/>
                    <a:pt x="9239" y="9244"/>
                  </a:cubicBezTo>
                  <a:cubicBezTo>
                    <a:pt x="9625" y="9951"/>
                    <a:pt x="9930" y="10714"/>
                    <a:pt x="10458" y="11345"/>
                  </a:cubicBezTo>
                  <a:cubicBezTo>
                    <a:pt x="10676" y="11606"/>
                    <a:pt x="10986" y="11786"/>
                    <a:pt x="11144" y="12102"/>
                  </a:cubicBezTo>
                  <a:cubicBezTo>
                    <a:pt x="11705" y="12543"/>
                    <a:pt x="12423" y="12608"/>
                    <a:pt x="13060" y="12869"/>
                  </a:cubicBezTo>
                  <a:cubicBezTo>
                    <a:pt x="13120" y="12820"/>
                    <a:pt x="13191" y="12831"/>
                    <a:pt x="13262" y="12826"/>
                  </a:cubicBezTo>
                  <a:cubicBezTo>
                    <a:pt x="13268" y="12825"/>
                    <a:pt x="13274" y="12825"/>
                    <a:pt x="13280" y="12825"/>
                  </a:cubicBezTo>
                  <a:cubicBezTo>
                    <a:pt x="13346" y="12825"/>
                    <a:pt x="13424" y="12854"/>
                    <a:pt x="13491" y="12854"/>
                  </a:cubicBezTo>
                  <a:cubicBezTo>
                    <a:pt x="13542" y="12854"/>
                    <a:pt x="13586" y="12837"/>
                    <a:pt x="13615" y="12777"/>
                  </a:cubicBezTo>
                  <a:cubicBezTo>
                    <a:pt x="13681" y="12635"/>
                    <a:pt x="13561" y="12510"/>
                    <a:pt x="13490" y="12390"/>
                  </a:cubicBezTo>
                  <a:cubicBezTo>
                    <a:pt x="13425" y="12276"/>
                    <a:pt x="13332" y="12178"/>
                    <a:pt x="13278" y="12064"/>
                  </a:cubicBezTo>
                  <a:cubicBezTo>
                    <a:pt x="13153" y="11802"/>
                    <a:pt x="12957" y="11568"/>
                    <a:pt x="12979" y="11258"/>
                  </a:cubicBezTo>
                  <a:cubicBezTo>
                    <a:pt x="12478" y="10795"/>
                    <a:pt x="12140" y="10218"/>
                    <a:pt x="11868" y="9608"/>
                  </a:cubicBezTo>
                  <a:cubicBezTo>
                    <a:pt x="11683" y="9206"/>
                    <a:pt x="11498" y="8792"/>
                    <a:pt x="11432" y="8340"/>
                  </a:cubicBezTo>
                  <a:cubicBezTo>
                    <a:pt x="11449" y="8269"/>
                    <a:pt x="11394" y="8231"/>
                    <a:pt x="11356" y="8193"/>
                  </a:cubicBezTo>
                  <a:cubicBezTo>
                    <a:pt x="10627" y="7540"/>
                    <a:pt x="10175" y="6712"/>
                    <a:pt x="9805" y="5819"/>
                  </a:cubicBezTo>
                  <a:cubicBezTo>
                    <a:pt x="9337" y="4703"/>
                    <a:pt x="8667" y="3734"/>
                    <a:pt x="7594" y="3092"/>
                  </a:cubicBezTo>
                  <a:cubicBezTo>
                    <a:pt x="7159" y="2836"/>
                    <a:pt x="6729" y="2575"/>
                    <a:pt x="6331" y="2259"/>
                  </a:cubicBezTo>
                  <a:cubicBezTo>
                    <a:pt x="6228" y="2150"/>
                    <a:pt x="6076" y="2161"/>
                    <a:pt x="5956" y="2090"/>
                  </a:cubicBezTo>
                  <a:cubicBezTo>
                    <a:pt x="5477" y="1813"/>
                    <a:pt x="5041" y="1481"/>
                    <a:pt x="4589" y="1159"/>
                  </a:cubicBezTo>
                  <a:cubicBezTo>
                    <a:pt x="3795" y="582"/>
                    <a:pt x="2831" y="359"/>
                    <a:pt x="1933" y="5"/>
                  </a:cubicBezTo>
                  <a:cubicBezTo>
                    <a:pt x="1925" y="2"/>
                    <a:pt x="1918" y="0"/>
                    <a:pt x="1909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4"/>
            <p:cNvSpPr/>
            <p:nvPr/>
          </p:nvSpPr>
          <p:spPr>
            <a:xfrm>
              <a:off x="1518234" y="439475"/>
              <a:ext cx="1009996" cy="1828742"/>
            </a:xfrm>
            <a:custGeom>
              <a:rect b="b" l="l" r="r" t="t"/>
              <a:pathLst>
                <a:path extrusionOk="0" h="31918" w="17628">
                  <a:moveTo>
                    <a:pt x="9070" y="2013"/>
                  </a:moveTo>
                  <a:cubicBezTo>
                    <a:pt x="9076" y="2014"/>
                    <a:pt x="9082" y="2015"/>
                    <a:pt x="9088" y="2015"/>
                  </a:cubicBezTo>
                  <a:lnTo>
                    <a:pt x="9088" y="2015"/>
                  </a:lnTo>
                  <a:cubicBezTo>
                    <a:pt x="9078" y="2018"/>
                    <a:pt x="9077" y="2022"/>
                    <a:pt x="9081" y="2030"/>
                  </a:cubicBezTo>
                  <a:cubicBezTo>
                    <a:pt x="9086" y="2041"/>
                    <a:pt x="9085" y="2046"/>
                    <a:pt x="9081" y="2046"/>
                  </a:cubicBezTo>
                  <a:cubicBezTo>
                    <a:pt x="9070" y="2046"/>
                    <a:pt x="9038" y="2013"/>
                    <a:pt x="9070" y="2013"/>
                  </a:cubicBezTo>
                  <a:close/>
                  <a:moveTo>
                    <a:pt x="10298" y="0"/>
                  </a:moveTo>
                  <a:cubicBezTo>
                    <a:pt x="10043" y="0"/>
                    <a:pt x="9785" y="163"/>
                    <a:pt x="9560" y="320"/>
                  </a:cubicBezTo>
                  <a:cubicBezTo>
                    <a:pt x="9015" y="696"/>
                    <a:pt x="8444" y="1001"/>
                    <a:pt x="7763" y="1066"/>
                  </a:cubicBezTo>
                  <a:cubicBezTo>
                    <a:pt x="7594" y="1083"/>
                    <a:pt x="7404" y="1142"/>
                    <a:pt x="7284" y="1317"/>
                  </a:cubicBezTo>
                  <a:cubicBezTo>
                    <a:pt x="7343" y="1359"/>
                    <a:pt x="7402" y="1371"/>
                    <a:pt x="7462" y="1371"/>
                  </a:cubicBezTo>
                  <a:cubicBezTo>
                    <a:pt x="7541" y="1371"/>
                    <a:pt x="7619" y="1350"/>
                    <a:pt x="7695" y="1350"/>
                  </a:cubicBezTo>
                  <a:cubicBezTo>
                    <a:pt x="7733" y="1350"/>
                    <a:pt x="7770" y="1355"/>
                    <a:pt x="7807" y="1371"/>
                  </a:cubicBezTo>
                  <a:cubicBezTo>
                    <a:pt x="7551" y="1420"/>
                    <a:pt x="7251" y="1426"/>
                    <a:pt x="7039" y="1524"/>
                  </a:cubicBezTo>
                  <a:cubicBezTo>
                    <a:pt x="6429" y="1807"/>
                    <a:pt x="5754" y="1965"/>
                    <a:pt x="5188" y="2346"/>
                  </a:cubicBezTo>
                  <a:cubicBezTo>
                    <a:pt x="3506" y="3467"/>
                    <a:pt x="2270" y="4997"/>
                    <a:pt x="1377" y="6761"/>
                  </a:cubicBezTo>
                  <a:cubicBezTo>
                    <a:pt x="392" y="8699"/>
                    <a:pt x="0" y="10806"/>
                    <a:pt x="27" y="12994"/>
                  </a:cubicBezTo>
                  <a:cubicBezTo>
                    <a:pt x="60" y="15106"/>
                    <a:pt x="452" y="17159"/>
                    <a:pt x="996" y="19173"/>
                  </a:cubicBezTo>
                  <a:cubicBezTo>
                    <a:pt x="1922" y="22608"/>
                    <a:pt x="3413" y="25798"/>
                    <a:pt x="5618" y="28618"/>
                  </a:cubicBezTo>
                  <a:cubicBezTo>
                    <a:pt x="6511" y="29761"/>
                    <a:pt x="7333" y="30954"/>
                    <a:pt x="8427" y="31917"/>
                  </a:cubicBezTo>
                  <a:cubicBezTo>
                    <a:pt x="8531" y="31781"/>
                    <a:pt x="8444" y="31667"/>
                    <a:pt x="8362" y="31569"/>
                  </a:cubicBezTo>
                  <a:cubicBezTo>
                    <a:pt x="8079" y="31220"/>
                    <a:pt x="7823" y="30856"/>
                    <a:pt x="7545" y="30507"/>
                  </a:cubicBezTo>
                  <a:cubicBezTo>
                    <a:pt x="6446" y="29152"/>
                    <a:pt x="5384" y="27769"/>
                    <a:pt x="4431" y="26305"/>
                  </a:cubicBezTo>
                  <a:cubicBezTo>
                    <a:pt x="4072" y="25755"/>
                    <a:pt x="3838" y="25129"/>
                    <a:pt x="3408" y="24617"/>
                  </a:cubicBezTo>
                  <a:cubicBezTo>
                    <a:pt x="3337" y="24497"/>
                    <a:pt x="3256" y="24383"/>
                    <a:pt x="3196" y="24252"/>
                  </a:cubicBezTo>
                  <a:cubicBezTo>
                    <a:pt x="2243" y="22205"/>
                    <a:pt x="1410" y="20120"/>
                    <a:pt x="969" y="17888"/>
                  </a:cubicBezTo>
                  <a:cubicBezTo>
                    <a:pt x="675" y="16396"/>
                    <a:pt x="359" y="14921"/>
                    <a:pt x="305" y="13402"/>
                  </a:cubicBezTo>
                  <a:cubicBezTo>
                    <a:pt x="267" y="12352"/>
                    <a:pt x="327" y="11306"/>
                    <a:pt x="512" y="10277"/>
                  </a:cubicBezTo>
                  <a:cubicBezTo>
                    <a:pt x="735" y="9047"/>
                    <a:pt x="1111" y="7855"/>
                    <a:pt x="1682" y="6744"/>
                  </a:cubicBezTo>
                  <a:cubicBezTo>
                    <a:pt x="2319" y="5498"/>
                    <a:pt x="3234" y="4452"/>
                    <a:pt x="4214" y="3456"/>
                  </a:cubicBezTo>
                  <a:cubicBezTo>
                    <a:pt x="5455" y="2189"/>
                    <a:pt x="7713" y="1498"/>
                    <a:pt x="9415" y="1498"/>
                  </a:cubicBezTo>
                  <a:cubicBezTo>
                    <a:pt x="9556" y="1498"/>
                    <a:pt x="9694" y="1503"/>
                    <a:pt x="9826" y="1513"/>
                  </a:cubicBezTo>
                  <a:cubicBezTo>
                    <a:pt x="9663" y="1545"/>
                    <a:pt x="9505" y="1573"/>
                    <a:pt x="9347" y="1611"/>
                  </a:cubicBezTo>
                  <a:cubicBezTo>
                    <a:pt x="9179" y="1654"/>
                    <a:pt x="9010" y="1720"/>
                    <a:pt x="8841" y="1758"/>
                  </a:cubicBezTo>
                  <a:cubicBezTo>
                    <a:pt x="6435" y="2324"/>
                    <a:pt x="4655" y="3750"/>
                    <a:pt x="3375" y="5813"/>
                  </a:cubicBezTo>
                  <a:cubicBezTo>
                    <a:pt x="2482" y="7245"/>
                    <a:pt x="1922" y="8802"/>
                    <a:pt x="1824" y="10517"/>
                  </a:cubicBezTo>
                  <a:cubicBezTo>
                    <a:pt x="1726" y="12150"/>
                    <a:pt x="1797" y="13756"/>
                    <a:pt x="2390" y="15308"/>
                  </a:cubicBezTo>
                  <a:cubicBezTo>
                    <a:pt x="2766" y="16293"/>
                    <a:pt x="3310" y="17186"/>
                    <a:pt x="3843" y="18084"/>
                  </a:cubicBezTo>
                  <a:cubicBezTo>
                    <a:pt x="4812" y="19717"/>
                    <a:pt x="6081" y="21106"/>
                    <a:pt x="7447" y="22418"/>
                  </a:cubicBezTo>
                  <a:cubicBezTo>
                    <a:pt x="9130" y="24029"/>
                    <a:pt x="10937" y="25472"/>
                    <a:pt x="12984" y="26593"/>
                  </a:cubicBezTo>
                  <a:cubicBezTo>
                    <a:pt x="14160" y="27241"/>
                    <a:pt x="15303" y="27954"/>
                    <a:pt x="16610" y="28313"/>
                  </a:cubicBezTo>
                  <a:cubicBezTo>
                    <a:pt x="16858" y="28379"/>
                    <a:pt x="17101" y="28496"/>
                    <a:pt x="17360" y="28496"/>
                  </a:cubicBezTo>
                  <a:cubicBezTo>
                    <a:pt x="17447" y="28496"/>
                    <a:pt x="17536" y="28482"/>
                    <a:pt x="17628" y="28449"/>
                  </a:cubicBezTo>
                  <a:cubicBezTo>
                    <a:pt x="17334" y="28243"/>
                    <a:pt x="17018" y="28096"/>
                    <a:pt x="16659" y="28057"/>
                  </a:cubicBezTo>
                  <a:cubicBezTo>
                    <a:pt x="16376" y="28030"/>
                    <a:pt x="16125" y="27905"/>
                    <a:pt x="15864" y="27796"/>
                  </a:cubicBezTo>
                  <a:cubicBezTo>
                    <a:pt x="14535" y="27246"/>
                    <a:pt x="13387" y="26381"/>
                    <a:pt x="12124" y="25711"/>
                  </a:cubicBezTo>
                  <a:cubicBezTo>
                    <a:pt x="11677" y="25477"/>
                    <a:pt x="11236" y="25232"/>
                    <a:pt x="10828" y="24927"/>
                  </a:cubicBezTo>
                  <a:cubicBezTo>
                    <a:pt x="8950" y="23528"/>
                    <a:pt x="7241" y="21960"/>
                    <a:pt x="5716" y="20180"/>
                  </a:cubicBezTo>
                  <a:cubicBezTo>
                    <a:pt x="4431" y="18678"/>
                    <a:pt x="3397" y="17017"/>
                    <a:pt x="2646" y="15199"/>
                  </a:cubicBezTo>
                  <a:cubicBezTo>
                    <a:pt x="1998" y="13631"/>
                    <a:pt x="1976" y="11976"/>
                    <a:pt x="2123" y="10310"/>
                  </a:cubicBezTo>
                  <a:cubicBezTo>
                    <a:pt x="2335" y="7888"/>
                    <a:pt x="3413" y="5890"/>
                    <a:pt x="5063" y="4148"/>
                  </a:cubicBezTo>
                  <a:cubicBezTo>
                    <a:pt x="5836" y="3331"/>
                    <a:pt x="6838" y="2885"/>
                    <a:pt x="7812" y="2405"/>
                  </a:cubicBezTo>
                  <a:cubicBezTo>
                    <a:pt x="8057" y="2285"/>
                    <a:pt x="8306" y="2221"/>
                    <a:pt x="8551" y="2221"/>
                  </a:cubicBezTo>
                  <a:cubicBezTo>
                    <a:pt x="8894" y="2221"/>
                    <a:pt x="9230" y="2347"/>
                    <a:pt x="9538" y="2623"/>
                  </a:cubicBezTo>
                  <a:cubicBezTo>
                    <a:pt x="9679" y="2754"/>
                    <a:pt x="9826" y="2874"/>
                    <a:pt x="9990" y="2966"/>
                  </a:cubicBezTo>
                  <a:cubicBezTo>
                    <a:pt x="10194" y="3090"/>
                    <a:pt x="10408" y="3185"/>
                    <a:pt x="10635" y="3185"/>
                  </a:cubicBezTo>
                  <a:cubicBezTo>
                    <a:pt x="10747" y="3185"/>
                    <a:pt x="10862" y="3162"/>
                    <a:pt x="10981" y="3108"/>
                  </a:cubicBezTo>
                  <a:cubicBezTo>
                    <a:pt x="11008" y="2944"/>
                    <a:pt x="10883" y="2906"/>
                    <a:pt x="10774" y="2879"/>
                  </a:cubicBezTo>
                  <a:cubicBezTo>
                    <a:pt x="10398" y="2803"/>
                    <a:pt x="10110" y="2585"/>
                    <a:pt x="9826" y="2356"/>
                  </a:cubicBezTo>
                  <a:cubicBezTo>
                    <a:pt x="9627" y="2193"/>
                    <a:pt x="9419" y="2049"/>
                    <a:pt x="9161" y="2018"/>
                  </a:cubicBezTo>
                  <a:lnTo>
                    <a:pt x="9161" y="2018"/>
                  </a:lnTo>
                  <a:cubicBezTo>
                    <a:pt x="9161" y="2018"/>
                    <a:pt x="9161" y="2018"/>
                    <a:pt x="9161" y="2018"/>
                  </a:cubicBezTo>
                  <a:cubicBezTo>
                    <a:pt x="9439" y="2018"/>
                    <a:pt x="9686" y="1893"/>
                    <a:pt x="9952" y="1839"/>
                  </a:cubicBezTo>
                  <a:cubicBezTo>
                    <a:pt x="10115" y="1807"/>
                    <a:pt x="10300" y="1747"/>
                    <a:pt x="10300" y="1545"/>
                  </a:cubicBezTo>
                  <a:cubicBezTo>
                    <a:pt x="10295" y="1333"/>
                    <a:pt x="10115" y="1246"/>
                    <a:pt x="9941" y="1208"/>
                  </a:cubicBezTo>
                  <a:cubicBezTo>
                    <a:pt x="9691" y="1151"/>
                    <a:pt x="9441" y="1091"/>
                    <a:pt x="9207" y="1091"/>
                  </a:cubicBezTo>
                  <a:cubicBezTo>
                    <a:pt x="9137" y="1091"/>
                    <a:pt x="9070" y="1096"/>
                    <a:pt x="9004" y="1108"/>
                  </a:cubicBezTo>
                  <a:lnTo>
                    <a:pt x="9004" y="1108"/>
                  </a:lnTo>
                  <a:cubicBezTo>
                    <a:pt x="9267" y="996"/>
                    <a:pt x="9526" y="805"/>
                    <a:pt x="9794" y="631"/>
                  </a:cubicBezTo>
                  <a:cubicBezTo>
                    <a:pt x="9987" y="506"/>
                    <a:pt x="10189" y="393"/>
                    <a:pt x="10410" y="393"/>
                  </a:cubicBezTo>
                  <a:cubicBezTo>
                    <a:pt x="10489" y="393"/>
                    <a:pt x="10570" y="407"/>
                    <a:pt x="10654" y="440"/>
                  </a:cubicBezTo>
                  <a:cubicBezTo>
                    <a:pt x="10803" y="500"/>
                    <a:pt x="10954" y="524"/>
                    <a:pt x="11105" y="524"/>
                  </a:cubicBezTo>
                  <a:cubicBezTo>
                    <a:pt x="11187" y="524"/>
                    <a:pt x="11269" y="517"/>
                    <a:pt x="11351" y="506"/>
                  </a:cubicBezTo>
                  <a:cubicBezTo>
                    <a:pt x="11726" y="452"/>
                    <a:pt x="12102" y="439"/>
                    <a:pt x="12478" y="439"/>
                  </a:cubicBezTo>
                  <a:cubicBezTo>
                    <a:pt x="12559" y="439"/>
                    <a:pt x="12641" y="439"/>
                    <a:pt x="12723" y="440"/>
                  </a:cubicBezTo>
                  <a:cubicBezTo>
                    <a:pt x="12740" y="440"/>
                    <a:pt x="12757" y="440"/>
                    <a:pt x="12775" y="440"/>
                  </a:cubicBezTo>
                  <a:cubicBezTo>
                    <a:pt x="12864" y="440"/>
                    <a:pt x="12956" y="437"/>
                    <a:pt x="13033" y="391"/>
                  </a:cubicBezTo>
                  <a:cubicBezTo>
                    <a:pt x="13136" y="331"/>
                    <a:pt x="13131" y="271"/>
                    <a:pt x="13027" y="212"/>
                  </a:cubicBezTo>
                  <a:cubicBezTo>
                    <a:pt x="12989" y="190"/>
                    <a:pt x="12946" y="163"/>
                    <a:pt x="12902" y="157"/>
                  </a:cubicBezTo>
                  <a:cubicBezTo>
                    <a:pt x="12592" y="92"/>
                    <a:pt x="12281" y="79"/>
                    <a:pt x="11969" y="79"/>
                  </a:cubicBezTo>
                  <a:cubicBezTo>
                    <a:pt x="11753" y="79"/>
                    <a:pt x="11538" y="85"/>
                    <a:pt x="11322" y="85"/>
                  </a:cubicBezTo>
                  <a:cubicBezTo>
                    <a:pt x="11016" y="85"/>
                    <a:pt x="10709" y="72"/>
                    <a:pt x="10403" y="10"/>
                  </a:cubicBezTo>
                  <a:cubicBezTo>
                    <a:pt x="10369" y="4"/>
                    <a:pt x="10333" y="0"/>
                    <a:pt x="10298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4"/>
            <p:cNvSpPr/>
            <p:nvPr/>
          </p:nvSpPr>
          <p:spPr>
            <a:xfrm>
              <a:off x="3038762" y="2458687"/>
              <a:ext cx="656314" cy="330707"/>
            </a:xfrm>
            <a:custGeom>
              <a:rect b="b" l="l" r="r" t="t"/>
              <a:pathLst>
                <a:path extrusionOk="0" h="5772" w="11455">
                  <a:moveTo>
                    <a:pt x="5395" y="1"/>
                  </a:moveTo>
                  <a:cubicBezTo>
                    <a:pt x="5283" y="82"/>
                    <a:pt x="5158" y="93"/>
                    <a:pt x="5031" y="93"/>
                  </a:cubicBezTo>
                  <a:cubicBezTo>
                    <a:pt x="4983" y="93"/>
                    <a:pt x="4934" y="92"/>
                    <a:pt x="4886" y="92"/>
                  </a:cubicBezTo>
                  <a:cubicBezTo>
                    <a:pt x="4790" y="92"/>
                    <a:pt x="4695" y="98"/>
                    <a:pt x="4606" y="137"/>
                  </a:cubicBezTo>
                  <a:cubicBezTo>
                    <a:pt x="4579" y="158"/>
                    <a:pt x="4546" y="186"/>
                    <a:pt x="4541" y="218"/>
                  </a:cubicBezTo>
                  <a:cubicBezTo>
                    <a:pt x="4285" y="1122"/>
                    <a:pt x="3626" y="1710"/>
                    <a:pt x="2946" y="2282"/>
                  </a:cubicBezTo>
                  <a:cubicBezTo>
                    <a:pt x="2679" y="2505"/>
                    <a:pt x="2396" y="2723"/>
                    <a:pt x="2124" y="2946"/>
                  </a:cubicBezTo>
                  <a:cubicBezTo>
                    <a:pt x="1601" y="3365"/>
                    <a:pt x="1106" y="3811"/>
                    <a:pt x="583" y="4230"/>
                  </a:cubicBezTo>
                  <a:cubicBezTo>
                    <a:pt x="545" y="4601"/>
                    <a:pt x="327" y="4818"/>
                    <a:pt x="0" y="4955"/>
                  </a:cubicBezTo>
                  <a:cubicBezTo>
                    <a:pt x="343" y="5319"/>
                    <a:pt x="746" y="5586"/>
                    <a:pt x="1204" y="5771"/>
                  </a:cubicBezTo>
                  <a:cubicBezTo>
                    <a:pt x="1302" y="5755"/>
                    <a:pt x="1356" y="5706"/>
                    <a:pt x="1383" y="5613"/>
                  </a:cubicBezTo>
                  <a:cubicBezTo>
                    <a:pt x="1378" y="5510"/>
                    <a:pt x="1438" y="5428"/>
                    <a:pt x="1514" y="5379"/>
                  </a:cubicBezTo>
                  <a:cubicBezTo>
                    <a:pt x="2113" y="4993"/>
                    <a:pt x="2657" y="4503"/>
                    <a:pt x="3365" y="4307"/>
                  </a:cubicBezTo>
                  <a:cubicBezTo>
                    <a:pt x="3528" y="4258"/>
                    <a:pt x="3653" y="4165"/>
                    <a:pt x="3730" y="4029"/>
                  </a:cubicBezTo>
                  <a:cubicBezTo>
                    <a:pt x="3850" y="4077"/>
                    <a:pt x="3864" y="4245"/>
                    <a:pt x="3990" y="4245"/>
                  </a:cubicBezTo>
                  <a:cubicBezTo>
                    <a:pt x="4007" y="4245"/>
                    <a:pt x="4025" y="4242"/>
                    <a:pt x="4045" y="4236"/>
                  </a:cubicBezTo>
                  <a:cubicBezTo>
                    <a:pt x="4065" y="4178"/>
                    <a:pt x="3972" y="4056"/>
                    <a:pt x="4085" y="4056"/>
                  </a:cubicBezTo>
                  <a:cubicBezTo>
                    <a:pt x="4099" y="4056"/>
                    <a:pt x="4117" y="4057"/>
                    <a:pt x="4138" y="4062"/>
                  </a:cubicBezTo>
                  <a:cubicBezTo>
                    <a:pt x="4169" y="4068"/>
                    <a:pt x="4198" y="4071"/>
                    <a:pt x="4226" y="4071"/>
                  </a:cubicBezTo>
                  <a:cubicBezTo>
                    <a:pt x="4322" y="4071"/>
                    <a:pt x="4404" y="4034"/>
                    <a:pt x="4475" y="3958"/>
                  </a:cubicBezTo>
                  <a:cubicBezTo>
                    <a:pt x="4470" y="3811"/>
                    <a:pt x="4595" y="3768"/>
                    <a:pt x="4688" y="3702"/>
                  </a:cubicBezTo>
                  <a:cubicBezTo>
                    <a:pt x="5112" y="3414"/>
                    <a:pt x="5586" y="3251"/>
                    <a:pt x="6087" y="3142"/>
                  </a:cubicBezTo>
                  <a:cubicBezTo>
                    <a:pt x="7072" y="2924"/>
                    <a:pt x="8068" y="2755"/>
                    <a:pt x="9076" y="2657"/>
                  </a:cubicBezTo>
                  <a:cubicBezTo>
                    <a:pt x="9254" y="2640"/>
                    <a:pt x="9436" y="2621"/>
                    <a:pt x="9617" y="2621"/>
                  </a:cubicBezTo>
                  <a:cubicBezTo>
                    <a:pt x="9889" y="2621"/>
                    <a:pt x="10158" y="2663"/>
                    <a:pt x="10409" y="2810"/>
                  </a:cubicBezTo>
                  <a:cubicBezTo>
                    <a:pt x="10602" y="2741"/>
                    <a:pt x="10799" y="2713"/>
                    <a:pt x="10997" y="2713"/>
                  </a:cubicBezTo>
                  <a:cubicBezTo>
                    <a:pt x="11113" y="2713"/>
                    <a:pt x="11229" y="2723"/>
                    <a:pt x="11346" y="2739"/>
                  </a:cubicBezTo>
                  <a:cubicBezTo>
                    <a:pt x="11351" y="2740"/>
                    <a:pt x="11356" y="2740"/>
                    <a:pt x="11361" y="2740"/>
                  </a:cubicBezTo>
                  <a:cubicBezTo>
                    <a:pt x="11417" y="2740"/>
                    <a:pt x="11450" y="2685"/>
                    <a:pt x="11455" y="2630"/>
                  </a:cubicBezTo>
                  <a:cubicBezTo>
                    <a:pt x="11362" y="2439"/>
                    <a:pt x="11177" y="2429"/>
                    <a:pt x="11008" y="2390"/>
                  </a:cubicBezTo>
                  <a:cubicBezTo>
                    <a:pt x="10360" y="2254"/>
                    <a:pt x="9767" y="1982"/>
                    <a:pt x="9185" y="1666"/>
                  </a:cubicBezTo>
                  <a:cubicBezTo>
                    <a:pt x="8264" y="1171"/>
                    <a:pt x="7317" y="730"/>
                    <a:pt x="6359" y="327"/>
                  </a:cubicBezTo>
                  <a:cubicBezTo>
                    <a:pt x="6043" y="197"/>
                    <a:pt x="5695" y="169"/>
                    <a:pt x="5395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4"/>
            <p:cNvSpPr/>
            <p:nvPr/>
          </p:nvSpPr>
          <p:spPr>
            <a:xfrm>
              <a:off x="2761459" y="2615558"/>
              <a:ext cx="1020653" cy="897354"/>
            </a:xfrm>
            <a:custGeom>
              <a:rect b="b" l="l" r="r" t="t"/>
              <a:pathLst>
                <a:path extrusionOk="0" h="15662" w="17814">
                  <a:moveTo>
                    <a:pt x="1" y="1"/>
                  </a:moveTo>
                  <a:lnTo>
                    <a:pt x="1" y="1"/>
                  </a:lnTo>
                  <a:cubicBezTo>
                    <a:pt x="121" y="197"/>
                    <a:pt x="191" y="317"/>
                    <a:pt x="262" y="431"/>
                  </a:cubicBezTo>
                  <a:cubicBezTo>
                    <a:pt x="420" y="926"/>
                    <a:pt x="670" y="1373"/>
                    <a:pt x="1002" y="1776"/>
                  </a:cubicBezTo>
                  <a:cubicBezTo>
                    <a:pt x="1498" y="2374"/>
                    <a:pt x="1972" y="2990"/>
                    <a:pt x="2412" y="3627"/>
                  </a:cubicBezTo>
                  <a:cubicBezTo>
                    <a:pt x="3039" y="4536"/>
                    <a:pt x="3893" y="5162"/>
                    <a:pt x="4819" y="5712"/>
                  </a:cubicBezTo>
                  <a:cubicBezTo>
                    <a:pt x="4860" y="5736"/>
                    <a:pt x="4903" y="5748"/>
                    <a:pt x="4948" y="5748"/>
                  </a:cubicBezTo>
                  <a:cubicBezTo>
                    <a:pt x="4963" y="5748"/>
                    <a:pt x="4978" y="5747"/>
                    <a:pt x="4993" y="5744"/>
                  </a:cubicBezTo>
                  <a:cubicBezTo>
                    <a:pt x="5178" y="5815"/>
                    <a:pt x="5358" y="5902"/>
                    <a:pt x="5548" y="5951"/>
                  </a:cubicBezTo>
                  <a:cubicBezTo>
                    <a:pt x="5842" y="6022"/>
                    <a:pt x="5815" y="6163"/>
                    <a:pt x="5728" y="6403"/>
                  </a:cubicBezTo>
                  <a:cubicBezTo>
                    <a:pt x="5677" y="6534"/>
                    <a:pt x="5618" y="6575"/>
                    <a:pt x="5554" y="6575"/>
                  </a:cubicBezTo>
                  <a:cubicBezTo>
                    <a:pt x="5454" y="6575"/>
                    <a:pt x="5340" y="6473"/>
                    <a:pt x="5227" y="6463"/>
                  </a:cubicBezTo>
                  <a:lnTo>
                    <a:pt x="5227" y="6463"/>
                  </a:lnTo>
                  <a:cubicBezTo>
                    <a:pt x="5410" y="6689"/>
                    <a:pt x="5518" y="6800"/>
                    <a:pt x="5627" y="6800"/>
                  </a:cubicBezTo>
                  <a:cubicBezTo>
                    <a:pt x="5722" y="6800"/>
                    <a:pt x="5817" y="6715"/>
                    <a:pt x="5962" y="6550"/>
                  </a:cubicBezTo>
                  <a:cubicBezTo>
                    <a:pt x="6009" y="6496"/>
                    <a:pt x="6044" y="6476"/>
                    <a:pt x="6077" y="6476"/>
                  </a:cubicBezTo>
                  <a:cubicBezTo>
                    <a:pt x="6114" y="6476"/>
                    <a:pt x="6148" y="6500"/>
                    <a:pt x="6191" y="6528"/>
                  </a:cubicBezTo>
                  <a:cubicBezTo>
                    <a:pt x="6419" y="6915"/>
                    <a:pt x="6762" y="7181"/>
                    <a:pt x="7083" y="7470"/>
                  </a:cubicBezTo>
                  <a:cubicBezTo>
                    <a:pt x="7171" y="7552"/>
                    <a:pt x="7279" y="7606"/>
                    <a:pt x="7318" y="7726"/>
                  </a:cubicBezTo>
                  <a:cubicBezTo>
                    <a:pt x="7416" y="8031"/>
                    <a:pt x="7633" y="8243"/>
                    <a:pt x="7867" y="8444"/>
                  </a:cubicBezTo>
                  <a:cubicBezTo>
                    <a:pt x="8025" y="8581"/>
                    <a:pt x="8210" y="8689"/>
                    <a:pt x="8374" y="8896"/>
                  </a:cubicBezTo>
                  <a:cubicBezTo>
                    <a:pt x="8214" y="8911"/>
                    <a:pt x="8074" y="8913"/>
                    <a:pt x="7940" y="8913"/>
                  </a:cubicBezTo>
                  <a:cubicBezTo>
                    <a:pt x="7873" y="8913"/>
                    <a:pt x="7807" y="8913"/>
                    <a:pt x="7742" y="8913"/>
                  </a:cubicBezTo>
                  <a:cubicBezTo>
                    <a:pt x="7318" y="8907"/>
                    <a:pt x="6915" y="8858"/>
                    <a:pt x="6681" y="8428"/>
                  </a:cubicBezTo>
                  <a:cubicBezTo>
                    <a:pt x="6632" y="8336"/>
                    <a:pt x="6534" y="8276"/>
                    <a:pt x="6446" y="8216"/>
                  </a:cubicBezTo>
                  <a:cubicBezTo>
                    <a:pt x="6331" y="8140"/>
                    <a:pt x="6232" y="8103"/>
                    <a:pt x="6151" y="8103"/>
                  </a:cubicBezTo>
                  <a:cubicBezTo>
                    <a:pt x="5999" y="8103"/>
                    <a:pt x="5909" y="8236"/>
                    <a:pt x="5891" y="8499"/>
                  </a:cubicBezTo>
                  <a:cubicBezTo>
                    <a:pt x="5837" y="9315"/>
                    <a:pt x="6267" y="10029"/>
                    <a:pt x="7024" y="10361"/>
                  </a:cubicBezTo>
                  <a:cubicBezTo>
                    <a:pt x="7421" y="10535"/>
                    <a:pt x="7829" y="10682"/>
                    <a:pt x="8178" y="10965"/>
                  </a:cubicBezTo>
                  <a:cubicBezTo>
                    <a:pt x="8276" y="11047"/>
                    <a:pt x="8395" y="11107"/>
                    <a:pt x="8526" y="11117"/>
                  </a:cubicBezTo>
                  <a:cubicBezTo>
                    <a:pt x="8569" y="11121"/>
                    <a:pt x="8615" y="11129"/>
                    <a:pt x="8659" y="11129"/>
                  </a:cubicBezTo>
                  <a:cubicBezTo>
                    <a:pt x="8737" y="11129"/>
                    <a:pt x="8807" y="11104"/>
                    <a:pt x="8831" y="10981"/>
                  </a:cubicBezTo>
                  <a:cubicBezTo>
                    <a:pt x="8439" y="10589"/>
                    <a:pt x="7965" y="10344"/>
                    <a:pt x="7432" y="10203"/>
                  </a:cubicBezTo>
                  <a:cubicBezTo>
                    <a:pt x="6637" y="9996"/>
                    <a:pt x="6131" y="9337"/>
                    <a:pt x="6272" y="8581"/>
                  </a:cubicBezTo>
                  <a:lnTo>
                    <a:pt x="6272" y="8581"/>
                  </a:lnTo>
                  <a:cubicBezTo>
                    <a:pt x="6491" y="9201"/>
                    <a:pt x="6966" y="9356"/>
                    <a:pt x="7498" y="9356"/>
                  </a:cubicBezTo>
                  <a:cubicBezTo>
                    <a:pt x="7536" y="9356"/>
                    <a:pt x="7573" y="9355"/>
                    <a:pt x="7611" y="9354"/>
                  </a:cubicBezTo>
                  <a:cubicBezTo>
                    <a:pt x="7665" y="9351"/>
                    <a:pt x="7719" y="9351"/>
                    <a:pt x="7774" y="9351"/>
                  </a:cubicBezTo>
                  <a:cubicBezTo>
                    <a:pt x="7866" y="9351"/>
                    <a:pt x="7959" y="9353"/>
                    <a:pt x="8052" y="9353"/>
                  </a:cubicBezTo>
                  <a:cubicBezTo>
                    <a:pt x="8446" y="9353"/>
                    <a:pt x="8837" y="9317"/>
                    <a:pt x="9141" y="8945"/>
                  </a:cubicBezTo>
                  <a:cubicBezTo>
                    <a:pt x="8777" y="8673"/>
                    <a:pt x="8472" y="8346"/>
                    <a:pt x="8101" y="8096"/>
                  </a:cubicBezTo>
                  <a:cubicBezTo>
                    <a:pt x="7769" y="7873"/>
                    <a:pt x="7573" y="7541"/>
                    <a:pt x="7470" y="7149"/>
                  </a:cubicBezTo>
                  <a:cubicBezTo>
                    <a:pt x="7421" y="6942"/>
                    <a:pt x="7481" y="6713"/>
                    <a:pt x="7416" y="6539"/>
                  </a:cubicBezTo>
                  <a:cubicBezTo>
                    <a:pt x="7209" y="5967"/>
                    <a:pt x="7094" y="5369"/>
                    <a:pt x="6887" y="4797"/>
                  </a:cubicBezTo>
                  <a:cubicBezTo>
                    <a:pt x="6768" y="4459"/>
                    <a:pt x="6615" y="4155"/>
                    <a:pt x="6370" y="3882"/>
                  </a:cubicBezTo>
                  <a:cubicBezTo>
                    <a:pt x="6174" y="3670"/>
                    <a:pt x="5967" y="3452"/>
                    <a:pt x="5886" y="3153"/>
                  </a:cubicBezTo>
                  <a:lnTo>
                    <a:pt x="5886" y="3153"/>
                  </a:lnTo>
                  <a:cubicBezTo>
                    <a:pt x="6218" y="3485"/>
                    <a:pt x="6534" y="3839"/>
                    <a:pt x="6926" y="4100"/>
                  </a:cubicBezTo>
                  <a:cubicBezTo>
                    <a:pt x="7279" y="4345"/>
                    <a:pt x="7503" y="4683"/>
                    <a:pt x="7628" y="5086"/>
                  </a:cubicBezTo>
                  <a:cubicBezTo>
                    <a:pt x="7731" y="5401"/>
                    <a:pt x="7791" y="5739"/>
                    <a:pt x="7960" y="6011"/>
                  </a:cubicBezTo>
                  <a:cubicBezTo>
                    <a:pt x="8238" y="6468"/>
                    <a:pt x="8553" y="6942"/>
                    <a:pt x="9125" y="7051"/>
                  </a:cubicBezTo>
                  <a:cubicBezTo>
                    <a:pt x="9517" y="7132"/>
                    <a:pt x="9860" y="7290"/>
                    <a:pt x="10203" y="7481"/>
                  </a:cubicBezTo>
                  <a:cubicBezTo>
                    <a:pt x="10276" y="7522"/>
                    <a:pt x="10337" y="7556"/>
                    <a:pt x="10382" y="7556"/>
                  </a:cubicBezTo>
                  <a:cubicBezTo>
                    <a:pt x="10438" y="7556"/>
                    <a:pt x="10470" y="7504"/>
                    <a:pt x="10470" y="7350"/>
                  </a:cubicBezTo>
                  <a:cubicBezTo>
                    <a:pt x="10474" y="7175"/>
                    <a:pt x="10557" y="7087"/>
                    <a:pt x="10691" y="7087"/>
                  </a:cubicBezTo>
                  <a:cubicBezTo>
                    <a:pt x="10740" y="7087"/>
                    <a:pt x="10795" y="7098"/>
                    <a:pt x="10856" y="7122"/>
                  </a:cubicBezTo>
                  <a:cubicBezTo>
                    <a:pt x="10911" y="7138"/>
                    <a:pt x="10965" y="7154"/>
                    <a:pt x="11025" y="7160"/>
                  </a:cubicBezTo>
                  <a:cubicBezTo>
                    <a:pt x="11061" y="7165"/>
                    <a:pt x="11101" y="7172"/>
                    <a:pt x="11139" y="7172"/>
                  </a:cubicBezTo>
                  <a:cubicBezTo>
                    <a:pt x="11185" y="7172"/>
                    <a:pt x="11229" y="7161"/>
                    <a:pt x="11259" y="7122"/>
                  </a:cubicBezTo>
                  <a:cubicBezTo>
                    <a:pt x="11324" y="7040"/>
                    <a:pt x="11243" y="6969"/>
                    <a:pt x="11210" y="6898"/>
                  </a:cubicBezTo>
                  <a:cubicBezTo>
                    <a:pt x="11128" y="6746"/>
                    <a:pt x="11003" y="6604"/>
                    <a:pt x="10987" y="6354"/>
                  </a:cubicBezTo>
                  <a:lnTo>
                    <a:pt x="10987" y="6354"/>
                  </a:lnTo>
                  <a:cubicBezTo>
                    <a:pt x="11575" y="6849"/>
                    <a:pt x="12135" y="7274"/>
                    <a:pt x="12576" y="7835"/>
                  </a:cubicBezTo>
                  <a:cubicBezTo>
                    <a:pt x="12664" y="7944"/>
                    <a:pt x="12762" y="8074"/>
                    <a:pt x="12887" y="8112"/>
                  </a:cubicBezTo>
                  <a:cubicBezTo>
                    <a:pt x="13175" y="8210"/>
                    <a:pt x="13311" y="8434"/>
                    <a:pt x="13426" y="8679"/>
                  </a:cubicBezTo>
                  <a:cubicBezTo>
                    <a:pt x="14052" y="10018"/>
                    <a:pt x="14890" y="11161"/>
                    <a:pt x="16191" y="11923"/>
                  </a:cubicBezTo>
                  <a:cubicBezTo>
                    <a:pt x="16545" y="12130"/>
                    <a:pt x="16861" y="12402"/>
                    <a:pt x="17149" y="12702"/>
                  </a:cubicBezTo>
                  <a:cubicBezTo>
                    <a:pt x="17285" y="12843"/>
                    <a:pt x="17394" y="12996"/>
                    <a:pt x="17438" y="13181"/>
                  </a:cubicBezTo>
                  <a:cubicBezTo>
                    <a:pt x="17547" y="13692"/>
                    <a:pt x="17558" y="14210"/>
                    <a:pt x="17509" y="14727"/>
                  </a:cubicBezTo>
                  <a:cubicBezTo>
                    <a:pt x="17487" y="14912"/>
                    <a:pt x="17514" y="15130"/>
                    <a:pt x="17356" y="15298"/>
                  </a:cubicBezTo>
                  <a:cubicBezTo>
                    <a:pt x="17171" y="15179"/>
                    <a:pt x="17079" y="14983"/>
                    <a:pt x="16932" y="14836"/>
                  </a:cubicBezTo>
                  <a:cubicBezTo>
                    <a:pt x="16863" y="14759"/>
                    <a:pt x="16791" y="14644"/>
                    <a:pt x="16686" y="14644"/>
                  </a:cubicBezTo>
                  <a:cubicBezTo>
                    <a:pt x="16642" y="14644"/>
                    <a:pt x="16592" y="14664"/>
                    <a:pt x="16534" y="14716"/>
                  </a:cubicBezTo>
                  <a:cubicBezTo>
                    <a:pt x="16774" y="14988"/>
                    <a:pt x="17013" y="15266"/>
                    <a:pt x="17242" y="15543"/>
                  </a:cubicBezTo>
                  <a:cubicBezTo>
                    <a:pt x="17289" y="15600"/>
                    <a:pt x="17329" y="15662"/>
                    <a:pt x="17403" y="15662"/>
                  </a:cubicBezTo>
                  <a:cubicBezTo>
                    <a:pt x="17414" y="15662"/>
                    <a:pt x="17426" y="15660"/>
                    <a:pt x="17438" y="15658"/>
                  </a:cubicBezTo>
                  <a:cubicBezTo>
                    <a:pt x="17552" y="15630"/>
                    <a:pt x="17569" y="15549"/>
                    <a:pt x="17596" y="15451"/>
                  </a:cubicBezTo>
                  <a:cubicBezTo>
                    <a:pt x="17759" y="14732"/>
                    <a:pt x="17814" y="14025"/>
                    <a:pt x="17705" y="13290"/>
                  </a:cubicBezTo>
                  <a:cubicBezTo>
                    <a:pt x="17650" y="12919"/>
                    <a:pt x="17514" y="12658"/>
                    <a:pt x="17258" y="12457"/>
                  </a:cubicBezTo>
                  <a:cubicBezTo>
                    <a:pt x="16839" y="12119"/>
                    <a:pt x="16453" y="11744"/>
                    <a:pt x="16006" y="11428"/>
                  </a:cubicBezTo>
                  <a:cubicBezTo>
                    <a:pt x="15625" y="11161"/>
                    <a:pt x="15195" y="10927"/>
                    <a:pt x="14917" y="10540"/>
                  </a:cubicBezTo>
                  <a:cubicBezTo>
                    <a:pt x="14493" y="9936"/>
                    <a:pt x="14052" y="9337"/>
                    <a:pt x="13703" y="8684"/>
                  </a:cubicBezTo>
                  <a:cubicBezTo>
                    <a:pt x="13545" y="8395"/>
                    <a:pt x="13382" y="8107"/>
                    <a:pt x="13028" y="8014"/>
                  </a:cubicBezTo>
                  <a:cubicBezTo>
                    <a:pt x="12941" y="7993"/>
                    <a:pt x="12941" y="7911"/>
                    <a:pt x="12919" y="7846"/>
                  </a:cubicBezTo>
                  <a:cubicBezTo>
                    <a:pt x="12631" y="6958"/>
                    <a:pt x="12353" y="6065"/>
                    <a:pt x="12288" y="5124"/>
                  </a:cubicBezTo>
                  <a:cubicBezTo>
                    <a:pt x="12228" y="4307"/>
                    <a:pt x="11890" y="3654"/>
                    <a:pt x="11172" y="3229"/>
                  </a:cubicBezTo>
                  <a:cubicBezTo>
                    <a:pt x="10960" y="3104"/>
                    <a:pt x="10742" y="2984"/>
                    <a:pt x="10529" y="2864"/>
                  </a:cubicBezTo>
                  <a:cubicBezTo>
                    <a:pt x="9893" y="2516"/>
                    <a:pt x="9386" y="2010"/>
                    <a:pt x="8885" y="1498"/>
                  </a:cubicBezTo>
                  <a:cubicBezTo>
                    <a:pt x="8717" y="1454"/>
                    <a:pt x="8766" y="1253"/>
                    <a:pt x="8657" y="1166"/>
                  </a:cubicBezTo>
                  <a:cubicBezTo>
                    <a:pt x="8612" y="1130"/>
                    <a:pt x="8560" y="1093"/>
                    <a:pt x="8521" y="1093"/>
                  </a:cubicBezTo>
                  <a:cubicBezTo>
                    <a:pt x="8489" y="1093"/>
                    <a:pt x="8466" y="1119"/>
                    <a:pt x="8466" y="1193"/>
                  </a:cubicBezTo>
                  <a:cubicBezTo>
                    <a:pt x="8466" y="1454"/>
                    <a:pt x="8287" y="1449"/>
                    <a:pt x="8123" y="1503"/>
                  </a:cubicBezTo>
                  <a:cubicBezTo>
                    <a:pt x="7377" y="1743"/>
                    <a:pt x="6773" y="2233"/>
                    <a:pt x="6163" y="2701"/>
                  </a:cubicBezTo>
                  <a:cubicBezTo>
                    <a:pt x="6114" y="2745"/>
                    <a:pt x="6044" y="2810"/>
                    <a:pt x="6180" y="2843"/>
                  </a:cubicBezTo>
                  <a:cubicBezTo>
                    <a:pt x="6194" y="2844"/>
                    <a:pt x="6208" y="2845"/>
                    <a:pt x="6222" y="2845"/>
                  </a:cubicBezTo>
                  <a:cubicBezTo>
                    <a:pt x="6340" y="2845"/>
                    <a:pt x="6442" y="2787"/>
                    <a:pt x="6539" y="2728"/>
                  </a:cubicBezTo>
                  <a:cubicBezTo>
                    <a:pt x="7051" y="2413"/>
                    <a:pt x="7568" y="2119"/>
                    <a:pt x="8085" y="1825"/>
                  </a:cubicBezTo>
                  <a:cubicBezTo>
                    <a:pt x="8228" y="1745"/>
                    <a:pt x="8310" y="1697"/>
                    <a:pt x="8369" y="1697"/>
                  </a:cubicBezTo>
                  <a:cubicBezTo>
                    <a:pt x="8442" y="1697"/>
                    <a:pt x="8478" y="1771"/>
                    <a:pt x="8548" y="1950"/>
                  </a:cubicBezTo>
                  <a:cubicBezTo>
                    <a:pt x="8793" y="2581"/>
                    <a:pt x="9256" y="3044"/>
                    <a:pt x="9697" y="3529"/>
                  </a:cubicBezTo>
                  <a:cubicBezTo>
                    <a:pt x="9788" y="3630"/>
                    <a:pt x="9880" y="3742"/>
                    <a:pt x="10028" y="3742"/>
                  </a:cubicBezTo>
                  <a:cubicBezTo>
                    <a:pt x="10055" y="3742"/>
                    <a:pt x="10084" y="3738"/>
                    <a:pt x="10116" y="3730"/>
                  </a:cubicBezTo>
                  <a:cubicBezTo>
                    <a:pt x="10306" y="3545"/>
                    <a:pt x="10110" y="3436"/>
                    <a:pt x="10018" y="3327"/>
                  </a:cubicBezTo>
                  <a:cubicBezTo>
                    <a:pt x="9680" y="2946"/>
                    <a:pt x="9321" y="2587"/>
                    <a:pt x="9054" y="2146"/>
                  </a:cubicBezTo>
                  <a:lnTo>
                    <a:pt x="9054" y="2146"/>
                  </a:lnTo>
                  <a:cubicBezTo>
                    <a:pt x="9642" y="2712"/>
                    <a:pt x="10301" y="3175"/>
                    <a:pt x="11009" y="3583"/>
                  </a:cubicBezTo>
                  <a:cubicBezTo>
                    <a:pt x="11520" y="3882"/>
                    <a:pt x="11760" y="4372"/>
                    <a:pt x="11841" y="4949"/>
                  </a:cubicBezTo>
                  <a:cubicBezTo>
                    <a:pt x="11929" y="5548"/>
                    <a:pt x="11923" y="6158"/>
                    <a:pt x="12135" y="6740"/>
                  </a:cubicBezTo>
                  <a:cubicBezTo>
                    <a:pt x="11961" y="6604"/>
                    <a:pt x="11858" y="6381"/>
                    <a:pt x="11656" y="6316"/>
                  </a:cubicBezTo>
                  <a:cubicBezTo>
                    <a:pt x="11003" y="6104"/>
                    <a:pt x="10851" y="5641"/>
                    <a:pt x="10954" y="5026"/>
                  </a:cubicBezTo>
                  <a:cubicBezTo>
                    <a:pt x="10960" y="4982"/>
                    <a:pt x="10954" y="4933"/>
                    <a:pt x="10949" y="4884"/>
                  </a:cubicBezTo>
                  <a:cubicBezTo>
                    <a:pt x="10905" y="4557"/>
                    <a:pt x="10753" y="4280"/>
                    <a:pt x="10557" y="4029"/>
                  </a:cubicBezTo>
                  <a:cubicBezTo>
                    <a:pt x="10504" y="3964"/>
                    <a:pt x="10434" y="3889"/>
                    <a:pt x="10369" y="3889"/>
                  </a:cubicBezTo>
                  <a:cubicBezTo>
                    <a:pt x="10320" y="3889"/>
                    <a:pt x="10274" y="3932"/>
                    <a:pt x="10241" y="4057"/>
                  </a:cubicBezTo>
                  <a:cubicBezTo>
                    <a:pt x="10246" y="4127"/>
                    <a:pt x="10263" y="4198"/>
                    <a:pt x="10290" y="4263"/>
                  </a:cubicBezTo>
                  <a:cubicBezTo>
                    <a:pt x="10470" y="4672"/>
                    <a:pt x="10540" y="5091"/>
                    <a:pt x="10437" y="5537"/>
                  </a:cubicBezTo>
                  <a:cubicBezTo>
                    <a:pt x="10399" y="5695"/>
                    <a:pt x="10410" y="5864"/>
                    <a:pt x="10399" y="6033"/>
                  </a:cubicBezTo>
                  <a:cubicBezTo>
                    <a:pt x="10382" y="6185"/>
                    <a:pt x="10399" y="6343"/>
                    <a:pt x="10578" y="6414"/>
                  </a:cubicBezTo>
                  <a:cubicBezTo>
                    <a:pt x="10660" y="6447"/>
                    <a:pt x="10736" y="6479"/>
                    <a:pt x="10709" y="6583"/>
                  </a:cubicBezTo>
                  <a:cubicBezTo>
                    <a:pt x="10686" y="6680"/>
                    <a:pt x="10611" y="6710"/>
                    <a:pt x="10529" y="6710"/>
                  </a:cubicBezTo>
                  <a:cubicBezTo>
                    <a:pt x="10515" y="6710"/>
                    <a:pt x="10500" y="6709"/>
                    <a:pt x="10486" y="6708"/>
                  </a:cubicBezTo>
                  <a:cubicBezTo>
                    <a:pt x="10437" y="6703"/>
                    <a:pt x="10388" y="6700"/>
                    <a:pt x="10340" y="6700"/>
                  </a:cubicBezTo>
                  <a:cubicBezTo>
                    <a:pt x="10165" y="6700"/>
                    <a:pt x="9997" y="6736"/>
                    <a:pt x="9844" y="6838"/>
                  </a:cubicBezTo>
                  <a:cubicBezTo>
                    <a:pt x="9815" y="6859"/>
                    <a:pt x="9781" y="6866"/>
                    <a:pt x="9747" y="6866"/>
                  </a:cubicBezTo>
                  <a:cubicBezTo>
                    <a:pt x="9709" y="6866"/>
                    <a:pt x="9671" y="6858"/>
                    <a:pt x="9637" y="6849"/>
                  </a:cubicBezTo>
                  <a:cubicBezTo>
                    <a:pt x="9223" y="6740"/>
                    <a:pt x="8836" y="6610"/>
                    <a:pt x="8532" y="6267"/>
                  </a:cubicBezTo>
                  <a:cubicBezTo>
                    <a:pt x="8248" y="5951"/>
                    <a:pt x="8134" y="5570"/>
                    <a:pt x="8036" y="5189"/>
                  </a:cubicBezTo>
                  <a:cubicBezTo>
                    <a:pt x="7748" y="4106"/>
                    <a:pt x="6866" y="3583"/>
                    <a:pt x="6055" y="2990"/>
                  </a:cubicBezTo>
                  <a:cubicBezTo>
                    <a:pt x="5652" y="2728"/>
                    <a:pt x="5249" y="2472"/>
                    <a:pt x="4840" y="2217"/>
                  </a:cubicBezTo>
                  <a:cubicBezTo>
                    <a:pt x="4579" y="2048"/>
                    <a:pt x="4296" y="1955"/>
                    <a:pt x="3964" y="1950"/>
                  </a:cubicBezTo>
                  <a:lnTo>
                    <a:pt x="3964" y="1950"/>
                  </a:lnTo>
                  <a:cubicBezTo>
                    <a:pt x="4062" y="2146"/>
                    <a:pt x="4209" y="2238"/>
                    <a:pt x="4361" y="2325"/>
                  </a:cubicBezTo>
                  <a:cubicBezTo>
                    <a:pt x="4508" y="2413"/>
                    <a:pt x="4525" y="2472"/>
                    <a:pt x="4416" y="2641"/>
                  </a:cubicBezTo>
                  <a:cubicBezTo>
                    <a:pt x="4122" y="3093"/>
                    <a:pt x="3899" y="3594"/>
                    <a:pt x="3436" y="3937"/>
                  </a:cubicBezTo>
                  <a:cubicBezTo>
                    <a:pt x="3487" y="3963"/>
                    <a:pt x="3531" y="3973"/>
                    <a:pt x="3570" y="3973"/>
                  </a:cubicBezTo>
                  <a:cubicBezTo>
                    <a:pt x="3652" y="3973"/>
                    <a:pt x="3714" y="3932"/>
                    <a:pt x="3784" y="3921"/>
                  </a:cubicBezTo>
                  <a:cubicBezTo>
                    <a:pt x="3803" y="3928"/>
                    <a:pt x="3821" y="3932"/>
                    <a:pt x="3837" y="3932"/>
                  </a:cubicBezTo>
                  <a:cubicBezTo>
                    <a:pt x="3889" y="3932"/>
                    <a:pt x="3934" y="3899"/>
                    <a:pt x="3975" y="3866"/>
                  </a:cubicBezTo>
                  <a:cubicBezTo>
                    <a:pt x="4263" y="3627"/>
                    <a:pt x="4432" y="3311"/>
                    <a:pt x="4590" y="2979"/>
                  </a:cubicBezTo>
                  <a:cubicBezTo>
                    <a:pt x="4630" y="2905"/>
                    <a:pt x="4629" y="2750"/>
                    <a:pt x="4725" y="2750"/>
                  </a:cubicBezTo>
                  <a:cubicBezTo>
                    <a:pt x="4735" y="2750"/>
                    <a:pt x="4747" y="2752"/>
                    <a:pt x="4759" y="2755"/>
                  </a:cubicBezTo>
                  <a:cubicBezTo>
                    <a:pt x="4922" y="2804"/>
                    <a:pt x="5069" y="2935"/>
                    <a:pt x="5167" y="3077"/>
                  </a:cubicBezTo>
                  <a:cubicBezTo>
                    <a:pt x="5238" y="3180"/>
                    <a:pt x="5091" y="3229"/>
                    <a:pt x="5031" y="3289"/>
                  </a:cubicBezTo>
                  <a:cubicBezTo>
                    <a:pt x="4721" y="3605"/>
                    <a:pt x="4400" y="3910"/>
                    <a:pt x="4095" y="4236"/>
                  </a:cubicBezTo>
                  <a:cubicBezTo>
                    <a:pt x="4040" y="4296"/>
                    <a:pt x="3969" y="4367"/>
                    <a:pt x="4002" y="4449"/>
                  </a:cubicBezTo>
                  <a:cubicBezTo>
                    <a:pt x="4029" y="4512"/>
                    <a:pt x="4075" y="4530"/>
                    <a:pt x="4126" y="4530"/>
                  </a:cubicBezTo>
                  <a:cubicBezTo>
                    <a:pt x="4167" y="4530"/>
                    <a:pt x="4211" y="4518"/>
                    <a:pt x="4253" y="4508"/>
                  </a:cubicBezTo>
                  <a:cubicBezTo>
                    <a:pt x="4296" y="4503"/>
                    <a:pt x="4340" y="4487"/>
                    <a:pt x="4383" y="4465"/>
                  </a:cubicBezTo>
                  <a:cubicBezTo>
                    <a:pt x="4759" y="4296"/>
                    <a:pt x="5004" y="3970"/>
                    <a:pt x="5320" y="3719"/>
                  </a:cubicBezTo>
                  <a:cubicBezTo>
                    <a:pt x="5417" y="3641"/>
                    <a:pt x="5495" y="3592"/>
                    <a:pt x="5569" y="3592"/>
                  </a:cubicBezTo>
                  <a:cubicBezTo>
                    <a:pt x="5644" y="3592"/>
                    <a:pt x="5714" y="3642"/>
                    <a:pt x="5793" y="3763"/>
                  </a:cubicBezTo>
                  <a:cubicBezTo>
                    <a:pt x="5935" y="3980"/>
                    <a:pt x="6120" y="4165"/>
                    <a:pt x="6278" y="4367"/>
                  </a:cubicBezTo>
                  <a:cubicBezTo>
                    <a:pt x="6632" y="4841"/>
                    <a:pt x="6795" y="5401"/>
                    <a:pt x="7007" y="6000"/>
                  </a:cubicBezTo>
                  <a:cubicBezTo>
                    <a:pt x="5924" y="5679"/>
                    <a:pt x="4971" y="5265"/>
                    <a:pt x="4122" y="4623"/>
                  </a:cubicBezTo>
                  <a:cubicBezTo>
                    <a:pt x="3964" y="4577"/>
                    <a:pt x="3868" y="4397"/>
                    <a:pt x="3686" y="4397"/>
                  </a:cubicBezTo>
                  <a:cubicBezTo>
                    <a:pt x="3674" y="4397"/>
                    <a:pt x="3661" y="4398"/>
                    <a:pt x="3648" y="4400"/>
                  </a:cubicBezTo>
                  <a:cubicBezTo>
                    <a:pt x="3000" y="4002"/>
                    <a:pt x="2559" y="3387"/>
                    <a:pt x="2124" y="2804"/>
                  </a:cubicBezTo>
                  <a:cubicBezTo>
                    <a:pt x="1634" y="2146"/>
                    <a:pt x="1068" y="1541"/>
                    <a:pt x="676" y="812"/>
                  </a:cubicBezTo>
                  <a:cubicBezTo>
                    <a:pt x="529" y="529"/>
                    <a:pt x="355" y="251"/>
                    <a:pt x="1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4"/>
            <p:cNvSpPr/>
            <p:nvPr/>
          </p:nvSpPr>
          <p:spPr>
            <a:xfrm>
              <a:off x="2783632" y="3187581"/>
              <a:ext cx="282006" cy="522588"/>
            </a:xfrm>
            <a:custGeom>
              <a:rect b="b" l="l" r="r" t="t"/>
              <a:pathLst>
                <a:path extrusionOk="0" h="9121" w="4922">
                  <a:moveTo>
                    <a:pt x="561" y="0"/>
                  </a:moveTo>
                  <a:cubicBezTo>
                    <a:pt x="541" y="0"/>
                    <a:pt x="519" y="4"/>
                    <a:pt x="496" y="12"/>
                  </a:cubicBezTo>
                  <a:cubicBezTo>
                    <a:pt x="316" y="306"/>
                    <a:pt x="289" y="687"/>
                    <a:pt x="0" y="927"/>
                  </a:cubicBezTo>
                  <a:cubicBezTo>
                    <a:pt x="115" y="1384"/>
                    <a:pt x="131" y="1857"/>
                    <a:pt x="109" y="2326"/>
                  </a:cubicBezTo>
                  <a:cubicBezTo>
                    <a:pt x="159" y="2440"/>
                    <a:pt x="225" y="2520"/>
                    <a:pt x="342" y="2520"/>
                  </a:cubicBezTo>
                  <a:cubicBezTo>
                    <a:pt x="364" y="2520"/>
                    <a:pt x="388" y="2517"/>
                    <a:pt x="414" y="2511"/>
                  </a:cubicBezTo>
                  <a:cubicBezTo>
                    <a:pt x="496" y="2445"/>
                    <a:pt x="447" y="2331"/>
                    <a:pt x="534" y="2211"/>
                  </a:cubicBezTo>
                  <a:cubicBezTo>
                    <a:pt x="757" y="3186"/>
                    <a:pt x="1280" y="3932"/>
                    <a:pt x="2025" y="4530"/>
                  </a:cubicBezTo>
                  <a:cubicBezTo>
                    <a:pt x="2096" y="4585"/>
                    <a:pt x="2156" y="4661"/>
                    <a:pt x="2211" y="4737"/>
                  </a:cubicBezTo>
                  <a:cubicBezTo>
                    <a:pt x="2281" y="4841"/>
                    <a:pt x="2325" y="4950"/>
                    <a:pt x="2309" y="5069"/>
                  </a:cubicBezTo>
                  <a:cubicBezTo>
                    <a:pt x="2238" y="5489"/>
                    <a:pt x="2287" y="5924"/>
                    <a:pt x="2162" y="6327"/>
                  </a:cubicBezTo>
                  <a:cubicBezTo>
                    <a:pt x="1976" y="6904"/>
                    <a:pt x="1677" y="7416"/>
                    <a:pt x="1154" y="7759"/>
                  </a:cubicBezTo>
                  <a:cubicBezTo>
                    <a:pt x="953" y="7889"/>
                    <a:pt x="964" y="8036"/>
                    <a:pt x="1203" y="8222"/>
                  </a:cubicBezTo>
                  <a:cubicBezTo>
                    <a:pt x="1231" y="8216"/>
                    <a:pt x="1252" y="8216"/>
                    <a:pt x="1280" y="8216"/>
                  </a:cubicBezTo>
                  <a:cubicBezTo>
                    <a:pt x="1360" y="8222"/>
                    <a:pt x="1438" y="8226"/>
                    <a:pt x="1515" y="8226"/>
                  </a:cubicBezTo>
                  <a:cubicBezTo>
                    <a:pt x="1895" y="8226"/>
                    <a:pt x="2237" y="8131"/>
                    <a:pt x="2499" y="7764"/>
                  </a:cubicBezTo>
                  <a:cubicBezTo>
                    <a:pt x="2553" y="7689"/>
                    <a:pt x="2614" y="7657"/>
                    <a:pt x="2676" y="7657"/>
                  </a:cubicBezTo>
                  <a:cubicBezTo>
                    <a:pt x="2770" y="7657"/>
                    <a:pt x="2863" y="7732"/>
                    <a:pt x="2929" y="7840"/>
                  </a:cubicBezTo>
                  <a:cubicBezTo>
                    <a:pt x="3033" y="8009"/>
                    <a:pt x="3027" y="8200"/>
                    <a:pt x="2973" y="8385"/>
                  </a:cubicBezTo>
                  <a:cubicBezTo>
                    <a:pt x="2929" y="8532"/>
                    <a:pt x="2853" y="8668"/>
                    <a:pt x="2799" y="8809"/>
                  </a:cubicBezTo>
                  <a:cubicBezTo>
                    <a:pt x="2766" y="8897"/>
                    <a:pt x="2706" y="8995"/>
                    <a:pt x="2788" y="9076"/>
                  </a:cubicBezTo>
                  <a:cubicBezTo>
                    <a:pt x="2820" y="9108"/>
                    <a:pt x="2856" y="9120"/>
                    <a:pt x="2894" y="9120"/>
                  </a:cubicBezTo>
                  <a:cubicBezTo>
                    <a:pt x="2946" y="9120"/>
                    <a:pt x="3001" y="9098"/>
                    <a:pt x="3054" y="9076"/>
                  </a:cubicBezTo>
                  <a:cubicBezTo>
                    <a:pt x="3209" y="9020"/>
                    <a:pt x="3354" y="8890"/>
                    <a:pt x="3516" y="8890"/>
                  </a:cubicBezTo>
                  <a:cubicBezTo>
                    <a:pt x="3526" y="8890"/>
                    <a:pt x="3535" y="8890"/>
                    <a:pt x="3544" y="8891"/>
                  </a:cubicBezTo>
                  <a:cubicBezTo>
                    <a:pt x="3576" y="8895"/>
                    <a:pt x="3608" y="8897"/>
                    <a:pt x="3638" y="8897"/>
                  </a:cubicBezTo>
                  <a:cubicBezTo>
                    <a:pt x="3955" y="8897"/>
                    <a:pt x="4195" y="8703"/>
                    <a:pt x="4448" y="8559"/>
                  </a:cubicBezTo>
                  <a:cubicBezTo>
                    <a:pt x="4704" y="8412"/>
                    <a:pt x="4862" y="8173"/>
                    <a:pt x="4884" y="7868"/>
                  </a:cubicBezTo>
                  <a:cubicBezTo>
                    <a:pt x="4922" y="7323"/>
                    <a:pt x="4851" y="6784"/>
                    <a:pt x="4617" y="6283"/>
                  </a:cubicBezTo>
                  <a:cubicBezTo>
                    <a:pt x="4225" y="5461"/>
                    <a:pt x="3964" y="4596"/>
                    <a:pt x="3637" y="3752"/>
                  </a:cubicBezTo>
                  <a:cubicBezTo>
                    <a:pt x="3419" y="3191"/>
                    <a:pt x="3419" y="2620"/>
                    <a:pt x="3697" y="2070"/>
                  </a:cubicBezTo>
                  <a:cubicBezTo>
                    <a:pt x="3720" y="2031"/>
                    <a:pt x="3732" y="1972"/>
                    <a:pt x="3774" y="1972"/>
                  </a:cubicBezTo>
                  <a:cubicBezTo>
                    <a:pt x="3790" y="1972"/>
                    <a:pt x="3811" y="1981"/>
                    <a:pt x="3838" y="2004"/>
                  </a:cubicBezTo>
                  <a:cubicBezTo>
                    <a:pt x="3942" y="1901"/>
                    <a:pt x="3866" y="1760"/>
                    <a:pt x="3904" y="1645"/>
                  </a:cubicBezTo>
                  <a:cubicBezTo>
                    <a:pt x="3876" y="1553"/>
                    <a:pt x="3806" y="1520"/>
                    <a:pt x="3724" y="1493"/>
                  </a:cubicBezTo>
                  <a:cubicBezTo>
                    <a:pt x="3420" y="1400"/>
                    <a:pt x="3118" y="1327"/>
                    <a:pt x="2819" y="1327"/>
                  </a:cubicBezTo>
                  <a:cubicBezTo>
                    <a:pt x="2540" y="1327"/>
                    <a:pt x="2263" y="1390"/>
                    <a:pt x="1987" y="1558"/>
                  </a:cubicBezTo>
                  <a:cubicBezTo>
                    <a:pt x="1808" y="1672"/>
                    <a:pt x="1590" y="1711"/>
                    <a:pt x="1389" y="1770"/>
                  </a:cubicBezTo>
                  <a:cubicBezTo>
                    <a:pt x="1312" y="1795"/>
                    <a:pt x="1234" y="1814"/>
                    <a:pt x="1155" y="1814"/>
                  </a:cubicBezTo>
                  <a:cubicBezTo>
                    <a:pt x="1109" y="1814"/>
                    <a:pt x="1064" y="1808"/>
                    <a:pt x="1018" y="1792"/>
                  </a:cubicBezTo>
                  <a:cubicBezTo>
                    <a:pt x="1383" y="1634"/>
                    <a:pt x="1753" y="1525"/>
                    <a:pt x="2118" y="1389"/>
                  </a:cubicBezTo>
                  <a:cubicBezTo>
                    <a:pt x="2221" y="1351"/>
                    <a:pt x="2336" y="1308"/>
                    <a:pt x="2336" y="1182"/>
                  </a:cubicBezTo>
                  <a:cubicBezTo>
                    <a:pt x="2330" y="1074"/>
                    <a:pt x="2216" y="1041"/>
                    <a:pt x="2134" y="1008"/>
                  </a:cubicBezTo>
                  <a:cubicBezTo>
                    <a:pt x="1628" y="796"/>
                    <a:pt x="1193" y="475"/>
                    <a:pt x="773" y="121"/>
                  </a:cubicBezTo>
                  <a:cubicBezTo>
                    <a:pt x="711" y="68"/>
                    <a:pt x="649" y="0"/>
                    <a:pt x="561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4"/>
            <p:cNvSpPr/>
            <p:nvPr/>
          </p:nvSpPr>
          <p:spPr>
            <a:xfrm>
              <a:off x="3051253" y="2000220"/>
              <a:ext cx="646345" cy="429942"/>
            </a:xfrm>
            <a:custGeom>
              <a:rect b="b" l="l" r="r" t="t"/>
              <a:pathLst>
                <a:path extrusionOk="0" h="7504" w="11281">
                  <a:moveTo>
                    <a:pt x="3615" y="1557"/>
                  </a:moveTo>
                  <a:cubicBezTo>
                    <a:pt x="3793" y="1621"/>
                    <a:pt x="3976" y="1672"/>
                    <a:pt x="4162" y="1718"/>
                  </a:cubicBezTo>
                  <a:lnTo>
                    <a:pt x="4162" y="1718"/>
                  </a:lnTo>
                  <a:cubicBezTo>
                    <a:pt x="3966" y="1677"/>
                    <a:pt x="3777" y="1640"/>
                    <a:pt x="3615" y="1557"/>
                  </a:cubicBezTo>
                  <a:close/>
                  <a:moveTo>
                    <a:pt x="235" y="0"/>
                  </a:moveTo>
                  <a:cubicBezTo>
                    <a:pt x="158" y="0"/>
                    <a:pt x="79" y="18"/>
                    <a:pt x="0" y="65"/>
                  </a:cubicBezTo>
                  <a:cubicBezTo>
                    <a:pt x="316" y="321"/>
                    <a:pt x="779" y="223"/>
                    <a:pt x="1111" y="512"/>
                  </a:cubicBezTo>
                  <a:cubicBezTo>
                    <a:pt x="1087" y="518"/>
                    <a:pt x="1063" y="520"/>
                    <a:pt x="1038" y="520"/>
                  </a:cubicBezTo>
                  <a:cubicBezTo>
                    <a:pt x="975" y="520"/>
                    <a:pt x="910" y="506"/>
                    <a:pt x="852" y="506"/>
                  </a:cubicBezTo>
                  <a:cubicBezTo>
                    <a:pt x="783" y="506"/>
                    <a:pt x="723" y="525"/>
                    <a:pt x="686" y="604"/>
                  </a:cubicBezTo>
                  <a:cubicBezTo>
                    <a:pt x="599" y="784"/>
                    <a:pt x="757" y="909"/>
                    <a:pt x="839" y="1045"/>
                  </a:cubicBezTo>
                  <a:cubicBezTo>
                    <a:pt x="1116" y="1502"/>
                    <a:pt x="1563" y="1764"/>
                    <a:pt x="2036" y="1943"/>
                  </a:cubicBezTo>
                  <a:cubicBezTo>
                    <a:pt x="2662" y="2183"/>
                    <a:pt x="3256" y="2504"/>
                    <a:pt x="3904" y="2689"/>
                  </a:cubicBezTo>
                  <a:cubicBezTo>
                    <a:pt x="3980" y="2711"/>
                    <a:pt x="4023" y="2749"/>
                    <a:pt x="4034" y="2831"/>
                  </a:cubicBezTo>
                  <a:cubicBezTo>
                    <a:pt x="4100" y="2989"/>
                    <a:pt x="4132" y="3136"/>
                    <a:pt x="3969" y="3250"/>
                  </a:cubicBezTo>
                  <a:cubicBezTo>
                    <a:pt x="3991" y="3274"/>
                    <a:pt x="4012" y="3285"/>
                    <a:pt x="4035" y="3285"/>
                  </a:cubicBezTo>
                  <a:cubicBezTo>
                    <a:pt x="4057" y="3285"/>
                    <a:pt x="4081" y="3274"/>
                    <a:pt x="4105" y="3255"/>
                  </a:cubicBezTo>
                  <a:cubicBezTo>
                    <a:pt x="4215" y="3011"/>
                    <a:pt x="4267" y="2907"/>
                    <a:pt x="4383" y="2907"/>
                  </a:cubicBezTo>
                  <a:cubicBezTo>
                    <a:pt x="4463" y="2907"/>
                    <a:pt x="4573" y="2956"/>
                    <a:pt x="4753" y="3043"/>
                  </a:cubicBezTo>
                  <a:cubicBezTo>
                    <a:pt x="5058" y="3195"/>
                    <a:pt x="5341" y="3397"/>
                    <a:pt x="5657" y="3517"/>
                  </a:cubicBezTo>
                  <a:cubicBezTo>
                    <a:pt x="6511" y="3849"/>
                    <a:pt x="7214" y="4453"/>
                    <a:pt x="7769" y="5106"/>
                  </a:cubicBezTo>
                  <a:cubicBezTo>
                    <a:pt x="8498" y="5956"/>
                    <a:pt x="9320" y="6642"/>
                    <a:pt x="10257" y="7191"/>
                  </a:cubicBezTo>
                  <a:cubicBezTo>
                    <a:pt x="10600" y="7395"/>
                    <a:pt x="10784" y="7503"/>
                    <a:pt x="10900" y="7503"/>
                  </a:cubicBezTo>
                  <a:cubicBezTo>
                    <a:pt x="11063" y="7503"/>
                    <a:pt x="11090" y="7287"/>
                    <a:pt x="11237" y="6816"/>
                  </a:cubicBezTo>
                  <a:cubicBezTo>
                    <a:pt x="11248" y="6783"/>
                    <a:pt x="11253" y="6745"/>
                    <a:pt x="11258" y="6712"/>
                  </a:cubicBezTo>
                  <a:cubicBezTo>
                    <a:pt x="11280" y="6598"/>
                    <a:pt x="11193" y="6544"/>
                    <a:pt x="11128" y="6478"/>
                  </a:cubicBezTo>
                  <a:cubicBezTo>
                    <a:pt x="10562" y="5934"/>
                    <a:pt x="10001" y="5379"/>
                    <a:pt x="9473" y="4791"/>
                  </a:cubicBezTo>
                  <a:cubicBezTo>
                    <a:pt x="9043" y="4312"/>
                    <a:pt x="8607" y="3822"/>
                    <a:pt x="8085" y="3440"/>
                  </a:cubicBezTo>
                  <a:cubicBezTo>
                    <a:pt x="6985" y="2646"/>
                    <a:pt x="5753" y="2127"/>
                    <a:pt x="4446" y="1784"/>
                  </a:cubicBezTo>
                  <a:lnTo>
                    <a:pt x="4446" y="1784"/>
                  </a:lnTo>
                  <a:cubicBezTo>
                    <a:pt x="4913" y="1891"/>
                    <a:pt x="5390" y="1992"/>
                    <a:pt x="5831" y="2216"/>
                  </a:cubicBezTo>
                  <a:cubicBezTo>
                    <a:pt x="5869" y="2236"/>
                    <a:pt x="5911" y="2249"/>
                    <a:pt x="5953" y="2249"/>
                  </a:cubicBezTo>
                  <a:cubicBezTo>
                    <a:pt x="6000" y="2249"/>
                    <a:pt x="6049" y="2232"/>
                    <a:pt x="6092" y="2188"/>
                  </a:cubicBezTo>
                  <a:cubicBezTo>
                    <a:pt x="5602" y="1916"/>
                    <a:pt x="5150" y="1579"/>
                    <a:pt x="4573" y="1481"/>
                  </a:cubicBezTo>
                  <a:cubicBezTo>
                    <a:pt x="4339" y="1443"/>
                    <a:pt x="4094" y="1366"/>
                    <a:pt x="3876" y="1257"/>
                  </a:cubicBezTo>
                  <a:cubicBezTo>
                    <a:pt x="2864" y="751"/>
                    <a:pt x="1797" y="397"/>
                    <a:pt x="708" y="114"/>
                  </a:cubicBezTo>
                  <a:cubicBezTo>
                    <a:pt x="557" y="77"/>
                    <a:pt x="398" y="0"/>
                    <a:pt x="235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4"/>
            <p:cNvSpPr/>
            <p:nvPr/>
          </p:nvSpPr>
          <p:spPr>
            <a:xfrm>
              <a:off x="1713435" y="1849824"/>
              <a:ext cx="347551" cy="455151"/>
            </a:xfrm>
            <a:custGeom>
              <a:rect b="b" l="l" r="r" t="t"/>
              <a:pathLst>
                <a:path extrusionOk="0" h="7944" w="6066">
                  <a:moveTo>
                    <a:pt x="1" y="1"/>
                  </a:moveTo>
                  <a:lnTo>
                    <a:pt x="1" y="1"/>
                  </a:lnTo>
                  <a:cubicBezTo>
                    <a:pt x="23" y="66"/>
                    <a:pt x="39" y="137"/>
                    <a:pt x="66" y="197"/>
                  </a:cubicBezTo>
                  <a:cubicBezTo>
                    <a:pt x="1166" y="2304"/>
                    <a:pt x="2630" y="4149"/>
                    <a:pt x="4100" y="5989"/>
                  </a:cubicBezTo>
                  <a:cubicBezTo>
                    <a:pt x="4432" y="6408"/>
                    <a:pt x="4819" y="6795"/>
                    <a:pt x="5020" y="7301"/>
                  </a:cubicBezTo>
                  <a:cubicBezTo>
                    <a:pt x="5205" y="7519"/>
                    <a:pt x="5347" y="7769"/>
                    <a:pt x="5581" y="7944"/>
                  </a:cubicBezTo>
                  <a:cubicBezTo>
                    <a:pt x="5723" y="7846"/>
                    <a:pt x="5733" y="7688"/>
                    <a:pt x="5761" y="7535"/>
                  </a:cubicBezTo>
                  <a:cubicBezTo>
                    <a:pt x="5886" y="6664"/>
                    <a:pt x="6066" y="5799"/>
                    <a:pt x="5913" y="4906"/>
                  </a:cubicBezTo>
                  <a:cubicBezTo>
                    <a:pt x="5853" y="4547"/>
                    <a:pt x="5728" y="4198"/>
                    <a:pt x="5728" y="3833"/>
                  </a:cubicBezTo>
                  <a:cubicBezTo>
                    <a:pt x="5412" y="3610"/>
                    <a:pt x="5265" y="3218"/>
                    <a:pt x="4917" y="3028"/>
                  </a:cubicBezTo>
                  <a:cubicBezTo>
                    <a:pt x="3447" y="2233"/>
                    <a:pt x="2042" y="1335"/>
                    <a:pt x="671" y="382"/>
                  </a:cubicBezTo>
                  <a:cubicBezTo>
                    <a:pt x="464" y="235"/>
                    <a:pt x="268" y="50"/>
                    <a:pt x="1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4"/>
            <p:cNvSpPr/>
            <p:nvPr/>
          </p:nvSpPr>
          <p:spPr>
            <a:xfrm>
              <a:off x="2065622" y="2878480"/>
              <a:ext cx="749247" cy="830033"/>
            </a:xfrm>
            <a:custGeom>
              <a:rect b="b" l="l" r="r" t="t"/>
              <a:pathLst>
                <a:path extrusionOk="0" h="14487" w="13077">
                  <a:moveTo>
                    <a:pt x="6015" y="1"/>
                  </a:moveTo>
                  <a:cubicBezTo>
                    <a:pt x="5329" y="1"/>
                    <a:pt x="4657" y="129"/>
                    <a:pt x="4023" y="502"/>
                  </a:cubicBezTo>
                  <a:cubicBezTo>
                    <a:pt x="3620" y="741"/>
                    <a:pt x="3419" y="1041"/>
                    <a:pt x="3528" y="1487"/>
                  </a:cubicBezTo>
                  <a:cubicBezTo>
                    <a:pt x="3778" y="2500"/>
                    <a:pt x="4061" y="3507"/>
                    <a:pt x="4345" y="4514"/>
                  </a:cubicBezTo>
                  <a:cubicBezTo>
                    <a:pt x="4551" y="5233"/>
                    <a:pt x="4845" y="5930"/>
                    <a:pt x="4965" y="6675"/>
                  </a:cubicBezTo>
                  <a:cubicBezTo>
                    <a:pt x="5183" y="7977"/>
                    <a:pt x="5145" y="9294"/>
                    <a:pt x="5188" y="10601"/>
                  </a:cubicBezTo>
                  <a:cubicBezTo>
                    <a:pt x="5210" y="11314"/>
                    <a:pt x="4595" y="11793"/>
                    <a:pt x="4100" y="11836"/>
                  </a:cubicBezTo>
                  <a:cubicBezTo>
                    <a:pt x="3435" y="11891"/>
                    <a:pt x="3141" y="12315"/>
                    <a:pt x="3071" y="12920"/>
                  </a:cubicBezTo>
                  <a:cubicBezTo>
                    <a:pt x="3033" y="13203"/>
                    <a:pt x="2907" y="13399"/>
                    <a:pt x="2700" y="13573"/>
                  </a:cubicBezTo>
                  <a:cubicBezTo>
                    <a:pt x="2276" y="13932"/>
                    <a:pt x="1726" y="13949"/>
                    <a:pt x="1231" y="14106"/>
                  </a:cubicBezTo>
                  <a:cubicBezTo>
                    <a:pt x="1095" y="14152"/>
                    <a:pt x="950" y="14184"/>
                    <a:pt x="793" y="14184"/>
                  </a:cubicBezTo>
                  <a:cubicBezTo>
                    <a:pt x="705" y="14184"/>
                    <a:pt x="613" y="14174"/>
                    <a:pt x="517" y="14150"/>
                  </a:cubicBezTo>
                  <a:cubicBezTo>
                    <a:pt x="964" y="13791"/>
                    <a:pt x="1301" y="13388"/>
                    <a:pt x="1661" y="12952"/>
                  </a:cubicBezTo>
                  <a:cubicBezTo>
                    <a:pt x="1641" y="12949"/>
                    <a:pt x="1624" y="12947"/>
                    <a:pt x="1607" y="12947"/>
                  </a:cubicBezTo>
                  <a:cubicBezTo>
                    <a:pt x="1437" y="12947"/>
                    <a:pt x="1404" y="13111"/>
                    <a:pt x="1280" y="13116"/>
                  </a:cubicBezTo>
                  <a:cubicBezTo>
                    <a:pt x="986" y="13497"/>
                    <a:pt x="528" y="13698"/>
                    <a:pt x="234" y="14079"/>
                  </a:cubicBezTo>
                  <a:cubicBezTo>
                    <a:pt x="169" y="14166"/>
                    <a:pt x="0" y="14237"/>
                    <a:pt x="55" y="14351"/>
                  </a:cubicBezTo>
                  <a:cubicBezTo>
                    <a:pt x="109" y="14455"/>
                    <a:pt x="272" y="14460"/>
                    <a:pt x="403" y="14471"/>
                  </a:cubicBezTo>
                  <a:cubicBezTo>
                    <a:pt x="506" y="14482"/>
                    <a:pt x="609" y="14487"/>
                    <a:pt x="710" y="14487"/>
                  </a:cubicBezTo>
                  <a:cubicBezTo>
                    <a:pt x="1352" y="14487"/>
                    <a:pt x="1960" y="14290"/>
                    <a:pt x="2543" y="14036"/>
                  </a:cubicBezTo>
                  <a:cubicBezTo>
                    <a:pt x="2924" y="13872"/>
                    <a:pt x="3218" y="13562"/>
                    <a:pt x="3261" y="13105"/>
                  </a:cubicBezTo>
                  <a:cubicBezTo>
                    <a:pt x="3343" y="12261"/>
                    <a:pt x="3375" y="12207"/>
                    <a:pt x="4154" y="11989"/>
                  </a:cubicBezTo>
                  <a:cubicBezTo>
                    <a:pt x="4791" y="11815"/>
                    <a:pt x="5254" y="11488"/>
                    <a:pt x="5477" y="10818"/>
                  </a:cubicBezTo>
                  <a:cubicBezTo>
                    <a:pt x="5608" y="10421"/>
                    <a:pt x="5515" y="10051"/>
                    <a:pt x="5488" y="9675"/>
                  </a:cubicBezTo>
                  <a:cubicBezTo>
                    <a:pt x="5433" y="8973"/>
                    <a:pt x="5482" y="8309"/>
                    <a:pt x="5760" y="7655"/>
                  </a:cubicBezTo>
                  <a:cubicBezTo>
                    <a:pt x="6081" y="6910"/>
                    <a:pt x="6288" y="6120"/>
                    <a:pt x="6288" y="5309"/>
                  </a:cubicBezTo>
                  <a:cubicBezTo>
                    <a:pt x="6293" y="4574"/>
                    <a:pt x="6462" y="3894"/>
                    <a:pt x="6751" y="3229"/>
                  </a:cubicBezTo>
                  <a:cubicBezTo>
                    <a:pt x="6789" y="3148"/>
                    <a:pt x="6816" y="3055"/>
                    <a:pt x="6871" y="2979"/>
                  </a:cubicBezTo>
                  <a:cubicBezTo>
                    <a:pt x="7426" y="2157"/>
                    <a:pt x="8215" y="1656"/>
                    <a:pt x="9119" y="1286"/>
                  </a:cubicBezTo>
                  <a:cubicBezTo>
                    <a:pt x="9370" y="1181"/>
                    <a:pt x="9611" y="1131"/>
                    <a:pt x="9854" y="1131"/>
                  </a:cubicBezTo>
                  <a:cubicBezTo>
                    <a:pt x="10091" y="1131"/>
                    <a:pt x="10328" y="1178"/>
                    <a:pt x="10578" y="1270"/>
                  </a:cubicBezTo>
                  <a:cubicBezTo>
                    <a:pt x="11054" y="1448"/>
                    <a:pt x="11548" y="1587"/>
                    <a:pt x="12062" y="1587"/>
                  </a:cubicBezTo>
                  <a:cubicBezTo>
                    <a:pt x="12129" y="1587"/>
                    <a:pt x="12197" y="1585"/>
                    <a:pt x="12266" y="1580"/>
                  </a:cubicBezTo>
                  <a:cubicBezTo>
                    <a:pt x="12788" y="1547"/>
                    <a:pt x="13077" y="1231"/>
                    <a:pt x="12984" y="763"/>
                  </a:cubicBezTo>
                  <a:lnTo>
                    <a:pt x="12984" y="763"/>
                  </a:lnTo>
                  <a:cubicBezTo>
                    <a:pt x="12799" y="932"/>
                    <a:pt x="12696" y="1210"/>
                    <a:pt x="12418" y="1226"/>
                  </a:cubicBezTo>
                  <a:cubicBezTo>
                    <a:pt x="12279" y="1236"/>
                    <a:pt x="12139" y="1244"/>
                    <a:pt x="12000" y="1244"/>
                  </a:cubicBezTo>
                  <a:cubicBezTo>
                    <a:pt x="11823" y="1244"/>
                    <a:pt x="11647" y="1230"/>
                    <a:pt x="11471" y="1188"/>
                  </a:cubicBezTo>
                  <a:cubicBezTo>
                    <a:pt x="9957" y="812"/>
                    <a:pt x="8487" y="262"/>
                    <a:pt x="6936" y="66"/>
                  </a:cubicBezTo>
                  <a:cubicBezTo>
                    <a:pt x="6628" y="26"/>
                    <a:pt x="6320" y="1"/>
                    <a:pt x="6015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4"/>
            <p:cNvSpPr/>
            <p:nvPr/>
          </p:nvSpPr>
          <p:spPr>
            <a:xfrm>
              <a:off x="2747135" y="3302111"/>
              <a:ext cx="304179" cy="800984"/>
            </a:xfrm>
            <a:custGeom>
              <a:rect b="b" l="l" r="r" t="t"/>
              <a:pathLst>
                <a:path extrusionOk="0" h="13980" w="5309">
                  <a:moveTo>
                    <a:pt x="1187" y="0"/>
                  </a:moveTo>
                  <a:cubicBezTo>
                    <a:pt x="1024" y="147"/>
                    <a:pt x="964" y="299"/>
                    <a:pt x="1056" y="501"/>
                  </a:cubicBezTo>
                  <a:cubicBezTo>
                    <a:pt x="958" y="637"/>
                    <a:pt x="1024" y="773"/>
                    <a:pt x="1078" y="898"/>
                  </a:cubicBezTo>
                  <a:cubicBezTo>
                    <a:pt x="1323" y="1503"/>
                    <a:pt x="1612" y="2074"/>
                    <a:pt x="2156" y="2482"/>
                  </a:cubicBezTo>
                  <a:cubicBezTo>
                    <a:pt x="2363" y="2635"/>
                    <a:pt x="2554" y="2825"/>
                    <a:pt x="2564" y="3114"/>
                  </a:cubicBezTo>
                  <a:cubicBezTo>
                    <a:pt x="2581" y="3920"/>
                    <a:pt x="2385" y="4649"/>
                    <a:pt x="1851" y="5270"/>
                  </a:cubicBezTo>
                  <a:cubicBezTo>
                    <a:pt x="1779" y="5355"/>
                    <a:pt x="1726" y="5400"/>
                    <a:pt x="1678" y="5400"/>
                  </a:cubicBezTo>
                  <a:cubicBezTo>
                    <a:pt x="1627" y="5400"/>
                    <a:pt x="1583" y="5351"/>
                    <a:pt x="1530" y="5248"/>
                  </a:cubicBezTo>
                  <a:cubicBezTo>
                    <a:pt x="1285" y="4791"/>
                    <a:pt x="1149" y="4284"/>
                    <a:pt x="920" y="3822"/>
                  </a:cubicBezTo>
                  <a:cubicBezTo>
                    <a:pt x="572" y="3125"/>
                    <a:pt x="528" y="2412"/>
                    <a:pt x="643" y="1660"/>
                  </a:cubicBezTo>
                  <a:cubicBezTo>
                    <a:pt x="670" y="1503"/>
                    <a:pt x="708" y="1328"/>
                    <a:pt x="556" y="1203"/>
                  </a:cubicBezTo>
                  <a:cubicBezTo>
                    <a:pt x="512" y="1170"/>
                    <a:pt x="473" y="1143"/>
                    <a:pt x="439" y="1143"/>
                  </a:cubicBezTo>
                  <a:cubicBezTo>
                    <a:pt x="405" y="1143"/>
                    <a:pt x="376" y="1170"/>
                    <a:pt x="354" y="1247"/>
                  </a:cubicBezTo>
                  <a:cubicBezTo>
                    <a:pt x="164" y="1933"/>
                    <a:pt x="0" y="2629"/>
                    <a:pt x="256" y="3326"/>
                  </a:cubicBezTo>
                  <a:cubicBezTo>
                    <a:pt x="752" y="4682"/>
                    <a:pt x="1356" y="5999"/>
                    <a:pt x="1949" y="7317"/>
                  </a:cubicBezTo>
                  <a:cubicBezTo>
                    <a:pt x="2456" y="8427"/>
                    <a:pt x="3223" y="9375"/>
                    <a:pt x="4029" y="10278"/>
                  </a:cubicBezTo>
                  <a:cubicBezTo>
                    <a:pt x="4356" y="10643"/>
                    <a:pt x="4650" y="11024"/>
                    <a:pt x="4775" y="11503"/>
                  </a:cubicBezTo>
                  <a:cubicBezTo>
                    <a:pt x="4900" y="12009"/>
                    <a:pt x="4851" y="12483"/>
                    <a:pt x="4454" y="12968"/>
                  </a:cubicBezTo>
                  <a:cubicBezTo>
                    <a:pt x="4448" y="12510"/>
                    <a:pt x="4486" y="12129"/>
                    <a:pt x="4290" y="11705"/>
                  </a:cubicBezTo>
                  <a:cubicBezTo>
                    <a:pt x="4214" y="11911"/>
                    <a:pt x="4170" y="12042"/>
                    <a:pt x="4121" y="12167"/>
                  </a:cubicBezTo>
                  <a:cubicBezTo>
                    <a:pt x="3925" y="12684"/>
                    <a:pt x="3670" y="13147"/>
                    <a:pt x="3212" y="13485"/>
                  </a:cubicBezTo>
                  <a:cubicBezTo>
                    <a:pt x="3050" y="13602"/>
                    <a:pt x="2878" y="13660"/>
                    <a:pt x="2711" y="13660"/>
                  </a:cubicBezTo>
                  <a:cubicBezTo>
                    <a:pt x="2453" y="13660"/>
                    <a:pt x="2206" y="13520"/>
                    <a:pt x="2031" y="13245"/>
                  </a:cubicBezTo>
                  <a:cubicBezTo>
                    <a:pt x="2695" y="13093"/>
                    <a:pt x="3250" y="12287"/>
                    <a:pt x="3027" y="11792"/>
                  </a:cubicBezTo>
                  <a:lnTo>
                    <a:pt x="3027" y="11792"/>
                  </a:lnTo>
                  <a:cubicBezTo>
                    <a:pt x="2886" y="11917"/>
                    <a:pt x="2858" y="12097"/>
                    <a:pt x="2782" y="12254"/>
                  </a:cubicBezTo>
                  <a:cubicBezTo>
                    <a:pt x="2668" y="12489"/>
                    <a:pt x="2565" y="12604"/>
                    <a:pt x="2435" y="12604"/>
                  </a:cubicBezTo>
                  <a:cubicBezTo>
                    <a:pt x="2329" y="12604"/>
                    <a:pt x="2205" y="12528"/>
                    <a:pt x="2042" y="12380"/>
                  </a:cubicBezTo>
                  <a:cubicBezTo>
                    <a:pt x="1944" y="12260"/>
                    <a:pt x="1928" y="12151"/>
                    <a:pt x="1977" y="11939"/>
                  </a:cubicBezTo>
                  <a:cubicBezTo>
                    <a:pt x="2009" y="11792"/>
                    <a:pt x="1982" y="11645"/>
                    <a:pt x="1879" y="11541"/>
                  </a:cubicBezTo>
                  <a:cubicBezTo>
                    <a:pt x="1704" y="11367"/>
                    <a:pt x="1590" y="11144"/>
                    <a:pt x="1427" y="10964"/>
                  </a:cubicBezTo>
                  <a:cubicBezTo>
                    <a:pt x="1319" y="10846"/>
                    <a:pt x="1231" y="10685"/>
                    <a:pt x="1043" y="10685"/>
                  </a:cubicBezTo>
                  <a:cubicBezTo>
                    <a:pt x="1032" y="10685"/>
                    <a:pt x="1020" y="10685"/>
                    <a:pt x="1007" y="10687"/>
                  </a:cubicBezTo>
                  <a:cubicBezTo>
                    <a:pt x="888" y="11062"/>
                    <a:pt x="1231" y="11220"/>
                    <a:pt x="1378" y="11470"/>
                  </a:cubicBezTo>
                  <a:cubicBezTo>
                    <a:pt x="1443" y="11579"/>
                    <a:pt x="1661" y="11623"/>
                    <a:pt x="1519" y="11841"/>
                  </a:cubicBezTo>
                  <a:cubicBezTo>
                    <a:pt x="1438" y="11963"/>
                    <a:pt x="1359" y="12019"/>
                    <a:pt x="1256" y="12019"/>
                  </a:cubicBezTo>
                  <a:cubicBezTo>
                    <a:pt x="1207" y="12019"/>
                    <a:pt x="1152" y="12007"/>
                    <a:pt x="1089" y="11982"/>
                  </a:cubicBezTo>
                  <a:cubicBezTo>
                    <a:pt x="1065" y="11970"/>
                    <a:pt x="1036" y="11966"/>
                    <a:pt x="1004" y="11966"/>
                  </a:cubicBezTo>
                  <a:cubicBezTo>
                    <a:pt x="950" y="11966"/>
                    <a:pt x="884" y="11977"/>
                    <a:pt x="806" y="11977"/>
                  </a:cubicBezTo>
                  <a:cubicBezTo>
                    <a:pt x="958" y="12156"/>
                    <a:pt x="1138" y="12162"/>
                    <a:pt x="1274" y="12238"/>
                  </a:cubicBezTo>
                  <a:cubicBezTo>
                    <a:pt x="1438" y="12331"/>
                    <a:pt x="1634" y="12450"/>
                    <a:pt x="1416" y="12674"/>
                  </a:cubicBezTo>
                  <a:cubicBezTo>
                    <a:pt x="1361" y="12733"/>
                    <a:pt x="1334" y="12804"/>
                    <a:pt x="1367" y="12870"/>
                  </a:cubicBezTo>
                  <a:cubicBezTo>
                    <a:pt x="1563" y="13256"/>
                    <a:pt x="1851" y="13588"/>
                    <a:pt x="2156" y="13871"/>
                  </a:cubicBezTo>
                  <a:cubicBezTo>
                    <a:pt x="2239" y="13948"/>
                    <a:pt x="2390" y="13980"/>
                    <a:pt x="2565" y="13980"/>
                  </a:cubicBezTo>
                  <a:cubicBezTo>
                    <a:pt x="2938" y="13980"/>
                    <a:pt x="3424" y="13833"/>
                    <a:pt x="3610" y="13659"/>
                  </a:cubicBezTo>
                  <a:cubicBezTo>
                    <a:pt x="3882" y="13403"/>
                    <a:pt x="4111" y="13109"/>
                    <a:pt x="4328" y="12761"/>
                  </a:cubicBezTo>
                  <a:cubicBezTo>
                    <a:pt x="4426" y="12957"/>
                    <a:pt x="4372" y="13120"/>
                    <a:pt x="4377" y="13278"/>
                  </a:cubicBezTo>
                  <a:cubicBezTo>
                    <a:pt x="4383" y="13349"/>
                    <a:pt x="4399" y="13419"/>
                    <a:pt x="4475" y="13452"/>
                  </a:cubicBezTo>
                  <a:cubicBezTo>
                    <a:pt x="4490" y="13458"/>
                    <a:pt x="4504" y="13461"/>
                    <a:pt x="4517" y="13461"/>
                  </a:cubicBezTo>
                  <a:cubicBezTo>
                    <a:pt x="4562" y="13461"/>
                    <a:pt x="4597" y="13429"/>
                    <a:pt x="4622" y="13387"/>
                  </a:cubicBezTo>
                  <a:cubicBezTo>
                    <a:pt x="4949" y="12831"/>
                    <a:pt x="5308" y="12287"/>
                    <a:pt x="5107" y="11579"/>
                  </a:cubicBezTo>
                  <a:cubicBezTo>
                    <a:pt x="4949" y="11030"/>
                    <a:pt x="4682" y="10545"/>
                    <a:pt x="4290" y="10126"/>
                  </a:cubicBezTo>
                  <a:cubicBezTo>
                    <a:pt x="3234" y="8977"/>
                    <a:pt x="2363" y="7709"/>
                    <a:pt x="1840" y="6223"/>
                  </a:cubicBezTo>
                  <a:cubicBezTo>
                    <a:pt x="1737" y="6130"/>
                    <a:pt x="1726" y="5999"/>
                    <a:pt x="1693" y="5841"/>
                  </a:cubicBezTo>
                  <a:lnTo>
                    <a:pt x="1693" y="5841"/>
                  </a:lnTo>
                  <a:cubicBezTo>
                    <a:pt x="1734" y="5855"/>
                    <a:pt x="1769" y="5860"/>
                    <a:pt x="1802" y="5860"/>
                  </a:cubicBezTo>
                  <a:cubicBezTo>
                    <a:pt x="1943" y="5860"/>
                    <a:pt x="2017" y="5747"/>
                    <a:pt x="2124" y="5645"/>
                  </a:cubicBezTo>
                  <a:cubicBezTo>
                    <a:pt x="2858" y="4921"/>
                    <a:pt x="2989" y="3990"/>
                    <a:pt x="3044" y="3038"/>
                  </a:cubicBezTo>
                  <a:cubicBezTo>
                    <a:pt x="3054" y="2858"/>
                    <a:pt x="2978" y="2717"/>
                    <a:pt x="2858" y="2597"/>
                  </a:cubicBezTo>
                  <a:cubicBezTo>
                    <a:pt x="2706" y="2444"/>
                    <a:pt x="2575" y="2276"/>
                    <a:pt x="2407" y="2150"/>
                  </a:cubicBezTo>
                  <a:cubicBezTo>
                    <a:pt x="1683" y="1622"/>
                    <a:pt x="1443" y="822"/>
                    <a:pt x="1187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4"/>
            <p:cNvSpPr/>
            <p:nvPr/>
          </p:nvSpPr>
          <p:spPr>
            <a:xfrm>
              <a:off x="441792" y="3614249"/>
              <a:ext cx="1697479" cy="749361"/>
            </a:xfrm>
            <a:custGeom>
              <a:rect b="b" l="l" r="r" t="t"/>
              <a:pathLst>
                <a:path extrusionOk="0" h="13079" w="29627">
                  <a:moveTo>
                    <a:pt x="29515" y="0"/>
                  </a:moveTo>
                  <a:cubicBezTo>
                    <a:pt x="29463" y="0"/>
                    <a:pt x="29402" y="46"/>
                    <a:pt x="29344" y="83"/>
                  </a:cubicBezTo>
                  <a:cubicBezTo>
                    <a:pt x="29066" y="279"/>
                    <a:pt x="28772" y="464"/>
                    <a:pt x="28511" y="677"/>
                  </a:cubicBezTo>
                  <a:cubicBezTo>
                    <a:pt x="26959" y="1923"/>
                    <a:pt x="25462" y="3230"/>
                    <a:pt x="23911" y="4476"/>
                  </a:cubicBezTo>
                  <a:cubicBezTo>
                    <a:pt x="22283" y="5778"/>
                    <a:pt x="20617" y="7030"/>
                    <a:pt x="18821" y="8086"/>
                  </a:cubicBezTo>
                  <a:cubicBezTo>
                    <a:pt x="17759" y="8712"/>
                    <a:pt x="16654" y="9262"/>
                    <a:pt x="15527" y="9768"/>
                  </a:cubicBezTo>
                  <a:cubicBezTo>
                    <a:pt x="14090" y="10416"/>
                    <a:pt x="12707" y="11162"/>
                    <a:pt x="11248" y="11755"/>
                  </a:cubicBezTo>
                  <a:cubicBezTo>
                    <a:pt x="9600" y="12428"/>
                    <a:pt x="7942" y="12737"/>
                    <a:pt x="6249" y="12737"/>
                  </a:cubicBezTo>
                  <a:cubicBezTo>
                    <a:pt x="5382" y="12737"/>
                    <a:pt x="4505" y="12656"/>
                    <a:pt x="3616" y="12501"/>
                  </a:cubicBezTo>
                  <a:cubicBezTo>
                    <a:pt x="2774" y="12357"/>
                    <a:pt x="2094" y="11770"/>
                    <a:pt x="1229" y="11770"/>
                  </a:cubicBezTo>
                  <a:cubicBezTo>
                    <a:pt x="1210" y="11770"/>
                    <a:pt x="1191" y="11771"/>
                    <a:pt x="1171" y="11771"/>
                  </a:cubicBezTo>
                  <a:cubicBezTo>
                    <a:pt x="1375" y="11683"/>
                    <a:pt x="1721" y="11639"/>
                    <a:pt x="2051" y="11639"/>
                  </a:cubicBezTo>
                  <a:cubicBezTo>
                    <a:pt x="2232" y="11639"/>
                    <a:pt x="2408" y="11652"/>
                    <a:pt x="2554" y="11679"/>
                  </a:cubicBezTo>
                  <a:cubicBezTo>
                    <a:pt x="2907" y="11746"/>
                    <a:pt x="3152" y="11792"/>
                    <a:pt x="3332" y="11792"/>
                  </a:cubicBezTo>
                  <a:cubicBezTo>
                    <a:pt x="3740" y="11792"/>
                    <a:pt x="3823" y="11557"/>
                    <a:pt x="4095" y="10791"/>
                  </a:cubicBezTo>
                  <a:cubicBezTo>
                    <a:pt x="4133" y="10677"/>
                    <a:pt x="4187" y="10568"/>
                    <a:pt x="4073" y="10470"/>
                  </a:cubicBezTo>
                  <a:cubicBezTo>
                    <a:pt x="3888" y="10699"/>
                    <a:pt x="3763" y="10960"/>
                    <a:pt x="3654" y="11232"/>
                  </a:cubicBezTo>
                  <a:cubicBezTo>
                    <a:pt x="3575" y="11440"/>
                    <a:pt x="3477" y="11588"/>
                    <a:pt x="3285" y="11588"/>
                  </a:cubicBezTo>
                  <a:cubicBezTo>
                    <a:pt x="3225" y="11588"/>
                    <a:pt x="3156" y="11574"/>
                    <a:pt x="3077" y="11543"/>
                  </a:cubicBezTo>
                  <a:cubicBezTo>
                    <a:pt x="2859" y="11461"/>
                    <a:pt x="2619" y="11428"/>
                    <a:pt x="2385" y="11407"/>
                  </a:cubicBezTo>
                  <a:cubicBezTo>
                    <a:pt x="2240" y="11393"/>
                    <a:pt x="2095" y="11386"/>
                    <a:pt x="1952" y="11386"/>
                  </a:cubicBezTo>
                  <a:cubicBezTo>
                    <a:pt x="1345" y="11386"/>
                    <a:pt x="763" y="11518"/>
                    <a:pt x="235" y="11875"/>
                  </a:cubicBezTo>
                  <a:cubicBezTo>
                    <a:pt x="142" y="11935"/>
                    <a:pt x="1" y="12011"/>
                    <a:pt x="61" y="12147"/>
                  </a:cubicBezTo>
                  <a:cubicBezTo>
                    <a:pt x="87" y="12210"/>
                    <a:pt x="130" y="12230"/>
                    <a:pt x="178" y="12230"/>
                  </a:cubicBezTo>
                  <a:cubicBezTo>
                    <a:pt x="238" y="12230"/>
                    <a:pt x="308" y="12200"/>
                    <a:pt x="371" y="12185"/>
                  </a:cubicBezTo>
                  <a:cubicBezTo>
                    <a:pt x="632" y="12124"/>
                    <a:pt x="892" y="12081"/>
                    <a:pt x="1154" y="12081"/>
                  </a:cubicBezTo>
                  <a:cubicBezTo>
                    <a:pt x="1357" y="12081"/>
                    <a:pt x="1560" y="12107"/>
                    <a:pt x="1765" y="12169"/>
                  </a:cubicBezTo>
                  <a:cubicBezTo>
                    <a:pt x="2178" y="12294"/>
                    <a:pt x="2527" y="12566"/>
                    <a:pt x="2957" y="12664"/>
                  </a:cubicBezTo>
                  <a:cubicBezTo>
                    <a:pt x="3572" y="12806"/>
                    <a:pt x="4198" y="12904"/>
                    <a:pt x="4824" y="12985"/>
                  </a:cubicBezTo>
                  <a:cubicBezTo>
                    <a:pt x="5302" y="13049"/>
                    <a:pt x="5779" y="13079"/>
                    <a:pt x="6255" y="13079"/>
                  </a:cubicBezTo>
                  <a:cubicBezTo>
                    <a:pt x="6918" y="13079"/>
                    <a:pt x="7579" y="13021"/>
                    <a:pt x="8238" y="12920"/>
                  </a:cubicBezTo>
                  <a:cubicBezTo>
                    <a:pt x="9898" y="12670"/>
                    <a:pt x="11395" y="11935"/>
                    <a:pt x="12898" y="11238"/>
                  </a:cubicBezTo>
                  <a:cubicBezTo>
                    <a:pt x="13823" y="10813"/>
                    <a:pt x="14738" y="10367"/>
                    <a:pt x="15652" y="9920"/>
                  </a:cubicBezTo>
                  <a:cubicBezTo>
                    <a:pt x="17574" y="8968"/>
                    <a:pt x="19501" y="8037"/>
                    <a:pt x="21265" y="6806"/>
                  </a:cubicBezTo>
                  <a:cubicBezTo>
                    <a:pt x="22550" y="5914"/>
                    <a:pt x="23769" y="4934"/>
                    <a:pt x="24983" y="3948"/>
                  </a:cubicBezTo>
                  <a:cubicBezTo>
                    <a:pt x="26393" y="2811"/>
                    <a:pt x="27771" y="1629"/>
                    <a:pt x="29175" y="481"/>
                  </a:cubicBezTo>
                  <a:cubicBezTo>
                    <a:pt x="29317" y="366"/>
                    <a:pt x="29409" y="170"/>
                    <a:pt x="29627" y="143"/>
                  </a:cubicBezTo>
                  <a:cubicBezTo>
                    <a:pt x="29601" y="36"/>
                    <a:pt x="29562" y="0"/>
                    <a:pt x="29515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4"/>
            <p:cNvSpPr/>
            <p:nvPr/>
          </p:nvSpPr>
          <p:spPr>
            <a:xfrm>
              <a:off x="400941" y="2606792"/>
              <a:ext cx="774858" cy="816511"/>
            </a:xfrm>
            <a:custGeom>
              <a:rect b="b" l="l" r="r" t="t"/>
              <a:pathLst>
                <a:path extrusionOk="0" h="14251" w="13524">
                  <a:moveTo>
                    <a:pt x="10209" y="0"/>
                  </a:moveTo>
                  <a:cubicBezTo>
                    <a:pt x="10164" y="0"/>
                    <a:pt x="10176" y="115"/>
                    <a:pt x="10165" y="176"/>
                  </a:cubicBezTo>
                  <a:cubicBezTo>
                    <a:pt x="10263" y="399"/>
                    <a:pt x="10241" y="606"/>
                    <a:pt x="10148" y="840"/>
                  </a:cubicBezTo>
                  <a:cubicBezTo>
                    <a:pt x="9925" y="1384"/>
                    <a:pt x="9805" y="1950"/>
                    <a:pt x="9941" y="2555"/>
                  </a:cubicBezTo>
                  <a:cubicBezTo>
                    <a:pt x="10061" y="3083"/>
                    <a:pt x="10273" y="3600"/>
                    <a:pt x="10192" y="4172"/>
                  </a:cubicBezTo>
                  <a:cubicBezTo>
                    <a:pt x="10154" y="4400"/>
                    <a:pt x="10328" y="4607"/>
                    <a:pt x="10578" y="4700"/>
                  </a:cubicBezTo>
                  <a:cubicBezTo>
                    <a:pt x="10785" y="4776"/>
                    <a:pt x="10872" y="4906"/>
                    <a:pt x="10780" y="5135"/>
                  </a:cubicBezTo>
                  <a:cubicBezTo>
                    <a:pt x="10562" y="5652"/>
                    <a:pt x="10415" y="6186"/>
                    <a:pt x="10448" y="6752"/>
                  </a:cubicBezTo>
                  <a:cubicBezTo>
                    <a:pt x="10463" y="6972"/>
                    <a:pt x="10367" y="7114"/>
                    <a:pt x="10148" y="7114"/>
                  </a:cubicBezTo>
                  <a:cubicBezTo>
                    <a:pt x="10129" y="7114"/>
                    <a:pt x="10109" y="7113"/>
                    <a:pt x="10088" y="7111"/>
                  </a:cubicBezTo>
                  <a:cubicBezTo>
                    <a:pt x="9985" y="7100"/>
                    <a:pt x="9881" y="7096"/>
                    <a:pt x="9778" y="7096"/>
                  </a:cubicBezTo>
                  <a:cubicBezTo>
                    <a:pt x="9308" y="7096"/>
                    <a:pt x="8842" y="7192"/>
                    <a:pt x="8373" y="7236"/>
                  </a:cubicBezTo>
                  <a:cubicBezTo>
                    <a:pt x="8139" y="7258"/>
                    <a:pt x="8041" y="7345"/>
                    <a:pt x="8041" y="7585"/>
                  </a:cubicBezTo>
                  <a:cubicBezTo>
                    <a:pt x="8041" y="7895"/>
                    <a:pt x="8199" y="8189"/>
                    <a:pt x="8188" y="8483"/>
                  </a:cubicBezTo>
                  <a:cubicBezTo>
                    <a:pt x="8161" y="9202"/>
                    <a:pt x="8450" y="9773"/>
                    <a:pt x="8902" y="10291"/>
                  </a:cubicBezTo>
                  <a:cubicBezTo>
                    <a:pt x="8925" y="10369"/>
                    <a:pt x="8955" y="10439"/>
                    <a:pt x="9040" y="10439"/>
                  </a:cubicBezTo>
                  <a:cubicBezTo>
                    <a:pt x="9056" y="10439"/>
                    <a:pt x="9073" y="10437"/>
                    <a:pt x="9092" y="10432"/>
                  </a:cubicBezTo>
                  <a:cubicBezTo>
                    <a:pt x="9096" y="10432"/>
                    <a:pt x="9122" y="10453"/>
                    <a:pt x="9107" y="10453"/>
                  </a:cubicBezTo>
                  <a:cubicBezTo>
                    <a:pt x="9103" y="10453"/>
                    <a:pt x="9096" y="10452"/>
                    <a:pt x="9087" y="10448"/>
                  </a:cubicBezTo>
                  <a:cubicBezTo>
                    <a:pt x="8950" y="10533"/>
                    <a:pt x="8813" y="10562"/>
                    <a:pt x="8676" y="10562"/>
                  </a:cubicBezTo>
                  <a:cubicBezTo>
                    <a:pt x="8442" y="10562"/>
                    <a:pt x="8207" y="10477"/>
                    <a:pt x="7971" y="10432"/>
                  </a:cubicBezTo>
                  <a:cubicBezTo>
                    <a:pt x="7849" y="10390"/>
                    <a:pt x="7729" y="10371"/>
                    <a:pt x="7609" y="10371"/>
                  </a:cubicBezTo>
                  <a:cubicBezTo>
                    <a:pt x="7435" y="10371"/>
                    <a:pt x="7261" y="10411"/>
                    <a:pt x="7083" y="10476"/>
                  </a:cubicBezTo>
                  <a:cubicBezTo>
                    <a:pt x="6610" y="10644"/>
                    <a:pt x="6136" y="10802"/>
                    <a:pt x="5733" y="11123"/>
                  </a:cubicBezTo>
                  <a:cubicBezTo>
                    <a:pt x="5586" y="11243"/>
                    <a:pt x="5379" y="11309"/>
                    <a:pt x="5189" y="11347"/>
                  </a:cubicBezTo>
                  <a:cubicBezTo>
                    <a:pt x="4372" y="11537"/>
                    <a:pt x="3605" y="11886"/>
                    <a:pt x="2815" y="12152"/>
                  </a:cubicBezTo>
                  <a:cubicBezTo>
                    <a:pt x="1906" y="12463"/>
                    <a:pt x="991" y="12876"/>
                    <a:pt x="305" y="13628"/>
                  </a:cubicBezTo>
                  <a:cubicBezTo>
                    <a:pt x="197" y="13747"/>
                    <a:pt x="1" y="13835"/>
                    <a:pt x="60" y="14020"/>
                  </a:cubicBezTo>
                  <a:cubicBezTo>
                    <a:pt x="124" y="14204"/>
                    <a:pt x="300" y="14250"/>
                    <a:pt x="472" y="14250"/>
                  </a:cubicBezTo>
                  <a:cubicBezTo>
                    <a:pt x="493" y="14250"/>
                    <a:pt x="514" y="14249"/>
                    <a:pt x="534" y="14248"/>
                  </a:cubicBezTo>
                  <a:cubicBezTo>
                    <a:pt x="991" y="14221"/>
                    <a:pt x="1454" y="14150"/>
                    <a:pt x="1835" y="13900"/>
                  </a:cubicBezTo>
                  <a:cubicBezTo>
                    <a:pt x="2259" y="13619"/>
                    <a:pt x="2702" y="13527"/>
                    <a:pt x="3148" y="13527"/>
                  </a:cubicBezTo>
                  <a:cubicBezTo>
                    <a:pt x="3514" y="13527"/>
                    <a:pt x="3883" y="13589"/>
                    <a:pt x="4247" y="13660"/>
                  </a:cubicBezTo>
                  <a:cubicBezTo>
                    <a:pt x="4393" y="13689"/>
                    <a:pt x="4527" y="13707"/>
                    <a:pt x="4650" y="13707"/>
                  </a:cubicBezTo>
                  <a:cubicBezTo>
                    <a:pt x="4932" y="13707"/>
                    <a:pt x="5159" y="13612"/>
                    <a:pt x="5352" y="13328"/>
                  </a:cubicBezTo>
                  <a:cubicBezTo>
                    <a:pt x="5390" y="13208"/>
                    <a:pt x="5428" y="13089"/>
                    <a:pt x="5477" y="12931"/>
                  </a:cubicBezTo>
                  <a:lnTo>
                    <a:pt x="5477" y="12931"/>
                  </a:lnTo>
                  <a:cubicBezTo>
                    <a:pt x="5253" y="13146"/>
                    <a:pt x="5128" y="13450"/>
                    <a:pt x="4822" y="13450"/>
                  </a:cubicBezTo>
                  <a:cubicBezTo>
                    <a:pt x="4764" y="13450"/>
                    <a:pt x="4700" y="13440"/>
                    <a:pt x="4628" y="13415"/>
                  </a:cubicBezTo>
                  <a:cubicBezTo>
                    <a:pt x="4139" y="13253"/>
                    <a:pt x="3656" y="13171"/>
                    <a:pt x="3180" y="13171"/>
                  </a:cubicBezTo>
                  <a:cubicBezTo>
                    <a:pt x="2458" y="13171"/>
                    <a:pt x="1751" y="13360"/>
                    <a:pt x="1062" y="13747"/>
                  </a:cubicBezTo>
                  <a:cubicBezTo>
                    <a:pt x="943" y="13812"/>
                    <a:pt x="811" y="13880"/>
                    <a:pt x="652" y="13880"/>
                  </a:cubicBezTo>
                  <a:cubicBezTo>
                    <a:pt x="623" y="13880"/>
                    <a:pt x="593" y="13878"/>
                    <a:pt x="561" y="13873"/>
                  </a:cubicBezTo>
                  <a:cubicBezTo>
                    <a:pt x="697" y="13649"/>
                    <a:pt x="910" y="13557"/>
                    <a:pt x="1095" y="13443"/>
                  </a:cubicBezTo>
                  <a:cubicBezTo>
                    <a:pt x="1895" y="12958"/>
                    <a:pt x="2586" y="12250"/>
                    <a:pt x="3610" y="12218"/>
                  </a:cubicBezTo>
                  <a:cubicBezTo>
                    <a:pt x="3670" y="12218"/>
                    <a:pt x="3735" y="12196"/>
                    <a:pt x="3779" y="12163"/>
                  </a:cubicBezTo>
                  <a:cubicBezTo>
                    <a:pt x="4138" y="11875"/>
                    <a:pt x="4579" y="11782"/>
                    <a:pt x="5009" y="11673"/>
                  </a:cubicBezTo>
                  <a:cubicBezTo>
                    <a:pt x="5450" y="11564"/>
                    <a:pt x="5826" y="11341"/>
                    <a:pt x="6218" y="11118"/>
                  </a:cubicBezTo>
                  <a:cubicBezTo>
                    <a:pt x="6690" y="10853"/>
                    <a:pt x="7176" y="10582"/>
                    <a:pt x="7710" y="10582"/>
                  </a:cubicBezTo>
                  <a:cubicBezTo>
                    <a:pt x="7921" y="10582"/>
                    <a:pt x="8140" y="10624"/>
                    <a:pt x="8368" y="10726"/>
                  </a:cubicBezTo>
                  <a:cubicBezTo>
                    <a:pt x="8458" y="10766"/>
                    <a:pt x="8546" y="10782"/>
                    <a:pt x="8633" y="10782"/>
                  </a:cubicBezTo>
                  <a:cubicBezTo>
                    <a:pt x="8822" y="10782"/>
                    <a:pt x="9006" y="10706"/>
                    <a:pt x="9185" y="10628"/>
                  </a:cubicBezTo>
                  <a:cubicBezTo>
                    <a:pt x="9364" y="10546"/>
                    <a:pt x="9408" y="10443"/>
                    <a:pt x="9223" y="10301"/>
                  </a:cubicBezTo>
                  <a:cubicBezTo>
                    <a:pt x="8896" y="10056"/>
                    <a:pt x="8651" y="9757"/>
                    <a:pt x="8520" y="9360"/>
                  </a:cubicBezTo>
                  <a:cubicBezTo>
                    <a:pt x="8335" y="8793"/>
                    <a:pt x="8504" y="8200"/>
                    <a:pt x="8330" y="7634"/>
                  </a:cubicBezTo>
                  <a:cubicBezTo>
                    <a:pt x="8286" y="7487"/>
                    <a:pt x="8417" y="7476"/>
                    <a:pt x="8526" y="7471"/>
                  </a:cubicBezTo>
                  <a:cubicBezTo>
                    <a:pt x="8961" y="7448"/>
                    <a:pt x="9392" y="7375"/>
                    <a:pt x="9825" y="7375"/>
                  </a:cubicBezTo>
                  <a:cubicBezTo>
                    <a:pt x="9907" y="7375"/>
                    <a:pt x="9990" y="7377"/>
                    <a:pt x="10072" y="7383"/>
                  </a:cubicBezTo>
                  <a:cubicBezTo>
                    <a:pt x="10100" y="7385"/>
                    <a:pt x="10126" y="7387"/>
                    <a:pt x="10152" y="7387"/>
                  </a:cubicBezTo>
                  <a:cubicBezTo>
                    <a:pt x="10463" y="7387"/>
                    <a:pt x="10585" y="7230"/>
                    <a:pt x="10595" y="6883"/>
                  </a:cubicBezTo>
                  <a:cubicBezTo>
                    <a:pt x="10600" y="6507"/>
                    <a:pt x="10567" y="6131"/>
                    <a:pt x="10665" y="5761"/>
                  </a:cubicBezTo>
                  <a:cubicBezTo>
                    <a:pt x="10867" y="5625"/>
                    <a:pt x="10981" y="5413"/>
                    <a:pt x="11095" y="5211"/>
                  </a:cubicBezTo>
                  <a:cubicBezTo>
                    <a:pt x="11226" y="4972"/>
                    <a:pt x="11193" y="4738"/>
                    <a:pt x="10948" y="4596"/>
                  </a:cubicBezTo>
                  <a:cubicBezTo>
                    <a:pt x="10622" y="4416"/>
                    <a:pt x="10567" y="4128"/>
                    <a:pt x="10622" y="3812"/>
                  </a:cubicBezTo>
                  <a:cubicBezTo>
                    <a:pt x="10676" y="3496"/>
                    <a:pt x="10622" y="3208"/>
                    <a:pt x="10508" y="2919"/>
                  </a:cubicBezTo>
                  <a:cubicBezTo>
                    <a:pt x="10459" y="2789"/>
                    <a:pt x="10442" y="2647"/>
                    <a:pt x="10399" y="2511"/>
                  </a:cubicBezTo>
                  <a:cubicBezTo>
                    <a:pt x="10246" y="1972"/>
                    <a:pt x="10437" y="1471"/>
                    <a:pt x="10540" y="927"/>
                  </a:cubicBezTo>
                  <a:cubicBezTo>
                    <a:pt x="10709" y="1417"/>
                    <a:pt x="11003" y="1809"/>
                    <a:pt x="11330" y="2179"/>
                  </a:cubicBezTo>
                  <a:cubicBezTo>
                    <a:pt x="11869" y="2772"/>
                    <a:pt x="12473" y="3295"/>
                    <a:pt x="13088" y="3807"/>
                  </a:cubicBezTo>
                  <a:cubicBezTo>
                    <a:pt x="13149" y="3856"/>
                    <a:pt x="13239" y="3935"/>
                    <a:pt x="13321" y="3935"/>
                  </a:cubicBezTo>
                  <a:cubicBezTo>
                    <a:pt x="13357" y="3935"/>
                    <a:pt x="13391" y="3921"/>
                    <a:pt x="13420" y="3883"/>
                  </a:cubicBezTo>
                  <a:cubicBezTo>
                    <a:pt x="13523" y="3758"/>
                    <a:pt x="13333" y="3676"/>
                    <a:pt x="13268" y="3573"/>
                  </a:cubicBezTo>
                  <a:cubicBezTo>
                    <a:pt x="12848" y="3181"/>
                    <a:pt x="12429" y="2789"/>
                    <a:pt x="12010" y="2391"/>
                  </a:cubicBezTo>
                  <a:cubicBezTo>
                    <a:pt x="11487" y="1896"/>
                    <a:pt x="11036" y="1352"/>
                    <a:pt x="10714" y="698"/>
                  </a:cubicBezTo>
                  <a:cubicBezTo>
                    <a:pt x="10606" y="480"/>
                    <a:pt x="10464" y="274"/>
                    <a:pt x="10312" y="83"/>
                  </a:cubicBezTo>
                  <a:cubicBezTo>
                    <a:pt x="10261" y="23"/>
                    <a:pt x="10230" y="0"/>
                    <a:pt x="10209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4"/>
            <p:cNvSpPr/>
            <p:nvPr/>
          </p:nvSpPr>
          <p:spPr>
            <a:xfrm>
              <a:off x="2008843" y="451565"/>
              <a:ext cx="369667" cy="165984"/>
            </a:xfrm>
            <a:custGeom>
              <a:rect b="b" l="l" r="r" t="t"/>
              <a:pathLst>
                <a:path extrusionOk="0" h="2897" w="6452">
                  <a:moveTo>
                    <a:pt x="4464" y="1"/>
                  </a:moveTo>
                  <a:lnTo>
                    <a:pt x="4464" y="1"/>
                  </a:lnTo>
                  <a:cubicBezTo>
                    <a:pt x="4508" y="117"/>
                    <a:pt x="4462" y="136"/>
                    <a:pt x="4404" y="136"/>
                  </a:cubicBezTo>
                  <a:cubicBezTo>
                    <a:pt x="4375" y="136"/>
                    <a:pt x="4343" y="131"/>
                    <a:pt x="4317" y="131"/>
                  </a:cubicBezTo>
                  <a:cubicBezTo>
                    <a:pt x="3915" y="142"/>
                    <a:pt x="3512" y="126"/>
                    <a:pt x="3114" y="153"/>
                  </a:cubicBezTo>
                  <a:cubicBezTo>
                    <a:pt x="2913" y="168"/>
                    <a:pt x="2711" y="220"/>
                    <a:pt x="2512" y="220"/>
                  </a:cubicBezTo>
                  <a:cubicBezTo>
                    <a:pt x="2352" y="220"/>
                    <a:pt x="2192" y="186"/>
                    <a:pt x="2036" y="71"/>
                  </a:cubicBezTo>
                  <a:cubicBezTo>
                    <a:pt x="2005" y="49"/>
                    <a:pt x="1970" y="41"/>
                    <a:pt x="1932" y="41"/>
                  </a:cubicBezTo>
                  <a:cubicBezTo>
                    <a:pt x="1858" y="41"/>
                    <a:pt x="1775" y="73"/>
                    <a:pt x="1699" y="99"/>
                  </a:cubicBezTo>
                  <a:cubicBezTo>
                    <a:pt x="1073" y="300"/>
                    <a:pt x="621" y="812"/>
                    <a:pt x="0" y="1019"/>
                  </a:cubicBezTo>
                  <a:cubicBezTo>
                    <a:pt x="44" y="1038"/>
                    <a:pt x="81" y="1052"/>
                    <a:pt x="116" y="1052"/>
                  </a:cubicBezTo>
                  <a:cubicBezTo>
                    <a:pt x="128" y="1052"/>
                    <a:pt x="141" y="1050"/>
                    <a:pt x="153" y="1046"/>
                  </a:cubicBezTo>
                  <a:cubicBezTo>
                    <a:pt x="304" y="999"/>
                    <a:pt x="454" y="982"/>
                    <a:pt x="603" y="982"/>
                  </a:cubicBezTo>
                  <a:cubicBezTo>
                    <a:pt x="837" y="982"/>
                    <a:pt x="1069" y="1023"/>
                    <a:pt x="1302" y="1057"/>
                  </a:cubicBezTo>
                  <a:cubicBezTo>
                    <a:pt x="1470" y="1084"/>
                    <a:pt x="1661" y="1155"/>
                    <a:pt x="1672" y="1329"/>
                  </a:cubicBezTo>
                  <a:cubicBezTo>
                    <a:pt x="1677" y="1514"/>
                    <a:pt x="1470" y="1514"/>
                    <a:pt x="1323" y="1552"/>
                  </a:cubicBezTo>
                  <a:cubicBezTo>
                    <a:pt x="1018" y="1623"/>
                    <a:pt x="719" y="1705"/>
                    <a:pt x="316" y="1808"/>
                  </a:cubicBezTo>
                  <a:cubicBezTo>
                    <a:pt x="648" y="1879"/>
                    <a:pt x="866" y="1955"/>
                    <a:pt x="1051" y="2107"/>
                  </a:cubicBezTo>
                  <a:cubicBezTo>
                    <a:pt x="1438" y="2412"/>
                    <a:pt x="1808" y="2739"/>
                    <a:pt x="2330" y="2793"/>
                  </a:cubicBezTo>
                  <a:cubicBezTo>
                    <a:pt x="2363" y="2799"/>
                    <a:pt x="2390" y="2864"/>
                    <a:pt x="2418" y="2897"/>
                  </a:cubicBezTo>
                  <a:cubicBezTo>
                    <a:pt x="2581" y="2804"/>
                    <a:pt x="2744" y="2706"/>
                    <a:pt x="2913" y="2608"/>
                  </a:cubicBezTo>
                  <a:cubicBezTo>
                    <a:pt x="2946" y="2499"/>
                    <a:pt x="3038" y="2445"/>
                    <a:pt x="3120" y="2385"/>
                  </a:cubicBezTo>
                  <a:cubicBezTo>
                    <a:pt x="3196" y="2336"/>
                    <a:pt x="3305" y="2298"/>
                    <a:pt x="3294" y="2184"/>
                  </a:cubicBezTo>
                  <a:cubicBezTo>
                    <a:pt x="3278" y="2053"/>
                    <a:pt x="3152" y="2042"/>
                    <a:pt x="3060" y="2009"/>
                  </a:cubicBezTo>
                  <a:cubicBezTo>
                    <a:pt x="3011" y="1993"/>
                    <a:pt x="2967" y="1982"/>
                    <a:pt x="2924" y="1960"/>
                  </a:cubicBezTo>
                  <a:cubicBezTo>
                    <a:pt x="2810" y="1911"/>
                    <a:pt x="2733" y="1830"/>
                    <a:pt x="2733" y="1694"/>
                  </a:cubicBezTo>
                  <a:cubicBezTo>
                    <a:pt x="2733" y="1547"/>
                    <a:pt x="2848" y="1492"/>
                    <a:pt x="2957" y="1465"/>
                  </a:cubicBezTo>
                  <a:cubicBezTo>
                    <a:pt x="3109" y="1430"/>
                    <a:pt x="3265" y="1385"/>
                    <a:pt x="3424" y="1385"/>
                  </a:cubicBezTo>
                  <a:cubicBezTo>
                    <a:pt x="3464" y="1385"/>
                    <a:pt x="3504" y="1388"/>
                    <a:pt x="3544" y="1394"/>
                  </a:cubicBezTo>
                  <a:cubicBezTo>
                    <a:pt x="3757" y="1323"/>
                    <a:pt x="3975" y="1253"/>
                    <a:pt x="4187" y="1182"/>
                  </a:cubicBezTo>
                  <a:cubicBezTo>
                    <a:pt x="4312" y="1136"/>
                    <a:pt x="4436" y="1116"/>
                    <a:pt x="4559" y="1116"/>
                  </a:cubicBezTo>
                  <a:cubicBezTo>
                    <a:pt x="4699" y="1116"/>
                    <a:pt x="4837" y="1141"/>
                    <a:pt x="4976" y="1182"/>
                  </a:cubicBezTo>
                  <a:cubicBezTo>
                    <a:pt x="5357" y="1302"/>
                    <a:pt x="5711" y="1481"/>
                    <a:pt x="6070" y="1656"/>
                  </a:cubicBezTo>
                  <a:cubicBezTo>
                    <a:pt x="6133" y="1685"/>
                    <a:pt x="6206" y="1735"/>
                    <a:pt x="6272" y="1735"/>
                  </a:cubicBezTo>
                  <a:cubicBezTo>
                    <a:pt x="6303" y="1735"/>
                    <a:pt x="6333" y="1723"/>
                    <a:pt x="6359" y="1694"/>
                  </a:cubicBezTo>
                  <a:cubicBezTo>
                    <a:pt x="6452" y="1590"/>
                    <a:pt x="6337" y="1492"/>
                    <a:pt x="6266" y="1427"/>
                  </a:cubicBezTo>
                  <a:cubicBezTo>
                    <a:pt x="5918" y="1089"/>
                    <a:pt x="5668" y="681"/>
                    <a:pt x="5325" y="344"/>
                  </a:cubicBezTo>
                  <a:cubicBezTo>
                    <a:pt x="5096" y="77"/>
                    <a:pt x="4748" y="131"/>
                    <a:pt x="4464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24"/>
            <p:cNvSpPr/>
            <p:nvPr/>
          </p:nvSpPr>
          <p:spPr>
            <a:xfrm>
              <a:off x="2906528" y="1947338"/>
              <a:ext cx="927033" cy="498925"/>
            </a:xfrm>
            <a:custGeom>
              <a:rect b="b" l="l" r="r" t="t"/>
              <a:pathLst>
                <a:path extrusionOk="0" h="8708" w="16180">
                  <a:moveTo>
                    <a:pt x="2471" y="1"/>
                  </a:moveTo>
                  <a:cubicBezTo>
                    <a:pt x="1726" y="1"/>
                    <a:pt x="981" y="132"/>
                    <a:pt x="234" y="335"/>
                  </a:cubicBezTo>
                  <a:cubicBezTo>
                    <a:pt x="147" y="357"/>
                    <a:pt x="22" y="368"/>
                    <a:pt x="11" y="471"/>
                  </a:cubicBezTo>
                  <a:cubicBezTo>
                    <a:pt x="0" y="580"/>
                    <a:pt x="98" y="656"/>
                    <a:pt x="191" y="705"/>
                  </a:cubicBezTo>
                  <a:cubicBezTo>
                    <a:pt x="282" y="763"/>
                    <a:pt x="382" y="782"/>
                    <a:pt x="487" y="782"/>
                  </a:cubicBezTo>
                  <a:cubicBezTo>
                    <a:pt x="500" y="782"/>
                    <a:pt x="514" y="782"/>
                    <a:pt x="528" y="781"/>
                  </a:cubicBezTo>
                  <a:cubicBezTo>
                    <a:pt x="801" y="770"/>
                    <a:pt x="1073" y="765"/>
                    <a:pt x="1339" y="760"/>
                  </a:cubicBezTo>
                  <a:cubicBezTo>
                    <a:pt x="1388" y="760"/>
                    <a:pt x="1438" y="754"/>
                    <a:pt x="1486" y="754"/>
                  </a:cubicBezTo>
                  <a:cubicBezTo>
                    <a:pt x="1569" y="754"/>
                    <a:pt x="1645" y="770"/>
                    <a:pt x="1693" y="852"/>
                  </a:cubicBezTo>
                  <a:cubicBezTo>
                    <a:pt x="1938" y="1266"/>
                    <a:pt x="2341" y="1315"/>
                    <a:pt x="2760" y="1348"/>
                  </a:cubicBezTo>
                  <a:cubicBezTo>
                    <a:pt x="2864" y="1358"/>
                    <a:pt x="2984" y="1358"/>
                    <a:pt x="3033" y="1505"/>
                  </a:cubicBezTo>
                  <a:cubicBezTo>
                    <a:pt x="3250" y="2121"/>
                    <a:pt x="3669" y="2572"/>
                    <a:pt x="4257" y="2834"/>
                  </a:cubicBezTo>
                  <a:cubicBezTo>
                    <a:pt x="5014" y="3166"/>
                    <a:pt x="5760" y="3525"/>
                    <a:pt x="6560" y="3754"/>
                  </a:cubicBezTo>
                  <a:cubicBezTo>
                    <a:pt x="6691" y="3607"/>
                    <a:pt x="6555" y="3580"/>
                    <a:pt x="6462" y="3541"/>
                  </a:cubicBezTo>
                  <a:cubicBezTo>
                    <a:pt x="5863" y="3302"/>
                    <a:pt x="5265" y="3073"/>
                    <a:pt x="4666" y="2823"/>
                  </a:cubicBezTo>
                  <a:cubicBezTo>
                    <a:pt x="4110" y="2589"/>
                    <a:pt x="3599" y="2284"/>
                    <a:pt x="3299" y="1723"/>
                  </a:cubicBezTo>
                  <a:cubicBezTo>
                    <a:pt x="3267" y="1658"/>
                    <a:pt x="3218" y="1598"/>
                    <a:pt x="3272" y="1533"/>
                  </a:cubicBezTo>
                  <a:cubicBezTo>
                    <a:pt x="3290" y="1506"/>
                    <a:pt x="3315" y="1498"/>
                    <a:pt x="3342" y="1498"/>
                  </a:cubicBezTo>
                  <a:cubicBezTo>
                    <a:pt x="3372" y="1498"/>
                    <a:pt x="3404" y="1508"/>
                    <a:pt x="3435" y="1516"/>
                  </a:cubicBezTo>
                  <a:cubicBezTo>
                    <a:pt x="3490" y="1533"/>
                    <a:pt x="3544" y="1554"/>
                    <a:pt x="3604" y="1554"/>
                  </a:cubicBezTo>
                  <a:cubicBezTo>
                    <a:pt x="3637" y="1554"/>
                    <a:pt x="3676" y="1560"/>
                    <a:pt x="3714" y="1560"/>
                  </a:cubicBezTo>
                  <a:cubicBezTo>
                    <a:pt x="3763" y="1560"/>
                    <a:pt x="3809" y="1550"/>
                    <a:pt x="3827" y="1500"/>
                  </a:cubicBezTo>
                  <a:cubicBezTo>
                    <a:pt x="3876" y="1375"/>
                    <a:pt x="3746" y="1353"/>
                    <a:pt x="3669" y="1315"/>
                  </a:cubicBezTo>
                  <a:cubicBezTo>
                    <a:pt x="3310" y="1135"/>
                    <a:pt x="2918" y="1054"/>
                    <a:pt x="2526" y="988"/>
                  </a:cubicBezTo>
                  <a:cubicBezTo>
                    <a:pt x="2500" y="991"/>
                    <a:pt x="2475" y="993"/>
                    <a:pt x="2451" y="993"/>
                  </a:cubicBezTo>
                  <a:cubicBezTo>
                    <a:pt x="2252" y="993"/>
                    <a:pt x="2093" y="896"/>
                    <a:pt x="1982" y="727"/>
                  </a:cubicBezTo>
                  <a:cubicBezTo>
                    <a:pt x="1841" y="503"/>
                    <a:pt x="1654" y="421"/>
                    <a:pt x="1441" y="421"/>
                  </a:cubicBezTo>
                  <a:cubicBezTo>
                    <a:pt x="1358" y="421"/>
                    <a:pt x="1271" y="433"/>
                    <a:pt x="1182" y="455"/>
                  </a:cubicBezTo>
                  <a:cubicBezTo>
                    <a:pt x="1076" y="483"/>
                    <a:pt x="973" y="506"/>
                    <a:pt x="860" y="506"/>
                  </a:cubicBezTo>
                  <a:cubicBezTo>
                    <a:pt x="799" y="506"/>
                    <a:pt x="734" y="499"/>
                    <a:pt x="664" y="482"/>
                  </a:cubicBezTo>
                  <a:cubicBezTo>
                    <a:pt x="882" y="286"/>
                    <a:pt x="1127" y="351"/>
                    <a:pt x="1339" y="313"/>
                  </a:cubicBezTo>
                  <a:cubicBezTo>
                    <a:pt x="1777" y="241"/>
                    <a:pt x="2211" y="190"/>
                    <a:pt x="2646" y="190"/>
                  </a:cubicBezTo>
                  <a:cubicBezTo>
                    <a:pt x="3097" y="190"/>
                    <a:pt x="3549" y="245"/>
                    <a:pt x="4007" y="389"/>
                  </a:cubicBezTo>
                  <a:cubicBezTo>
                    <a:pt x="4873" y="667"/>
                    <a:pt x="5673" y="1075"/>
                    <a:pt x="6495" y="1446"/>
                  </a:cubicBezTo>
                  <a:cubicBezTo>
                    <a:pt x="6996" y="1674"/>
                    <a:pt x="7502" y="1897"/>
                    <a:pt x="8008" y="2110"/>
                  </a:cubicBezTo>
                  <a:cubicBezTo>
                    <a:pt x="9173" y="2594"/>
                    <a:pt x="10257" y="3242"/>
                    <a:pt x="11405" y="3754"/>
                  </a:cubicBezTo>
                  <a:cubicBezTo>
                    <a:pt x="12848" y="4402"/>
                    <a:pt x="14008" y="5387"/>
                    <a:pt x="14645" y="6895"/>
                  </a:cubicBezTo>
                  <a:cubicBezTo>
                    <a:pt x="14960" y="7635"/>
                    <a:pt x="15467" y="8234"/>
                    <a:pt x="16120" y="8708"/>
                  </a:cubicBezTo>
                  <a:cubicBezTo>
                    <a:pt x="16180" y="8517"/>
                    <a:pt x="16022" y="8441"/>
                    <a:pt x="15924" y="8343"/>
                  </a:cubicBezTo>
                  <a:cubicBezTo>
                    <a:pt x="15439" y="7880"/>
                    <a:pt x="15075" y="7341"/>
                    <a:pt x="14781" y="6742"/>
                  </a:cubicBezTo>
                  <a:cubicBezTo>
                    <a:pt x="14530" y="6247"/>
                    <a:pt x="14296" y="5746"/>
                    <a:pt x="13991" y="5284"/>
                  </a:cubicBezTo>
                  <a:cubicBezTo>
                    <a:pt x="13583" y="4674"/>
                    <a:pt x="12930" y="4336"/>
                    <a:pt x="12331" y="3950"/>
                  </a:cubicBezTo>
                  <a:cubicBezTo>
                    <a:pt x="11503" y="3416"/>
                    <a:pt x="10556" y="3122"/>
                    <a:pt x="9712" y="2632"/>
                  </a:cubicBezTo>
                  <a:cubicBezTo>
                    <a:pt x="8928" y="2175"/>
                    <a:pt x="8095" y="1816"/>
                    <a:pt x="7257" y="1473"/>
                  </a:cubicBezTo>
                  <a:cubicBezTo>
                    <a:pt x="6538" y="1184"/>
                    <a:pt x="5809" y="923"/>
                    <a:pt x="5145" y="504"/>
                  </a:cubicBezTo>
                  <a:cubicBezTo>
                    <a:pt x="4889" y="444"/>
                    <a:pt x="4622" y="411"/>
                    <a:pt x="4377" y="324"/>
                  </a:cubicBezTo>
                  <a:cubicBezTo>
                    <a:pt x="3741" y="96"/>
                    <a:pt x="3106" y="1"/>
                    <a:pt x="2471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4"/>
            <p:cNvSpPr/>
            <p:nvPr/>
          </p:nvSpPr>
          <p:spPr>
            <a:xfrm>
              <a:off x="2529418" y="3067492"/>
              <a:ext cx="292606" cy="842294"/>
            </a:xfrm>
            <a:custGeom>
              <a:rect b="b" l="l" r="r" t="t"/>
              <a:pathLst>
                <a:path extrusionOk="0" h="14701" w="5107">
                  <a:moveTo>
                    <a:pt x="54" y="0"/>
                  </a:moveTo>
                  <a:cubicBezTo>
                    <a:pt x="0" y="0"/>
                    <a:pt x="3" y="63"/>
                    <a:pt x="39" y="197"/>
                  </a:cubicBezTo>
                  <a:cubicBezTo>
                    <a:pt x="284" y="1079"/>
                    <a:pt x="387" y="1977"/>
                    <a:pt x="327" y="2892"/>
                  </a:cubicBezTo>
                  <a:cubicBezTo>
                    <a:pt x="327" y="2963"/>
                    <a:pt x="333" y="3033"/>
                    <a:pt x="333" y="3104"/>
                  </a:cubicBezTo>
                  <a:cubicBezTo>
                    <a:pt x="338" y="3997"/>
                    <a:pt x="431" y="4884"/>
                    <a:pt x="224" y="5783"/>
                  </a:cubicBezTo>
                  <a:cubicBezTo>
                    <a:pt x="104" y="6284"/>
                    <a:pt x="158" y="6822"/>
                    <a:pt x="147" y="7345"/>
                  </a:cubicBezTo>
                  <a:cubicBezTo>
                    <a:pt x="147" y="7487"/>
                    <a:pt x="186" y="7639"/>
                    <a:pt x="338" y="7694"/>
                  </a:cubicBezTo>
                  <a:cubicBezTo>
                    <a:pt x="365" y="7703"/>
                    <a:pt x="389" y="7708"/>
                    <a:pt x="412" y="7708"/>
                  </a:cubicBezTo>
                  <a:cubicBezTo>
                    <a:pt x="527" y="7708"/>
                    <a:pt x="594" y="7592"/>
                    <a:pt x="675" y="7492"/>
                  </a:cubicBezTo>
                  <a:cubicBezTo>
                    <a:pt x="801" y="7977"/>
                    <a:pt x="882" y="8439"/>
                    <a:pt x="1116" y="8853"/>
                  </a:cubicBezTo>
                  <a:cubicBezTo>
                    <a:pt x="1193" y="8986"/>
                    <a:pt x="1265" y="9100"/>
                    <a:pt x="1363" y="9100"/>
                  </a:cubicBezTo>
                  <a:cubicBezTo>
                    <a:pt x="1426" y="9100"/>
                    <a:pt x="1499" y="9054"/>
                    <a:pt x="1590" y="8935"/>
                  </a:cubicBezTo>
                  <a:cubicBezTo>
                    <a:pt x="1737" y="9452"/>
                    <a:pt x="1906" y="9909"/>
                    <a:pt x="2118" y="10356"/>
                  </a:cubicBezTo>
                  <a:cubicBezTo>
                    <a:pt x="2200" y="10524"/>
                    <a:pt x="2281" y="10715"/>
                    <a:pt x="2483" y="10758"/>
                  </a:cubicBezTo>
                  <a:cubicBezTo>
                    <a:pt x="2504" y="10763"/>
                    <a:pt x="2523" y="10766"/>
                    <a:pt x="2540" y="10766"/>
                  </a:cubicBezTo>
                  <a:cubicBezTo>
                    <a:pt x="2715" y="10766"/>
                    <a:pt x="2712" y="10531"/>
                    <a:pt x="2831" y="10426"/>
                  </a:cubicBezTo>
                  <a:cubicBezTo>
                    <a:pt x="3136" y="10889"/>
                    <a:pt x="3403" y="11346"/>
                    <a:pt x="3719" y="11766"/>
                  </a:cubicBezTo>
                  <a:cubicBezTo>
                    <a:pt x="4377" y="12637"/>
                    <a:pt x="4650" y="13644"/>
                    <a:pt x="4807" y="14700"/>
                  </a:cubicBezTo>
                  <a:cubicBezTo>
                    <a:pt x="4814" y="14700"/>
                    <a:pt x="4820" y="14701"/>
                    <a:pt x="4826" y="14701"/>
                  </a:cubicBezTo>
                  <a:cubicBezTo>
                    <a:pt x="4968" y="14701"/>
                    <a:pt x="5000" y="14581"/>
                    <a:pt x="5036" y="14477"/>
                  </a:cubicBezTo>
                  <a:cubicBezTo>
                    <a:pt x="5101" y="14275"/>
                    <a:pt x="5107" y="14063"/>
                    <a:pt x="5069" y="13851"/>
                  </a:cubicBezTo>
                  <a:cubicBezTo>
                    <a:pt x="4949" y="13181"/>
                    <a:pt x="4688" y="12571"/>
                    <a:pt x="4296" y="12016"/>
                  </a:cubicBezTo>
                  <a:cubicBezTo>
                    <a:pt x="4165" y="11836"/>
                    <a:pt x="4056" y="11640"/>
                    <a:pt x="3942" y="11450"/>
                  </a:cubicBezTo>
                  <a:cubicBezTo>
                    <a:pt x="3681" y="11031"/>
                    <a:pt x="3452" y="10590"/>
                    <a:pt x="3142" y="10209"/>
                  </a:cubicBezTo>
                  <a:cubicBezTo>
                    <a:pt x="3044" y="10087"/>
                    <a:pt x="2938" y="9956"/>
                    <a:pt x="2784" y="9956"/>
                  </a:cubicBezTo>
                  <a:cubicBezTo>
                    <a:pt x="2731" y="9956"/>
                    <a:pt x="2673" y="9971"/>
                    <a:pt x="2608" y="10007"/>
                  </a:cubicBezTo>
                  <a:cubicBezTo>
                    <a:pt x="2569" y="10029"/>
                    <a:pt x="2537" y="10038"/>
                    <a:pt x="2510" y="10038"/>
                  </a:cubicBezTo>
                  <a:cubicBezTo>
                    <a:pt x="2426" y="10038"/>
                    <a:pt x="2389" y="9952"/>
                    <a:pt x="2352" y="9866"/>
                  </a:cubicBezTo>
                  <a:cubicBezTo>
                    <a:pt x="2173" y="9419"/>
                    <a:pt x="2004" y="8967"/>
                    <a:pt x="1922" y="8488"/>
                  </a:cubicBezTo>
                  <a:cubicBezTo>
                    <a:pt x="1895" y="8336"/>
                    <a:pt x="1884" y="8173"/>
                    <a:pt x="1715" y="8102"/>
                  </a:cubicBezTo>
                  <a:cubicBezTo>
                    <a:pt x="1674" y="8085"/>
                    <a:pt x="1634" y="8078"/>
                    <a:pt x="1596" y="8078"/>
                  </a:cubicBezTo>
                  <a:cubicBezTo>
                    <a:pt x="1471" y="8078"/>
                    <a:pt x="1368" y="8161"/>
                    <a:pt x="1280" y="8287"/>
                  </a:cubicBezTo>
                  <a:cubicBezTo>
                    <a:pt x="1171" y="7906"/>
                    <a:pt x="1111" y="7563"/>
                    <a:pt x="1057" y="7209"/>
                  </a:cubicBezTo>
                  <a:cubicBezTo>
                    <a:pt x="1013" y="6959"/>
                    <a:pt x="969" y="6686"/>
                    <a:pt x="659" y="6610"/>
                  </a:cubicBezTo>
                  <a:cubicBezTo>
                    <a:pt x="539" y="6577"/>
                    <a:pt x="583" y="6512"/>
                    <a:pt x="594" y="6452"/>
                  </a:cubicBezTo>
                  <a:cubicBezTo>
                    <a:pt x="730" y="5875"/>
                    <a:pt x="714" y="5287"/>
                    <a:pt x="757" y="4699"/>
                  </a:cubicBezTo>
                  <a:cubicBezTo>
                    <a:pt x="812" y="3926"/>
                    <a:pt x="888" y="3153"/>
                    <a:pt x="855" y="2380"/>
                  </a:cubicBezTo>
                  <a:cubicBezTo>
                    <a:pt x="822" y="1743"/>
                    <a:pt x="757" y="1112"/>
                    <a:pt x="550" y="502"/>
                  </a:cubicBezTo>
                  <a:cubicBezTo>
                    <a:pt x="485" y="311"/>
                    <a:pt x="420" y="121"/>
                    <a:pt x="196" y="56"/>
                  </a:cubicBezTo>
                  <a:cubicBezTo>
                    <a:pt x="129" y="19"/>
                    <a:pt x="83" y="0"/>
                    <a:pt x="54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4"/>
            <p:cNvSpPr/>
            <p:nvPr/>
          </p:nvSpPr>
          <p:spPr>
            <a:xfrm>
              <a:off x="369487" y="3609436"/>
              <a:ext cx="782936" cy="162603"/>
            </a:xfrm>
            <a:custGeom>
              <a:rect b="b" l="l" r="r" t="t"/>
              <a:pathLst>
                <a:path extrusionOk="0" h="2838" w="13665">
                  <a:moveTo>
                    <a:pt x="76" y="1"/>
                  </a:moveTo>
                  <a:cubicBezTo>
                    <a:pt x="0" y="1"/>
                    <a:pt x="64" y="114"/>
                    <a:pt x="32" y="151"/>
                  </a:cubicBezTo>
                  <a:cubicBezTo>
                    <a:pt x="98" y="396"/>
                    <a:pt x="261" y="592"/>
                    <a:pt x="392" y="804"/>
                  </a:cubicBezTo>
                  <a:cubicBezTo>
                    <a:pt x="446" y="891"/>
                    <a:pt x="582" y="978"/>
                    <a:pt x="675" y="978"/>
                  </a:cubicBezTo>
                  <a:cubicBezTo>
                    <a:pt x="1274" y="984"/>
                    <a:pt x="1823" y="1218"/>
                    <a:pt x="2395" y="1343"/>
                  </a:cubicBezTo>
                  <a:cubicBezTo>
                    <a:pt x="3076" y="1501"/>
                    <a:pt x="3789" y="1534"/>
                    <a:pt x="4447" y="1811"/>
                  </a:cubicBezTo>
                  <a:cubicBezTo>
                    <a:pt x="4909" y="2007"/>
                    <a:pt x="5384" y="2095"/>
                    <a:pt x="5868" y="2095"/>
                  </a:cubicBezTo>
                  <a:cubicBezTo>
                    <a:pt x="6070" y="2095"/>
                    <a:pt x="6273" y="2080"/>
                    <a:pt x="6478" y="2051"/>
                  </a:cubicBezTo>
                  <a:cubicBezTo>
                    <a:pt x="6897" y="1991"/>
                    <a:pt x="7315" y="1976"/>
                    <a:pt x="7732" y="1976"/>
                  </a:cubicBezTo>
                  <a:cubicBezTo>
                    <a:pt x="8112" y="1976"/>
                    <a:pt x="8492" y="1988"/>
                    <a:pt x="8873" y="1991"/>
                  </a:cubicBezTo>
                  <a:cubicBezTo>
                    <a:pt x="9023" y="1990"/>
                    <a:pt x="9172" y="1989"/>
                    <a:pt x="9321" y="1989"/>
                  </a:cubicBezTo>
                  <a:cubicBezTo>
                    <a:pt x="10598" y="1989"/>
                    <a:pt x="11874" y="2038"/>
                    <a:pt x="13142" y="2252"/>
                  </a:cubicBezTo>
                  <a:cubicBezTo>
                    <a:pt x="12377" y="2475"/>
                    <a:pt x="11614" y="2698"/>
                    <a:pt x="10815" y="2698"/>
                  </a:cubicBezTo>
                  <a:cubicBezTo>
                    <a:pt x="10442" y="2698"/>
                    <a:pt x="10061" y="2649"/>
                    <a:pt x="9668" y="2530"/>
                  </a:cubicBezTo>
                  <a:lnTo>
                    <a:pt x="9668" y="2530"/>
                  </a:lnTo>
                  <a:cubicBezTo>
                    <a:pt x="9739" y="2601"/>
                    <a:pt x="9745" y="2611"/>
                    <a:pt x="9755" y="2617"/>
                  </a:cubicBezTo>
                  <a:cubicBezTo>
                    <a:pt x="10180" y="2779"/>
                    <a:pt x="10603" y="2837"/>
                    <a:pt x="11025" y="2837"/>
                  </a:cubicBezTo>
                  <a:cubicBezTo>
                    <a:pt x="11734" y="2837"/>
                    <a:pt x="12440" y="2674"/>
                    <a:pt x="13147" y="2568"/>
                  </a:cubicBezTo>
                  <a:cubicBezTo>
                    <a:pt x="13245" y="2552"/>
                    <a:pt x="13343" y="2486"/>
                    <a:pt x="13425" y="2421"/>
                  </a:cubicBezTo>
                  <a:cubicBezTo>
                    <a:pt x="13539" y="2334"/>
                    <a:pt x="13664" y="2230"/>
                    <a:pt x="13637" y="2078"/>
                  </a:cubicBezTo>
                  <a:cubicBezTo>
                    <a:pt x="13610" y="1926"/>
                    <a:pt x="13452" y="1926"/>
                    <a:pt x="13327" y="1898"/>
                  </a:cubicBezTo>
                  <a:cubicBezTo>
                    <a:pt x="12156" y="1648"/>
                    <a:pt x="10969" y="1632"/>
                    <a:pt x="9788" y="1632"/>
                  </a:cubicBezTo>
                  <a:cubicBezTo>
                    <a:pt x="9694" y="1632"/>
                    <a:pt x="9598" y="1634"/>
                    <a:pt x="9503" y="1634"/>
                  </a:cubicBezTo>
                  <a:cubicBezTo>
                    <a:pt x="9384" y="1634"/>
                    <a:pt x="9266" y="1630"/>
                    <a:pt x="9151" y="1615"/>
                  </a:cubicBezTo>
                  <a:cubicBezTo>
                    <a:pt x="8839" y="1570"/>
                    <a:pt x="8526" y="1553"/>
                    <a:pt x="8214" y="1553"/>
                  </a:cubicBezTo>
                  <a:cubicBezTo>
                    <a:pt x="7623" y="1553"/>
                    <a:pt x="7033" y="1614"/>
                    <a:pt x="6445" y="1664"/>
                  </a:cubicBezTo>
                  <a:cubicBezTo>
                    <a:pt x="6194" y="1686"/>
                    <a:pt x="5944" y="1702"/>
                    <a:pt x="5696" y="1702"/>
                  </a:cubicBezTo>
                  <a:cubicBezTo>
                    <a:pt x="5328" y="1702"/>
                    <a:pt x="4962" y="1667"/>
                    <a:pt x="4594" y="1566"/>
                  </a:cubicBezTo>
                  <a:cubicBezTo>
                    <a:pt x="3762" y="1343"/>
                    <a:pt x="2918" y="1142"/>
                    <a:pt x="2068" y="984"/>
                  </a:cubicBezTo>
                  <a:cubicBezTo>
                    <a:pt x="1393" y="859"/>
                    <a:pt x="642" y="831"/>
                    <a:pt x="234" y="113"/>
                  </a:cubicBezTo>
                  <a:cubicBezTo>
                    <a:pt x="212" y="69"/>
                    <a:pt x="174" y="31"/>
                    <a:pt x="136" y="15"/>
                  </a:cubicBezTo>
                  <a:cubicBezTo>
                    <a:pt x="110" y="5"/>
                    <a:pt x="90" y="1"/>
                    <a:pt x="76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4"/>
            <p:cNvSpPr/>
            <p:nvPr/>
          </p:nvSpPr>
          <p:spPr>
            <a:xfrm>
              <a:off x="708152" y="3807043"/>
              <a:ext cx="483570" cy="378720"/>
            </a:xfrm>
            <a:custGeom>
              <a:rect b="b" l="l" r="r" t="t"/>
              <a:pathLst>
                <a:path extrusionOk="0" h="6610" w="8440">
                  <a:moveTo>
                    <a:pt x="2679" y="1"/>
                  </a:moveTo>
                  <a:lnTo>
                    <a:pt x="2679" y="1"/>
                  </a:lnTo>
                  <a:cubicBezTo>
                    <a:pt x="2260" y="1030"/>
                    <a:pt x="2717" y="2266"/>
                    <a:pt x="3333" y="2696"/>
                  </a:cubicBezTo>
                  <a:cubicBezTo>
                    <a:pt x="3148" y="3055"/>
                    <a:pt x="2799" y="3251"/>
                    <a:pt x="2532" y="3529"/>
                  </a:cubicBezTo>
                  <a:cubicBezTo>
                    <a:pt x="2353" y="3719"/>
                    <a:pt x="2255" y="3915"/>
                    <a:pt x="2369" y="4165"/>
                  </a:cubicBezTo>
                  <a:cubicBezTo>
                    <a:pt x="2500" y="4465"/>
                    <a:pt x="2701" y="4688"/>
                    <a:pt x="3039" y="4781"/>
                  </a:cubicBezTo>
                  <a:cubicBezTo>
                    <a:pt x="3214" y="4833"/>
                    <a:pt x="3390" y="4855"/>
                    <a:pt x="3564" y="4855"/>
                  </a:cubicBezTo>
                  <a:cubicBezTo>
                    <a:pt x="3859" y="4855"/>
                    <a:pt x="4149" y="4792"/>
                    <a:pt x="4427" y="4710"/>
                  </a:cubicBezTo>
                  <a:cubicBezTo>
                    <a:pt x="5200" y="4487"/>
                    <a:pt x="5989" y="4503"/>
                    <a:pt x="6795" y="4421"/>
                  </a:cubicBezTo>
                  <a:lnTo>
                    <a:pt x="6795" y="4421"/>
                  </a:lnTo>
                  <a:cubicBezTo>
                    <a:pt x="6136" y="5064"/>
                    <a:pt x="5287" y="5271"/>
                    <a:pt x="4476" y="5543"/>
                  </a:cubicBezTo>
                  <a:cubicBezTo>
                    <a:pt x="4199" y="5634"/>
                    <a:pt x="3919" y="5685"/>
                    <a:pt x="3630" y="5685"/>
                  </a:cubicBezTo>
                  <a:cubicBezTo>
                    <a:pt x="3521" y="5685"/>
                    <a:pt x="3411" y="5677"/>
                    <a:pt x="3300" y="5663"/>
                  </a:cubicBezTo>
                  <a:cubicBezTo>
                    <a:pt x="3122" y="5639"/>
                    <a:pt x="2936" y="5614"/>
                    <a:pt x="2754" y="5614"/>
                  </a:cubicBezTo>
                  <a:cubicBezTo>
                    <a:pt x="2557" y="5614"/>
                    <a:pt x="2364" y="5643"/>
                    <a:pt x="2189" y="5733"/>
                  </a:cubicBezTo>
                  <a:cubicBezTo>
                    <a:pt x="1612" y="6033"/>
                    <a:pt x="1052" y="6343"/>
                    <a:pt x="393" y="6398"/>
                  </a:cubicBezTo>
                  <a:cubicBezTo>
                    <a:pt x="257" y="6408"/>
                    <a:pt x="132" y="6495"/>
                    <a:pt x="1" y="6550"/>
                  </a:cubicBezTo>
                  <a:cubicBezTo>
                    <a:pt x="60" y="6599"/>
                    <a:pt x="127" y="6610"/>
                    <a:pt x="194" y="6610"/>
                  </a:cubicBezTo>
                  <a:cubicBezTo>
                    <a:pt x="231" y="6610"/>
                    <a:pt x="269" y="6606"/>
                    <a:pt x="306" y="6604"/>
                  </a:cubicBezTo>
                  <a:cubicBezTo>
                    <a:pt x="507" y="6592"/>
                    <a:pt x="718" y="6542"/>
                    <a:pt x="918" y="6542"/>
                  </a:cubicBezTo>
                  <a:cubicBezTo>
                    <a:pt x="982" y="6542"/>
                    <a:pt x="1045" y="6548"/>
                    <a:pt x="1106" y="6561"/>
                  </a:cubicBezTo>
                  <a:cubicBezTo>
                    <a:pt x="1161" y="6571"/>
                    <a:pt x="1211" y="6576"/>
                    <a:pt x="1258" y="6576"/>
                  </a:cubicBezTo>
                  <a:cubicBezTo>
                    <a:pt x="1438" y="6576"/>
                    <a:pt x="1563" y="6501"/>
                    <a:pt x="1689" y="6354"/>
                  </a:cubicBezTo>
                  <a:cubicBezTo>
                    <a:pt x="1933" y="6077"/>
                    <a:pt x="2246" y="5962"/>
                    <a:pt x="2610" y="5962"/>
                  </a:cubicBezTo>
                  <a:cubicBezTo>
                    <a:pt x="2619" y="5962"/>
                    <a:pt x="2627" y="5962"/>
                    <a:pt x="2636" y="5962"/>
                  </a:cubicBezTo>
                  <a:cubicBezTo>
                    <a:pt x="2850" y="5966"/>
                    <a:pt x="3069" y="5981"/>
                    <a:pt x="3288" y="5981"/>
                  </a:cubicBezTo>
                  <a:cubicBezTo>
                    <a:pt x="3341" y="5981"/>
                    <a:pt x="3394" y="5980"/>
                    <a:pt x="3447" y="5978"/>
                  </a:cubicBezTo>
                  <a:cubicBezTo>
                    <a:pt x="4514" y="5940"/>
                    <a:pt x="5499" y="5597"/>
                    <a:pt x="6392" y="5042"/>
                  </a:cubicBezTo>
                  <a:cubicBezTo>
                    <a:pt x="7105" y="4601"/>
                    <a:pt x="7797" y="4133"/>
                    <a:pt x="8439" y="3550"/>
                  </a:cubicBezTo>
                  <a:cubicBezTo>
                    <a:pt x="8387" y="3535"/>
                    <a:pt x="8337" y="3528"/>
                    <a:pt x="8290" y="3528"/>
                  </a:cubicBezTo>
                  <a:cubicBezTo>
                    <a:pt x="8069" y="3528"/>
                    <a:pt x="7892" y="3672"/>
                    <a:pt x="7704" y="3757"/>
                  </a:cubicBezTo>
                  <a:cubicBezTo>
                    <a:pt x="7199" y="3997"/>
                    <a:pt x="6704" y="4289"/>
                    <a:pt x="6128" y="4289"/>
                  </a:cubicBezTo>
                  <a:cubicBezTo>
                    <a:pt x="6089" y="4289"/>
                    <a:pt x="6050" y="4288"/>
                    <a:pt x="6011" y="4285"/>
                  </a:cubicBezTo>
                  <a:cubicBezTo>
                    <a:pt x="5924" y="4279"/>
                    <a:pt x="5837" y="4276"/>
                    <a:pt x="5750" y="4276"/>
                  </a:cubicBezTo>
                  <a:cubicBezTo>
                    <a:pt x="5308" y="4276"/>
                    <a:pt x="4876" y="4351"/>
                    <a:pt x="4443" y="4438"/>
                  </a:cubicBezTo>
                  <a:cubicBezTo>
                    <a:pt x="4166" y="4496"/>
                    <a:pt x="3882" y="4567"/>
                    <a:pt x="3595" y="4567"/>
                  </a:cubicBezTo>
                  <a:cubicBezTo>
                    <a:pt x="3427" y="4567"/>
                    <a:pt x="3257" y="4542"/>
                    <a:pt x="3088" y="4476"/>
                  </a:cubicBezTo>
                  <a:cubicBezTo>
                    <a:pt x="2598" y="4280"/>
                    <a:pt x="2516" y="3899"/>
                    <a:pt x="2924" y="3583"/>
                  </a:cubicBezTo>
                  <a:cubicBezTo>
                    <a:pt x="3186" y="3382"/>
                    <a:pt x="3409" y="3142"/>
                    <a:pt x="3605" y="2881"/>
                  </a:cubicBezTo>
                  <a:cubicBezTo>
                    <a:pt x="3921" y="2472"/>
                    <a:pt x="3899" y="2396"/>
                    <a:pt x="3403" y="2304"/>
                  </a:cubicBezTo>
                  <a:cubicBezTo>
                    <a:pt x="3235" y="2276"/>
                    <a:pt x="3115" y="2206"/>
                    <a:pt x="3131" y="2048"/>
                  </a:cubicBezTo>
                  <a:cubicBezTo>
                    <a:pt x="3158" y="1754"/>
                    <a:pt x="3001" y="1563"/>
                    <a:pt x="2821" y="1373"/>
                  </a:cubicBezTo>
                  <a:cubicBezTo>
                    <a:pt x="2679" y="921"/>
                    <a:pt x="2690" y="458"/>
                    <a:pt x="2679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4"/>
            <p:cNvSpPr/>
            <p:nvPr/>
          </p:nvSpPr>
          <p:spPr>
            <a:xfrm>
              <a:off x="3124245" y="1674447"/>
              <a:ext cx="647892" cy="309565"/>
            </a:xfrm>
            <a:custGeom>
              <a:rect b="b" l="l" r="r" t="t"/>
              <a:pathLst>
                <a:path extrusionOk="0" h="5403" w="11308">
                  <a:moveTo>
                    <a:pt x="2288" y="0"/>
                  </a:moveTo>
                  <a:cubicBezTo>
                    <a:pt x="2189" y="0"/>
                    <a:pt x="2083" y="19"/>
                    <a:pt x="1987" y="40"/>
                  </a:cubicBezTo>
                  <a:cubicBezTo>
                    <a:pt x="1100" y="247"/>
                    <a:pt x="588" y="928"/>
                    <a:pt x="76" y="1603"/>
                  </a:cubicBezTo>
                  <a:cubicBezTo>
                    <a:pt x="49" y="1641"/>
                    <a:pt x="33" y="1685"/>
                    <a:pt x="22" y="1728"/>
                  </a:cubicBezTo>
                  <a:cubicBezTo>
                    <a:pt x="0" y="1799"/>
                    <a:pt x="6" y="1875"/>
                    <a:pt x="76" y="1913"/>
                  </a:cubicBezTo>
                  <a:cubicBezTo>
                    <a:pt x="100" y="1927"/>
                    <a:pt x="124" y="1933"/>
                    <a:pt x="146" y="1933"/>
                  </a:cubicBezTo>
                  <a:cubicBezTo>
                    <a:pt x="194" y="1933"/>
                    <a:pt x="235" y="1904"/>
                    <a:pt x="261" y="1859"/>
                  </a:cubicBezTo>
                  <a:cubicBezTo>
                    <a:pt x="566" y="1320"/>
                    <a:pt x="1122" y="1211"/>
                    <a:pt x="1650" y="1075"/>
                  </a:cubicBezTo>
                  <a:cubicBezTo>
                    <a:pt x="1886" y="1013"/>
                    <a:pt x="2039" y="975"/>
                    <a:pt x="2155" y="975"/>
                  </a:cubicBezTo>
                  <a:cubicBezTo>
                    <a:pt x="2376" y="975"/>
                    <a:pt x="2455" y="1118"/>
                    <a:pt x="2706" y="1516"/>
                  </a:cubicBezTo>
                  <a:cubicBezTo>
                    <a:pt x="2894" y="1813"/>
                    <a:pt x="3021" y="2220"/>
                    <a:pt x="3472" y="2220"/>
                  </a:cubicBezTo>
                  <a:cubicBezTo>
                    <a:pt x="3492" y="2220"/>
                    <a:pt x="3512" y="2220"/>
                    <a:pt x="3533" y="2218"/>
                  </a:cubicBezTo>
                  <a:cubicBezTo>
                    <a:pt x="3702" y="2131"/>
                    <a:pt x="3653" y="2077"/>
                    <a:pt x="3517" y="1989"/>
                  </a:cubicBezTo>
                  <a:cubicBezTo>
                    <a:pt x="3299" y="1837"/>
                    <a:pt x="3103" y="1652"/>
                    <a:pt x="3038" y="1374"/>
                  </a:cubicBezTo>
                  <a:cubicBezTo>
                    <a:pt x="3000" y="1331"/>
                    <a:pt x="2951" y="1293"/>
                    <a:pt x="2918" y="1244"/>
                  </a:cubicBezTo>
                  <a:cubicBezTo>
                    <a:pt x="2690" y="900"/>
                    <a:pt x="2418" y="726"/>
                    <a:pt x="2101" y="726"/>
                  </a:cubicBezTo>
                  <a:cubicBezTo>
                    <a:pt x="1971" y="726"/>
                    <a:pt x="1833" y="755"/>
                    <a:pt x="1688" y="814"/>
                  </a:cubicBezTo>
                  <a:cubicBezTo>
                    <a:pt x="1556" y="866"/>
                    <a:pt x="1417" y="908"/>
                    <a:pt x="1263" y="908"/>
                  </a:cubicBezTo>
                  <a:cubicBezTo>
                    <a:pt x="1226" y="908"/>
                    <a:pt x="1188" y="906"/>
                    <a:pt x="1149" y="901"/>
                  </a:cubicBezTo>
                  <a:cubicBezTo>
                    <a:pt x="1368" y="563"/>
                    <a:pt x="1735" y="379"/>
                    <a:pt x="2172" y="379"/>
                  </a:cubicBezTo>
                  <a:cubicBezTo>
                    <a:pt x="2257" y="379"/>
                    <a:pt x="2344" y="386"/>
                    <a:pt x="2434" y="400"/>
                  </a:cubicBezTo>
                  <a:cubicBezTo>
                    <a:pt x="3631" y="601"/>
                    <a:pt x="4851" y="688"/>
                    <a:pt x="5999" y="1151"/>
                  </a:cubicBezTo>
                  <a:cubicBezTo>
                    <a:pt x="6691" y="1434"/>
                    <a:pt x="7464" y="1538"/>
                    <a:pt x="8008" y="2109"/>
                  </a:cubicBezTo>
                  <a:cubicBezTo>
                    <a:pt x="8384" y="2496"/>
                    <a:pt x="8743" y="2904"/>
                    <a:pt x="9086" y="3323"/>
                  </a:cubicBezTo>
                  <a:cubicBezTo>
                    <a:pt x="9680" y="4053"/>
                    <a:pt x="10262" y="4788"/>
                    <a:pt x="11035" y="5343"/>
                  </a:cubicBezTo>
                  <a:cubicBezTo>
                    <a:pt x="11090" y="5354"/>
                    <a:pt x="11144" y="5365"/>
                    <a:pt x="11307" y="5403"/>
                  </a:cubicBezTo>
                  <a:cubicBezTo>
                    <a:pt x="10164" y="4314"/>
                    <a:pt x="9342" y="3084"/>
                    <a:pt x="8357" y="1995"/>
                  </a:cubicBezTo>
                  <a:cubicBezTo>
                    <a:pt x="8221" y="1815"/>
                    <a:pt x="8030" y="1701"/>
                    <a:pt x="7845" y="1570"/>
                  </a:cubicBezTo>
                  <a:cubicBezTo>
                    <a:pt x="6963" y="939"/>
                    <a:pt x="5891" y="786"/>
                    <a:pt x="4894" y="465"/>
                  </a:cubicBezTo>
                  <a:cubicBezTo>
                    <a:pt x="4105" y="209"/>
                    <a:pt x="3245" y="258"/>
                    <a:pt x="2439" y="19"/>
                  </a:cubicBezTo>
                  <a:cubicBezTo>
                    <a:pt x="2392" y="5"/>
                    <a:pt x="2341" y="0"/>
                    <a:pt x="2288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4"/>
            <p:cNvSpPr/>
            <p:nvPr/>
          </p:nvSpPr>
          <p:spPr>
            <a:xfrm>
              <a:off x="1539433" y="2292420"/>
              <a:ext cx="526541" cy="303606"/>
            </a:xfrm>
            <a:custGeom>
              <a:rect b="b" l="l" r="r" t="t"/>
              <a:pathLst>
                <a:path extrusionOk="0" h="5299" w="9190">
                  <a:moveTo>
                    <a:pt x="1054" y="0"/>
                  </a:moveTo>
                  <a:cubicBezTo>
                    <a:pt x="976" y="0"/>
                    <a:pt x="921" y="83"/>
                    <a:pt x="866" y="142"/>
                  </a:cubicBezTo>
                  <a:cubicBezTo>
                    <a:pt x="811" y="208"/>
                    <a:pt x="762" y="268"/>
                    <a:pt x="713" y="338"/>
                  </a:cubicBezTo>
                  <a:cubicBezTo>
                    <a:pt x="125" y="1117"/>
                    <a:pt x="0" y="2021"/>
                    <a:pt x="6" y="2962"/>
                  </a:cubicBezTo>
                  <a:cubicBezTo>
                    <a:pt x="41" y="2962"/>
                    <a:pt x="56" y="3050"/>
                    <a:pt x="89" y="3050"/>
                  </a:cubicBezTo>
                  <a:cubicBezTo>
                    <a:pt x="101" y="3050"/>
                    <a:pt x="117" y="3037"/>
                    <a:pt x="136" y="3001"/>
                  </a:cubicBezTo>
                  <a:cubicBezTo>
                    <a:pt x="207" y="2859"/>
                    <a:pt x="202" y="2701"/>
                    <a:pt x="207" y="2549"/>
                  </a:cubicBezTo>
                  <a:cubicBezTo>
                    <a:pt x="223" y="2075"/>
                    <a:pt x="343" y="1629"/>
                    <a:pt x="490" y="1248"/>
                  </a:cubicBezTo>
                  <a:cubicBezTo>
                    <a:pt x="898" y="2091"/>
                    <a:pt x="893" y="3093"/>
                    <a:pt x="1258" y="3986"/>
                  </a:cubicBezTo>
                  <a:cubicBezTo>
                    <a:pt x="1410" y="3730"/>
                    <a:pt x="1258" y="3485"/>
                    <a:pt x="1290" y="3180"/>
                  </a:cubicBezTo>
                  <a:lnTo>
                    <a:pt x="1290" y="3180"/>
                  </a:lnTo>
                  <a:cubicBezTo>
                    <a:pt x="1448" y="3316"/>
                    <a:pt x="1606" y="3398"/>
                    <a:pt x="1682" y="3529"/>
                  </a:cubicBezTo>
                  <a:cubicBezTo>
                    <a:pt x="1922" y="3937"/>
                    <a:pt x="2276" y="4225"/>
                    <a:pt x="2641" y="4508"/>
                  </a:cubicBezTo>
                  <a:cubicBezTo>
                    <a:pt x="2756" y="4598"/>
                    <a:pt x="2878" y="4674"/>
                    <a:pt x="3011" y="4674"/>
                  </a:cubicBezTo>
                  <a:cubicBezTo>
                    <a:pt x="3048" y="4674"/>
                    <a:pt x="3086" y="4668"/>
                    <a:pt x="3125" y="4655"/>
                  </a:cubicBezTo>
                  <a:cubicBezTo>
                    <a:pt x="3192" y="4633"/>
                    <a:pt x="3251" y="4623"/>
                    <a:pt x="3303" y="4623"/>
                  </a:cubicBezTo>
                  <a:cubicBezTo>
                    <a:pt x="3482" y="4623"/>
                    <a:pt x="3587" y="4744"/>
                    <a:pt x="3675" y="4933"/>
                  </a:cubicBezTo>
                  <a:cubicBezTo>
                    <a:pt x="3771" y="5148"/>
                    <a:pt x="3927" y="5239"/>
                    <a:pt x="4112" y="5239"/>
                  </a:cubicBezTo>
                  <a:cubicBezTo>
                    <a:pt x="4189" y="5239"/>
                    <a:pt x="4271" y="5223"/>
                    <a:pt x="4355" y="5194"/>
                  </a:cubicBezTo>
                  <a:cubicBezTo>
                    <a:pt x="4595" y="5113"/>
                    <a:pt x="4824" y="5015"/>
                    <a:pt x="5003" y="4802"/>
                  </a:cubicBezTo>
                  <a:cubicBezTo>
                    <a:pt x="5170" y="4600"/>
                    <a:pt x="5503" y="4490"/>
                    <a:pt x="5804" y="4490"/>
                  </a:cubicBezTo>
                  <a:cubicBezTo>
                    <a:pt x="5964" y="4490"/>
                    <a:pt x="6115" y="4521"/>
                    <a:pt x="6228" y="4585"/>
                  </a:cubicBezTo>
                  <a:cubicBezTo>
                    <a:pt x="6451" y="4770"/>
                    <a:pt x="6642" y="4998"/>
                    <a:pt x="6876" y="5173"/>
                  </a:cubicBezTo>
                  <a:cubicBezTo>
                    <a:pt x="6993" y="5258"/>
                    <a:pt x="7115" y="5298"/>
                    <a:pt x="7229" y="5298"/>
                  </a:cubicBezTo>
                  <a:cubicBezTo>
                    <a:pt x="7443" y="5298"/>
                    <a:pt x="7631" y="5156"/>
                    <a:pt x="7720" y="4900"/>
                  </a:cubicBezTo>
                  <a:cubicBezTo>
                    <a:pt x="7763" y="4781"/>
                    <a:pt x="7791" y="4655"/>
                    <a:pt x="7769" y="4519"/>
                  </a:cubicBezTo>
                  <a:cubicBezTo>
                    <a:pt x="7790" y="4345"/>
                    <a:pt x="7779" y="4145"/>
                    <a:pt x="7947" y="4145"/>
                  </a:cubicBezTo>
                  <a:cubicBezTo>
                    <a:pt x="7999" y="4145"/>
                    <a:pt x="8068" y="4164"/>
                    <a:pt x="8161" y="4209"/>
                  </a:cubicBezTo>
                  <a:cubicBezTo>
                    <a:pt x="8199" y="4226"/>
                    <a:pt x="8231" y="4234"/>
                    <a:pt x="8260" y="4234"/>
                  </a:cubicBezTo>
                  <a:cubicBezTo>
                    <a:pt x="8382" y="4234"/>
                    <a:pt x="8420" y="4089"/>
                    <a:pt x="8411" y="3948"/>
                  </a:cubicBezTo>
                  <a:cubicBezTo>
                    <a:pt x="8389" y="3518"/>
                    <a:pt x="8324" y="3088"/>
                    <a:pt x="8193" y="2674"/>
                  </a:cubicBezTo>
                  <a:cubicBezTo>
                    <a:pt x="8134" y="2493"/>
                    <a:pt x="8175" y="2446"/>
                    <a:pt x="8274" y="2446"/>
                  </a:cubicBezTo>
                  <a:cubicBezTo>
                    <a:pt x="8312" y="2446"/>
                    <a:pt x="8358" y="2453"/>
                    <a:pt x="8411" y="2462"/>
                  </a:cubicBezTo>
                  <a:cubicBezTo>
                    <a:pt x="8656" y="2505"/>
                    <a:pt x="8738" y="2766"/>
                    <a:pt x="8956" y="2832"/>
                  </a:cubicBezTo>
                  <a:cubicBezTo>
                    <a:pt x="9001" y="2850"/>
                    <a:pt x="9044" y="2866"/>
                    <a:pt x="9087" y="2866"/>
                  </a:cubicBezTo>
                  <a:cubicBezTo>
                    <a:pt x="9122" y="2866"/>
                    <a:pt x="9156" y="2856"/>
                    <a:pt x="9190" y="2826"/>
                  </a:cubicBezTo>
                  <a:cubicBezTo>
                    <a:pt x="9070" y="2696"/>
                    <a:pt x="8966" y="2554"/>
                    <a:pt x="8830" y="2445"/>
                  </a:cubicBezTo>
                  <a:cubicBezTo>
                    <a:pt x="8690" y="2336"/>
                    <a:pt x="8514" y="2258"/>
                    <a:pt x="8345" y="2258"/>
                  </a:cubicBezTo>
                  <a:cubicBezTo>
                    <a:pt x="8278" y="2258"/>
                    <a:pt x="8212" y="2270"/>
                    <a:pt x="8150" y="2298"/>
                  </a:cubicBezTo>
                  <a:cubicBezTo>
                    <a:pt x="7916" y="2402"/>
                    <a:pt x="8014" y="2663"/>
                    <a:pt x="8068" y="2864"/>
                  </a:cubicBezTo>
                  <a:cubicBezTo>
                    <a:pt x="8123" y="3071"/>
                    <a:pt x="8134" y="3284"/>
                    <a:pt x="8139" y="3496"/>
                  </a:cubicBezTo>
                  <a:cubicBezTo>
                    <a:pt x="8144" y="3658"/>
                    <a:pt x="8164" y="3804"/>
                    <a:pt x="7989" y="3804"/>
                  </a:cubicBezTo>
                  <a:cubicBezTo>
                    <a:pt x="7958" y="3804"/>
                    <a:pt x="7922" y="3800"/>
                    <a:pt x="7878" y="3790"/>
                  </a:cubicBezTo>
                  <a:cubicBezTo>
                    <a:pt x="7865" y="3787"/>
                    <a:pt x="7852" y="3786"/>
                    <a:pt x="7840" y="3786"/>
                  </a:cubicBezTo>
                  <a:cubicBezTo>
                    <a:pt x="7736" y="3786"/>
                    <a:pt x="7666" y="3884"/>
                    <a:pt x="7622" y="3991"/>
                  </a:cubicBezTo>
                  <a:cubicBezTo>
                    <a:pt x="7535" y="4198"/>
                    <a:pt x="7469" y="4405"/>
                    <a:pt x="7415" y="4623"/>
                  </a:cubicBezTo>
                  <a:cubicBezTo>
                    <a:pt x="7368" y="4816"/>
                    <a:pt x="7314" y="4908"/>
                    <a:pt x="7229" y="4908"/>
                  </a:cubicBezTo>
                  <a:cubicBezTo>
                    <a:pt x="7165" y="4908"/>
                    <a:pt x="7083" y="4857"/>
                    <a:pt x="6974" y="4759"/>
                  </a:cubicBezTo>
                  <a:cubicBezTo>
                    <a:pt x="6538" y="4364"/>
                    <a:pt x="6160" y="4166"/>
                    <a:pt x="5783" y="4166"/>
                  </a:cubicBezTo>
                  <a:cubicBezTo>
                    <a:pt x="5403" y="4166"/>
                    <a:pt x="5024" y="4368"/>
                    <a:pt x="4589" y="4770"/>
                  </a:cubicBezTo>
                  <a:cubicBezTo>
                    <a:pt x="4461" y="4889"/>
                    <a:pt x="4335" y="4949"/>
                    <a:pt x="4219" y="4949"/>
                  </a:cubicBezTo>
                  <a:cubicBezTo>
                    <a:pt x="4080" y="4949"/>
                    <a:pt x="3955" y="4863"/>
                    <a:pt x="3855" y="4688"/>
                  </a:cubicBezTo>
                  <a:cubicBezTo>
                    <a:pt x="3724" y="4460"/>
                    <a:pt x="3560" y="4327"/>
                    <a:pt x="3336" y="4327"/>
                  </a:cubicBezTo>
                  <a:cubicBezTo>
                    <a:pt x="3271" y="4327"/>
                    <a:pt x="3201" y="4338"/>
                    <a:pt x="3125" y="4362"/>
                  </a:cubicBezTo>
                  <a:cubicBezTo>
                    <a:pt x="3091" y="4373"/>
                    <a:pt x="3058" y="4380"/>
                    <a:pt x="3025" y="4380"/>
                  </a:cubicBezTo>
                  <a:cubicBezTo>
                    <a:pt x="2969" y="4380"/>
                    <a:pt x="2915" y="4361"/>
                    <a:pt x="2864" y="4323"/>
                  </a:cubicBezTo>
                  <a:cubicBezTo>
                    <a:pt x="2537" y="4073"/>
                    <a:pt x="2183" y="3850"/>
                    <a:pt x="1982" y="3474"/>
                  </a:cubicBezTo>
                  <a:cubicBezTo>
                    <a:pt x="1916" y="3360"/>
                    <a:pt x="1857" y="3213"/>
                    <a:pt x="1731" y="3191"/>
                  </a:cubicBezTo>
                  <a:cubicBezTo>
                    <a:pt x="1203" y="3093"/>
                    <a:pt x="1171" y="2685"/>
                    <a:pt x="1111" y="2276"/>
                  </a:cubicBezTo>
                  <a:cubicBezTo>
                    <a:pt x="1073" y="2048"/>
                    <a:pt x="996" y="1819"/>
                    <a:pt x="915" y="1601"/>
                  </a:cubicBezTo>
                  <a:cubicBezTo>
                    <a:pt x="811" y="1329"/>
                    <a:pt x="811" y="1090"/>
                    <a:pt x="969" y="834"/>
                  </a:cubicBezTo>
                  <a:cubicBezTo>
                    <a:pt x="1067" y="676"/>
                    <a:pt x="1122" y="491"/>
                    <a:pt x="1171" y="311"/>
                  </a:cubicBezTo>
                  <a:cubicBezTo>
                    <a:pt x="1198" y="219"/>
                    <a:pt x="1231" y="83"/>
                    <a:pt x="1127" y="23"/>
                  </a:cubicBezTo>
                  <a:cubicBezTo>
                    <a:pt x="1101" y="7"/>
                    <a:pt x="1077" y="0"/>
                    <a:pt x="1054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4"/>
            <p:cNvSpPr/>
            <p:nvPr/>
          </p:nvSpPr>
          <p:spPr>
            <a:xfrm>
              <a:off x="2810560" y="3182768"/>
              <a:ext cx="456297" cy="154353"/>
            </a:xfrm>
            <a:custGeom>
              <a:rect b="b" l="l" r="r" t="t"/>
              <a:pathLst>
                <a:path extrusionOk="0" h="2694" w="7964">
                  <a:moveTo>
                    <a:pt x="226" y="1"/>
                  </a:moveTo>
                  <a:cubicBezTo>
                    <a:pt x="187" y="1"/>
                    <a:pt x="146" y="8"/>
                    <a:pt x="102" y="25"/>
                  </a:cubicBezTo>
                  <a:cubicBezTo>
                    <a:pt x="97" y="31"/>
                    <a:pt x="89" y="33"/>
                    <a:pt x="79" y="33"/>
                  </a:cubicBezTo>
                  <a:cubicBezTo>
                    <a:pt x="67" y="33"/>
                    <a:pt x="52" y="30"/>
                    <a:pt x="40" y="30"/>
                  </a:cubicBezTo>
                  <a:cubicBezTo>
                    <a:pt x="16" y="30"/>
                    <a:pt x="0" y="40"/>
                    <a:pt x="26" y="96"/>
                  </a:cubicBezTo>
                  <a:cubicBezTo>
                    <a:pt x="576" y="564"/>
                    <a:pt x="1136" y="1011"/>
                    <a:pt x="1926" y="1288"/>
                  </a:cubicBezTo>
                  <a:cubicBezTo>
                    <a:pt x="1387" y="1468"/>
                    <a:pt x="957" y="1609"/>
                    <a:pt x="527" y="1762"/>
                  </a:cubicBezTo>
                  <a:cubicBezTo>
                    <a:pt x="439" y="1795"/>
                    <a:pt x="271" y="1773"/>
                    <a:pt x="303" y="1920"/>
                  </a:cubicBezTo>
                  <a:cubicBezTo>
                    <a:pt x="319" y="1994"/>
                    <a:pt x="379" y="2009"/>
                    <a:pt x="445" y="2009"/>
                  </a:cubicBezTo>
                  <a:cubicBezTo>
                    <a:pt x="491" y="2009"/>
                    <a:pt x="541" y="2001"/>
                    <a:pt x="581" y="2001"/>
                  </a:cubicBezTo>
                  <a:cubicBezTo>
                    <a:pt x="935" y="2001"/>
                    <a:pt x="1272" y="1892"/>
                    <a:pt x="1555" y="1724"/>
                  </a:cubicBezTo>
                  <a:cubicBezTo>
                    <a:pt x="1820" y="1564"/>
                    <a:pt x="2080" y="1507"/>
                    <a:pt x="2337" y="1507"/>
                  </a:cubicBezTo>
                  <a:cubicBezTo>
                    <a:pt x="2704" y="1507"/>
                    <a:pt x="3066" y="1624"/>
                    <a:pt x="3434" y="1729"/>
                  </a:cubicBezTo>
                  <a:cubicBezTo>
                    <a:pt x="4303" y="1980"/>
                    <a:pt x="5199" y="2002"/>
                    <a:pt x="6120" y="2002"/>
                  </a:cubicBezTo>
                  <a:cubicBezTo>
                    <a:pt x="6318" y="2002"/>
                    <a:pt x="6517" y="2001"/>
                    <a:pt x="6716" y="2001"/>
                  </a:cubicBezTo>
                  <a:cubicBezTo>
                    <a:pt x="6602" y="2181"/>
                    <a:pt x="6515" y="2317"/>
                    <a:pt x="6433" y="2448"/>
                  </a:cubicBezTo>
                  <a:cubicBezTo>
                    <a:pt x="6395" y="2513"/>
                    <a:pt x="6363" y="2578"/>
                    <a:pt x="6422" y="2638"/>
                  </a:cubicBezTo>
                  <a:cubicBezTo>
                    <a:pt x="6454" y="2673"/>
                    <a:pt x="6495" y="2693"/>
                    <a:pt x="6534" y="2693"/>
                  </a:cubicBezTo>
                  <a:cubicBezTo>
                    <a:pt x="6563" y="2693"/>
                    <a:pt x="6590" y="2683"/>
                    <a:pt x="6613" y="2660"/>
                  </a:cubicBezTo>
                  <a:cubicBezTo>
                    <a:pt x="6869" y="2415"/>
                    <a:pt x="7212" y="2448"/>
                    <a:pt x="7522" y="2372"/>
                  </a:cubicBezTo>
                  <a:cubicBezTo>
                    <a:pt x="7587" y="2290"/>
                    <a:pt x="7729" y="2312"/>
                    <a:pt x="7773" y="2176"/>
                  </a:cubicBezTo>
                  <a:cubicBezTo>
                    <a:pt x="7604" y="2018"/>
                    <a:pt x="7381" y="2094"/>
                    <a:pt x="7190" y="2050"/>
                  </a:cubicBezTo>
                  <a:cubicBezTo>
                    <a:pt x="7397" y="1762"/>
                    <a:pt x="7756" y="1653"/>
                    <a:pt x="7963" y="1370"/>
                  </a:cubicBezTo>
                  <a:cubicBezTo>
                    <a:pt x="7915" y="1251"/>
                    <a:pt x="7847" y="1212"/>
                    <a:pt x="7775" y="1212"/>
                  </a:cubicBezTo>
                  <a:cubicBezTo>
                    <a:pt x="7693" y="1212"/>
                    <a:pt x="7605" y="1264"/>
                    <a:pt x="7538" y="1305"/>
                  </a:cubicBezTo>
                  <a:cubicBezTo>
                    <a:pt x="7293" y="1451"/>
                    <a:pt x="7042" y="1517"/>
                    <a:pt x="6775" y="1517"/>
                  </a:cubicBezTo>
                  <a:cubicBezTo>
                    <a:pt x="6674" y="1517"/>
                    <a:pt x="6572" y="1507"/>
                    <a:pt x="6466" y="1490"/>
                  </a:cubicBezTo>
                  <a:cubicBezTo>
                    <a:pt x="6401" y="1479"/>
                    <a:pt x="6334" y="1469"/>
                    <a:pt x="6266" y="1469"/>
                  </a:cubicBezTo>
                  <a:cubicBezTo>
                    <a:pt x="6162" y="1469"/>
                    <a:pt x="6059" y="1492"/>
                    <a:pt x="5971" y="1571"/>
                  </a:cubicBezTo>
                  <a:cubicBezTo>
                    <a:pt x="5834" y="1573"/>
                    <a:pt x="5698" y="1574"/>
                    <a:pt x="5562" y="1574"/>
                  </a:cubicBezTo>
                  <a:cubicBezTo>
                    <a:pt x="5227" y="1574"/>
                    <a:pt x="4894" y="1565"/>
                    <a:pt x="4561" y="1522"/>
                  </a:cubicBezTo>
                  <a:cubicBezTo>
                    <a:pt x="3145" y="1332"/>
                    <a:pt x="1817" y="918"/>
                    <a:pt x="597" y="161"/>
                  </a:cubicBezTo>
                  <a:cubicBezTo>
                    <a:pt x="479" y="89"/>
                    <a:pt x="364" y="1"/>
                    <a:pt x="226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4"/>
            <p:cNvSpPr/>
            <p:nvPr/>
          </p:nvSpPr>
          <p:spPr>
            <a:xfrm>
              <a:off x="4191291" y="2796492"/>
              <a:ext cx="675966" cy="345145"/>
            </a:xfrm>
            <a:custGeom>
              <a:rect b="b" l="l" r="r" t="t"/>
              <a:pathLst>
                <a:path extrusionOk="0" h="6024" w="11798">
                  <a:moveTo>
                    <a:pt x="89" y="1"/>
                  </a:moveTo>
                  <a:cubicBezTo>
                    <a:pt x="47" y="1"/>
                    <a:pt x="10" y="28"/>
                    <a:pt x="0" y="120"/>
                  </a:cubicBezTo>
                  <a:cubicBezTo>
                    <a:pt x="22" y="278"/>
                    <a:pt x="136" y="322"/>
                    <a:pt x="278" y="327"/>
                  </a:cubicBezTo>
                  <a:cubicBezTo>
                    <a:pt x="299" y="276"/>
                    <a:pt x="323" y="259"/>
                    <a:pt x="347" y="259"/>
                  </a:cubicBezTo>
                  <a:cubicBezTo>
                    <a:pt x="390" y="259"/>
                    <a:pt x="434" y="311"/>
                    <a:pt x="468" y="322"/>
                  </a:cubicBezTo>
                  <a:cubicBezTo>
                    <a:pt x="793" y="418"/>
                    <a:pt x="1123" y="479"/>
                    <a:pt x="1454" y="479"/>
                  </a:cubicBezTo>
                  <a:cubicBezTo>
                    <a:pt x="1590" y="479"/>
                    <a:pt x="1726" y="469"/>
                    <a:pt x="1862" y="447"/>
                  </a:cubicBezTo>
                  <a:cubicBezTo>
                    <a:pt x="2483" y="343"/>
                    <a:pt x="3098" y="311"/>
                    <a:pt x="3724" y="300"/>
                  </a:cubicBezTo>
                  <a:cubicBezTo>
                    <a:pt x="3758" y="299"/>
                    <a:pt x="3792" y="299"/>
                    <a:pt x="3827" y="299"/>
                  </a:cubicBezTo>
                  <a:cubicBezTo>
                    <a:pt x="5216" y="299"/>
                    <a:pt x="6436" y="835"/>
                    <a:pt x="7573" y="1563"/>
                  </a:cubicBezTo>
                  <a:cubicBezTo>
                    <a:pt x="8144" y="1933"/>
                    <a:pt x="8629" y="2423"/>
                    <a:pt x="9244" y="2739"/>
                  </a:cubicBezTo>
                  <a:cubicBezTo>
                    <a:pt x="9821" y="3033"/>
                    <a:pt x="10208" y="3495"/>
                    <a:pt x="10398" y="4121"/>
                  </a:cubicBezTo>
                  <a:cubicBezTo>
                    <a:pt x="10561" y="4660"/>
                    <a:pt x="10491" y="5221"/>
                    <a:pt x="10534" y="5766"/>
                  </a:cubicBezTo>
                  <a:cubicBezTo>
                    <a:pt x="10540" y="5853"/>
                    <a:pt x="10496" y="5967"/>
                    <a:pt x="10616" y="6011"/>
                  </a:cubicBezTo>
                  <a:cubicBezTo>
                    <a:pt x="10641" y="6020"/>
                    <a:pt x="10665" y="6024"/>
                    <a:pt x="10688" y="6024"/>
                  </a:cubicBezTo>
                  <a:cubicBezTo>
                    <a:pt x="10770" y="6024"/>
                    <a:pt x="10835" y="5968"/>
                    <a:pt x="10899" y="5913"/>
                  </a:cubicBezTo>
                  <a:cubicBezTo>
                    <a:pt x="11650" y="5248"/>
                    <a:pt x="11797" y="4094"/>
                    <a:pt x="11247" y="3229"/>
                  </a:cubicBezTo>
                  <a:lnTo>
                    <a:pt x="11247" y="3229"/>
                  </a:lnTo>
                  <a:cubicBezTo>
                    <a:pt x="11144" y="3316"/>
                    <a:pt x="11182" y="3414"/>
                    <a:pt x="11220" y="3517"/>
                  </a:cubicBezTo>
                  <a:cubicBezTo>
                    <a:pt x="11362" y="3893"/>
                    <a:pt x="11351" y="4279"/>
                    <a:pt x="11313" y="4666"/>
                  </a:cubicBezTo>
                  <a:cubicBezTo>
                    <a:pt x="11280" y="5025"/>
                    <a:pt x="11133" y="5341"/>
                    <a:pt x="10796" y="5640"/>
                  </a:cubicBezTo>
                  <a:cubicBezTo>
                    <a:pt x="10850" y="5129"/>
                    <a:pt x="10823" y="4693"/>
                    <a:pt x="10730" y="4268"/>
                  </a:cubicBezTo>
                  <a:cubicBezTo>
                    <a:pt x="10545" y="3387"/>
                    <a:pt x="9963" y="2799"/>
                    <a:pt x="9206" y="2390"/>
                  </a:cubicBezTo>
                  <a:cubicBezTo>
                    <a:pt x="8819" y="2183"/>
                    <a:pt x="8444" y="1982"/>
                    <a:pt x="8112" y="1693"/>
                  </a:cubicBezTo>
                  <a:cubicBezTo>
                    <a:pt x="6782" y="540"/>
                    <a:pt x="5255" y="72"/>
                    <a:pt x="3604" y="72"/>
                  </a:cubicBezTo>
                  <a:cubicBezTo>
                    <a:pt x="3261" y="72"/>
                    <a:pt x="2912" y="93"/>
                    <a:pt x="2559" y="131"/>
                  </a:cubicBezTo>
                  <a:cubicBezTo>
                    <a:pt x="2132" y="178"/>
                    <a:pt x="1708" y="245"/>
                    <a:pt x="1287" y="245"/>
                  </a:cubicBezTo>
                  <a:cubicBezTo>
                    <a:pt x="934" y="245"/>
                    <a:pt x="584" y="199"/>
                    <a:pt x="234" y="55"/>
                  </a:cubicBezTo>
                  <a:cubicBezTo>
                    <a:pt x="204" y="43"/>
                    <a:pt x="142" y="1"/>
                    <a:pt x="89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4"/>
            <p:cNvSpPr/>
            <p:nvPr/>
          </p:nvSpPr>
          <p:spPr>
            <a:xfrm>
              <a:off x="2008843" y="2069432"/>
              <a:ext cx="230555" cy="578336"/>
            </a:xfrm>
            <a:custGeom>
              <a:rect b="b" l="l" r="r" t="t"/>
              <a:pathLst>
                <a:path extrusionOk="0" h="10094" w="4024">
                  <a:moveTo>
                    <a:pt x="572" y="0"/>
                  </a:moveTo>
                  <a:cubicBezTo>
                    <a:pt x="447" y="109"/>
                    <a:pt x="523" y="235"/>
                    <a:pt x="539" y="354"/>
                  </a:cubicBezTo>
                  <a:cubicBezTo>
                    <a:pt x="632" y="877"/>
                    <a:pt x="730" y="1394"/>
                    <a:pt x="714" y="1922"/>
                  </a:cubicBezTo>
                  <a:cubicBezTo>
                    <a:pt x="692" y="2663"/>
                    <a:pt x="539" y="3387"/>
                    <a:pt x="425" y="4111"/>
                  </a:cubicBezTo>
                  <a:cubicBezTo>
                    <a:pt x="371" y="4318"/>
                    <a:pt x="305" y="4514"/>
                    <a:pt x="186" y="4693"/>
                  </a:cubicBezTo>
                  <a:cubicBezTo>
                    <a:pt x="0" y="4971"/>
                    <a:pt x="82" y="5178"/>
                    <a:pt x="365" y="5319"/>
                  </a:cubicBezTo>
                  <a:cubicBezTo>
                    <a:pt x="545" y="5412"/>
                    <a:pt x="724" y="5493"/>
                    <a:pt x="899" y="5586"/>
                  </a:cubicBezTo>
                  <a:cubicBezTo>
                    <a:pt x="1421" y="5874"/>
                    <a:pt x="1911" y="6217"/>
                    <a:pt x="2113" y="6805"/>
                  </a:cubicBezTo>
                  <a:cubicBezTo>
                    <a:pt x="2309" y="7382"/>
                    <a:pt x="2494" y="7960"/>
                    <a:pt x="2831" y="8477"/>
                  </a:cubicBezTo>
                  <a:cubicBezTo>
                    <a:pt x="2951" y="8662"/>
                    <a:pt x="3027" y="8874"/>
                    <a:pt x="3076" y="9092"/>
                  </a:cubicBezTo>
                  <a:cubicBezTo>
                    <a:pt x="3093" y="9152"/>
                    <a:pt x="3152" y="9228"/>
                    <a:pt x="3054" y="9272"/>
                  </a:cubicBezTo>
                  <a:cubicBezTo>
                    <a:pt x="3032" y="9280"/>
                    <a:pt x="3010" y="9284"/>
                    <a:pt x="2989" y="9284"/>
                  </a:cubicBezTo>
                  <a:cubicBezTo>
                    <a:pt x="2942" y="9284"/>
                    <a:pt x="2898" y="9264"/>
                    <a:pt x="2864" y="9223"/>
                  </a:cubicBezTo>
                  <a:cubicBezTo>
                    <a:pt x="2483" y="8694"/>
                    <a:pt x="1917" y="8292"/>
                    <a:pt x="1693" y="7649"/>
                  </a:cubicBezTo>
                  <a:cubicBezTo>
                    <a:pt x="1557" y="7257"/>
                    <a:pt x="1351" y="6942"/>
                    <a:pt x="997" y="6718"/>
                  </a:cubicBezTo>
                  <a:lnTo>
                    <a:pt x="763" y="6724"/>
                  </a:lnTo>
                  <a:cubicBezTo>
                    <a:pt x="915" y="6903"/>
                    <a:pt x="1144" y="7023"/>
                    <a:pt x="1220" y="7257"/>
                  </a:cubicBezTo>
                  <a:cubicBezTo>
                    <a:pt x="1432" y="7932"/>
                    <a:pt x="1840" y="8488"/>
                    <a:pt x="2298" y="9016"/>
                  </a:cubicBezTo>
                  <a:cubicBezTo>
                    <a:pt x="2684" y="9457"/>
                    <a:pt x="3044" y="9930"/>
                    <a:pt x="3670" y="10072"/>
                  </a:cubicBezTo>
                  <a:cubicBezTo>
                    <a:pt x="3720" y="10083"/>
                    <a:pt x="3768" y="10094"/>
                    <a:pt x="3812" y="10094"/>
                  </a:cubicBezTo>
                  <a:cubicBezTo>
                    <a:pt x="3878" y="10094"/>
                    <a:pt x="3933" y="10069"/>
                    <a:pt x="3969" y="9985"/>
                  </a:cubicBezTo>
                  <a:cubicBezTo>
                    <a:pt x="4024" y="9843"/>
                    <a:pt x="3926" y="9734"/>
                    <a:pt x="3806" y="9718"/>
                  </a:cubicBezTo>
                  <a:cubicBezTo>
                    <a:pt x="3436" y="9674"/>
                    <a:pt x="3387" y="9402"/>
                    <a:pt x="3332" y="9119"/>
                  </a:cubicBezTo>
                  <a:cubicBezTo>
                    <a:pt x="3278" y="8852"/>
                    <a:pt x="3180" y="8596"/>
                    <a:pt x="3027" y="8373"/>
                  </a:cubicBezTo>
                  <a:cubicBezTo>
                    <a:pt x="2733" y="7938"/>
                    <a:pt x="2565" y="7448"/>
                    <a:pt x="2418" y="6952"/>
                  </a:cubicBezTo>
                  <a:cubicBezTo>
                    <a:pt x="2281" y="6517"/>
                    <a:pt x="2053" y="6147"/>
                    <a:pt x="1710" y="5836"/>
                  </a:cubicBezTo>
                  <a:cubicBezTo>
                    <a:pt x="1361" y="5526"/>
                    <a:pt x="948" y="5336"/>
                    <a:pt x="534" y="5140"/>
                  </a:cubicBezTo>
                  <a:cubicBezTo>
                    <a:pt x="343" y="5047"/>
                    <a:pt x="273" y="4949"/>
                    <a:pt x="430" y="4769"/>
                  </a:cubicBezTo>
                  <a:cubicBezTo>
                    <a:pt x="561" y="4622"/>
                    <a:pt x="605" y="4437"/>
                    <a:pt x="648" y="4252"/>
                  </a:cubicBezTo>
                  <a:cubicBezTo>
                    <a:pt x="763" y="3762"/>
                    <a:pt x="833" y="3267"/>
                    <a:pt x="888" y="2766"/>
                  </a:cubicBezTo>
                  <a:cubicBezTo>
                    <a:pt x="997" y="1819"/>
                    <a:pt x="931" y="893"/>
                    <a:pt x="572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4"/>
            <p:cNvSpPr/>
            <p:nvPr/>
          </p:nvSpPr>
          <p:spPr>
            <a:xfrm>
              <a:off x="3793899" y="2638131"/>
              <a:ext cx="571804" cy="274844"/>
            </a:xfrm>
            <a:custGeom>
              <a:rect b="b" l="l" r="r" t="t"/>
              <a:pathLst>
                <a:path extrusionOk="0" h="4797" w="9980">
                  <a:moveTo>
                    <a:pt x="371" y="0"/>
                  </a:moveTo>
                  <a:cubicBezTo>
                    <a:pt x="246" y="0"/>
                    <a:pt x="123" y="30"/>
                    <a:pt x="0" y="102"/>
                  </a:cubicBezTo>
                  <a:cubicBezTo>
                    <a:pt x="534" y="309"/>
                    <a:pt x="1089" y="462"/>
                    <a:pt x="1596" y="745"/>
                  </a:cubicBezTo>
                  <a:cubicBezTo>
                    <a:pt x="2494" y="1251"/>
                    <a:pt x="3272" y="1953"/>
                    <a:pt x="4203" y="2410"/>
                  </a:cubicBezTo>
                  <a:cubicBezTo>
                    <a:pt x="4328" y="2476"/>
                    <a:pt x="4415" y="2628"/>
                    <a:pt x="4519" y="2737"/>
                  </a:cubicBezTo>
                  <a:cubicBezTo>
                    <a:pt x="4905" y="3162"/>
                    <a:pt x="5265" y="3652"/>
                    <a:pt x="5766" y="3924"/>
                  </a:cubicBezTo>
                  <a:cubicBezTo>
                    <a:pt x="6737" y="4448"/>
                    <a:pt x="7763" y="4796"/>
                    <a:pt x="8856" y="4796"/>
                  </a:cubicBezTo>
                  <a:cubicBezTo>
                    <a:pt x="9147" y="4796"/>
                    <a:pt x="9444" y="4771"/>
                    <a:pt x="9745" y="4719"/>
                  </a:cubicBezTo>
                  <a:cubicBezTo>
                    <a:pt x="9838" y="4702"/>
                    <a:pt x="9941" y="4724"/>
                    <a:pt x="9963" y="4594"/>
                  </a:cubicBezTo>
                  <a:cubicBezTo>
                    <a:pt x="9979" y="4479"/>
                    <a:pt x="9898" y="4425"/>
                    <a:pt x="9821" y="4370"/>
                  </a:cubicBezTo>
                  <a:cubicBezTo>
                    <a:pt x="9707" y="4278"/>
                    <a:pt x="9571" y="4251"/>
                    <a:pt x="9429" y="4223"/>
                  </a:cubicBezTo>
                  <a:cubicBezTo>
                    <a:pt x="9190" y="4180"/>
                    <a:pt x="8956" y="4109"/>
                    <a:pt x="8722" y="4038"/>
                  </a:cubicBezTo>
                  <a:cubicBezTo>
                    <a:pt x="8123" y="3859"/>
                    <a:pt x="7720" y="3396"/>
                    <a:pt x="7214" y="3091"/>
                  </a:cubicBezTo>
                  <a:cubicBezTo>
                    <a:pt x="7121" y="3020"/>
                    <a:pt x="7029" y="2955"/>
                    <a:pt x="6936" y="2884"/>
                  </a:cubicBezTo>
                  <a:cubicBezTo>
                    <a:pt x="6878" y="2863"/>
                    <a:pt x="6820" y="2804"/>
                    <a:pt x="6761" y="2804"/>
                  </a:cubicBezTo>
                  <a:cubicBezTo>
                    <a:pt x="6743" y="2804"/>
                    <a:pt x="6725" y="2810"/>
                    <a:pt x="6707" y="2824"/>
                  </a:cubicBezTo>
                  <a:cubicBezTo>
                    <a:pt x="6609" y="2906"/>
                    <a:pt x="6697" y="3009"/>
                    <a:pt x="6735" y="3080"/>
                  </a:cubicBezTo>
                  <a:cubicBezTo>
                    <a:pt x="6778" y="3173"/>
                    <a:pt x="6854" y="3254"/>
                    <a:pt x="6936" y="3320"/>
                  </a:cubicBezTo>
                  <a:cubicBezTo>
                    <a:pt x="7584" y="3820"/>
                    <a:pt x="8210" y="4359"/>
                    <a:pt x="9048" y="4545"/>
                  </a:cubicBezTo>
                  <a:cubicBezTo>
                    <a:pt x="8963" y="4550"/>
                    <a:pt x="8878" y="4553"/>
                    <a:pt x="8794" y="4553"/>
                  </a:cubicBezTo>
                  <a:cubicBezTo>
                    <a:pt x="8410" y="4553"/>
                    <a:pt x="8036" y="4497"/>
                    <a:pt x="7666" y="4430"/>
                  </a:cubicBezTo>
                  <a:cubicBezTo>
                    <a:pt x="6620" y="4234"/>
                    <a:pt x="5678" y="3853"/>
                    <a:pt x="5009" y="2971"/>
                  </a:cubicBezTo>
                  <a:cubicBezTo>
                    <a:pt x="4933" y="2873"/>
                    <a:pt x="4846" y="2775"/>
                    <a:pt x="4764" y="2672"/>
                  </a:cubicBezTo>
                  <a:cubicBezTo>
                    <a:pt x="4573" y="2449"/>
                    <a:pt x="4394" y="2209"/>
                    <a:pt x="4100" y="2111"/>
                  </a:cubicBezTo>
                  <a:cubicBezTo>
                    <a:pt x="3860" y="2024"/>
                    <a:pt x="3659" y="1888"/>
                    <a:pt x="3468" y="1735"/>
                  </a:cubicBezTo>
                  <a:cubicBezTo>
                    <a:pt x="2624" y="1066"/>
                    <a:pt x="1781" y="407"/>
                    <a:pt x="741" y="70"/>
                  </a:cubicBezTo>
                  <a:cubicBezTo>
                    <a:pt x="613" y="27"/>
                    <a:pt x="491" y="0"/>
                    <a:pt x="371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4"/>
            <p:cNvSpPr/>
            <p:nvPr/>
          </p:nvSpPr>
          <p:spPr>
            <a:xfrm>
              <a:off x="2856911" y="3292486"/>
              <a:ext cx="215257" cy="435958"/>
            </a:xfrm>
            <a:custGeom>
              <a:rect b="b" l="l" r="r" t="t"/>
              <a:pathLst>
                <a:path extrusionOk="0" h="7609" w="3757">
                  <a:moveTo>
                    <a:pt x="2484" y="0"/>
                  </a:moveTo>
                  <a:cubicBezTo>
                    <a:pt x="2442" y="0"/>
                    <a:pt x="2424" y="63"/>
                    <a:pt x="2401" y="103"/>
                  </a:cubicBezTo>
                  <a:cubicBezTo>
                    <a:pt x="2091" y="549"/>
                    <a:pt x="2053" y="1050"/>
                    <a:pt x="2162" y="1556"/>
                  </a:cubicBezTo>
                  <a:cubicBezTo>
                    <a:pt x="2309" y="2231"/>
                    <a:pt x="2625" y="2857"/>
                    <a:pt x="2842" y="3516"/>
                  </a:cubicBezTo>
                  <a:cubicBezTo>
                    <a:pt x="3060" y="4158"/>
                    <a:pt x="3398" y="4752"/>
                    <a:pt x="3523" y="5432"/>
                  </a:cubicBezTo>
                  <a:cubicBezTo>
                    <a:pt x="3643" y="6107"/>
                    <a:pt x="3485" y="6450"/>
                    <a:pt x="2891" y="6799"/>
                  </a:cubicBezTo>
                  <a:cubicBezTo>
                    <a:pt x="2565" y="6995"/>
                    <a:pt x="2184" y="6880"/>
                    <a:pt x="1873" y="7087"/>
                  </a:cubicBezTo>
                  <a:cubicBezTo>
                    <a:pt x="1802" y="7133"/>
                    <a:pt x="1728" y="7225"/>
                    <a:pt x="1620" y="7225"/>
                  </a:cubicBezTo>
                  <a:cubicBezTo>
                    <a:pt x="1588" y="7225"/>
                    <a:pt x="1553" y="7216"/>
                    <a:pt x="1514" y="7196"/>
                  </a:cubicBezTo>
                  <a:cubicBezTo>
                    <a:pt x="1574" y="7066"/>
                    <a:pt x="1639" y="6946"/>
                    <a:pt x="1694" y="6815"/>
                  </a:cubicBezTo>
                  <a:cubicBezTo>
                    <a:pt x="1797" y="6592"/>
                    <a:pt x="1890" y="6369"/>
                    <a:pt x="1808" y="6102"/>
                  </a:cubicBezTo>
                  <a:cubicBezTo>
                    <a:pt x="1743" y="5906"/>
                    <a:pt x="1656" y="5775"/>
                    <a:pt x="1438" y="5726"/>
                  </a:cubicBezTo>
                  <a:cubicBezTo>
                    <a:pt x="1410" y="5719"/>
                    <a:pt x="1384" y="5716"/>
                    <a:pt x="1361" y="5716"/>
                  </a:cubicBezTo>
                  <a:cubicBezTo>
                    <a:pt x="1200" y="5716"/>
                    <a:pt x="1148" y="5866"/>
                    <a:pt x="1062" y="5966"/>
                  </a:cubicBezTo>
                  <a:cubicBezTo>
                    <a:pt x="891" y="6158"/>
                    <a:pt x="710" y="6311"/>
                    <a:pt x="471" y="6311"/>
                  </a:cubicBezTo>
                  <a:cubicBezTo>
                    <a:pt x="398" y="6311"/>
                    <a:pt x="320" y="6297"/>
                    <a:pt x="235" y="6265"/>
                  </a:cubicBezTo>
                  <a:cubicBezTo>
                    <a:pt x="200" y="6251"/>
                    <a:pt x="166" y="6243"/>
                    <a:pt x="135" y="6243"/>
                  </a:cubicBezTo>
                  <a:cubicBezTo>
                    <a:pt x="68" y="6243"/>
                    <a:pt x="15" y="6281"/>
                    <a:pt x="1" y="6385"/>
                  </a:cubicBezTo>
                  <a:cubicBezTo>
                    <a:pt x="28" y="6472"/>
                    <a:pt x="77" y="6516"/>
                    <a:pt x="169" y="6537"/>
                  </a:cubicBezTo>
                  <a:cubicBezTo>
                    <a:pt x="260" y="6560"/>
                    <a:pt x="346" y="6570"/>
                    <a:pt x="428" y="6570"/>
                  </a:cubicBezTo>
                  <a:cubicBezTo>
                    <a:pt x="787" y="6570"/>
                    <a:pt x="1064" y="6369"/>
                    <a:pt x="1313" y="6086"/>
                  </a:cubicBezTo>
                  <a:cubicBezTo>
                    <a:pt x="1348" y="6041"/>
                    <a:pt x="1377" y="5978"/>
                    <a:pt x="1434" y="5978"/>
                  </a:cubicBezTo>
                  <a:cubicBezTo>
                    <a:pt x="1447" y="5978"/>
                    <a:pt x="1460" y="5981"/>
                    <a:pt x="1476" y="5988"/>
                  </a:cubicBezTo>
                  <a:cubicBezTo>
                    <a:pt x="1547" y="6015"/>
                    <a:pt x="1547" y="6097"/>
                    <a:pt x="1552" y="6167"/>
                  </a:cubicBezTo>
                  <a:cubicBezTo>
                    <a:pt x="1563" y="6418"/>
                    <a:pt x="1460" y="6614"/>
                    <a:pt x="1313" y="6810"/>
                  </a:cubicBezTo>
                  <a:cubicBezTo>
                    <a:pt x="1177" y="7006"/>
                    <a:pt x="1046" y="7262"/>
                    <a:pt x="1187" y="7490"/>
                  </a:cubicBezTo>
                  <a:cubicBezTo>
                    <a:pt x="1245" y="7579"/>
                    <a:pt x="1315" y="7609"/>
                    <a:pt x="1392" y="7609"/>
                  </a:cubicBezTo>
                  <a:cubicBezTo>
                    <a:pt x="1511" y="7609"/>
                    <a:pt x="1645" y="7536"/>
                    <a:pt x="1764" y="7507"/>
                  </a:cubicBezTo>
                  <a:cubicBezTo>
                    <a:pt x="2091" y="7414"/>
                    <a:pt x="2391" y="7267"/>
                    <a:pt x="2739" y="7207"/>
                  </a:cubicBezTo>
                  <a:cubicBezTo>
                    <a:pt x="3354" y="7098"/>
                    <a:pt x="3626" y="6744"/>
                    <a:pt x="3681" y="6113"/>
                  </a:cubicBezTo>
                  <a:cubicBezTo>
                    <a:pt x="3757" y="5231"/>
                    <a:pt x="3577" y="4393"/>
                    <a:pt x="3245" y="3576"/>
                  </a:cubicBezTo>
                  <a:cubicBezTo>
                    <a:pt x="2810" y="2487"/>
                    <a:pt x="2233" y="1420"/>
                    <a:pt x="2559" y="173"/>
                  </a:cubicBezTo>
                  <a:cubicBezTo>
                    <a:pt x="2543" y="119"/>
                    <a:pt x="2548" y="32"/>
                    <a:pt x="2516" y="10"/>
                  </a:cubicBezTo>
                  <a:cubicBezTo>
                    <a:pt x="2504" y="3"/>
                    <a:pt x="2494" y="0"/>
                    <a:pt x="2484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4"/>
            <p:cNvSpPr/>
            <p:nvPr/>
          </p:nvSpPr>
          <p:spPr>
            <a:xfrm>
              <a:off x="3325691" y="3341701"/>
              <a:ext cx="369094" cy="120491"/>
            </a:xfrm>
            <a:custGeom>
              <a:rect b="b" l="l" r="r" t="t"/>
              <a:pathLst>
                <a:path extrusionOk="0" h="2103" w="6442">
                  <a:moveTo>
                    <a:pt x="1" y="0"/>
                  </a:moveTo>
                  <a:cubicBezTo>
                    <a:pt x="83" y="229"/>
                    <a:pt x="251" y="256"/>
                    <a:pt x="387" y="278"/>
                  </a:cubicBezTo>
                  <a:cubicBezTo>
                    <a:pt x="769" y="343"/>
                    <a:pt x="1155" y="381"/>
                    <a:pt x="1536" y="436"/>
                  </a:cubicBezTo>
                  <a:cubicBezTo>
                    <a:pt x="2010" y="507"/>
                    <a:pt x="2489" y="556"/>
                    <a:pt x="2924" y="784"/>
                  </a:cubicBezTo>
                  <a:cubicBezTo>
                    <a:pt x="3561" y="1116"/>
                    <a:pt x="4070" y="1707"/>
                    <a:pt x="4875" y="1707"/>
                  </a:cubicBezTo>
                  <a:cubicBezTo>
                    <a:pt x="4903" y="1707"/>
                    <a:pt x="4932" y="1706"/>
                    <a:pt x="4960" y="1704"/>
                  </a:cubicBezTo>
                  <a:lnTo>
                    <a:pt x="4960" y="1704"/>
                  </a:lnTo>
                  <a:cubicBezTo>
                    <a:pt x="4858" y="1834"/>
                    <a:pt x="4773" y="1902"/>
                    <a:pt x="4677" y="1902"/>
                  </a:cubicBezTo>
                  <a:cubicBezTo>
                    <a:pt x="4621" y="1902"/>
                    <a:pt x="4561" y="1878"/>
                    <a:pt x="4492" y="1830"/>
                  </a:cubicBezTo>
                  <a:cubicBezTo>
                    <a:pt x="4302" y="1693"/>
                    <a:pt x="4057" y="1650"/>
                    <a:pt x="3823" y="1639"/>
                  </a:cubicBezTo>
                  <a:cubicBezTo>
                    <a:pt x="2707" y="1568"/>
                    <a:pt x="1634" y="1367"/>
                    <a:pt x="698" y="697"/>
                  </a:cubicBezTo>
                  <a:cubicBezTo>
                    <a:pt x="631" y="651"/>
                    <a:pt x="547" y="573"/>
                    <a:pt x="456" y="573"/>
                  </a:cubicBezTo>
                  <a:cubicBezTo>
                    <a:pt x="406" y="573"/>
                    <a:pt x="354" y="596"/>
                    <a:pt x="300" y="659"/>
                  </a:cubicBezTo>
                  <a:cubicBezTo>
                    <a:pt x="905" y="1198"/>
                    <a:pt x="1580" y="1585"/>
                    <a:pt x="2396" y="1715"/>
                  </a:cubicBezTo>
                  <a:cubicBezTo>
                    <a:pt x="2739" y="1764"/>
                    <a:pt x="3077" y="1884"/>
                    <a:pt x="3420" y="1938"/>
                  </a:cubicBezTo>
                  <a:cubicBezTo>
                    <a:pt x="3784" y="2001"/>
                    <a:pt x="4166" y="2103"/>
                    <a:pt x="4528" y="2103"/>
                  </a:cubicBezTo>
                  <a:cubicBezTo>
                    <a:pt x="4610" y="2103"/>
                    <a:pt x="4691" y="2097"/>
                    <a:pt x="4770" y="2085"/>
                  </a:cubicBezTo>
                  <a:cubicBezTo>
                    <a:pt x="5260" y="2009"/>
                    <a:pt x="5750" y="1966"/>
                    <a:pt x="6245" y="1928"/>
                  </a:cubicBezTo>
                  <a:cubicBezTo>
                    <a:pt x="6300" y="1917"/>
                    <a:pt x="6381" y="1922"/>
                    <a:pt x="6403" y="1884"/>
                  </a:cubicBezTo>
                  <a:cubicBezTo>
                    <a:pt x="6441" y="1830"/>
                    <a:pt x="6370" y="1781"/>
                    <a:pt x="6321" y="1753"/>
                  </a:cubicBezTo>
                  <a:cubicBezTo>
                    <a:pt x="6071" y="1617"/>
                    <a:pt x="5804" y="1547"/>
                    <a:pt x="5527" y="1487"/>
                  </a:cubicBezTo>
                  <a:cubicBezTo>
                    <a:pt x="5026" y="1383"/>
                    <a:pt x="4460" y="1421"/>
                    <a:pt x="4040" y="1111"/>
                  </a:cubicBezTo>
                  <a:cubicBezTo>
                    <a:pt x="3442" y="665"/>
                    <a:pt x="2816" y="333"/>
                    <a:pt x="2070" y="245"/>
                  </a:cubicBezTo>
                  <a:cubicBezTo>
                    <a:pt x="1389" y="169"/>
                    <a:pt x="709" y="88"/>
                    <a:pt x="1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4"/>
            <p:cNvSpPr/>
            <p:nvPr/>
          </p:nvSpPr>
          <p:spPr>
            <a:xfrm>
              <a:off x="1426506" y="2515752"/>
              <a:ext cx="210903" cy="421176"/>
            </a:xfrm>
            <a:custGeom>
              <a:rect b="b" l="l" r="r" t="t"/>
              <a:pathLst>
                <a:path extrusionOk="0" h="7351" w="3681">
                  <a:moveTo>
                    <a:pt x="2017" y="1"/>
                  </a:moveTo>
                  <a:cubicBezTo>
                    <a:pt x="1752" y="1"/>
                    <a:pt x="1921" y="241"/>
                    <a:pt x="1835" y="344"/>
                  </a:cubicBezTo>
                  <a:cubicBezTo>
                    <a:pt x="1775" y="719"/>
                    <a:pt x="1666" y="1041"/>
                    <a:pt x="1312" y="1275"/>
                  </a:cubicBezTo>
                  <a:cubicBezTo>
                    <a:pt x="964" y="1498"/>
                    <a:pt x="757" y="1814"/>
                    <a:pt x="812" y="2309"/>
                  </a:cubicBezTo>
                  <a:cubicBezTo>
                    <a:pt x="877" y="2946"/>
                    <a:pt x="1116" y="3496"/>
                    <a:pt x="1427" y="4029"/>
                  </a:cubicBezTo>
                  <a:cubicBezTo>
                    <a:pt x="1764" y="4606"/>
                    <a:pt x="2113" y="5173"/>
                    <a:pt x="2461" y="5744"/>
                  </a:cubicBezTo>
                  <a:cubicBezTo>
                    <a:pt x="2499" y="5809"/>
                    <a:pt x="2597" y="5869"/>
                    <a:pt x="2477" y="5940"/>
                  </a:cubicBezTo>
                  <a:cubicBezTo>
                    <a:pt x="2447" y="5959"/>
                    <a:pt x="2418" y="5968"/>
                    <a:pt x="2391" y="5968"/>
                  </a:cubicBezTo>
                  <a:cubicBezTo>
                    <a:pt x="2340" y="5968"/>
                    <a:pt x="2297" y="5937"/>
                    <a:pt x="2265" y="5880"/>
                  </a:cubicBezTo>
                  <a:cubicBezTo>
                    <a:pt x="2009" y="5445"/>
                    <a:pt x="1563" y="5113"/>
                    <a:pt x="1372" y="4677"/>
                  </a:cubicBezTo>
                  <a:cubicBezTo>
                    <a:pt x="1067" y="3980"/>
                    <a:pt x="605" y="3392"/>
                    <a:pt x="262" y="2728"/>
                  </a:cubicBezTo>
                  <a:cubicBezTo>
                    <a:pt x="213" y="2630"/>
                    <a:pt x="186" y="2505"/>
                    <a:pt x="55" y="2461"/>
                  </a:cubicBezTo>
                  <a:lnTo>
                    <a:pt x="55" y="2461"/>
                  </a:lnTo>
                  <a:cubicBezTo>
                    <a:pt x="0" y="2559"/>
                    <a:pt x="55" y="2647"/>
                    <a:pt x="93" y="2728"/>
                  </a:cubicBezTo>
                  <a:cubicBezTo>
                    <a:pt x="431" y="3409"/>
                    <a:pt x="942" y="3997"/>
                    <a:pt x="1171" y="4737"/>
                  </a:cubicBezTo>
                  <a:cubicBezTo>
                    <a:pt x="1193" y="4813"/>
                    <a:pt x="1253" y="4884"/>
                    <a:pt x="1307" y="4944"/>
                  </a:cubicBezTo>
                  <a:cubicBezTo>
                    <a:pt x="1944" y="5630"/>
                    <a:pt x="2456" y="6419"/>
                    <a:pt x="3065" y="7132"/>
                  </a:cubicBezTo>
                  <a:cubicBezTo>
                    <a:pt x="3170" y="7256"/>
                    <a:pt x="3283" y="7351"/>
                    <a:pt x="3445" y="7351"/>
                  </a:cubicBezTo>
                  <a:cubicBezTo>
                    <a:pt x="3468" y="7351"/>
                    <a:pt x="3492" y="7349"/>
                    <a:pt x="3517" y="7345"/>
                  </a:cubicBezTo>
                  <a:cubicBezTo>
                    <a:pt x="3681" y="7105"/>
                    <a:pt x="3506" y="6920"/>
                    <a:pt x="3403" y="6730"/>
                  </a:cubicBezTo>
                  <a:cubicBezTo>
                    <a:pt x="2859" y="5744"/>
                    <a:pt x="2249" y="4791"/>
                    <a:pt x="1661" y="3828"/>
                  </a:cubicBezTo>
                  <a:cubicBezTo>
                    <a:pt x="1367" y="3343"/>
                    <a:pt x="1242" y="2810"/>
                    <a:pt x="1144" y="2265"/>
                  </a:cubicBezTo>
                  <a:cubicBezTo>
                    <a:pt x="1106" y="2042"/>
                    <a:pt x="1171" y="1857"/>
                    <a:pt x="1383" y="1721"/>
                  </a:cubicBezTo>
                  <a:cubicBezTo>
                    <a:pt x="1895" y="1400"/>
                    <a:pt x="2102" y="910"/>
                    <a:pt x="2124" y="322"/>
                  </a:cubicBezTo>
                  <a:cubicBezTo>
                    <a:pt x="2118" y="229"/>
                    <a:pt x="2102" y="137"/>
                    <a:pt x="2031" y="61"/>
                  </a:cubicBezTo>
                  <a:cubicBezTo>
                    <a:pt x="2031" y="44"/>
                    <a:pt x="2031" y="23"/>
                    <a:pt x="2026" y="1"/>
                  </a:cubicBezTo>
                  <a:cubicBezTo>
                    <a:pt x="2023" y="1"/>
                    <a:pt x="2020" y="1"/>
                    <a:pt x="2017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4"/>
            <p:cNvSpPr/>
            <p:nvPr/>
          </p:nvSpPr>
          <p:spPr>
            <a:xfrm>
              <a:off x="3326665" y="1807426"/>
              <a:ext cx="262354" cy="223852"/>
            </a:xfrm>
            <a:custGeom>
              <a:rect b="b" l="l" r="r" t="t"/>
              <a:pathLst>
                <a:path extrusionOk="0" h="3907" w="4579">
                  <a:moveTo>
                    <a:pt x="568" y="1"/>
                  </a:moveTo>
                  <a:cubicBezTo>
                    <a:pt x="525" y="1"/>
                    <a:pt x="468" y="42"/>
                    <a:pt x="419" y="126"/>
                  </a:cubicBezTo>
                  <a:cubicBezTo>
                    <a:pt x="262" y="621"/>
                    <a:pt x="425" y="1242"/>
                    <a:pt x="1035" y="1459"/>
                  </a:cubicBezTo>
                  <a:cubicBezTo>
                    <a:pt x="2113" y="1857"/>
                    <a:pt x="2946" y="2619"/>
                    <a:pt x="3762" y="3414"/>
                  </a:cubicBezTo>
                  <a:cubicBezTo>
                    <a:pt x="3637" y="3524"/>
                    <a:pt x="3508" y="3579"/>
                    <a:pt x="3374" y="3579"/>
                  </a:cubicBezTo>
                  <a:cubicBezTo>
                    <a:pt x="3270" y="3579"/>
                    <a:pt x="3164" y="3546"/>
                    <a:pt x="3054" y="3479"/>
                  </a:cubicBezTo>
                  <a:cubicBezTo>
                    <a:pt x="2793" y="3321"/>
                    <a:pt x="2526" y="3169"/>
                    <a:pt x="2336" y="2935"/>
                  </a:cubicBezTo>
                  <a:cubicBezTo>
                    <a:pt x="2104" y="2646"/>
                    <a:pt x="1834" y="2519"/>
                    <a:pt x="1529" y="2519"/>
                  </a:cubicBezTo>
                  <a:cubicBezTo>
                    <a:pt x="1398" y="2519"/>
                    <a:pt x="1260" y="2542"/>
                    <a:pt x="1116" y="2586"/>
                  </a:cubicBezTo>
                  <a:cubicBezTo>
                    <a:pt x="1024" y="2619"/>
                    <a:pt x="888" y="2576"/>
                    <a:pt x="860" y="2717"/>
                  </a:cubicBezTo>
                  <a:cubicBezTo>
                    <a:pt x="828" y="2859"/>
                    <a:pt x="953" y="2935"/>
                    <a:pt x="1046" y="2989"/>
                  </a:cubicBezTo>
                  <a:cubicBezTo>
                    <a:pt x="1285" y="3142"/>
                    <a:pt x="1421" y="3359"/>
                    <a:pt x="1525" y="3637"/>
                  </a:cubicBezTo>
                  <a:cubicBezTo>
                    <a:pt x="1142" y="3637"/>
                    <a:pt x="827" y="3430"/>
                    <a:pt x="468" y="3430"/>
                  </a:cubicBezTo>
                  <a:cubicBezTo>
                    <a:pt x="459" y="3430"/>
                    <a:pt x="450" y="3430"/>
                    <a:pt x="441" y="3430"/>
                  </a:cubicBezTo>
                  <a:cubicBezTo>
                    <a:pt x="294" y="3414"/>
                    <a:pt x="147" y="3403"/>
                    <a:pt x="0" y="3392"/>
                  </a:cubicBezTo>
                  <a:lnTo>
                    <a:pt x="0" y="3392"/>
                  </a:lnTo>
                  <a:cubicBezTo>
                    <a:pt x="501" y="3572"/>
                    <a:pt x="991" y="3811"/>
                    <a:pt x="1519" y="3898"/>
                  </a:cubicBezTo>
                  <a:cubicBezTo>
                    <a:pt x="1549" y="3904"/>
                    <a:pt x="1576" y="3906"/>
                    <a:pt x="1602" y="3906"/>
                  </a:cubicBezTo>
                  <a:cubicBezTo>
                    <a:pt x="1785" y="3906"/>
                    <a:pt x="1852" y="3772"/>
                    <a:pt x="1775" y="3566"/>
                  </a:cubicBezTo>
                  <a:cubicBezTo>
                    <a:pt x="1666" y="3278"/>
                    <a:pt x="1454" y="3060"/>
                    <a:pt x="1220" y="2820"/>
                  </a:cubicBezTo>
                  <a:cubicBezTo>
                    <a:pt x="1316" y="2803"/>
                    <a:pt x="1404" y="2793"/>
                    <a:pt x="1487" y="2793"/>
                  </a:cubicBezTo>
                  <a:cubicBezTo>
                    <a:pt x="1686" y="2793"/>
                    <a:pt x="1855" y="2849"/>
                    <a:pt x="2020" y="2984"/>
                  </a:cubicBezTo>
                  <a:cubicBezTo>
                    <a:pt x="2363" y="3267"/>
                    <a:pt x="2679" y="3615"/>
                    <a:pt x="3131" y="3697"/>
                  </a:cubicBezTo>
                  <a:cubicBezTo>
                    <a:pt x="3253" y="3720"/>
                    <a:pt x="3377" y="3726"/>
                    <a:pt x="3502" y="3726"/>
                  </a:cubicBezTo>
                  <a:cubicBezTo>
                    <a:pt x="3651" y="3726"/>
                    <a:pt x="3800" y="3717"/>
                    <a:pt x="3950" y="3717"/>
                  </a:cubicBezTo>
                  <a:cubicBezTo>
                    <a:pt x="4160" y="3717"/>
                    <a:pt x="4371" y="3734"/>
                    <a:pt x="4579" y="3817"/>
                  </a:cubicBezTo>
                  <a:cubicBezTo>
                    <a:pt x="4214" y="3545"/>
                    <a:pt x="3920" y="3212"/>
                    <a:pt x="3621" y="2891"/>
                  </a:cubicBezTo>
                  <a:cubicBezTo>
                    <a:pt x="3011" y="2260"/>
                    <a:pt x="2325" y="1726"/>
                    <a:pt x="1525" y="1372"/>
                  </a:cubicBezTo>
                  <a:cubicBezTo>
                    <a:pt x="969" y="1127"/>
                    <a:pt x="507" y="899"/>
                    <a:pt x="632" y="158"/>
                  </a:cubicBezTo>
                  <a:cubicBezTo>
                    <a:pt x="649" y="54"/>
                    <a:pt x="617" y="1"/>
                    <a:pt x="568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4"/>
            <p:cNvSpPr/>
            <p:nvPr/>
          </p:nvSpPr>
          <p:spPr>
            <a:xfrm>
              <a:off x="816724" y="3304346"/>
              <a:ext cx="232446" cy="172744"/>
            </a:xfrm>
            <a:custGeom>
              <a:rect b="b" l="l" r="r" t="t"/>
              <a:pathLst>
                <a:path extrusionOk="0" h="3015" w="4057">
                  <a:moveTo>
                    <a:pt x="223" y="0"/>
                  </a:moveTo>
                  <a:cubicBezTo>
                    <a:pt x="151" y="0"/>
                    <a:pt x="76" y="12"/>
                    <a:pt x="0" y="37"/>
                  </a:cubicBezTo>
                  <a:cubicBezTo>
                    <a:pt x="316" y="299"/>
                    <a:pt x="648" y="533"/>
                    <a:pt x="937" y="832"/>
                  </a:cubicBezTo>
                  <a:cubicBezTo>
                    <a:pt x="1253" y="1153"/>
                    <a:pt x="1639" y="1376"/>
                    <a:pt x="2075" y="1507"/>
                  </a:cubicBezTo>
                  <a:cubicBezTo>
                    <a:pt x="2510" y="1638"/>
                    <a:pt x="2940" y="1790"/>
                    <a:pt x="3338" y="2019"/>
                  </a:cubicBezTo>
                  <a:cubicBezTo>
                    <a:pt x="3419" y="2062"/>
                    <a:pt x="3555" y="2095"/>
                    <a:pt x="3408" y="2242"/>
                  </a:cubicBezTo>
                  <a:cubicBezTo>
                    <a:pt x="3055" y="2599"/>
                    <a:pt x="2629" y="2785"/>
                    <a:pt x="2185" y="2785"/>
                  </a:cubicBezTo>
                  <a:cubicBezTo>
                    <a:pt x="1911" y="2785"/>
                    <a:pt x="1630" y="2714"/>
                    <a:pt x="1356" y="2569"/>
                  </a:cubicBezTo>
                  <a:lnTo>
                    <a:pt x="1356" y="2569"/>
                  </a:lnTo>
                  <a:cubicBezTo>
                    <a:pt x="1476" y="2906"/>
                    <a:pt x="1786" y="2950"/>
                    <a:pt x="2069" y="2993"/>
                  </a:cubicBezTo>
                  <a:cubicBezTo>
                    <a:pt x="2159" y="3008"/>
                    <a:pt x="2247" y="3015"/>
                    <a:pt x="2333" y="3015"/>
                  </a:cubicBezTo>
                  <a:cubicBezTo>
                    <a:pt x="2893" y="3015"/>
                    <a:pt x="3375" y="2728"/>
                    <a:pt x="3833" y="2422"/>
                  </a:cubicBezTo>
                  <a:cubicBezTo>
                    <a:pt x="4056" y="2269"/>
                    <a:pt x="4040" y="1975"/>
                    <a:pt x="3833" y="1774"/>
                  </a:cubicBezTo>
                  <a:cubicBezTo>
                    <a:pt x="3626" y="1572"/>
                    <a:pt x="3365" y="1458"/>
                    <a:pt x="3104" y="1360"/>
                  </a:cubicBezTo>
                  <a:cubicBezTo>
                    <a:pt x="2298" y="1061"/>
                    <a:pt x="1503" y="761"/>
                    <a:pt x="806" y="228"/>
                  </a:cubicBezTo>
                  <a:cubicBezTo>
                    <a:pt x="650" y="105"/>
                    <a:pt x="445" y="0"/>
                    <a:pt x="223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4"/>
            <p:cNvSpPr/>
            <p:nvPr/>
          </p:nvSpPr>
          <p:spPr>
            <a:xfrm>
              <a:off x="3650091" y="1801811"/>
              <a:ext cx="514108" cy="138253"/>
            </a:xfrm>
            <a:custGeom>
              <a:rect b="b" l="l" r="r" t="t"/>
              <a:pathLst>
                <a:path extrusionOk="0" h="2413" w="8973">
                  <a:moveTo>
                    <a:pt x="838" y="1"/>
                  </a:moveTo>
                  <a:cubicBezTo>
                    <a:pt x="553" y="1"/>
                    <a:pt x="297" y="41"/>
                    <a:pt x="1" y="120"/>
                  </a:cubicBezTo>
                  <a:cubicBezTo>
                    <a:pt x="142" y="153"/>
                    <a:pt x="257" y="191"/>
                    <a:pt x="371" y="202"/>
                  </a:cubicBezTo>
                  <a:cubicBezTo>
                    <a:pt x="834" y="262"/>
                    <a:pt x="1296" y="327"/>
                    <a:pt x="1765" y="371"/>
                  </a:cubicBezTo>
                  <a:cubicBezTo>
                    <a:pt x="2478" y="436"/>
                    <a:pt x="3147" y="703"/>
                    <a:pt x="3855" y="801"/>
                  </a:cubicBezTo>
                  <a:cubicBezTo>
                    <a:pt x="3966" y="816"/>
                    <a:pt x="4078" y="819"/>
                    <a:pt x="4190" y="819"/>
                  </a:cubicBezTo>
                  <a:cubicBezTo>
                    <a:pt x="4252" y="819"/>
                    <a:pt x="4314" y="818"/>
                    <a:pt x="4375" y="818"/>
                  </a:cubicBezTo>
                  <a:cubicBezTo>
                    <a:pt x="4565" y="818"/>
                    <a:pt x="4754" y="825"/>
                    <a:pt x="4938" y="888"/>
                  </a:cubicBezTo>
                  <a:cubicBezTo>
                    <a:pt x="5984" y="1242"/>
                    <a:pt x="6947" y="1781"/>
                    <a:pt x="7971" y="2194"/>
                  </a:cubicBezTo>
                  <a:cubicBezTo>
                    <a:pt x="8303" y="2331"/>
                    <a:pt x="8619" y="2396"/>
                    <a:pt x="8972" y="2412"/>
                  </a:cubicBezTo>
                  <a:cubicBezTo>
                    <a:pt x="8629" y="2200"/>
                    <a:pt x="8259" y="2037"/>
                    <a:pt x="7905" y="1851"/>
                  </a:cubicBezTo>
                  <a:cubicBezTo>
                    <a:pt x="7535" y="1655"/>
                    <a:pt x="7138" y="1514"/>
                    <a:pt x="6746" y="1351"/>
                  </a:cubicBezTo>
                  <a:cubicBezTo>
                    <a:pt x="5701" y="730"/>
                    <a:pt x="4530" y="567"/>
                    <a:pt x="3354" y="414"/>
                  </a:cubicBezTo>
                  <a:cubicBezTo>
                    <a:pt x="2935" y="333"/>
                    <a:pt x="2505" y="262"/>
                    <a:pt x="2086" y="169"/>
                  </a:cubicBezTo>
                  <a:cubicBezTo>
                    <a:pt x="1554" y="57"/>
                    <a:pt x="1176" y="1"/>
                    <a:pt x="838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4"/>
            <p:cNvSpPr/>
            <p:nvPr/>
          </p:nvSpPr>
          <p:spPr>
            <a:xfrm>
              <a:off x="4523769" y="2198572"/>
              <a:ext cx="201564" cy="446213"/>
            </a:xfrm>
            <a:custGeom>
              <a:rect b="b" l="l" r="r" t="t"/>
              <a:pathLst>
                <a:path extrusionOk="0" h="7788" w="3518">
                  <a:moveTo>
                    <a:pt x="93" y="0"/>
                  </a:moveTo>
                  <a:cubicBezTo>
                    <a:pt x="0" y="349"/>
                    <a:pt x="82" y="621"/>
                    <a:pt x="371" y="844"/>
                  </a:cubicBezTo>
                  <a:cubicBezTo>
                    <a:pt x="539" y="969"/>
                    <a:pt x="686" y="1127"/>
                    <a:pt x="844" y="1263"/>
                  </a:cubicBezTo>
                  <a:cubicBezTo>
                    <a:pt x="1394" y="1721"/>
                    <a:pt x="1786" y="2298"/>
                    <a:pt x="1830" y="3027"/>
                  </a:cubicBezTo>
                  <a:cubicBezTo>
                    <a:pt x="1868" y="3762"/>
                    <a:pt x="2211" y="4350"/>
                    <a:pt x="2559" y="4971"/>
                  </a:cubicBezTo>
                  <a:cubicBezTo>
                    <a:pt x="2940" y="5640"/>
                    <a:pt x="3463" y="6337"/>
                    <a:pt x="2826" y="7159"/>
                  </a:cubicBezTo>
                  <a:cubicBezTo>
                    <a:pt x="2711" y="7306"/>
                    <a:pt x="2505" y="7480"/>
                    <a:pt x="2624" y="7676"/>
                  </a:cubicBezTo>
                  <a:cubicBezTo>
                    <a:pt x="2676" y="7761"/>
                    <a:pt x="2740" y="7788"/>
                    <a:pt x="2809" y="7788"/>
                  </a:cubicBezTo>
                  <a:cubicBezTo>
                    <a:pt x="2929" y="7788"/>
                    <a:pt x="3066" y="7708"/>
                    <a:pt x="3190" y="7708"/>
                  </a:cubicBezTo>
                  <a:cubicBezTo>
                    <a:pt x="3198" y="7708"/>
                    <a:pt x="3205" y="7708"/>
                    <a:pt x="3212" y="7709"/>
                  </a:cubicBezTo>
                  <a:cubicBezTo>
                    <a:pt x="3213" y="7709"/>
                    <a:pt x="3214" y="7710"/>
                    <a:pt x="3215" y="7710"/>
                  </a:cubicBezTo>
                  <a:cubicBezTo>
                    <a:pt x="3226" y="7710"/>
                    <a:pt x="3241" y="7686"/>
                    <a:pt x="3256" y="7671"/>
                  </a:cubicBezTo>
                  <a:cubicBezTo>
                    <a:pt x="3219" y="7647"/>
                    <a:pt x="3175" y="7643"/>
                    <a:pt x="3130" y="7643"/>
                  </a:cubicBezTo>
                  <a:cubicBezTo>
                    <a:pt x="3110" y="7643"/>
                    <a:pt x="3089" y="7644"/>
                    <a:pt x="3069" y="7644"/>
                  </a:cubicBezTo>
                  <a:cubicBezTo>
                    <a:pt x="3004" y="7644"/>
                    <a:pt x="2943" y="7635"/>
                    <a:pt x="2902" y="7567"/>
                  </a:cubicBezTo>
                  <a:cubicBezTo>
                    <a:pt x="3033" y="7339"/>
                    <a:pt x="3158" y="7105"/>
                    <a:pt x="3294" y="6876"/>
                  </a:cubicBezTo>
                  <a:cubicBezTo>
                    <a:pt x="3403" y="6685"/>
                    <a:pt x="3517" y="6484"/>
                    <a:pt x="3441" y="6277"/>
                  </a:cubicBezTo>
                  <a:cubicBezTo>
                    <a:pt x="3245" y="5755"/>
                    <a:pt x="3103" y="5205"/>
                    <a:pt x="2771" y="4737"/>
                  </a:cubicBezTo>
                  <a:cubicBezTo>
                    <a:pt x="2412" y="4236"/>
                    <a:pt x="2173" y="3686"/>
                    <a:pt x="2096" y="3065"/>
                  </a:cubicBezTo>
                  <a:cubicBezTo>
                    <a:pt x="2015" y="2347"/>
                    <a:pt x="1742" y="1731"/>
                    <a:pt x="1154" y="1274"/>
                  </a:cubicBezTo>
                  <a:cubicBezTo>
                    <a:pt x="817" y="1013"/>
                    <a:pt x="512" y="713"/>
                    <a:pt x="191" y="430"/>
                  </a:cubicBezTo>
                  <a:cubicBezTo>
                    <a:pt x="66" y="311"/>
                    <a:pt x="191" y="131"/>
                    <a:pt x="93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4"/>
            <p:cNvSpPr/>
            <p:nvPr/>
          </p:nvSpPr>
          <p:spPr>
            <a:xfrm>
              <a:off x="4268008" y="2170785"/>
              <a:ext cx="271120" cy="389320"/>
            </a:xfrm>
            <a:custGeom>
              <a:rect b="b" l="l" r="r" t="t"/>
              <a:pathLst>
                <a:path extrusionOk="0" h="6795" w="4732">
                  <a:moveTo>
                    <a:pt x="4731" y="1"/>
                  </a:moveTo>
                  <a:lnTo>
                    <a:pt x="4731" y="1"/>
                  </a:lnTo>
                  <a:cubicBezTo>
                    <a:pt x="4285" y="93"/>
                    <a:pt x="3980" y="420"/>
                    <a:pt x="3626" y="665"/>
                  </a:cubicBezTo>
                  <a:cubicBezTo>
                    <a:pt x="2592" y="1378"/>
                    <a:pt x="1677" y="2211"/>
                    <a:pt x="1171" y="3398"/>
                  </a:cubicBezTo>
                  <a:cubicBezTo>
                    <a:pt x="850" y="4149"/>
                    <a:pt x="436" y="4862"/>
                    <a:pt x="213" y="5657"/>
                  </a:cubicBezTo>
                  <a:cubicBezTo>
                    <a:pt x="251" y="6016"/>
                    <a:pt x="0" y="6343"/>
                    <a:pt x="109" y="6795"/>
                  </a:cubicBezTo>
                  <a:cubicBezTo>
                    <a:pt x="430" y="5358"/>
                    <a:pt x="1133" y="4171"/>
                    <a:pt x="1753" y="2946"/>
                  </a:cubicBezTo>
                  <a:cubicBezTo>
                    <a:pt x="2036" y="2385"/>
                    <a:pt x="2488" y="1944"/>
                    <a:pt x="2978" y="1547"/>
                  </a:cubicBezTo>
                  <a:cubicBezTo>
                    <a:pt x="3561" y="1073"/>
                    <a:pt x="4214" y="692"/>
                    <a:pt x="4726" y="131"/>
                  </a:cubicBezTo>
                  <a:cubicBezTo>
                    <a:pt x="4726" y="88"/>
                    <a:pt x="4731" y="44"/>
                    <a:pt x="4731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4"/>
            <p:cNvSpPr/>
            <p:nvPr/>
          </p:nvSpPr>
          <p:spPr>
            <a:xfrm>
              <a:off x="3347864" y="2458171"/>
              <a:ext cx="442031" cy="167130"/>
            </a:xfrm>
            <a:custGeom>
              <a:rect b="b" l="l" r="r" t="t"/>
              <a:pathLst>
                <a:path extrusionOk="0" h="2917" w="7715">
                  <a:moveTo>
                    <a:pt x="201" y="0"/>
                  </a:moveTo>
                  <a:cubicBezTo>
                    <a:pt x="135" y="0"/>
                    <a:pt x="68" y="3"/>
                    <a:pt x="0" y="10"/>
                  </a:cubicBezTo>
                  <a:cubicBezTo>
                    <a:pt x="33" y="233"/>
                    <a:pt x="240" y="216"/>
                    <a:pt x="382" y="249"/>
                  </a:cubicBezTo>
                  <a:cubicBezTo>
                    <a:pt x="953" y="396"/>
                    <a:pt x="1481" y="641"/>
                    <a:pt x="2009" y="902"/>
                  </a:cubicBezTo>
                  <a:cubicBezTo>
                    <a:pt x="2902" y="1343"/>
                    <a:pt x="3806" y="1762"/>
                    <a:pt x="4693" y="2214"/>
                  </a:cubicBezTo>
                  <a:cubicBezTo>
                    <a:pt x="5129" y="2438"/>
                    <a:pt x="5635" y="2410"/>
                    <a:pt x="6060" y="2639"/>
                  </a:cubicBezTo>
                  <a:cubicBezTo>
                    <a:pt x="6473" y="2791"/>
                    <a:pt x="6920" y="2802"/>
                    <a:pt x="7339" y="2917"/>
                  </a:cubicBezTo>
                  <a:cubicBezTo>
                    <a:pt x="7442" y="2900"/>
                    <a:pt x="7551" y="2884"/>
                    <a:pt x="7715" y="2862"/>
                  </a:cubicBezTo>
                  <a:cubicBezTo>
                    <a:pt x="7410" y="2677"/>
                    <a:pt x="7143" y="2612"/>
                    <a:pt x="6871" y="2546"/>
                  </a:cubicBezTo>
                  <a:cubicBezTo>
                    <a:pt x="5934" y="2323"/>
                    <a:pt x="4982" y="2122"/>
                    <a:pt x="4143" y="1643"/>
                  </a:cubicBezTo>
                  <a:cubicBezTo>
                    <a:pt x="3283" y="1153"/>
                    <a:pt x="2374" y="777"/>
                    <a:pt x="1492" y="342"/>
                  </a:cubicBezTo>
                  <a:cubicBezTo>
                    <a:pt x="1088" y="142"/>
                    <a:pt x="659" y="0"/>
                    <a:pt x="201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4"/>
            <p:cNvSpPr/>
            <p:nvPr/>
          </p:nvSpPr>
          <p:spPr>
            <a:xfrm>
              <a:off x="313911" y="3405756"/>
              <a:ext cx="519093" cy="67895"/>
            </a:xfrm>
            <a:custGeom>
              <a:rect b="b" l="l" r="r" t="t"/>
              <a:pathLst>
                <a:path extrusionOk="0" h="1185" w="9060">
                  <a:moveTo>
                    <a:pt x="8571" y="1"/>
                  </a:moveTo>
                  <a:cubicBezTo>
                    <a:pt x="8371" y="1"/>
                    <a:pt x="8193" y="104"/>
                    <a:pt x="8003" y="162"/>
                  </a:cubicBezTo>
                  <a:cubicBezTo>
                    <a:pt x="7682" y="282"/>
                    <a:pt x="7345" y="352"/>
                    <a:pt x="7002" y="374"/>
                  </a:cubicBezTo>
                  <a:cubicBezTo>
                    <a:pt x="6033" y="429"/>
                    <a:pt x="5069" y="586"/>
                    <a:pt x="4100" y="695"/>
                  </a:cubicBezTo>
                  <a:cubicBezTo>
                    <a:pt x="3579" y="757"/>
                    <a:pt x="3061" y="867"/>
                    <a:pt x="2534" y="867"/>
                  </a:cubicBezTo>
                  <a:cubicBezTo>
                    <a:pt x="2323" y="867"/>
                    <a:pt x="2110" y="849"/>
                    <a:pt x="1895" y="804"/>
                  </a:cubicBezTo>
                  <a:cubicBezTo>
                    <a:pt x="1578" y="740"/>
                    <a:pt x="1253" y="672"/>
                    <a:pt x="927" y="672"/>
                  </a:cubicBezTo>
                  <a:cubicBezTo>
                    <a:pt x="867" y="672"/>
                    <a:pt x="807" y="674"/>
                    <a:pt x="747" y="679"/>
                  </a:cubicBezTo>
                  <a:cubicBezTo>
                    <a:pt x="453" y="706"/>
                    <a:pt x="120" y="701"/>
                    <a:pt x="1" y="1076"/>
                  </a:cubicBezTo>
                  <a:cubicBezTo>
                    <a:pt x="7" y="1152"/>
                    <a:pt x="26" y="1184"/>
                    <a:pt x="55" y="1184"/>
                  </a:cubicBezTo>
                  <a:cubicBezTo>
                    <a:pt x="81" y="1184"/>
                    <a:pt x="112" y="1160"/>
                    <a:pt x="148" y="1120"/>
                  </a:cubicBezTo>
                  <a:cubicBezTo>
                    <a:pt x="313" y="924"/>
                    <a:pt x="529" y="850"/>
                    <a:pt x="747" y="850"/>
                  </a:cubicBezTo>
                  <a:cubicBezTo>
                    <a:pt x="838" y="850"/>
                    <a:pt x="930" y="863"/>
                    <a:pt x="1019" y="886"/>
                  </a:cubicBezTo>
                  <a:cubicBezTo>
                    <a:pt x="1567" y="1019"/>
                    <a:pt x="2116" y="1089"/>
                    <a:pt x="2669" y="1089"/>
                  </a:cubicBezTo>
                  <a:cubicBezTo>
                    <a:pt x="2977" y="1089"/>
                    <a:pt x="3287" y="1067"/>
                    <a:pt x="3599" y="1022"/>
                  </a:cubicBezTo>
                  <a:cubicBezTo>
                    <a:pt x="4497" y="886"/>
                    <a:pt x="5401" y="750"/>
                    <a:pt x="6310" y="679"/>
                  </a:cubicBezTo>
                  <a:cubicBezTo>
                    <a:pt x="7258" y="608"/>
                    <a:pt x="8107" y="107"/>
                    <a:pt x="9060" y="107"/>
                  </a:cubicBezTo>
                  <a:cubicBezTo>
                    <a:pt x="8945" y="80"/>
                    <a:pt x="8831" y="47"/>
                    <a:pt x="8717" y="20"/>
                  </a:cubicBezTo>
                  <a:cubicBezTo>
                    <a:pt x="8667" y="7"/>
                    <a:pt x="8618" y="1"/>
                    <a:pt x="8571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4"/>
            <p:cNvSpPr/>
            <p:nvPr/>
          </p:nvSpPr>
          <p:spPr>
            <a:xfrm>
              <a:off x="1097122" y="2563821"/>
              <a:ext cx="321654" cy="181453"/>
            </a:xfrm>
            <a:custGeom>
              <a:rect b="b" l="l" r="r" t="t"/>
              <a:pathLst>
                <a:path extrusionOk="0" h="3167" w="5614">
                  <a:moveTo>
                    <a:pt x="1" y="0"/>
                  </a:moveTo>
                  <a:lnTo>
                    <a:pt x="1" y="0"/>
                  </a:lnTo>
                  <a:cubicBezTo>
                    <a:pt x="137" y="365"/>
                    <a:pt x="518" y="490"/>
                    <a:pt x="752" y="768"/>
                  </a:cubicBezTo>
                  <a:cubicBezTo>
                    <a:pt x="972" y="1022"/>
                    <a:pt x="1242" y="1131"/>
                    <a:pt x="1559" y="1131"/>
                  </a:cubicBezTo>
                  <a:cubicBezTo>
                    <a:pt x="1649" y="1131"/>
                    <a:pt x="1743" y="1122"/>
                    <a:pt x="1841" y="1105"/>
                  </a:cubicBezTo>
                  <a:cubicBezTo>
                    <a:pt x="2005" y="1074"/>
                    <a:pt x="2168" y="1057"/>
                    <a:pt x="2330" y="1057"/>
                  </a:cubicBezTo>
                  <a:cubicBezTo>
                    <a:pt x="2651" y="1057"/>
                    <a:pt x="2969" y="1124"/>
                    <a:pt x="3283" y="1279"/>
                  </a:cubicBezTo>
                  <a:cubicBezTo>
                    <a:pt x="3556" y="1410"/>
                    <a:pt x="3735" y="1699"/>
                    <a:pt x="4024" y="1737"/>
                  </a:cubicBezTo>
                  <a:cubicBezTo>
                    <a:pt x="4416" y="1786"/>
                    <a:pt x="4519" y="2036"/>
                    <a:pt x="4601" y="2346"/>
                  </a:cubicBezTo>
                  <a:cubicBezTo>
                    <a:pt x="4661" y="2570"/>
                    <a:pt x="4726" y="2798"/>
                    <a:pt x="4802" y="3016"/>
                  </a:cubicBezTo>
                  <a:cubicBezTo>
                    <a:pt x="4831" y="3095"/>
                    <a:pt x="4885" y="3166"/>
                    <a:pt x="4951" y="3166"/>
                  </a:cubicBezTo>
                  <a:cubicBezTo>
                    <a:pt x="4986" y="3166"/>
                    <a:pt x="5024" y="3146"/>
                    <a:pt x="5064" y="3098"/>
                  </a:cubicBezTo>
                  <a:cubicBezTo>
                    <a:pt x="5374" y="2717"/>
                    <a:pt x="5613" y="2303"/>
                    <a:pt x="5581" y="1786"/>
                  </a:cubicBezTo>
                  <a:cubicBezTo>
                    <a:pt x="5575" y="1724"/>
                    <a:pt x="5562" y="1705"/>
                    <a:pt x="5547" y="1705"/>
                  </a:cubicBezTo>
                  <a:cubicBezTo>
                    <a:pt x="5522" y="1705"/>
                    <a:pt x="5488" y="1759"/>
                    <a:pt x="5461" y="1769"/>
                  </a:cubicBezTo>
                  <a:cubicBezTo>
                    <a:pt x="5379" y="2102"/>
                    <a:pt x="5341" y="2455"/>
                    <a:pt x="5042" y="2700"/>
                  </a:cubicBezTo>
                  <a:cubicBezTo>
                    <a:pt x="5015" y="2657"/>
                    <a:pt x="4987" y="2630"/>
                    <a:pt x="4976" y="2597"/>
                  </a:cubicBezTo>
                  <a:cubicBezTo>
                    <a:pt x="4857" y="2036"/>
                    <a:pt x="4748" y="1470"/>
                    <a:pt x="4007" y="1421"/>
                  </a:cubicBezTo>
                  <a:cubicBezTo>
                    <a:pt x="3986" y="1421"/>
                    <a:pt x="3964" y="1399"/>
                    <a:pt x="3947" y="1383"/>
                  </a:cubicBezTo>
                  <a:cubicBezTo>
                    <a:pt x="3475" y="958"/>
                    <a:pt x="2926" y="829"/>
                    <a:pt x="2356" y="829"/>
                  </a:cubicBezTo>
                  <a:cubicBezTo>
                    <a:pt x="2152" y="829"/>
                    <a:pt x="1944" y="845"/>
                    <a:pt x="1737" y="871"/>
                  </a:cubicBezTo>
                  <a:cubicBezTo>
                    <a:pt x="1673" y="879"/>
                    <a:pt x="1613" y="883"/>
                    <a:pt x="1556" y="883"/>
                  </a:cubicBezTo>
                  <a:cubicBezTo>
                    <a:pt x="1300" y="883"/>
                    <a:pt x="1102" y="801"/>
                    <a:pt x="915" y="610"/>
                  </a:cubicBezTo>
                  <a:cubicBezTo>
                    <a:pt x="659" y="338"/>
                    <a:pt x="376" y="98"/>
                    <a:pt x="1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4"/>
            <p:cNvSpPr/>
            <p:nvPr/>
          </p:nvSpPr>
          <p:spPr>
            <a:xfrm>
              <a:off x="3281002" y="2604042"/>
              <a:ext cx="358266" cy="81473"/>
            </a:xfrm>
            <a:custGeom>
              <a:rect b="b" l="l" r="r" t="t"/>
              <a:pathLst>
                <a:path extrusionOk="0" h="1422" w="6253">
                  <a:moveTo>
                    <a:pt x="5559" y="0"/>
                  </a:moveTo>
                  <a:cubicBezTo>
                    <a:pt x="5550" y="0"/>
                    <a:pt x="5542" y="0"/>
                    <a:pt x="5534" y="0"/>
                  </a:cubicBezTo>
                  <a:cubicBezTo>
                    <a:pt x="4042" y="44"/>
                    <a:pt x="2583" y="300"/>
                    <a:pt x="1151" y="708"/>
                  </a:cubicBezTo>
                  <a:cubicBezTo>
                    <a:pt x="786" y="812"/>
                    <a:pt x="471" y="1024"/>
                    <a:pt x="166" y="1247"/>
                  </a:cubicBezTo>
                  <a:cubicBezTo>
                    <a:pt x="0" y="1371"/>
                    <a:pt x="81" y="1422"/>
                    <a:pt x="225" y="1422"/>
                  </a:cubicBezTo>
                  <a:cubicBezTo>
                    <a:pt x="232" y="1422"/>
                    <a:pt x="240" y="1422"/>
                    <a:pt x="247" y="1421"/>
                  </a:cubicBezTo>
                  <a:cubicBezTo>
                    <a:pt x="901" y="1122"/>
                    <a:pt x="1581" y="888"/>
                    <a:pt x="2273" y="714"/>
                  </a:cubicBezTo>
                  <a:cubicBezTo>
                    <a:pt x="3412" y="437"/>
                    <a:pt x="4572" y="265"/>
                    <a:pt x="5747" y="265"/>
                  </a:cubicBezTo>
                  <a:cubicBezTo>
                    <a:pt x="5891" y="265"/>
                    <a:pt x="6036" y="267"/>
                    <a:pt x="6181" y="273"/>
                  </a:cubicBezTo>
                  <a:cubicBezTo>
                    <a:pt x="6252" y="158"/>
                    <a:pt x="6160" y="126"/>
                    <a:pt x="6083" y="104"/>
                  </a:cubicBezTo>
                  <a:cubicBezTo>
                    <a:pt x="5911" y="57"/>
                    <a:pt x="5744" y="0"/>
                    <a:pt x="5559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24"/>
            <p:cNvSpPr/>
            <p:nvPr/>
          </p:nvSpPr>
          <p:spPr>
            <a:xfrm>
              <a:off x="4208422" y="1905972"/>
              <a:ext cx="229925" cy="147936"/>
            </a:xfrm>
            <a:custGeom>
              <a:rect b="b" l="l" r="r" t="t"/>
              <a:pathLst>
                <a:path extrusionOk="0" h="2582" w="4013">
                  <a:moveTo>
                    <a:pt x="780" y="0"/>
                  </a:moveTo>
                  <a:cubicBezTo>
                    <a:pt x="558" y="0"/>
                    <a:pt x="340" y="98"/>
                    <a:pt x="186" y="295"/>
                  </a:cubicBezTo>
                  <a:cubicBezTo>
                    <a:pt x="126" y="464"/>
                    <a:pt x="66" y="632"/>
                    <a:pt x="0" y="801"/>
                  </a:cubicBezTo>
                  <a:cubicBezTo>
                    <a:pt x="104" y="730"/>
                    <a:pt x="180" y="649"/>
                    <a:pt x="235" y="551"/>
                  </a:cubicBezTo>
                  <a:cubicBezTo>
                    <a:pt x="319" y="396"/>
                    <a:pt x="414" y="329"/>
                    <a:pt x="517" y="329"/>
                  </a:cubicBezTo>
                  <a:cubicBezTo>
                    <a:pt x="607" y="329"/>
                    <a:pt x="702" y="380"/>
                    <a:pt x="801" y="469"/>
                  </a:cubicBezTo>
                  <a:cubicBezTo>
                    <a:pt x="1040" y="687"/>
                    <a:pt x="1198" y="964"/>
                    <a:pt x="1329" y="1253"/>
                  </a:cubicBezTo>
                  <a:cubicBezTo>
                    <a:pt x="1454" y="1514"/>
                    <a:pt x="1645" y="1705"/>
                    <a:pt x="1873" y="1879"/>
                  </a:cubicBezTo>
                  <a:cubicBezTo>
                    <a:pt x="2423" y="2293"/>
                    <a:pt x="3098" y="2336"/>
                    <a:pt x="3713" y="2554"/>
                  </a:cubicBezTo>
                  <a:cubicBezTo>
                    <a:pt x="3752" y="2567"/>
                    <a:pt x="3803" y="2582"/>
                    <a:pt x="3852" y="2582"/>
                  </a:cubicBezTo>
                  <a:cubicBezTo>
                    <a:pt x="3927" y="2582"/>
                    <a:pt x="3996" y="2548"/>
                    <a:pt x="4013" y="2423"/>
                  </a:cubicBezTo>
                  <a:cubicBezTo>
                    <a:pt x="3572" y="2265"/>
                    <a:pt x="3131" y="2113"/>
                    <a:pt x="2695" y="1950"/>
                  </a:cubicBezTo>
                  <a:cubicBezTo>
                    <a:pt x="2178" y="1754"/>
                    <a:pt x="1677" y="1531"/>
                    <a:pt x="1666" y="856"/>
                  </a:cubicBezTo>
                  <a:cubicBezTo>
                    <a:pt x="1661" y="779"/>
                    <a:pt x="1623" y="703"/>
                    <a:pt x="1596" y="627"/>
                  </a:cubicBezTo>
                  <a:cubicBezTo>
                    <a:pt x="1437" y="210"/>
                    <a:pt x="1104" y="0"/>
                    <a:pt x="780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24"/>
            <p:cNvSpPr/>
            <p:nvPr/>
          </p:nvSpPr>
          <p:spPr>
            <a:xfrm>
              <a:off x="948043" y="2379850"/>
              <a:ext cx="120892" cy="213309"/>
            </a:xfrm>
            <a:custGeom>
              <a:rect b="b" l="l" r="r" t="t"/>
              <a:pathLst>
                <a:path extrusionOk="0" h="3723" w="2110">
                  <a:moveTo>
                    <a:pt x="603" y="0"/>
                  </a:moveTo>
                  <a:cubicBezTo>
                    <a:pt x="489" y="0"/>
                    <a:pt x="402" y="139"/>
                    <a:pt x="343" y="255"/>
                  </a:cubicBezTo>
                  <a:cubicBezTo>
                    <a:pt x="316" y="320"/>
                    <a:pt x="289" y="386"/>
                    <a:pt x="267" y="451"/>
                  </a:cubicBezTo>
                  <a:cubicBezTo>
                    <a:pt x="0" y="1355"/>
                    <a:pt x="126" y="2253"/>
                    <a:pt x="322" y="3151"/>
                  </a:cubicBezTo>
                  <a:cubicBezTo>
                    <a:pt x="512" y="3255"/>
                    <a:pt x="409" y="3516"/>
                    <a:pt x="643" y="3723"/>
                  </a:cubicBezTo>
                  <a:cubicBezTo>
                    <a:pt x="583" y="2819"/>
                    <a:pt x="98" y="2046"/>
                    <a:pt x="338" y="1121"/>
                  </a:cubicBezTo>
                  <a:lnTo>
                    <a:pt x="338" y="1121"/>
                  </a:lnTo>
                  <a:cubicBezTo>
                    <a:pt x="616" y="1671"/>
                    <a:pt x="937" y="2106"/>
                    <a:pt x="1122" y="2623"/>
                  </a:cubicBezTo>
                  <a:cubicBezTo>
                    <a:pt x="1242" y="2966"/>
                    <a:pt x="1465" y="3211"/>
                    <a:pt x="1808" y="3325"/>
                  </a:cubicBezTo>
                  <a:cubicBezTo>
                    <a:pt x="1856" y="3342"/>
                    <a:pt x="1927" y="3366"/>
                    <a:pt x="1984" y="3366"/>
                  </a:cubicBezTo>
                  <a:cubicBezTo>
                    <a:pt x="2061" y="3366"/>
                    <a:pt x="2110" y="3320"/>
                    <a:pt x="2031" y="3140"/>
                  </a:cubicBezTo>
                  <a:cubicBezTo>
                    <a:pt x="1851" y="3075"/>
                    <a:pt x="1715" y="2955"/>
                    <a:pt x="1612" y="2792"/>
                  </a:cubicBezTo>
                  <a:cubicBezTo>
                    <a:pt x="1231" y="2188"/>
                    <a:pt x="899" y="1556"/>
                    <a:pt x="583" y="914"/>
                  </a:cubicBezTo>
                  <a:cubicBezTo>
                    <a:pt x="501" y="734"/>
                    <a:pt x="458" y="560"/>
                    <a:pt x="621" y="391"/>
                  </a:cubicBezTo>
                  <a:cubicBezTo>
                    <a:pt x="719" y="288"/>
                    <a:pt x="861" y="124"/>
                    <a:pt x="681" y="21"/>
                  </a:cubicBezTo>
                  <a:cubicBezTo>
                    <a:pt x="654" y="6"/>
                    <a:pt x="628" y="0"/>
                    <a:pt x="603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4"/>
            <p:cNvSpPr/>
            <p:nvPr/>
          </p:nvSpPr>
          <p:spPr>
            <a:xfrm>
              <a:off x="3095827" y="2137382"/>
              <a:ext cx="190678" cy="109777"/>
            </a:xfrm>
            <a:custGeom>
              <a:rect b="b" l="l" r="r" t="t"/>
              <a:pathLst>
                <a:path extrusionOk="0" h="1916" w="3328">
                  <a:moveTo>
                    <a:pt x="514" y="0"/>
                  </a:moveTo>
                  <a:cubicBezTo>
                    <a:pt x="364" y="0"/>
                    <a:pt x="247" y="79"/>
                    <a:pt x="164" y="241"/>
                  </a:cubicBezTo>
                  <a:cubicBezTo>
                    <a:pt x="77" y="415"/>
                    <a:pt x="33" y="595"/>
                    <a:pt x="28" y="785"/>
                  </a:cubicBezTo>
                  <a:cubicBezTo>
                    <a:pt x="23" y="1161"/>
                    <a:pt x="12" y="1536"/>
                    <a:pt x="1" y="1912"/>
                  </a:cubicBezTo>
                  <a:cubicBezTo>
                    <a:pt x="29" y="1914"/>
                    <a:pt x="55" y="1915"/>
                    <a:pt x="78" y="1915"/>
                  </a:cubicBezTo>
                  <a:cubicBezTo>
                    <a:pt x="233" y="1915"/>
                    <a:pt x="279" y="1862"/>
                    <a:pt x="284" y="1673"/>
                  </a:cubicBezTo>
                  <a:cubicBezTo>
                    <a:pt x="284" y="1428"/>
                    <a:pt x="327" y="1188"/>
                    <a:pt x="355" y="943"/>
                  </a:cubicBezTo>
                  <a:cubicBezTo>
                    <a:pt x="403" y="520"/>
                    <a:pt x="446" y="349"/>
                    <a:pt x="567" y="349"/>
                  </a:cubicBezTo>
                  <a:cubicBezTo>
                    <a:pt x="664" y="349"/>
                    <a:pt x="812" y="459"/>
                    <a:pt x="1051" y="638"/>
                  </a:cubicBezTo>
                  <a:cubicBezTo>
                    <a:pt x="1536" y="997"/>
                    <a:pt x="2037" y="1161"/>
                    <a:pt x="2608" y="1177"/>
                  </a:cubicBezTo>
                  <a:cubicBezTo>
                    <a:pt x="2650" y="1179"/>
                    <a:pt x="2692" y="1180"/>
                    <a:pt x="2734" y="1180"/>
                  </a:cubicBezTo>
                  <a:cubicBezTo>
                    <a:pt x="2967" y="1180"/>
                    <a:pt x="3207" y="1138"/>
                    <a:pt x="3327" y="861"/>
                  </a:cubicBezTo>
                  <a:cubicBezTo>
                    <a:pt x="3278" y="861"/>
                    <a:pt x="3234" y="861"/>
                    <a:pt x="3191" y="856"/>
                  </a:cubicBezTo>
                  <a:cubicBezTo>
                    <a:pt x="3066" y="880"/>
                    <a:pt x="2944" y="890"/>
                    <a:pt x="2824" y="890"/>
                  </a:cubicBezTo>
                  <a:cubicBezTo>
                    <a:pt x="2310" y="890"/>
                    <a:pt x="1844" y="690"/>
                    <a:pt x="1389" y="442"/>
                  </a:cubicBezTo>
                  <a:cubicBezTo>
                    <a:pt x="1155" y="317"/>
                    <a:pt x="953" y="126"/>
                    <a:pt x="698" y="34"/>
                  </a:cubicBezTo>
                  <a:cubicBezTo>
                    <a:pt x="632" y="11"/>
                    <a:pt x="570" y="0"/>
                    <a:pt x="514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4"/>
            <p:cNvSpPr/>
            <p:nvPr/>
          </p:nvSpPr>
          <p:spPr>
            <a:xfrm>
              <a:off x="2775496" y="3755937"/>
              <a:ext cx="97688" cy="255478"/>
            </a:xfrm>
            <a:custGeom>
              <a:rect b="b" l="l" r="r" t="t"/>
              <a:pathLst>
                <a:path extrusionOk="0" h="4459" w="1705">
                  <a:moveTo>
                    <a:pt x="1" y="0"/>
                  </a:moveTo>
                  <a:lnTo>
                    <a:pt x="1" y="0"/>
                  </a:lnTo>
                  <a:cubicBezTo>
                    <a:pt x="191" y="490"/>
                    <a:pt x="463" y="947"/>
                    <a:pt x="589" y="1459"/>
                  </a:cubicBezTo>
                  <a:cubicBezTo>
                    <a:pt x="698" y="1873"/>
                    <a:pt x="828" y="2292"/>
                    <a:pt x="512" y="2684"/>
                  </a:cubicBezTo>
                  <a:cubicBezTo>
                    <a:pt x="512" y="2711"/>
                    <a:pt x="512" y="2738"/>
                    <a:pt x="512" y="2766"/>
                  </a:cubicBezTo>
                  <a:cubicBezTo>
                    <a:pt x="806" y="2967"/>
                    <a:pt x="970" y="3294"/>
                    <a:pt x="1204" y="3549"/>
                  </a:cubicBezTo>
                  <a:cubicBezTo>
                    <a:pt x="1482" y="3860"/>
                    <a:pt x="1498" y="3980"/>
                    <a:pt x="1204" y="4290"/>
                  </a:cubicBezTo>
                  <a:cubicBezTo>
                    <a:pt x="1318" y="4344"/>
                    <a:pt x="1433" y="4404"/>
                    <a:pt x="1552" y="4459"/>
                  </a:cubicBezTo>
                  <a:cubicBezTo>
                    <a:pt x="1705" y="4230"/>
                    <a:pt x="1650" y="3980"/>
                    <a:pt x="1596" y="3751"/>
                  </a:cubicBezTo>
                  <a:cubicBezTo>
                    <a:pt x="1351" y="2793"/>
                    <a:pt x="970" y="1878"/>
                    <a:pt x="643" y="947"/>
                  </a:cubicBezTo>
                  <a:cubicBezTo>
                    <a:pt x="518" y="588"/>
                    <a:pt x="306" y="256"/>
                    <a:pt x="1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4"/>
            <p:cNvSpPr/>
            <p:nvPr/>
          </p:nvSpPr>
          <p:spPr>
            <a:xfrm>
              <a:off x="2743984" y="2106042"/>
              <a:ext cx="139972" cy="202079"/>
            </a:xfrm>
            <a:custGeom>
              <a:rect b="b" l="l" r="r" t="t"/>
              <a:pathLst>
                <a:path extrusionOk="0" h="3527" w="2443">
                  <a:moveTo>
                    <a:pt x="2171" y="1"/>
                  </a:moveTo>
                  <a:cubicBezTo>
                    <a:pt x="2012" y="1"/>
                    <a:pt x="1927" y="151"/>
                    <a:pt x="1868" y="336"/>
                  </a:cubicBezTo>
                  <a:cubicBezTo>
                    <a:pt x="1825" y="467"/>
                    <a:pt x="1819" y="614"/>
                    <a:pt x="1808" y="750"/>
                  </a:cubicBezTo>
                  <a:cubicBezTo>
                    <a:pt x="1797" y="837"/>
                    <a:pt x="1792" y="946"/>
                    <a:pt x="1699" y="951"/>
                  </a:cubicBezTo>
                  <a:cubicBezTo>
                    <a:pt x="1465" y="973"/>
                    <a:pt x="1416" y="1169"/>
                    <a:pt x="1313" y="1316"/>
                  </a:cubicBezTo>
                  <a:cubicBezTo>
                    <a:pt x="1169" y="1513"/>
                    <a:pt x="989" y="1632"/>
                    <a:pt x="737" y="1632"/>
                  </a:cubicBezTo>
                  <a:cubicBezTo>
                    <a:pt x="731" y="1632"/>
                    <a:pt x="725" y="1632"/>
                    <a:pt x="720" y="1632"/>
                  </a:cubicBezTo>
                  <a:cubicBezTo>
                    <a:pt x="583" y="1632"/>
                    <a:pt x="442" y="1664"/>
                    <a:pt x="300" y="1686"/>
                  </a:cubicBezTo>
                  <a:cubicBezTo>
                    <a:pt x="39" y="1724"/>
                    <a:pt x="1" y="1915"/>
                    <a:pt x="77" y="2105"/>
                  </a:cubicBezTo>
                  <a:cubicBezTo>
                    <a:pt x="191" y="2394"/>
                    <a:pt x="344" y="2693"/>
                    <a:pt x="611" y="2867"/>
                  </a:cubicBezTo>
                  <a:cubicBezTo>
                    <a:pt x="883" y="3047"/>
                    <a:pt x="1090" y="3270"/>
                    <a:pt x="1275" y="3526"/>
                  </a:cubicBezTo>
                  <a:cubicBezTo>
                    <a:pt x="1422" y="3140"/>
                    <a:pt x="1133" y="2944"/>
                    <a:pt x="905" y="2737"/>
                  </a:cubicBezTo>
                  <a:cubicBezTo>
                    <a:pt x="730" y="2579"/>
                    <a:pt x="540" y="2443"/>
                    <a:pt x="420" y="2230"/>
                  </a:cubicBezTo>
                  <a:cubicBezTo>
                    <a:pt x="377" y="2143"/>
                    <a:pt x="262" y="2073"/>
                    <a:pt x="328" y="1958"/>
                  </a:cubicBezTo>
                  <a:cubicBezTo>
                    <a:pt x="357" y="1905"/>
                    <a:pt x="406" y="1892"/>
                    <a:pt x="458" y="1892"/>
                  </a:cubicBezTo>
                  <a:cubicBezTo>
                    <a:pt x="502" y="1892"/>
                    <a:pt x="549" y="1901"/>
                    <a:pt x="589" y="1904"/>
                  </a:cubicBezTo>
                  <a:cubicBezTo>
                    <a:pt x="615" y="1906"/>
                    <a:pt x="641" y="1906"/>
                    <a:pt x="667" y="1906"/>
                  </a:cubicBezTo>
                  <a:cubicBezTo>
                    <a:pt x="1046" y="1906"/>
                    <a:pt x="1327" y="1719"/>
                    <a:pt x="1542" y="1408"/>
                  </a:cubicBezTo>
                  <a:cubicBezTo>
                    <a:pt x="1601" y="1321"/>
                    <a:pt x="1650" y="1207"/>
                    <a:pt x="1765" y="1202"/>
                  </a:cubicBezTo>
                  <a:cubicBezTo>
                    <a:pt x="2042" y="1191"/>
                    <a:pt x="2048" y="1006"/>
                    <a:pt x="2042" y="810"/>
                  </a:cubicBezTo>
                  <a:cubicBezTo>
                    <a:pt x="2042" y="679"/>
                    <a:pt x="2021" y="543"/>
                    <a:pt x="2053" y="423"/>
                  </a:cubicBezTo>
                  <a:cubicBezTo>
                    <a:pt x="2087" y="314"/>
                    <a:pt x="2088" y="139"/>
                    <a:pt x="2224" y="139"/>
                  </a:cubicBezTo>
                  <a:cubicBezTo>
                    <a:pt x="2266" y="139"/>
                    <a:pt x="2320" y="155"/>
                    <a:pt x="2391" y="194"/>
                  </a:cubicBezTo>
                  <a:cubicBezTo>
                    <a:pt x="2406" y="204"/>
                    <a:pt x="2415" y="207"/>
                    <a:pt x="2420" y="207"/>
                  </a:cubicBezTo>
                  <a:cubicBezTo>
                    <a:pt x="2443" y="207"/>
                    <a:pt x="2355" y="111"/>
                    <a:pt x="2391" y="75"/>
                  </a:cubicBezTo>
                  <a:cubicBezTo>
                    <a:pt x="2304" y="23"/>
                    <a:pt x="2232" y="1"/>
                    <a:pt x="2171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4"/>
            <p:cNvSpPr/>
            <p:nvPr/>
          </p:nvSpPr>
          <p:spPr>
            <a:xfrm>
              <a:off x="202875" y="3439961"/>
              <a:ext cx="161629" cy="154467"/>
            </a:xfrm>
            <a:custGeom>
              <a:rect b="b" l="l" r="r" t="t"/>
              <a:pathLst>
                <a:path extrusionOk="0" h="2696" w="2821">
                  <a:moveTo>
                    <a:pt x="191" y="0"/>
                  </a:moveTo>
                  <a:cubicBezTo>
                    <a:pt x="120" y="240"/>
                    <a:pt x="131" y="490"/>
                    <a:pt x="93" y="730"/>
                  </a:cubicBezTo>
                  <a:cubicBezTo>
                    <a:pt x="1" y="1350"/>
                    <a:pt x="180" y="1748"/>
                    <a:pt x="752" y="1971"/>
                  </a:cubicBezTo>
                  <a:cubicBezTo>
                    <a:pt x="1427" y="2232"/>
                    <a:pt x="2113" y="2456"/>
                    <a:pt x="2793" y="2695"/>
                  </a:cubicBezTo>
                  <a:cubicBezTo>
                    <a:pt x="2821" y="2543"/>
                    <a:pt x="2734" y="2439"/>
                    <a:pt x="2652" y="2330"/>
                  </a:cubicBezTo>
                  <a:cubicBezTo>
                    <a:pt x="2162" y="2080"/>
                    <a:pt x="1639" y="1906"/>
                    <a:pt x="1117" y="1753"/>
                  </a:cubicBezTo>
                  <a:cubicBezTo>
                    <a:pt x="589" y="1606"/>
                    <a:pt x="316" y="1263"/>
                    <a:pt x="322" y="724"/>
                  </a:cubicBezTo>
                  <a:cubicBezTo>
                    <a:pt x="327" y="468"/>
                    <a:pt x="251" y="240"/>
                    <a:pt x="191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4"/>
            <p:cNvSpPr/>
            <p:nvPr/>
          </p:nvSpPr>
          <p:spPr>
            <a:xfrm>
              <a:off x="2248676" y="471216"/>
              <a:ext cx="155728" cy="104621"/>
            </a:xfrm>
            <a:custGeom>
              <a:rect b="b" l="l" r="r" t="t"/>
              <a:pathLst>
                <a:path extrusionOk="0" h="1826" w="2718">
                  <a:moveTo>
                    <a:pt x="1139" y="1"/>
                  </a:moveTo>
                  <a:cubicBezTo>
                    <a:pt x="1052" y="88"/>
                    <a:pt x="1150" y="120"/>
                    <a:pt x="1188" y="164"/>
                  </a:cubicBezTo>
                  <a:cubicBezTo>
                    <a:pt x="1503" y="550"/>
                    <a:pt x="1797" y="953"/>
                    <a:pt x="2151" y="1313"/>
                  </a:cubicBezTo>
                  <a:cubicBezTo>
                    <a:pt x="1678" y="1155"/>
                    <a:pt x="1275" y="855"/>
                    <a:pt x="790" y="757"/>
                  </a:cubicBezTo>
                  <a:cubicBezTo>
                    <a:pt x="653" y="729"/>
                    <a:pt x="512" y="690"/>
                    <a:pt x="374" y="690"/>
                  </a:cubicBezTo>
                  <a:cubicBezTo>
                    <a:pt x="244" y="690"/>
                    <a:pt x="117" y="725"/>
                    <a:pt x="1" y="839"/>
                  </a:cubicBezTo>
                  <a:cubicBezTo>
                    <a:pt x="70" y="846"/>
                    <a:pt x="140" y="847"/>
                    <a:pt x="211" y="847"/>
                  </a:cubicBezTo>
                  <a:cubicBezTo>
                    <a:pt x="236" y="847"/>
                    <a:pt x="261" y="847"/>
                    <a:pt x="287" y="847"/>
                  </a:cubicBezTo>
                  <a:cubicBezTo>
                    <a:pt x="450" y="847"/>
                    <a:pt x="612" y="852"/>
                    <a:pt x="763" y="931"/>
                  </a:cubicBezTo>
                  <a:cubicBezTo>
                    <a:pt x="1318" y="1220"/>
                    <a:pt x="1944" y="1367"/>
                    <a:pt x="2462" y="1737"/>
                  </a:cubicBezTo>
                  <a:cubicBezTo>
                    <a:pt x="2500" y="1764"/>
                    <a:pt x="2544" y="1826"/>
                    <a:pt x="2595" y="1826"/>
                  </a:cubicBezTo>
                  <a:cubicBezTo>
                    <a:pt x="2616" y="1826"/>
                    <a:pt x="2639" y="1815"/>
                    <a:pt x="2663" y="1786"/>
                  </a:cubicBezTo>
                  <a:cubicBezTo>
                    <a:pt x="2717" y="1726"/>
                    <a:pt x="2690" y="1655"/>
                    <a:pt x="2652" y="1590"/>
                  </a:cubicBezTo>
                  <a:cubicBezTo>
                    <a:pt x="2282" y="931"/>
                    <a:pt x="1776" y="403"/>
                    <a:pt x="1139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4"/>
            <p:cNvSpPr/>
            <p:nvPr/>
          </p:nvSpPr>
          <p:spPr>
            <a:xfrm>
              <a:off x="4466990" y="2068114"/>
              <a:ext cx="81703" cy="85255"/>
            </a:xfrm>
            <a:custGeom>
              <a:rect b="b" l="l" r="r" t="t"/>
              <a:pathLst>
                <a:path extrusionOk="0" h="1488" w="1426">
                  <a:moveTo>
                    <a:pt x="810" y="1"/>
                  </a:moveTo>
                  <a:cubicBezTo>
                    <a:pt x="791" y="1"/>
                    <a:pt x="772" y="1"/>
                    <a:pt x="752" y="2"/>
                  </a:cubicBezTo>
                  <a:cubicBezTo>
                    <a:pt x="629" y="5"/>
                    <a:pt x="507" y="52"/>
                    <a:pt x="384" y="52"/>
                  </a:cubicBezTo>
                  <a:cubicBezTo>
                    <a:pt x="327" y="52"/>
                    <a:pt x="270" y="42"/>
                    <a:pt x="213" y="13"/>
                  </a:cubicBezTo>
                  <a:cubicBezTo>
                    <a:pt x="198" y="14"/>
                    <a:pt x="182" y="14"/>
                    <a:pt x="166" y="14"/>
                  </a:cubicBezTo>
                  <a:cubicBezTo>
                    <a:pt x="133" y="14"/>
                    <a:pt x="100" y="14"/>
                    <a:pt x="82" y="29"/>
                  </a:cubicBezTo>
                  <a:cubicBezTo>
                    <a:pt x="1" y="94"/>
                    <a:pt x="88" y="121"/>
                    <a:pt x="126" y="149"/>
                  </a:cubicBezTo>
                  <a:cubicBezTo>
                    <a:pt x="342" y="291"/>
                    <a:pt x="548" y="449"/>
                    <a:pt x="823" y="449"/>
                  </a:cubicBezTo>
                  <a:cubicBezTo>
                    <a:pt x="832" y="449"/>
                    <a:pt x="841" y="448"/>
                    <a:pt x="850" y="448"/>
                  </a:cubicBezTo>
                  <a:cubicBezTo>
                    <a:pt x="886" y="441"/>
                    <a:pt x="918" y="437"/>
                    <a:pt x="946" y="437"/>
                  </a:cubicBezTo>
                  <a:cubicBezTo>
                    <a:pt x="1088" y="437"/>
                    <a:pt x="1133" y="528"/>
                    <a:pt x="1133" y="709"/>
                  </a:cubicBezTo>
                  <a:cubicBezTo>
                    <a:pt x="1127" y="965"/>
                    <a:pt x="1073" y="1232"/>
                    <a:pt x="1176" y="1488"/>
                  </a:cubicBezTo>
                  <a:cubicBezTo>
                    <a:pt x="1296" y="1450"/>
                    <a:pt x="1253" y="1330"/>
                    <a:pt x="1329" y="1286"/>
                  </a:cubicBezTo>
                  <a:cubicBezTo>
                    <a:pt x="1351" y="1052"/>
                    <a:pt x="1389" y="824"/>
                    <a:pt x="1405" y="590"/>
                  </a:cubicBezTo>
                  <a:cubicBezTo>
                    <a:pt x="1426" y="173"/>
                    <a:pt x="1228" y="1"/>
                    <a:pt x="810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4"/>
            <p:cNvSpPr/>
            <p:nvPr/>
          </p:nvSpPr>
          <p:spPr>
            <a:xfrm>
              <a:off x="2554856" y="2089255"/>
              <a:ext cx="133039" cy="53227"/>
            </a:xfrm>
            <a:custGeom>
              <a:rect b="b" l="l" r="r" t="t"/>
              <a:pathLst>
                <a:path extrusionOk="0" h="929" w="2322">
                  <a:moveTo>
                    <a:pt x="195" y="1"/>
                  </a:moveTo>
                  <a:cubicBezTo>
                    <a:pt x="0" y="1"/>
                    <a:pt x="56" y="132"/>
                    <a:pt x="106" y="264"/>
                  </a:cubicBezTo>
                  <a:cubicBezTo>
                    <a:pt x="255" y="619"/>
                    <a:pt x="783" y="918"/>
                    <a:pt x="1219" y="918"/>
                  </a:cubicBezTo>
                  <a:cubicBezTo>
                    <a:pt x="1278" y="918"/>
                    <a:pt x="1336" y="913"/>
                    <a:pt x="1391" y="901"/>
                  </a:cubicBezTo>
                  <a:cubicBezTo>
                    <a:pt x="1461" y="888"/>
                    <a:pt x="1531" y="851"/>
                    <a:pt x="1598" y="851"/>
                  </a:cubicBezTo>
                  <a:cubicBezTo>
                    <a:pt x="1646" y="851"/>
                    <a:pt x="1691" y="870"/>
                    <a:pt x="1734" y="928"/>
                  </a:cubicBezTo>
                  <a:lnTo>
                    <a:pt x="2322" y="928"/>
                  </a:lnTo>
                  <a:cubicBezTo>
                    <a:pt x="2178" y="703"/>
                    <a:pt x="1920" y="642"/>
                    <a:pt x="1685" y="642"/>
                  </a:cubicBezTo>
                  <a:cubicBezTo>
                    <a:pt x="1654" y="642"/>
                    <a:pt x="1623" y="643"/>
                    <a:pt x="1592" y="645"/>
                  </a:cubicBezTo>
                  <a:cubicBezTo>
                    <a:pt x="1547" y="649"/>
                    <a:pt x="1503" y="650"/>
                    <a:pt x="1460" y="650"/>
                  </a:cubicBezTo>
                  <a:cubicBezTo>
                    <a:pt x="936" y="650"/>
                    <a:pt x="559" y="410"/>
                    <a:pt x="242" y="3"/>
                  </a:cubicBezTo>
                  <a:cubicBezTo>
                    <a:pt x="225" y="1"/>
                    <a:pt x="209" y="1"/>
                    <a:pt x="195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4"/>
            <p:cNvSpPr/>
            <p:nvPr/>
          </p:nvSpPr>
          <p:spPr>
            <a:xfrm>
              <a:off x="2152308" y="527536"/>
              <a:ext cx="63712" cy="73509"/>
            </a:xfrm>
            <a:custGeom>
              <a:rect b="b" l="l" r="r" t="t"/>
              <a:pathLst>
                <a:path extrusionOk="0" h="1283" w="1112">
                  <a:moveTo>
                    <a:pt x="722" y="0"/>
                  </a:moveTo>
                  <a:cubicBezTo>
                    <a:pt x="470" y="0"/>
                    <a:pt x="188" y="88"/>
                    <a:pt x="148" y="226"/>
                  </a:cubicBezTo>
                  <a:cubicBezTo>
                    <a:pt x="1" y="727"/>
                    <a:pt x="453" y="716"/>
                    <a:pt x="736" y="841"/>
                  </a:cubicBezTo>
                  <a:cubicBezTo>
                    <a:pt x="643" y="1026"/>
                    <a:pt x="333" y="1010"/>
                    <a:pt x="409" y="1282"/>
                  </a:cubicBezTo>
                  <a:cubicBezTo>
                    <a:pt x="567" y="1190"/>
                    <a:pt x="730" y="1097"/>
                    <a:pt x="888" y="999"/>
                  </a:cubicBezTo>
                  <a:cubicBezTo>
                    <a:pt x="970" y="950"/>
                    <a:pt x="1111" y="928"/>
                    <a:pt x="1084" y="787"/>
                  </a:cubicBezTo>
                  <a:cubicBezTo>
                    <a:pt x="1057" y="667"/>
                    <a:pt x="942" y="634"/>
                    <a:pt x="844" y="596"/>
                  </a:cubicBezTo>
                  <a:cubicBezTo>
                    <a:pt x="676" y="531"/>
                    <a:pt x="485" y="515"/>
                    <a:pt x="349" y="346"/>
                  </a:cubicBezTo>
                  <a:cubicBezTo>
                    <a:pt x="567" y="177"/>
                    <a:pt x="834" y="204"/>
                    <a:pt x="1040" y="68"/>
                  </a:cubicBezTo>
                  <a:cubicBezTo>
                    <a:pt x="963" y="21"/>
                    <a:pt x="846" y="0"/>
                    <a:pt x="722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4"/>
            <p:cNvSpPr/>
            <p:nvPr/>
          </p:nvSpPr>
          <p:spPr>
            <a:xfrm>
              <a:off x="3249548" y="3315804"/>
              <a:ext cx="53456" cy="76202"/>
            </a:xfrm>
            <a:custGeom>
              <a:rect b="b" l="l" r="r" t="t"/>
              <a:pathLst>
                <a:path extrusionOk="0" h="1330" w="933">
                  <a:moveTo>
                    <a:pt x="258" y="1"/>
                  </a:moveTo>
                  <a:cubicBezTo>
                    <a:pt x="127" y="93"/>
                    <a:pt x="214" y="256"/>
                    <a:pt x="94" y="322"/>
                  </a:cubicBezTo>
                  <a:cubicBezTo>
                    <a:pt x="67" y="578"/>
                    <a:pt x="34" y="833"/>
                    <a:pt x="13" y="1089"/>
                  </a:cubicBezTo>
                  <a:cubicBezTo>
                    <a:pt x="0" y="1230"/>
                    <a:pt x="63" y="1330"/>
                    <a:pt x="156" y="1330"/>
                  </a:cubicBezTo>
                  <a:cubicBezTo>
                    <a:pt x="189" y="1330"/>
                    <a:pt x="225" y="1318"/>
                    <a:pt x="263" y="1291"/>
                  </a:cubicBezTo>
                  <a:cubicBezTo>
                    <a:pt x="497" y="1127"/>
                    <a:pt x="791" y="1024"/>
                    <a:pt x="933" y="746"/>
                  </a:cubicBezTo>
                  <a:cubicBezTo>
                    <a:pt x="868" y="684"/>
                    <a:pt x="807" y="661"/>
                    <a:pt x="747" y="661"/>
                  </a:cubicBezTo>
                  <a:cubicBezTo>
                    <a:pt x="640" y="661"/>
                    <a:pt x="539" y="736"/>
                    <a:pt x="437" y="795"/>
                  </a:cubicBezTo>
                  <a:cubicBezTo>
                    <a:pt x="402" y="817"/>
                    <a:pt x="371" y="866"/>
                    <a:pt x="327" y="866"/>
                  </a:cubicBezTo>
                  <a:cubicBezTo>
                    <a:pt x="316" y="866"/>
                    <a:pt x="304" y="863"/>
                    <a:pt x="290" y="855"/>
                  </a:cubicBezTo>
                  <a:cubicBezTo>
                    <a:pt x="214" y="812"/>
                    <a:pt x="247" y="736"/>
                    <a:pt x="263" y="670"/>
                  </a:cubicBezTo>
                  <a:cubicBezTo>
                    <a:pt x="301" y="452"/>
                    <a:pt x="328" y="235"/>
                    <a:pt x="258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24"/>
            <p:cNvSpPr/>
            <p:nvPr/>
          </p:nvSpPr>
          <p:spPr>
            <a:xfrm>
              <a:off x="2494239" y="3093790"/>
              <a:ext cx="42398" cy="86401"/>
            </a:xfrm>
            <a:custGeom>
              <a:rect b="b" l="l" r="r" t="t"/>
              <a:pathLst>
                <a:path extrusionOk="0" h="1508" w="740">
                  <a:moveTo>
                    <a:pt x="63" y="0"/>
                  </a:moveTo>
                  <a:cubicBezTo>
                    <a:pt x="0" y="0"/>
                    <a:pt x="56" y="129"/>
                    <a:pt x="26" y="163"/>
                  </a:cubicBezTo>
                  <a:cubicBezTo>
                    <a:pt x="163" y="647"/>
                    <a:pt x="315" y="1126"/>
                    <a:pt x="663" y="1507"/>
                  </a:cubicBezTo>
                  <a:cubicBezTo>
                    <a:pt x="740" y="1230"/>
                    <a:pt x="380" y="174"/>
                    <a:pt x="152" y="38"/>
                  </a:cubicBezTo>
                  <a:cubicBezTo>
                    <a:pt x="109" y="11"/>
                    <a:pt x="81" y="0"/>
                    <a:pt x="63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24"/>
            <p:cNvSpPr/>
            <p:nvPr/>
          </p:nvSpPr>
          <p:spPr>
            <a:xfrm>
              <a:off x="2967947" y="2153940"/>
              <a:ext cx="96026" cy="90297"/>
            </a:xfrm>
            <a:custGeom>
              <a:rect b="b" l="l" r="r" t="t"/>
              <a:pathLst>
                <a:path extrusionOk="0" h="1576" w="1676">
                  <a:moveTo>
                    <a:pt x="120" y="1"/>
                  </a:moveTo>
                  <a:cubicBezTo>
                    <a:pt x="28" y="17"/>
                    <a:pt x="1" y="33"/>
                    <a:pt x="99" y="110"/>
                  </a:cubicBezTo>
                  <a:cubicBezTo>
                    <a:pt x="632" y="518"/>
                    <a:pt x="1226" y="866"/>
                    <a:pt x="1541" y="1503"/>
                  </a:cubicBezTo>
                  <a:cubicBezTo>
                    <a:pt x="1552" y="1536"/>
                    <a:pt x="1585" y="1574"/>
                    <a:pt x="1607" y="1574"/>
                  </a:cubicBezTo>
                  <a:cubicBezTo>
                    <a:pt x="1612" y="1575"/>
                    <a:pt x="1618" y="1575"/>
                    <a:pt x="1622" y="1575"/>
                  </a:cubicBezTo>
                  <a:cubicBezTo>
                    <a:pt x="1676" y="1575"/>
                    <a:pt x="1667" y="1522"/>
                    <a:pt x="1672" y="1482"/>
                  </a:cubicBezTo>
                  <a:cubicBezTo>
                    <a:pt x="1601" y="1324"/>
                    <a:pt x="1547" y="1171"/>
                    <a:pt x="1432" y="1024"/>
                  </a:cubicBezTo>
                  <a:cubicBezTo>
                    <a:pt x="1068" y="583"/>
                    <a:pt x="594" y="295"/>
                    <a:pt x="120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4"/>
            <p:cNvSpPr/>
            <p:nvPr/>
          </p:nvSpPr>
          <p:spPr>
            <a:xfrm>
              <a:off x="2715337" y="2181384"/>
              <a:ext cx="41195" cy="95855"/>
            </a:xfrm>
            <a:custGeom>
              <a:rect b="b" l="l" r="r" t="t"/>
              <a:pathLst>
                <a:path extrusionOk="0" h="1673" w="719">
                  <a:moveTo>
                    <a:pt x="82" y="1"/>
                  </a:moveTo>
                  <a:cubicBezTo>
                    <a:pt x="55" y="39"/>
                    <a:pt x="0" y="88"/>
                    <a:pt x="11" y="110"/>
                  </a:cubicBezTo>
                  <a:cubicBezTo>
                    <a:pt x="207" y="611"/>
                    <a:pt x="299" y="1155"/>
                    <a:pt x="588" y="1623"/>
                  </a:cubicBezTo>
                  <a:cubicBezTo>
                    <a:pt x="605" y="1655"/>
                    <a:pt x="627" y="1673"/>
                    <a:pt x="652" y="1673"/>
                  </a:cubicBezTo>
                  <a:cubicBezTo>
                    <a:pt x="673" y="1673"/>
                    <a:pt x="696" y="1659"/>
                    <a:pt x="719" y="1629"/>
                  </a:cubicBezTo>
                  <a:cubicBezTo>
                    <a:pt x="670" y="1498"/>
                    <a:pt x="621" y="1367"/>
                    <a:pt x="577" y="1231"/>
                  </a:cubicBezTo>
                  <a:cubicBezTo>
                    <a:pt x="452" y="807"/>
                    <a:pt x="343" y="376"/>
                    <a:pt x="82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4"/>
            <p:cNvSpPr/>
            <p:nvPr/>
          </p:nvSpPr>
          <p:spPr>
            <a:xfrm>
              <a:off x="857575" y="3196347"/>
              <a:ext cx="70244" cy="20168"/>
            </a:xfrm>
            <a:custGeom>
              <a:rect b="b" l="l" r="r" t="t"/>
              <a:pathLst>
                <a:path extrusionOk="0" h="352" w="1226">
                  <a:moveTo>
                    <a:pt x="932" y="1"/>
                  </a:moveTo>
                  <a:cubicBezTo>
                    <a:pt x="830" y="88"/>
                    <a:pt x="747" y="201"/>
                    <a:pt x="601" y="201"/>
                  </a:cubicBezTo>
                  <a:cubicBezTo>
                    <a:pt x="566" y="201"/>
                    <a:pt x="528" y="195"/>
                    <a:pt x="485" y="180"/>
                  </a:cubicBezTo>
                  <a:cubicBezTo>
                    <a:pt x="400" y="149"/>
                    <a:pt x="305" y="144"/>
                    <a:pt x="209" y="144"/>
                  </a:cubicBezTo>
                  <a:cubicBezTo>
                    <a:pt x="176" y="144"/>
                    <a:pt x="142" y="145"/>
                    <a:pt x="108" y="145"/>
                  </a:cubicBezTo>
                  <a:cubicBezTo>
                    <a:pt x="72" y="145"/>
                    <a:pt x="36" y="144"/>
                    <a:pt x="1" y="142"/>
                  </a:cubicBezTo>
                  <a:lnTo>
                    <a:pt x="1" y="142"/>
                  </a:lnTo>
                  <a:cubicBezTo>
                    <a:pt x="239" y="243"/>
                    <a:pt x="475" y="352"/>
                    <a:pt x="728" y="352"/>
                  </a:cubicBezTo>
                  <a:cubicBezTo>
                    <a:pt x="886" y="352"/>
                    <a:pt x="1050" y="309"/>
                    <a:pt x="1226" y="197"/>
                  </a:cubicBezTo>
                  <a:cubicBezTo>
                    <a:pt x="1100" y="115"/>
                    <a:pt x="1013" y="55"/>
                    <a:pt x="932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24"/>
            <p:cNvSpPr/>
            <p:nvPr/>
          </p:nvSpPr>
          <p:spPr>
            <a:xfrm>
              <a:off x="772436" y="3403751"/>
              <a:ext cx="40909" cy="11287"/>
            </a:xfrm>
            <a:custGeom>
              <a:rect b="b" l="l" r="r" t="t"/>
              <a:pathLst>
                <a:path extrusionOk="0" h="197" w="714">
                  <a:moveTo>
                    <a:pt x="478" y="1"/>
                  </a:moveTo>
                  <a:cubicBezTo>
                    <a:pt x="306" y="1"/>
                    <a:pt x="152" y="87"/>
                    <a:pt x="0" y="197"/>
                  </a:cubicBezTo>
                  <a:cubicBezTo>
                    <a:pt x="7" y="197"/>
                    <a:pt x="13" y="197"/>
                    <a:pt x="20" y="197"/>
                  </a:cubicBezTo>
                  <a:cubicBezTo>
                    <a:pt x="262" y="197"/>
                    <a:pt x="480" y="98"/>
                    <a:pt x="714" y="55"/>
                  </a:cubicBezTo>
                  <a:cubicBezTo>
                    <a:pt x="631" y="17"/>
                    <a:pt x="553" y="1"/>
                    <a:pt x="478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24"/>
            <p:cNvSpPr/>
            <p:nvPr/>
          </p:nvSpPr>
          <p:spPr>
            <a:xfrm>
              <a:off x="1527573" y="2504235"/>
              <a:ext cx="15011" cy="31226"/>
            </a:xfrm>
            <a:custGeom>
              <a:rect b="b" l="l" r="r" t="t"/>
              <a:pathLst>
                <a:path extrusionOk="0" h="545" w="262">
                  <a:moveTo>
                    <a:pt x="105" y="1"/>
                  </a:moveTo>
                  <a:cubicBezTo>
                    <a:pt x="90" y="1"/>
                    <a:pt x="76" y="16"/>
                    <a:pt x="60" y="60"/>
                  </a:cubicBezTo>
                  <a:cubicBezTo>
                    <a:pt x="0" y="224"/>
                    <a:pt x="66" y="381"/>
                    <a:pt x="71" y="545"/>
                  </a:cubicBezTo>
                  <a:cubicBezTo>
                    <a:pt x="175" y="452"/>
                    <a:pt x="82" y="251"/>
                    <a:pt x="262" y="202"/>
                  </a:cubicBezTo>
                  <a:cubicBezTo>
                    <a:pt x="240" y="158"/>
                    <a:pt x="218" y="109"/>
                    <a:pt x="196" y="66"/>
                  </a:cubicBezTo>
                  <a:cubicBezTo>
                    <a:pt x="195" y="66"/>
                    <a:pt x="193" y="66"/>
                    <a:pt x="192" y="66"/>
                  </a:cubicBezTo>
                  <a:cubicBezTo>
                    <a:pt x="163" y="66"/>
                    <a:pt x="135" y="1"/>
                    <a:pt x="105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4"/>
            <p:cNvSpPr/>
            <p:nvPr/>
          </p:nvSpPr>
          <p:spPr>
            <a:xfrm>
              <a:off x="983565" y="2642715"/>
              <a:ext cx="948175" cy="641589"/>
            </a:xfrm>
            <a:custGeom>
              <a:rect b="b" l="l" r="r" t="t"/>
              <a:pathLst>
                <a:path extrusionOk="0" h="11198" w="16549">
                  <a:moveTo>
                    <a:pt x="306" y="0"/>
                  </a:moveTo>
                  <a:cubicBezTo>
                    <a:pt x="284" y="202"/>
                    <a:pt x="295" y="311"/>
                    <a:pt x="262" y="409"/>
                  </a:cubicBezTo>
                  <a:cubicBezTo>
                    <a:pt x="1" y="1149"/>
                    <a:pt x="50" y="1879"/>
                    <a:pt x="344" y="2597"/>
                  </a:cubicBezTo>
                  <a:cubicBezTo>
                    <a:pt x="398" y="2728"/>
                    <a:pt x="398" y="2859"/>
                    <a:pt x="377" y="3006"/>
                  </a:cubicBezTo>
                  <a:cubicBezTo>
                    <a:pt x="317" y="3425"/>
                    <a:pt x="251" y="3849"/>
                    <a:pt x="774" y="4083"/>
                  </a:cubicBezTo>
                  <a:cubicBezTo>
                    <a:pt x="1041" y="4203"/>
                    <a:pt x="926" y="4454"/>
                    <a:pt x="801" y="4622"/>
                  </a:cubicBezTo>
                  <a:cubicBezTo>
                    <a:pt x="681" y="4786"/>
                    <a:pt x="573" y="4949"/>
                    <a:pt x="496" y="5134"/>
                  </a:cubicBezTo>
                  <a:cubicBezTo>
                    <a:pt x="502" y="5134"/>
                    <a:pt x="507" y="5134"/>
                    <a:pt x="512" y="5134"/>
                  </a:cubicBezTo>
                  <a:cubicBezTo>
                    <a:pt x="675" y="5134"/>
                    <a:pt x="817" y="5212"/>
                    <a:pt x="970" y="5265"/>
                  </a:cubicBezTo>
                  <a:cubicBezTo>
                    <a:pt x="2440" y="5766"/>
                    <a:pt x="3757" y="6604"/>
                    <a:pt x="5162" y="7252"/>
                  </a:cubicBezTo>
                  <a:cubicBezTo>
                    <a:pt x="6654" y="7943"/>
                    <a:pt x="8123" y="8695"/>
                    <a:pt x="9626" y="9364"/>
                  </a:cubicBezTo>
                  <a:cubicBezTo>
                    <a:pt x="10568" y="9778"/>
                    <a:pt x="11510" y="10213"/>
                    <a:pt x="12506" y="10502"/>
                  </a:cubicBezTo>
                  <a:cubicBezTo>
                    <a:pt x="13148" y="10687"/>
                    <a:pt x="13812" y="10752"/>
                    <a:pt x="14471" y="10867"/>
                  </a:cubicBezTo>
                  <a:cubicBezTo>
                    <a:pt x="14956" y="10948"/>
                    <a:pt x="15429" y="11074"/>
                    <a:pt x="15914" y="11177"/>
                  </a:cubicBezTo>
                  <a:cubicBezTo>
                    <a:pt x="15978" y="11191"/>
                    <a:pt x="16037" y="11197"/>
                    <a:pt x="16092" y="11197"/>
                  </a:cubicBezTo>
                  <a:cubicBezTo>
                    <a:pt x="16403" y="11197"/>
                    <a:pt x="16548" y="10979"/>
                    <a:pt x="16442" y="10627"/>
                  </a:cubicBezTo>
                  <a:cubicBezTo>
                    <a:pt x="16262" y="10017"/>
                    <a:pt x="15734" y="9881"/>
                    <a:pt x="15212" y="9734"/>
                  </a:cubicBezTo>
                  <a:lnTo>
                    <a:pt x="15212" y="9734"/>
                  </a:lnTo>
                  <a:cubicBezTo>
                    <a:pt x="15304" y="10028"/>
                    <a:pt x="15620" y="10045"/>
                    <a:pt x="15783" y="10208"/>
                  </a:cubicBezTo>
                  <a:cubicBezTo>
                    <a:pt x="15685" y="10159"/>
                    <a:pt x="15565" y="10094"/>
                    <a:pt x="15446" y="10028"/>
                  </a:cubicBezTo>
                  <a:cubicBezTo>
                    <a:pt x="13981" y="9266"/>
                    <a:pt x="12402" y="8765"/>
                    <a:pt x="10894" y="8096"/>
                  </a:cubicBezTo>
                  <a:cubicBezTo>
                    <a:pt x="9659" y="7546"/>
                    <a:pt x="8385" y="7083"/>
                    <a:pt x="7225" y="6370"/>
                  </a:cubicBezTo>
                  <a:cubicBezTo>
                    <a:pt x="6436" y="5891"/>
                    <a:pt x="5701" y="5336"/>
                    <a:pt x="4890" y="4900"/>
                  </a:cubicBezTo>
                  <a:lnTo>
                    <a:pt x="4890" y="4900"/>
                  </a:lnTo>
                  <a:cubicBezTo>
                    <a:pt x="5298" y="5091"/>
                    <a:pt x="5668" y="5341"/>
                    <a:pt x="6049" y="5570"/>
                  </a:cubicBezTo>
                  <a:cubicBezTo>
                    <a:pt x="7160" y="6228"/>
                    <a:pt x="8221" y="6985"/>
                    <a:pt x="9463" y="7404"/>
                  </a:cubicBezTo>
                  <a:cubicBezTo>
                    <a:pt x="9609" y="7454"/>
                    <a:pt x="9743" y="7572"/>
                    <a:pt x="9900" y="7572"/>
                  </a:cubicBezTo>
                  <a:cubicBezTo>
                    <a:pt x="9948" y="7572"/>
                    <a:pt x="9998" y="7561"/>
                    <a:pt x="10051" y="7535"/>
                  </a:cubicBezTo>
                  <a:cubicBezTo>
                    <a:pt x="9866" y="7328"/>
                    <a:pt x="9626" y="7214"/>
                    <a:pt x="9370" y="7110"/>
                  </a:cubicBezTo>
                  <a:cubicBezTo>
                    <a:pt x="8913" y="6931"/>
                    <a:pt x="8456" y="6751"/>
                    <a:pt x="8091" y="6397"/>
                  </a:cubicBezTo>
                  <a:cubicBezTo>
                    <a:pt x="7857" y="6163"/>
                    <a:pt x="7579" y="5983"/>
                    <a:pt x="7301" y="5809"/>
                  </a:cubicBezTo>
                  <a:cubicBezTo>
                    <a:pt x="6354" y="5210"/>
                    <a:pt x="5396" y="4617"/>
                    <a:pt x="4465" y="3996"/>
                  </a:cubicBezTo>
                  <a:cubicBezTo>
                    <a:pt x="3986" y="3675"/>
                    <a:pt x="3556" y="3300"/>
                    <a:pt x="3099" y="2946"/>
                  </a:cubicBezTo>
                  <a:lnTo>
                    <a:pt x="3099" y="2946"/>
                  </a:lnTo>
                  <a:cubicBezTo>
                    <a:pt x="3142" y="3038"/>
                    <a:pt x="3186" y="3131"/>
                    <a:pt x="3229" y="3223"/>
                  </a:cubicBezTo>
                  <a:cubicBezTo>
                    <a:pt x="2081" y="2336"/>
                    <a:pt x="916" y="1481"/>
                    <a:pt x="306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4"/>
            <p:cNvSpPr/>
            <p:nvPr/>
          </p:nvSpPr>
          <p:spPr>
            <a:xfrm>
              <a:off x="2247473" y="2065364"/>
              <a:ext cx="803505" cy="923080"/>
            </a:xfrm>
            <a:custGeom>
              <a:rect b="b" l="l" r="r" t="t"/>
              <a:pathLst>
                <a:path extrusionOk="0" h="16111" w="14024">
                  <a:moveTo>
                    <a:pt x="82" y="1"/>
                  </a:moveTo>
                  <a:cubicBezTo>
                    <a:pt x="0" y="93"/>
                    <a:pt x="27" y="202"/>
                    <a:pt x="76" y="289"/>
                  </a:cubicBezTo>
                  <a:cubicBezTo>
                    <a:pt x="207" y="529"/>
                    <a:pt x="256" y="790"/>
                    <a:pt x="299" y="1051"/>
                  </a:cubicBezTo>
                  <a:cubicBezTo>
                    <a:pt x="490" y="1177"/>
                    <a:pt x="659" y="1334"/>
                    <a:pt x="773" y="1520"/>
                  </a:cubicBezTo>
                  <a:cubicBezTo>
                    <a:pt x="1138" y="2097"/>
                    <a:pt x="1628" y="2554"/>
                    <a:pt x="2096" y="3028"/>
                  </a:cubicBezTo>
                  <a:cubicBezTo>
                    <a:pt x="2238" y="3169"/>
                    <a:pt x="2439" y="3240"/>
                    <a:pt x="2542" y="3425"/>
                  </a:cubicBezTo>
                  <a:cubicBezTo>
                    <a:pt x="3234" y="4623"/>
                    <a:pt x="4317" y="5515"/>
                    <a:pt x="5030" y="6702"/>
                  </a:cubicBezTo>
                  <a:cubicBezTo>
                    <a:pt x="5613" y="7666"/>
                    <a:pt x="6511" y="8428"/>
                    <a:pt x="6990" y="9484"/>
                  </a:cubicBezTo>
                  <a:cubicBezTo>
                    <a:pt x="7023" y="9555"/>
                    <a:pt x="7083" y="9615"/>
                    <a:pt x="7126" y="9686"/>
                  </a:cubicBezTo>
                  <a:cubicBezTo>
                    <a:pt x="7589" y="10339"/>
                    <a:pt x="8090" y="10965"/>
                    <a:pt x="8493" y="11651"/>
                  </a:cubicBezTo>
                  <a:cubicBezTo>
                    <a:pt x="9451" y="13279"/>
                    <a:pt x="10654" y="14634"/>
                    <a:pt x="12412" y="15418"/>
                  </a:cubicBezTo>
                  <a:cubicBezTo>
                    <a:pt x="12423" y="15420"/>
                    <a:pt x="12434" y="15421"/>
                    <a:pt x="12443" y="15421"/>
                  </a:cubicBezTo>
                  <a:cubicBezTo>
                    <a:pt x="12542" y="15421"/>
                    <a:pt x="12564" y="15325"/>
                    <a:pt x="12614" y="15260"/>
                  </a:cubicBezTo>
                  <a:cubicBezTo>
                    <a:pt x="12720" y="15113"/>
                    <a:pt x="12824" y="15040"/>
                    <a:pt x="12931" y="15040"/>
                  </a:cubicBezTo>
                  <a:cubicBezTo>
                    <a:pt x="13027" y="15040"/>
                    <a:pt x="13127" y="15098"/>
                    <a:pt x="13234" y="15217"/>
                  </a:cubicBezTo>
                  <a:cubicBezTo>
                    <a:pt x="13316" y="15309"/>
                    <a:pt x="13387" y="15413"/>
                    <a:pt x="13425" y="15549"/>
                  </a:cubicBezTo>
                  <a:cubicBezTo>
                    <a:pt x="13294" y="15467"/>
                    <a:pt x="13213" y="15347"/>
                    <a:pt x="13082" y="15287"/>
                  </a:cubicBezTo>
                  <a:cubicBezTo>
                    <a:pt x="13016" y="15257"/>
                    <a:pt x="12961" y="15241"/>
                    <a:pt x="12916" y="15241"/>
                  </a:cubicBezTo>
                  <a:cubicBezTo>
                    <a:pt x="12801" y="15241"/>
                    <a:pt x="12753" y="15343"/>
                    <a:pt x="12761" y="15554"/>
                  </a:cubicBezTo>
                  <a:cubicBezTo>
                    <a:pt x="12826" y="15707"/>
                    <a:pt x="12979" y="15766"/>
                    <a:pt x="13104" y="15832"/>
                  </a:cubicBezTo>
                  <a:cubicBezTo>
                    <a:pt x="13286" y="15931"/>
                    <a:pt x="13496" y="16111"/>
                    <a:pt x="13686" y="16111"/>
                  </a:cubicBezTo>
                  <a:cubicBezTo>
                    <a:pt x="13735" y="16111"/>
                    <a:pt x="13782" y="16099"/>
                    <a:pt x="13828" y="16071"/>
                  </a:cubicBezTo>
                  <a:cubicBezTo>
                    <a:pt x="14024" y="15952"/>
                    <a:pt x="13969" y="15603"/>
                    <a:pt x="13964" y="15347"/>
                  </a:cubicBezTo>
                  <a:cubicBezTo>
                    <a:pt x="12919" y="14683"/>
                    <a:pt x="11950" y="13964"/>
                    <a:pt x="11247" y="12897"/>
                  </a:cubicBezTo>
                  <a:cubicBezTo>
                    <a:pt x="10616" y="11934"/>
                    <a:pt x="9788" y="11101"/>
                    <a:pt x="9260" y="10056"/>
                  </a:cubicBezTo>
                  <a:cubicBezTo>
                    <a:pt x="9255" y="10050"/>
                    <a:pt x="9244" y="10045"/>
                    <a:pt x="9233" y="10034"/>
                  </a:cubicBezTo>
                  <a:cubicBezTo>
                    <a:pt x="9209" y="10062"/>
                    <a:pt x="9187" y="10072"/>
                    <a:pt x="9168" y="10072"/>
                  </a:cubicBezTo>
                  <a:cubicBezTo>
                    <a:pt x="9128" y="10072"/>
                    <a:pt x="9098" y="10025"/>
                    <a:pt x="9064" y="9996"/>
                  </a:cubicBezTo>
                  <a:cubicBezTo>
                    <a:pt x="8825" y="9773"/>
                    <a:pt x="8629" y="9500"/>
                    <a:pt x="8465" y="9223"/>
                  </a:cubicBezTo>
                  <a:cubicBezTo>
                    <a:pt x="7943" y="8352"/>
                    <a:pt x="7605" y="7361"/>
                    <a:pt x="6778" y="6697"/>
                  </a:cubicBezTo>
                  <a:cubicBezTo>
                    <a:pt x="6707" y="6637"/>
                    <a:pt x="6674" y="6539"/>
                    <a:pt x="6620" y="6463"/>
                  </a:cubicBezTo>
                  <a:cubicBezTo>
                    <a:pt x="6152" y="5880"/>
                    <a:pt x="5667" y="5314"/>
                    <a:pt x="5058" y="4873"/>
                  </a:cubicBezTo>
                  <a:cubicBezTo>
                    <a:pt x="4938" y="4900"/>
                    <a:pt x="4960" y="5047"/>
                    <a:pt x="4862" y="5102"/>
                  </a:cubicBezTo>
                  <a:cubicBezTo>
                    <a:pt x="4856" y="5064"/>
                    <a:pt x="4851" y="5025"/>
                    <a:pt x="4856" y="4993"/>
                  </a:cubicBezTo>
                  <a:cubicBezTo>
                    <a:pt x="4916" y="4715"/>
                    <a:pt x="4905" y="4568"/>
                    <a:pt x="4535" y="4508"/>
                  </a:cubicBezTo>
                  <a:cubicBezTo>
                    <a:pt x="4225" y="4459"/>
                    <a:pt x="3969" y="4182"/>
                    <a:pt x="3909" y="3817"/>
                  </a:cubicBezTo>
                  <a:cubicBezTo>
                    <a:pt x="3593" y="3365"/>
                    <a:pt x="3212" y="2973"/>
                    <a:pt x="2777" y="2630"/>
                  </a:cubicBezTo>
                  <a:cubicBezTo>
                    <a:pt x="2178" y="2162"/>
                    <a:pt x="1644" y="1628"/>
                    <a:pt x="1187" y="1019"/>
                  </a:cubicBezTo>
                  <a:cubicBezTo>
                    <a:pt x="887" y="621"/>
                    <a:pt x="534" y="246"/>
                    <a:pt x="82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4"/>
            <p:cNvSpPr/>
            <p:nvPr/>
          </p:nvSpPr>
          <p:spPr>
            <a:xfrm>
              <a:off x="1485461" y="2534315"/>
              <a:ext cx="515311" cy="669435"/>
            </a:xfrm>
            <a:custGeom>
              <a:rect b="b" l="l" r="r" t="t"/>
              <a:pathLst>
                <a:path extrusionOk="0" h="11684" w="8994">
                  <a:moveTo>
                    <a:pt x="3420" y="5625"/>
                  </a:moveTo>
                  <a:lnTo>
                    <a:pt x="3420" y="5625"/>
                  </a:lnTo>
                  <a:cubicBezTo>
                    <a:pt x="3447" y="5664"/>
                    <a:pt x="3477" y="5703"/>
                    <a:pt x="3495" y="5747"/>
                  </a:cubicBezTo>
                  <a:cubicBezTo>
                    <a:pt x="3470" y="5706"/>
                    <a:pt x="3445" y="5665"/>
                    <a:pt x="3420" y="5625"/>
                  </a:cubicBezTo>
                  <a:close/>
                  <a:moveTo>
                    <a:pt x="1107" y="0"/>
                  </a:moveTo>
                  <a:cubicBezTo>
                    <a:pt x="1082" y="0"/>
                    <a:pt x="1049" y="8"/>
                    <a:pt x="1008" y="25"/>
                  </a:cubicBezTo>
                  <a:cubicBezTo>
                    <a:pt x="980" y="597"/>
                    <a:pt x="768" y="1070"/>
                    <a:pt x="240" y="1354"/>
                  </a:cubicBezTo>
                  <a:cubicBezTo>
                    <a:pt x="77" y="1441"/>
                    <a:pt x="0" y="1566"/>
                    <a:pt x="11" y="1751"/>
                  </a:cubicBezTo>
                  <a:cubicBezTo>
                    <a:pt x="66" y="2415"/>
                    <a:pt x="234" y="3030"/>
                    <a:pt x="588" y="3607"/>
                  </a:cubicBezTo>
                  <a:cubicBezTo>
                    <a:pt x="1193" y="4593"/>
                    <a:pt x="1781" y="5594"/>
                    <a:pt x="2379" y="6591"/>
                  </a:cubicBezTo>
                  <a:cubicBezTo>
                    <a:pt x="2456" y="6721"/>
                    <a:pt x="2516" y="6863"/>
                    <a:pt x="2488" y="7021"/>
                  </a:cubicBezTo>
                  <a:cubicBezTo>
                    <a:pt x="2520" y="7006"/>
                    <a:pt x="2548" y="6999"/>
                    <a:pt x="2573" y="6999"/>
                  </a:cubicBezTo>
                  <a:cubicBezTo>
                    <a:pt x="2632" y="6999"/>
                    <a:pt x="2679" y="7035"/>
                    <a:pt x="2728" y="7091"/>
                  </a:cubicBezTo>
                  <a:cubicBezTo>
                    <a:pt x="3011" y="7402"/>
                    <a:pt x="3294" y="7718"/>
                    <a:pt x="3593" y="8012"/>
                  </a:cubicBezTo>
                  <a:cubicBezTo>
                    <a:pt x="4584" y="8997"/>
                    <a:pt x="5673" y="9873"/>
                    <a:pt x="6794" y="10712"/>
                  </a:cubicBezTo>
                  <a:cubicBezTo>
                    <a:pt x="7279" y="11071"/>
                    <a:pt x="7736" y="11447"/>
                    <a:pt x="8313" y="11643"/>
                  </a:cubicBezTo>
                  <a:cubicBezTo>
                    <a:pt x="8395" y="11668"/>
                    <a:pt x="8468" y="11683"/>
                    <a:pt x="8537" y="11683"/>
                  </a:cubicBezTo>
                  <a:cubicBezTo>
                    <a:pt x="8642" y="11683"/>
                    <a:pt x="8737" y="11649"/>
                    <a:pt x="8836" y="11566"/>
                  </a:cubicBezTo>
                  <a:cubicBezTo>
                    <a:pt x="8994" y="11425"/>
                    <a:pt x="8831" y="11311"/>
                    <a:pt x="8820" y="11185"/>
                  </a:cubicBezTo>
                  <a:cubicBezTo>
                    <a:pt x="8798" y="11006"/>
                    <a:pt x="8684" y="10870"/>
                    <a:pt x="8547" y="10788"/>
                  </a:cubicBezTo>
                  <a:cubicBezTo>
                    <a:pt x="8009" y="10467"/>
                    <a:pt x="7562" y="10026"/>
                    <a:pt x="7083" y="9628"/>
                  </a:cubicBezTo>
                  <a:cubicBezTo>
                    <a:pt x="6713" y="9323"/>
                    <a:pt x="6359" y="8986"/>
                    <a:pt x="6054" y="8616"/>
                  </a:cubicBezTo>
                  <a:cubicBezTo>
                    <a:pt x="5902" y="8425"/>
                    <a:pt x="5836" y="8153"/>
                    <a:pt x="5619" y="8001"/>
                  </a:cubicBezTo>
                  <a:cubicBezTo>
                    <a:pt x="4976" y="7549"/>
                    <a:pt x="4492" y="6950"/>
                    <a:pt x="4045" y="6313"/>
                  </a:cubicBezTo>
                  <a:cubicBezTo>
                    <a:pt x="3833" y="6014"/>
                    <a:pt x="3702" y="5649"/>
                    <a:pt x="3403" y="5404"/>
                  </a:cubicBezTo>
                  <a:lnTo>
                    <a:pt x="3403" y="5404"/>
                  </a:lnTo>
                  <a:cubicBezTo>
                    <a:pt x="3356" y="5472"/>
                    <a:pt x="3364" y="5526"/>
                    <a:pt x="3391" y="5578"/>
                  </a:cubicBezTo>
                  <a:lnTo>
                    <a:pt x="3391" y="5578"/>
                  </a:lnTo>
                  <a:cubicBezTo>
                    <a:pt x="2625" y="4339"/>
                    <a:pt x="1868" y="3106"/>
                    <a:pt x="1525" y="1669"/>
                  </a:cubicBezTo>
                  <a:cubicBezTo>
                    <a:pt x="1410" y="1190"/>
                    <a:pt x="1274" y="722"/>
                    <a:pt x="1204" y="232"/>
                  </a:cubicBezTo>
                  <a:cubicBezTo>
                    <a:pt x="1195" y="160"/>
                    <a:pt x="1226" y="0"/>
                    <a:pt x="1107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4"/>
            <p:cNvSpPr/>
            <p:nvPr/>
          </p:nvSpPr>
          <p:spPr>
            <a:xfrm>
              <a:off x="1896260" y="2551331"/>
              <a:ext cx="320050" cy="739048"/>
            </a:xfrm>
            <a:custGeom>
              <a:rect b="b" l="l" r="r" t="t"/>
              <a:pathLst>
                <a:path extrusionOk="0" h="12899" w="5586">
                  <a:moveTo>
                    <a:pt x="1541" y="0"/>
                  </a:moveTo>
                  <a:cubicBezTo>
                    <a:pt x="1514" y="66"/>
                    <a:pt x="1481" y="126"/>
                    <a:pt x="1459" y="191"/>
                  </a:cubicBezTo>
                  <a:cubicBezTo>
                    <a:pt x="1348" y="540"/>
                    <a:pt x="1208" y="714"/>
                    <a:pt x="1023" y="714"/>
                  </a:cubicBezTo>
                  <a:cubicBezTo>
                    <a:pt x="882" y="714"/>
                    <a:pt x="714" y="614"/>
                    <a:pt x="512" y="414"/>
                  </a:cubicBezTo>
                  <a:cubicBezTo>
                    <a:pt x="365" y="267"/>
                    <a:pt x="229" y="98"/>
                    <a:pt x="0" y="66"/>
                  </a:cubicBezTo>
                  <a:lnTo>
                    <a:pt x="0" y="66"/>
                  </a:lnTo>
                  <a:cubicBezTo>
                    <a:pt x="398" y="697"/>
                    <a:pt x="855" y="1291"/>
                    <a:pt x="1160" y="1982"/>
                  </a:cubicBezTo>
                  <a:cubicBezTo>
                    <a:pt x="1503" y="2777"/>
                    <a:pt x="2058" y="3495"/>
                    <a:pt x="2167" y="4366"/>
                  </a:cubicBezTo>
                  <a:cubicBezTo>
                    <a:pt x="2341" y="5733"/>
                    <a:pt x="2700" y="7023"/>
                    <a:pt x="3326" y="8248"/>
                  </a:cubicBezTo>
                  <a:cubicBezTo>
                    <a:pt x="3566" y="8722"/>
                    <a:pt x="3648" y="9250"/>
                    <a:pt x="3577" y="9865"/>
                  </a:cubicBezTo>
                  <a:cubicBezTo>
                    <a:pt x="3370" y="9620"/>
                    <a:pt x="3207" y="9457"/>
                    <a:pt x="3076" y="9261"/>
                  </a:cubicBezTo>
                  <a:cubicBezTo>
                    <a:pt x="2979" y="9115"/>
                    <a:pt x="2878" y="8988"/>
                    <a:pt x="2720" y="8988"/>
                  </a:cubicBezTo>
                  <a:cubicBezTo>
                    <a:pt x="2682" y="8988"/>
                    <a:pt x="2641" y="8995"/>
                    <a:pt x="2597" y="9010"/>
                  </a:cubicBezTo>
                  <a:cubicBezTo>
                    <a:pt x="2363" y="9092"/>
                    <a:pt x="2395" y="9304"/>
                    <a:pt x="2401" y="9489"/>
                  </a:cubicBezTo>
                  <a:cubicBezTo>
                    <a:pt x="2385" y="9734"/>
                    <a:pt x="2591" y="9821"/>
                    <a:pt x="2733" y="9947"/>
                  </a:cubicBezTo>
                  <a:cubicBezTo>
                    <a:pt x="3234" y="10377"/>
                    <a:pt x="3680" y="10850"/>
                    <a:pt x="3952" y="11460"/>
                  </a:cubicBezTo>
                  <a:cubicBezTo>
                    <a:pt x="4208" y="11803"/>
                    <a:pt x="4306" y="12222"/>
                    <a:pt x="4546" y="12571"/>
                  </a:cubicBezTo>
                  <a:cubicBezTo>
                    <a:pt x="4698" y="12788"/>
                    <a:pt x="4898" y="12898"/>
                    <a:pt x="5101" y="12898"/>
                  </a:cubicBezTo>
                  <a:cubicBezTo>
                    <a:pt x="5268" y="12898"/>
                    <a:pt x="5438" y="12824"/>
                    <a:pt x="5586" y="12674"/>
                  </a:cubicBezTo>
                  <a:cubicBezTo>
                    <a:pt x="5482" y="12587"/>
                    <a:pt x="5493" y="12462"/>
                    <a:pt x="5466" y="12347"/>
                  </a:cubicBezTo>
                  <a:cubicBezTo>
                    <a:pt x="5188" y="11182"/>
                    <a:pt x="4981" y="10001"/>
                    <a:pt x="4606" y="8852"/>
                  </a:cubicBezTo>
                  <a:cubicBezTo>
                    <a:pt x="4301" y="7916"/>
                    <a:pt x="4040" y="6963"/>
                    <a:pt x="4018" y="5962"/>
                  </a:cubicBezTo>
                  <a:cubicBezTo>
                    <a:pt x="4110" y="5755"/>
                    <a:pt x="3827" y="5869"/>
                    <a:pt x="3816" y="5722"/>
                  </a:cubicBezTo>
                  <a:cubicBezTo>
                    <a:pt x="3795" y="5227"/>
                    <a:pt x="3539" y="4775"/>
                    <a:pt x="3479" y="4296"/>
                  </a:cubicBezTo>
                  <a:cubicBezTo>
                    <a:pt x="3272" y="2695"/>
                    <a:pt x="2281" y="1459"/>
                    <a:pt x="1617" y="71"/>
                  </a:cubicBezTo>
                  <a:cubicBezTo>
                    <a:pt x="1601" y="44"/>
                    <a:pt x="1563" y="28"/>
                    <a:pt x="1541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4"/>
            <p:cNvSpPr/>
            <p:nvPr/>
          </p:nvSpPr>
          <p:spPr>
            <a:xfrm>
              <a:off x="2540647" y="3056778"/>
              <a:ext cx="234910" cy="699228"/>
            </a:xfrm>
            <a:custGeom>
              <a:rect b="b" l="l" r="r" t="t"/>
              <a:pathLst>
                <a:path extrusionOk="0" h="12204" w="4100">
                  <a:moveTo>
                    <a:pt x="452" y="0"/>
                  </a:moveTo>
                  <a:cubicBezTo>
                    <a:pt x="280" y="0"/>
                    <a:pt x="116" y="80"/>
                    <a:pt x="0" y="243"/>
                  </a:cubicBezTo>
                  <a:cubicBezTo>
                    <a:pt x="202" y="449"/>
                    <a:pt x="278" y="722"/>
                    <a:pt x="349" y="994"/>
                  </a:cubicBezTo>
                  <a:cubicBezTo>
                    <a:pt x="730" y="2469"/>
                    <a:pt x="496" y="3950"/>
                    <a:pt x="452" y="5431"/>
                  </a:cubicBezTo>
                  <a:cubicBezTo>
                    <a:pt x="441" y="5948"/>
                    <a:pt x="311" y="6449"/>
                    <a:pt x="267" y="7037"/>
                  </a:cubicBezTo>
                  <a:cubicBezTo>
                    <a:pt x="351" y="6933"/>
                    <a:pt x="414" y="6871"/>
                    <a:pt x="474" y="6871"/>
                  </a:cubicBezTo>
                  <a:cubicBezTo>
                    <a:pt x="523" y="6871"/>
                    <a:pt x="569" y="6913"/>
                    <a:pt x="621" y="7009"/>
                  </a:cubicBezTo>
                  <a:cubicBezTo>
                    <a:pt x="703" y="7173"/>
                    <a:pt x="757" y="7325"/>
                    <a:pt x="779" y="7499"/>
                  </a:cubicBezTo>
                  <a:cubicBezTo>
                    <a:pt x="833" y="7881"/>
                    <a:pt x="866" y="8272"/>
                    <a:pt x="1111" y="8654"/>
                  </a:cubicBezTo>
                  <a:cubicBezTo>
                    <a:pt x="1171" y="8484"/>
                    <a:pt x="1230" y="8345"/>
                    <a:pt x="1378" y="8345"/>
                  </a:cubicBezTo>
                  <a:cubicBezTo>
                    <a:pt x="1406" y="8345"/>
                    <a:pt x="1436" y="8349"/>
                    <a:pt x="1470" y="8360"/>
                  </a:cubicBezTo>
                  <a:cubicBezTo>
                    <a:pt x="1650" y="8414"/>
                    <a:pt x="1606" y="8572"/>
                    <a:pt x="1628" y="8703"/>
                  </a:cubicBezTo>
                  <a:cubicBezTo>
                    <a:pt x="1726" y="9236"/>
                    <a:pt x="1922" y="9737"/>
                    <a:pt x="2129" y="10238"/>
                  </a:cubicBezTo>
                  <a:cubicBezTo>
                    <a:pt x="2164" y="10327"/>
                    <a:pt x="2201" y="10368"/>
                    <a:pt x="2250" y="10368"/>
                  </a:cubicBezTo>
                  <a:cubicBezTo>
                    <a:pt x="2286" y="10368"/>
                    <a:pt x="2327" y="10347"/>
                    <a:pt x="2379" y="10309"/>
                  </a:cubicBezTo>
                  <a:cubicBezTo>
                    <a:pt x="2448" y="10255"/>
                    <a:pt x="2514" y="10229"/>
                    <a:pt x="2575" y="10229"/>
                  </a:cubicBezTo>
                  <a:cubicBezTo>
                    <a:pt x="2669" y="10229"/>
                    <a:pt x="2753" y="10289"/>
                    <a:pt x="2826" y="10401"/>
                  </a:cubicBezTo>
                  <a:cubicBezTo>
                    <a:pt x="3006" y="10662"/>
                    <a:pt x="3191" y="10918"/>
                    <a:pt x="3381" y="11174"/>
                  </a:cubicBezTo>
                  <a:cubicBezTo>
                    <a:pt x="3632" y="11512"/>
                    <a:pt x="3768" y="11925"/>
                    <a:pt x="4100" y="12203"/>
                  </a:cubicBezTo>
                  <a:cubicBezTo>
                    <a:pt x="3871" y="11610"/>
                    <a:pt x="3419" y="11131"/>
                    <a:pt x="3207" y="10532"/>
                  </a:cubicBezTo>
                  <a:cubicBezTo>
                    <a:pt x="2957" y="9829"/>
                    <a:pt x="2516" y="9263"/>
                    <a:pt x="2015" y="8730"/>
                  </a:cubicBezTo>
                  <a:cubicBezTo>
                    <a:pt x="1781" y="8474"/>
                    <a:pt x="1617" y="8169"/>
                    <a:pt x="1563" y="7826"/>
                  </a:cubicBezTo>
                  <a:cubicBezTo>
                    <a:pt x="1498" y="7418"/>
                    <a:pt x="1476" y="7009"/>
                    <a:pt x="1481" y="6596"/>
                  </a:cubicBezTo>
                  <a:cubicBezTo>
                    <a:pt x="1481" y="5801"/>
                    <a:pt x="1650" y="5017"/>
                    <a:pt x="1699" y="4222"/>
                  </a:cubicBezTo>
                  <a:cubicBezTo>
                    <a:pt x="1743" y="3433"/>
                    <a:pt x="1655" y="2649"/>
                    <a:pt x="1547" y="1870"/>
                  </a:cubicBezTo>
                  <a:cubicBezTo>
                    <a:pt x="1476" y="1337"/>
                    <a:pt x="1356" y="809"/>
                    <a:pt x="1040" y="351"/>
                  </a:cubicBezTo>
                  <a:cubicBezTo>
                    <a:pt x="882" y="119"/>
                    <a:pt x="661" y="0"/>
                    <a:pt x="452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4"/>
            <p:cNvSpPr/>
            <p:nvPr/>
          </p:nvSpPr>
          <p:spPr>
            <a:xfrm>
              <a:off x="3042830" y="2989573"/>
              <a:ext cx="233649" cy="287105"/>
            </a:xfrm>
            <a:custGeom>
              <a:rect b="b" l="l" r="r" t="t"/>
              <a:pathLst>
                <a:path extrusionOk="0" h="5011" w="4078">
                  <a:moveTo>
                    <a:pt x="1280" y="0"/>
                  </a:moveTo>
                  <a:cubicBezTo>
                    <a:pt x="1290" y="174"/>
                    <a:pt x="1290" y="354"/>
                    <a:pt x="1307" y="528"/>
                  </a:cubicBezTo>
                  <a:cubicBezTo>
                    <a:pt x="1312" y="594"/>
                    <a:pt x="1378" y="664"/>
                    <a:pt x="1318" y="724"/>
                  </a:cubicBezTo>
                  <a:cubicBezTo>
                    <a:pt x="1300" y="741"/>
                    <a:pt x="1283" y="747"/>
                    <a:pt x="1267" y="747"/>
                  </a:cubicBezTo>
                  <a:cubicBezTo>
                    <a:pt x="1221" y="747"/>
                    <a:pt x="1181" y="693"/>
                    <a:pt x="1133" y="681"/>
                  </a:cubicBezTo>
                  <a:cubicBezTo>
                    <a:pt x="1022" y="646"/>
                    <a:pt x="903" y="616"/>
                    <a:pt x="792" y="616"/>
                  </a:cubicBezTo>
                  <a:cubicBezTo>
                    <a:pt x="672" y="616"/>
                    <a:pt x="561" y="650"/>
                    <a:pt x="474" y="751"/>
                  </a:cubicBezTo>
                  <a:cubicBezTo>
                    <a:pt x="185" y="1089"/>
                    <a:pt x="0" y="1497"/>
                    <a:pt x="93" y="1949"/>
                  </a:cubicBezTo>
                  <a:cubicBezTo>
                    <a:pt x="223" y="2586"/>
                    <a:pt x="468" y="3179"/>
                    <a:pt x="806" y="3740"/>
                  </a:cubicBezTo>
                  <a:cubicBezTo>
                    <a:pt x="1095" y="4219"/>
                    <a:pt x="1546" y="4540"/>
                    <a:pt x="1917" y="4943"/>
                  </a:cubicBezTo>
                  <a:cubicBezTo>
                    <a:pt x="1929" y="4944"/>
                    <a:pt x="1942" y="4944"/>
                    <a:pt x="1955" y="4944"/>
                  </a:cubicBezTo>
                  <a:cubicBezTo>
                    <a:pt x="2064" y="4944"/>
                    <a:pt x="2178" y="4933"/>
                    <a:pt x="2289" y="4933"/>
                  </a:cubicBezTo>
                  <a:cubicBezTo>
                    <a:pt x="2378" y="4933"/>
                    <a:pt x="2466" y="4940"/>
                    <a:pt x="2548" y="4965"/>
                  </a:cubicBezTo>
                  <a:cubicBezTo>
                    <a:pt x="2646" y="4997"/>
                    <a:pt x="2738" y="5011"/>
                    <a:pt x="2827" y="5011"/>
                  </a:cubicBezTo>
                  <a:cubicBezTo>
                    <a:pt x="3044" y="5011"/>
                    <a:pt x="3238" y="4926"/>
                    <a:pt x="3435" y="4802"/>
                  </a:cubicBezTo>
                  <a:cubicBezTo>
                    <a:pt x="3525" y="4744"/>
                    <a:pt x="3625" y="4661"/>
                    <a:pt x="3734" y="4661"/>
                  </a:cubicBezTo>
                  <a:cubicBezTo>
                    <a:pt x="3790" y="4661"/>
                    <a:pt x="3848" y="4683"/>
                    <a:pt x="3909" y="4742"/>
                  </a:cubicBezTo>
                  <a:cubicBezTo>
                    <a:pt x="3996" y="4649"/>
                    <a:pt x="4078" y="4557"/>
                    <a:pt x="3920" y="4453"/>
                  </a:cubicBezTo>
                  <a:lnTo>
                    <a:pt x="3920" y="4453"/>
                  </a:lnTo>
                  <a:cubicBezTo>
                    <a:pt x="3842" y="4517"/>
                    <a:pt x="3766" y="4542"/>
                    <a:pt x="3693" y="4542"/>
                  </a:cubicBezTo>
                  <a:cubicBezTo>
                    <a:pt x="3550" y="4542"/>
                    <a:pt x="3421" y="4444"/>
                    <a:pt x="3316" y="4361"/>
                  </a:cubicBezTo>
                  <a:cubicBezTo>
                    <a:pt x="2973" y="4094"/>
                    <a:pt x="2592" y="3931"/>
                    <a:pt x="2194" y="3773"/>
                  </a:cubicBezTo>
                  <a:cubicBezTo>
                    <a:pt x="1535" y="3512"/>
                    <a:pt x="1160" y="3011"/>
                    <a:pt x="1084" y="2314"/>
                  </a:cubicBezTo>
                  <a:cubicBezTo>
                    <a:pt x="1056" y="2096"/>
                    <a:pt x="942" y="1748"/>
                    <a:pt x="1187" y="1671"/>
                  </a:cubicBezTo>
                  <a:cubicBezTo>
                    <a:pt x="1218" y="1661"/>
                    <a:pt x="1249" y="1657"/>
                    <a:pt x="1279" y="1657"/>
                  </a:cubicBezTo>
                  <a:cubicBezTo>
                    <a:pt x="1494" y="1657"/>
                    <a:pt x="1674" y="1895"/>
                    <a:pt x="1808" y="2091"/>
                  </a:cubicBezTo>
                  <a:cubicBezTo>
                    <a:pt x="1900" y="2227"/>
                    <a:pt x="1982" y="2363"/>
                    <a:pt x="2167" y="2406"/>
                  </a:cubicBezTo>
                  <a:cubicBezTo>
                    <a:pt x="2444" y="2462"/>
                    <a:pt x="2718" y="2477"/>
                    <a:pt x="3006" y="2477"/>
                  </a:cubicBezTo>
                  <a:cubicBezTo>
                    <a:pt x="3228" y="2477"/>
                    <a:pt x="3458" y="2468"/>
                    <a:pt x="3702" y="2461"/>
                  </a:cubicBezTo>
                  <a:cubicBezTo>
                    <a:pt x="3533" y="2281"/>
                    <a:pt x="3408" y="2156"/>
                    <a:pt x="3261" y="2042"/>
                  </a:cubicBezTo>
                  <a:cubicBezTo>
                    <a:pt x="2989" y="1824"/>
                    <a:pt x="2679" y="1633"/>
                    <a:pt x="2537" y="1290"/>
                  </a:cubicBezTo>
                  <a:cubicBezTo>
                    <a:pt x="2494" y="1192"/>
                    <a:pt x="2505" y="1035"/>
                    <a:pt x="2439" y="1002"/>
                  </a:cubicBezTo>
                  <a:cubicBezTo>
                    <a:pt x="1966" y="762"/>
                    <a:pt x="1710" y="283"/>
                    <a:pt x="1280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4"/>
            <p:cNvSpPr/>
            <p:nvPr/>
          </p:nvSpPr>
          <p:spPr>
            <a:xfrm>
              <a:off x="499487" y="3456977"/>
              <a:ext cx="1561804" cy="181740"/>
            </a:xfrm>
            <a:custGeom>
              <a:rect b="b" l="l" r="r" t="t"/>
              <a:pathLst>
                <a:path extrusionOk="0" h="3172" w="27259">
                  <a:moveTo>
                    <a:pt x="27108" y="0"/>
                  </a:moveTo>
                  <a:cubicBezTo>
                    <a:pt x="26924" y="0"/>
                    <a:pt x="26770" y="125"/>
                    <a:pt x="26606" y="125"/>
                  </a:cubicBezTo>
                  <a:cubicBezTo>
                    <a:pt x="26593" y="125"/>
                    <a:pt x="26580" y="124"/>
                    <a:pt x="26568" y="122"/>
                  </a:cubicBezTo>
                  <a:cubicBezTo>
                    <a:pt x="25218" y="819"/>
                    <a:pt x="23759" y="1195"/>
                    <a:pt x="22310" y="1598"/>
                  </a:cubicBezTo>
                  <a:cubicBezTo>
                    <a:pt x="21124" y="1930"/>
                    <a:pt x="19899" y="2077"/>
                    <a:pt x="18685" y="2289"/>
                  </a:cubicBezTo>
                  <a:cubicBezTo>
                    <a:pt x="17222" y="2541"/>
                    <a:pt x="15755" y="2742"/>
                    <a:pt x="14263" y="2742"/>
                  </a:cubicBezTo>
                  <a:cubicBezTo>
                    <a:pt x="14205" y="2742"/>
                    <a:pt x="14148" y="2742"/>
                    <a:pt x="14090" y="2741"/>
                  </a:cubicBezTo>
                  <a:cubicBezTo>
                    <a:pt x="13606" y="2737"/>
                    <a:pt x="13122" y="2735"/>
                    <a:pt x="12638" y="2735"/>
                  </a:cubicBezTo>
                  <a:cubicBezTo>
                    <a:pt x="11755" y="2735"/>
                    <a:pt x="10871" y="2741"/>
                    <a:pt x="9985" y="2752"/>
                  </a:cubicBezTo>
                  <a:cubicBezTo>
                    <a:pt x="8369" y="2781"/>
                    <a:pt x="6756" y="2927"/>
                    <a:pt x="5142" y="2927"/>
                  </a:cubicBezTo>
                  <a:cubicBezTo>
                    <a:pt x="4641" y="2927"/>
                    <a:pt x="4139" y="2913"/>
                    <a:pt x="3637" y="2877"/>
                  </a:cubicBezTo>
                  <a:cubicBezTo>
                    <a:pt x="3039" y="2834"/>
                    <a:pt x="2445" y="2746"/>
                    <a:pt x="1868" y="2594"/>
                  </a:cubicBezTo>
                  <a:cubicBezTo>
                    <a:pt x="1351" y="2580"/>
                    <a:pt x="850" y="2396"/>
                    <a:pt x="265" y="2396"/>
                  </a:cubicBezTo>
                  <a:cubicBezTo>
                    <a:pt x="179" y="2396"/>
                    <a:pt x="91" y="2400"/>
                    <a:pt x="1" y="2409"/>
                  </a:cubicBezTo>
                  <a:cubicBezTo>
                    <a:pt x="1340" y="2817"/>
                    <a:pt x="2603" y="3117"/>
                    <a:pt x="3904" y="3155"/>
                  </a:cubicBezTo>
                  <a:cubicBezTo>
                    <a:pt x="4254" y="3166"/>
                    <a:pt x="4603" y="3171"/>
                    <a:pt x="4952" y="3171"/>
                  </a:cubicBezTo>
                  <a:cubicBezTo>
                    <a:pt x="6392" y="3171"/>
                    <a:pt x="7830" y="3085"/>
                    <a:pt x="9272" y="3024"/>
                  </a:cubicBezTo>
                  <a:cubicBezTo>
                    <a:pt x="9511" y="3014"/>
                    <a:pt x="9751" y="3011"/>
                    <a:pt x="9992" y="3011"/>
                  </a:cubicBezTo>
                  <a:cubicBezTo>
                    <a:pt x="10387" y="3011"/>
                    <a:pt x="10784" y="3020"/>
                    <a:pt x="11179" y="3020"/>
                  </a:cubicBezTo>
                  <a:cubicBezTo>
                    <a:pt x="11357" y="3020"/>
                    <a:pt x="11534" y="3018"/>
                    <a:pt x="11711" y="3013"/>
                  </a:cubicBezTo>
                  <a:cubicBezTo>
                    <a:pt x="12062" y="3001"/>
                    <a:pt x="12416" y="2949"/>
                    <a:pt x="12769" y="2949"/>
                  </a:cubicBezTo>
                  <a:cubicBezTo>
                    <a:pt x="12887" y="2949"/>
                    <a:pt x="13004" y="2955"/>
                    <a:pt x="13121" y="2970"/>
                  </a:cubicBezTo>
                  <a:cubicBezTo>
                    <a:pt x="13375" y="3004"/>
                    <a:pt x="13629" y="3016"/>
                    <a:pt x="13883" y="3016"/>
                  </a:cubicBezTo>
                  <a:cubicBezTo>
                    <a:pt x="14602" y="3016"/>
                    <a:pt x="15320" y="2915"/>
                    <a:pt x="16044" y="2915"/>
                  </a:cubicBezTo>
                  <a:cubicBezTo>
                    <a:pt x="16268" y="2915"/>
                    <a:pt x="16507" y="2904"/>
                    <a:pt x="16741" y="2866"/>
                  </a:cubicBezTo>
                  <a:cubicBezTo>
                    <a:pt x="17988" y="2654"/>
                    <a:pt x="19235" y="2463"/>
                    <a:pt x="20481" y="2246"/>
                  </a:cubicBezTo>
                  <a:cubicBezTo>
                    <a:pt x="22833" y="1832"/>
                    <a:pt x="25081" y="1081"/>
                    <a:pt x="27259" y="30"/>
                  </a:cubicBezTo>
                  <a:cubicBezTo>
                    <a:pt x="27206" y="9"/>
                    <a:pt x="27156" y="0"/>
                    <a:pt x="27108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24"/>
            <p:cNvSpPr/>
            <p:nvPr/>
          </p:nvSpPr>
          <p:spPr>
            <a:xfrm>
              <a:off x="1729706" y="1563984"/>
              <a:ext cx="510957" cy="508951"/>
            </a:xfrm>
            <a:custGeom>
              <a:rect b="b" l="l" r="r" t="t"/>
              <a:pathLst>
                <a:path extrusionOk="0" h="8883" w="8918">
                  <a:moveTo>
                    <a:pt x="197" y="0"/>
                  </a:moveTo>
                  <a:cubicBezTo>
                    <a:pt x="176" y="0"/>
                    <a:pt x="154" y="5"/>
                    <a:pt x="131" y="14"/>
                  </a:cubicBezTo>
                  <a:cubicBezTo>
                    <a:pt x="0" y="69"/>
                    <a:pt x="60" y="254"/>
                    <a:pt x="76" y="368"/>
                  </a:cubicBezTo>
                  <a:cubicBezTo>
                    <a:pt x="142" y="831"/>
                    <a:pt x="321" y="1250"/>
                    <a:pt x="572" y="1642"/>
                  </a:cubicBezTo>
                  <a:cubicBezTo>
                    <a:pt x="1078" y="2426"/>
                    <a:pt x="1818" y="3014"/>
                    <a:pt x="2314" y="3803"/>
                  </a:cubicBezTo>
                  <a:cubicBezTo>
                    <a:pt x="2385" y="3912"/>
                    <a:pt x="2450" y="4043"/>
                    <a:pt x="2553" y="4108"/>
                  </a:cubicBezTo>
                  <a:cubicBezTo>
                    <a:pt x="3239" y="4538"/>
                    <a:pt x="3773" y="5121"/>
                    <a:pt x="4274" y="5752"/>
                  </a:cubicBezTo>
                  <a:cubicBezTo>
                    <a:pt x="4627" y="6204"/>
                    <a:pt x="5183" y="6405"/>
                    <a:pt x="5662" y="6688"/>
                  </a:cubicBezTo>
                  <a:cubicBezTo>
                    <a:pt x="6391" y="6933"/>
                    <a:pt x="7153" y="7124"/>
                    <a:pt x="7426" y="7995"/>
                  </a:cubicBezTo>
                  <a:cubicBezTo>
                    <a:pt x="7496" y="8234"/>
                    <a:pt x="7676" y="8381"/>
                    <a:pt x="7921" y="8447"/>
                  </a:cubicBezTo>
                  <a:cubicBezTo>
                    <a:pt x="8019" y="8594"/>
                    <a:pt x="8112" y="8741"/>
                    <a:pt x="8210" y="8882"/>
                  </a:cubicBezTo>
                  <a:cubicBezTo>
                    <a:pt x="8498" y="8866"/>
                    <a:pt x="8683" y="8648"/>
                    <a:pt x="8917" y="8523"/>
                  </a:cubicBezTo>
                  <a:cubicBezTo>
                    <a:pt x="8651" y="8463"/>
                    <a:pt x="8553" y="8213"/>
                    <a:pt x="8389" y="8039"/>
                  </a:cubicBezTo>
                  <a:cubicBezTo>
                    <a:pt x="7823" y="7451"/>
                    <a:pt x="7115" y="7042"/>
                    <a:pt x="6484" y="6541"/>
                  </a:cubicBezTo>
                  <a:cubicBezTo>
                    <a:pt x="6103" y="6237"/>
                    <a:pt x="5743" y="5888"/>
                    <a:pt x="5248" y="5763"/>
                  </a:cubicBezTo>
                  <a:cubicBezTo>
                    <a:pt x="5210" y="5817"/>
                    <a:pt x="5179" y="5836"/>
                    <a:pt x="5152" y="5836"/>
                  </a:cubicBezTo>
                  <a:cubicBezTo>
                    <a:pt x="5102" y="5836"/>
                    <a:pt x="5065" y="5769"/>
                    <a:pt x="5019" y="5719"/>
                  </a:cubicBezTo>
                  <a:cubicBezTo>
                    <a:pt x="4736" y="5431"/>
                    <a:pt x="4557" y="5023"/>
                    <a:pt x="4159" y="4865"/>
                  </a:cubicBezTo>
                  <a:cubicBezTo>
                    <a:pt x="3642" y="4663"/>
                    <a:pt x="3359" y="4277"/>
                    <a:pt x="3185" y="3787"/>
                  </a:cubicBezTo>
                  <a:cubicBezTo>
                    <a:pt x="2994" y="3662"/>
                    <a:pt x="2858" y="3487"/>
                    <a:pt x="2733" y="3302"/>
                  </a:cubicBezTo>
                  <a:cubicBezTo>
                    <a:pt x="2455" y="2878"/>
                    <a:pt x="2156" y="2475"/>
                    <a:pt x="1775" y="2132"/>
                  </a:cubicBezTo>
                  <a:cubicBezTo>
                    <a:pt x="1503" y="1881"/>
                    <a:pt x="1285" y="1593"/>
                    <a:pt x="1105" y="1272"/>
                  </a:cubicBezTo>
                  <a:cubicBezTo>
                    <a:pt x="898" y="918"/>
                    <a:pt x="670" y="580"/>
                    <a:pt x="452" y="226"/>
                  </a:cubicBezTo>
                  <a:cubicBezTo>
                    <a:pt x="388" y="121"/>
                    <a:pt x="308" y="0"/>
                    <a:pt x="197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4"/>
            <p:cNvSpPr/>
            <p:nvPr/>
          </p:nvSpPr>
          <p:spPr>
            <a:xfrm>
              <a:off x="1632650" y="2584676"/>
              <a:ext cx="491018" cy="623255"/>
            </a:xfrm>
            <a:custGeom>
              <a:rect b="b" l="l" r="r" t="t"/>
              <a:pathLst>
                <a:path extrusionOk="0" h="10878" w="8570">
                  <a:moveTo>
                    <a:pt x="1" y="1"/>
                  </a:moveTo>
                  <a:cubicBezTo>
                    <a:pt x="61" y="159"/>
                    <a:pt x="126" y="317"/>
                    <a:pt x="213" y="469"/>
                  </a:cubicBezTo>
                  <a:cubicBezTo>
                    <a:pt x="779" y="1493"/>
                    <a:pt x="1395" y="2500"/>
                    <a:pt x="1944" y="3539"/>
                  </a:cubicBezTo>
                  <a:cubicBezTo>
                    <a:pt x="2489" y="4579"/>
                    <a:pt x="3126" y="5570"/>
                    <a:pt x="3921" y="6452"/>
                  </a:cubicBezTo>
                  <a:cubicBezTo>
                    <a:pt x="4661" y="7274"/>
                    <a:pt x="5467" y="8036"/>
                    <a:pt x="6305" y="8760"/>
                  </a:cubicBezTo>
                  <a:cubicBezTo>
                    <a:pt x="7084" y="9435"/>
                    <a:pt x="7840" y="10138"/>
                    <a:pt x="8553" y="10878"/>
                  </a:cubicBezTo>
                  <a:cubicBezTo>
                    <a:pt x="8570" y="10600"/>
                    <a:pt x="8412" y="10399"/>
                    <a:pt x="8254" y="10192"/>
                  </a:cubicBezTo>
                  <a:cubicBezTo>
                    <a:pt x="7889" y="9708"/>
                    <a:pt x="7399" y="9354"/>
                    <a:pt x="7002" y="8907"/>
                  </a:cubicBezTo>
                  <a:cubicBezTo>
                    <a:pt x="6686" y="8646"/>
                    <a:pt x="6360" y="8396"/>
                    <a:pt x="6060" y="8112"/>
                  </a:cubicBezTo>
                  <a:cubicBezTo>
                    <a:pt x="4862" y="6964"/>
                    <a:pt x="3638" y="5842"/>
                    <a:pt x="2734" y="4421"/>
                  </a:cubicBezTo>
                  <a:cubicBezTo>
                    <a:pt x="1803" y="2962"/>
                    <a:pt x="981" y="1433"/>
                    <a:pt x="1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4"/>
            <p:cNvSpPr/>
            <p:nvPr/>
          </p:nvSpPr>
          <p:spPr>
            <a:xfrm>
              <a:off x="3858756" y="2093781"/>
              <a:ext cx="297934" cy="514681"/>
            </a:xfrm>
            <a:custGeom>
              <a:rect b="b" l="l" r="r" t="t"/>
              <a:pathLst>
                <a:path extrusionOk="0" h="8983" w="5200">
                  <a:moveTo>
                    <a:pt x="1" y="0"/>
                  </a:moveTo>
                  <a:cubicBezTo>
                    <a:pt x="137" y="468"/>
                    <a:pt x="464" y="779"/>
                    <a:pt x="561" y="1192"/>
                  </a:cubicBezTo>
                  <a:cubicBezTo>
                    <a:pt x="1296" y="2303"/>
                    <a:pt x="2020" y="3419"/>
                    <a:pt x="2489" y="4676"/>
                  </a:cubicBezTo>
                  <a:cubicBezTo>
                    <a:pt x="2598" y="4976"/>
                    <a:pt x="2745" y="5259"/>
                    <a:pt x="2924" y="5520"/>
                  </a:cubicBezTo>
                  <a:cubicBezTo>
                    <a:pt x="3545" y="6424"/>
                    <a:pt x="4149" y="7339"/>
                    <a:pt x="4655" y="8308"/>
                  </a:cubicBezTo>
                  <a:cubicBezTo>
                    <a:pt x="4781" y="8558"/>
                    <a:pt x="4944" y="8792"/>
                    <a:pt x="5162" y="8983"/>
                  </a:cubicBezTo>
                  <a:cubicBezTo>
                    <a:pt x="5156" y="8808"/>
                    <a:pt x="5200" y="8629"/>
                    <a:pt x="5107" y="8460"/>
                  </a:cubicBezTo>
                  <a:cubicBezTo>
                    <a:pt x="4824" y="7948"/>
                    <a:pt x="4590" y="7409"/>
                    <a:pt x="4269" y="6914"/>
                  </a:cubicBezTo>
                  <a:cubicBezTo>
                    <a:pt x="3806" y="6223"/>
                    <a:pt x="3283" y="5547"/>
                    <a:pt x="2957" y="4791"/>
                  </a:cubicBezTo>
                  <a:cubicBezTo>
                    <a:pt x="2467" y="3664"/>
                    <a:pt x="1922" y="2575"/>
                    <a:pt x="1258" y="1546"/>
                  </a:cubicBezTo>
                  <a:cubicBezTo>
                    <a:pt x="910" y="1002"/>
                    <a:pt x="567" y="452"/>
                    <a:pt x="1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24"/>
            <p:cNvSpPr/>
            <p:nvPr/>
          </p:nvSpPr>
          <p:spPr>
            <a:xfrm>
              <a:off x="4185332" y="2119965"/>
              <a:ext cx="271406" cy="506889"/>
            </a:xfrm>
            <a:custGeom>
              <a:rect b="b" l="l" r="r" t="t"/>
              <a:pathLst>
                <a:path extrusionOk="0" h="8847" w="4737">
                  <a:moveTo>
                    <a:pt x="4737" y="0"/>
                  </a:moveTo>
                  <a:lnTo>
                    <a:pt x="4737" y="0"/>
                  </a:lnTo>
                  <a:cubicBezTo>
                    <a:pt x="4497" y="147"/>
                    <a:pt x="4307" y="262"/>
                    <a:pt x="4127" y="387"/>
                  </a:cubicBezTo>
                  <a:cubicBezTo>
                    <a:pt x="3283" y="964"/>
                    <a:pt x="2440" y="1552"/>
                    <a:pt x="1852" y="2407"/>
                  </a:cubicBezTo>
                  <a:cubicBezTo>
                    <a:pt x="1062" y="3561"/>
                    <a:pt x="812" y="4889"/>
                    <a:pt x="725" y="6266"/>
                  </a:cubicBezTo>
                  <a:cubicBezTo>
                    <a:pt x="681" y="7001"/>
                    <a:pt x="540" y="7725"/>
                    <a:pt x="169" y="8384"/>
                  </a:cubicBezTo>
                  <a:cubicBezTo>
                    <a:pt x="159" y="8531"/>
                    <a:pt x="1" y="8651"/>
                    <a:pt x="61" y="8847"/>
                  </a:cubicBezTo>
                  <a:cubicBezTo>
                    <a:pt x="817" y="8096"/>
                    <a:pt x="953" y="7137"/>
                    <a:pt x="1095" y="6185"/>
                  </a:cubicBezTo>
                  <a:cubicBezTo>
                    <a:pt x="1171" y="5662"/>
                    <a:pt x="1171" y="5134"/>
                    <a:pt x="1275" y="4611"/>
                  </a:cubicBezTo>
                  <a:cubicBezTo>
                    <a:pt x="1650" y="2766"/>
                    <a:pt x="2881" y="1557"/>
                    <a:pt x="4339" y="523"/>
                  </a:cubicBezTo>
                  <a:cubicBezTo>
                    <a:pt x="4427" y="338"/>
                    <a:pt x="4650" y="267"/>
                    <a:pt x="4737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4"/>
            <p:cNvSpPr/>
            <p:nvPr/>
          </p:nvSpPr>
          <p:spPr>
            <a:xfrm>
              <a:off x="1244998" y="2911882"/>
              <a:ext cx="655970" cy="322915"/>
            </a:xfrm>
            <a:custGeom>
              <a:rect b="b" l="l" r="r" t="t"/>
              <a:pathLst>
                <a:path extrusionOk="0" h="5636" w="11449">
                  <a:moveTo>
                    <a:pt x="0" y="1"/>
                  </a:moveTo>
                  <a:lnTo>
                    <a:pt x="0" y="1"/>
                  </a:lnTo>
                  <a:cubicBezTo>
                    <a:pt x="365" y="382"/>
                    <a:pt x="773" y="534"/>
                    <a:pt x="1116" y="774"/>
                  </a:cubicBezTo>
                  <a:cubicBezTo>
                    <a:pt x="2385" y="1656"/>
                    <a:pt x="3713" y="2423"/>
                    <a:pt x="5156" y="2995"/>
                  </a:cubicBezTo>
                  <a:cubicBezTo>
                    <a:pt x="6729" y="3621"/>
                    <a:pt x="8280" y="4296"/>
                    <a:pt x="9843" y="4938"/>
                  </a:cubicBezTo>
                  <a:cubicBezTo>
                    <a:pt x="10382" y="5162"/>
                    <a:pt x="10877" y="5488"/>
                    <a:pt x="11449" y="5635"/>
                  </a:cubicBezTo>
                  <a:cubicBezTo>
                    <a:pt x="11226" y="5374"/>
                    <a:pt x="10915" y="5238"/>
                    <a:pt x="10649" y="5036"/>
                  </a:cubicBezTo>
                  <a:cubicBezTo>
                    <a:pt x="9957" y="4693"/>
                    <a:pt x="9249" y="4388"/>
                    <a:pt x="8525" y="4122"/>
                  </a:cubicBezTo>
                  <a:cubicBezTo>
                    <a:pt x="7491" y="3741"/>
                    <a:pt x="6484" y="3300"/>
                    <a:pt x="5488" y="2837"/>
                  </a:cubicBezTo>
                  <a:cubicBezTo>
                    <a:pt x="5433" y="2821"/>
                    <a:pt x="5373" y="2810"/>
                    <a:pt x="5319" y="2788"/>
                  </a:cubicBezTo>
                  <a:cubicBezTo>
                    <a:pt x="3920" y="2303"/>
                    <a:pt x="2684" y="1509"/>
                    <a:pt x="1437" y="730"/>
                  </a:cubicBezTo>
                  <a:cubicBezTo>
                    <a:pt x="1007" y="463"/>
                    <a:pt x="583" y="186"/>
                    <a:pt x="0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24"/>
            <p:cNvSpPr/>
            <p:nvPr/>
          </p:nvSpPr>
          <p:spPr>
            <a:xfrm>
              <a:off x="3242099" y="2082552"/>
              <a:ext cx="478241" cy="311971"/>
            </a:xfrm>
            <a:custGeom>
              <a:rect b="b" l="l" r="r" t="t"/>
              <a:pathLst>
                <a:path extrusionOk="0" h="5445" w="8347">
                  <a:moveTo>
                    <a:pt x="1" y="0"/>
                  </a:moveTo>
                  <a:lnTo>
                    <a:pt x="1" y="0"/>
                  </a:lnTo>
                  <a:cubicBezTo>
                    <a:pt x="104" y="93"/>
                    <a:pt x="219" y="153"/>
                    <a:pt x="339" y="191"/>
                  </a:cubicBezTo>
                  <a:cubicBezTo>
                    <a:pt x="1161" y="468"/>
                    <a:pt x="2004" y="653"/>
                    <a:pt x="2799" y="1018"/>
                  </a:cubicBezTo>
                  <a:cubicBezTo>
                    <a:pt x="3812" y="1492"/>
                    <a:pt x="4759" y="1998"/>
                    <a:pt x="5527" y="2842"/>
                  </a:cubicBezTo>
                  <a:cubicBezTo>
                    <a:pt x="6294" y="3680"/>
                    <a:pt x="7056" y="4535"/>
                    <a:pt x="7927" y="5275"/>
                  </a:cubicBezTo>
                  <a:cubicBezTo>
                    <a:pt x="8058" y="5324"/>
                    <a:pt x="8167" y="5439"/>
                    <a:pt x="8347" y="5444"/>
                  </a:cubicBezTo>
                  <a:cubicBezTo>
                    <a:pt x="8309" y="5384"/>
                    <a:pt x="8298" y="5346"/>
                    <a:pt x="8276" y="5324"/>
                  </a:cubicBezTo>
                  <a:cubicBezTo>
                    <a:pt x="7214" y="4225"/>
                    <a:pt x="6213" y="3065"/>
                    <a:pt x="5097" y="2014"/>
                  </a:cubicBezTo>
                  <a:cubicBezTo>
                    <a:pt x="4688" y="1628"/>
                    <a:pt x="4226" y="1307"/>
                    <a:pt x="3676" y="1127"/>
                  </a:cubicBezTo>
                  <a:cubicBezTo>
                    <a:pt x="3360" y="1024"/>
                    <a:pt x="3066" y="877"/>
                    <a:pt x="2761" y="751"/>
                  </a:cubicBezTo>
                  <a:cubicBezTo>
                    <a:pt x="2233" y="604"/>
                    <a:pt x="1732" y="370"/>
                    <a:pt x="1182" y="283"/>
                  </a:cubicBezTo>
                  <a:cubicBezTo>
                    <a:pt x="785" y="218"/>
                    <a:pt x="398" y="98"/>
                    <a:pt x="1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24"/>
            <p:cNvSpPr/>
            <p:nvPr/>
          </p:nvSpPr>
          <p:spPr>
            <a:xfrm>
              <a:off x="1269004" y="2827030"/>
              <a:ext cx="460766" cy="243045"/>
            </a:xfrm>
            <a:custGeom>
              <a:rect b="b" l="l" r="r" t="t"/>
              <a:pathLst>
                <a:path extrusionOk="0" h="4242" w="8042">
                  <a:moveTo>
                    <a:pt x="0" y="1"/>
                  </a:moveTo>
                  <a:cubicBezTo>
                    <a:pt x="2341" y="2059"/>
                    <a:pt x="5177" y="3180"/>
                    <a:pt x="8041" y="4242"/>
                  </a:cubicBezTo>
                  <a:cubicBezTo>
                    <a:pt x="7959" y="4122"/>
                    <a:pt x="7834" y="4024"/>
                    <a:pt x="7693" y="3937"/>
                  </a:cubicBezTo>
                  <a:cubicBezTo>
                    <a:pt x="7165" y="3594"/>
                    <a:pt x="6593" y="3343"/>
                    <a:pt x="6005" y="3131"/>
                  </a:cubicBezTo>
                  <a:cubicBezTo>
                    <a:pt x="4584" y="2609"/>
                    <a:pt x="3239" y="1944"/>
                    <a:pt x="1987" y="1095"/>
                  </a:cubicBezTo>
                  <a:cubicBezTo>
                    <a:pt x="1361" y="676"/>
                    <a:pt x="686" y="317"/>
                    <a:pt x="0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4"/>
            <p:cNvSpPr/>
            <p:nvPr/>
          </p:nvSpPr>
          <p:spPr>
            <a:xfrm>
              <a:off x="1376603" y="3429361"/>
              <a:ext cx="577075" cy="118486"/>
            </a:xfrm>
            <a:custGeom>
              <a:rect b="b" l="l" r="r" t="t"/>
              <a:pathLst>
                <a:path extrusionOk="0" h="2068" w="10072">
                  <a:moveTo>
                    <a:pt x="10072" y="0"/>
                  </a:moveTo>
                  <a:lnTo>
                    <a:pt x="10072" y="0"/>
                  </a:lnTo>
                  <a:cubicBezTo>
                    <a:pt x="8422" y="501"/>
                    <a:pt x="6871" y="1334"/>
                    <a:pt x="5145" y="1584"/>
                  </a:cubicBezTo>
                  <a:cubicBezTo>
                    <a:pt x="3492" y="1827"/>
                    <a:pt x="1828" y="1999"/>
                    <a:pt x="154" y="1999"/>
                  </a:cubicBezTo>
                  <a:cubicBezTo>
                    <a:pt x="103" y="1999"/>
                    <a:pt x="52" y="1998"/>
                    <a:pt x="0" y="1998"/>
                  </a:cubicBezTo>
                  <a:lnTo>
                    <a:pt x="0" y="1998"/>
                  </a:lnTo>
                  <a:cubicBezTo>
                    <a:pt x="633" y="2043"/>
                    <a:pt x="1263" y="2068"/>
                    <a:pt x="1887" y="2068"/>
                  </a:cubicBezTo>
                  <a:cubicBezTo>
                    <a:pt x="4752" y="2068"/>
                    <a:pt x="7515" y="1542"/>
                    <a:pt x="10072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4"/>
            <p:cNvSpPr/>
            <p:nvPr/>
          </p:nvSpPr>
          <p:spPr>
            <a:xfrm>
              <a:off x="2860349" y="2324275"/>
              <a:ext cx="323831" cy="316154"/>
            </a:xfrm>
            <a:custGeom>
              <a:rect b="b" l="l" r="r" t="t"/>
              <a:pathLst>
                <a:path extrusionOk="0" h="5518" w="5652">
                  <a:moveTo>
                    <a:pt x="5630" y="0"/>
                  </a:moveTo>
                  <a:cubicBezTo>
                    <a:pt x="5058" y="321"/>
                    <a:pt x="4535" y="653"/>
                    <a:pt x="4105" y="1116"/>
                  </a:cubicBezTo>
                  <a:cubicBezTo>
                    <a:pt x="3305" y="1987"/>
                    <a:pt x="2494" y="2858"/>
                    <a:pt x="1672" y="3718"/>
                  </a:cubicBezTo>
                  <a:cubicBezTo>
                    <a:pt x="1122" y="4295"/>
                    <a:pt x="616" y="4916"/>
                    <a:pt x="1" y="5493"/>
                  </a:cubicBezTo>
                  <a:cubicBezTo>
                    <a:pt x="55" y="5510"/>
                    <a:pt x="102" y="5518"/>
                    <a:pt x="145" y="5518"/>
                  </a:cubicBezTo>
                  <a:cubicBezTo>
                    <a:pt x="277" y="5518"/>
                    <a:pt x="360" y="5447"/>
                    <a:pt x="447" y="5390"/>
                  </a:cubicBezTo>
                  <a:cubicBezTo>
                    <a:pt x="823" y="5139"/>
                    <a:pt x="1111" y="4791"/>
                    <a:pt x="1421" y="4470"/>
                  </a:cubicBezTo>
                  <a:cubicBezTo>
                    <a:pt x="2755" y="3081"/>
                    <a:pt x="3980" y="1584"/>
                    <a:pt x="5439" y="316"/>
                  </a:cubicBezTo>
                  <a:cubicBezTo>
                    <a:pt x="5526" y="240"/>
                    <a:pt x="5651" y="180"/>
                    <a:pt x="5630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24"/>
            <p:cNvSpPr/>
            <p:nvPr/>
          </p:nvSpPr>
          <p:spPr>
            <a:xfrm>
              <a:off x="1531010" y="3662032"/>
              <a:ext cx="459792" cy="327556"/>
            </a:xfrm>
            <a:custGeom>
              <a:rect b="b" l="l" r="r" t="t"/>
              <a:pathLst>
                <a:path extrusionOk="0" h="5717" w="8025">
                  <a:moveTo>
                    <a:pt x="8025" y="0"/>
                  </a:moveTo>
                  <a:lnTo>
                    <a:pt x="8025" y="0"/>
                  </a:lnTo>
                  <a:cubicBezTo>
                    <a:pt x="6734" y="1062"/>
                    <a:pt x="5455" y="2069"/>
                    <a:pt x="4159" y="3049"/>
                  </a:cubicBezTo>
                  <a:cubicBezTo>
                    <a:pt x="2853" y="4040"/>
                    <a:pt x="1356" y="4715"/>
                    <a:pt x="0" y="5717"/>
                  </a:cubicBezTo>
                  <a:cubicBezTo>
                    <a:pt x="1454" y="5401"/>
                    <a:pt x="7600" y="1029"/>
                    <a:pt x="8025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4"/>
            <p:cNvSpPr/>
            <p:nvPr/>
          </p:nvSpPr>
          <p:spPr>
            <a:xfrm>
              <a:off x="2117702" y="2892860"/>
              <a:ext cx="106741" cy="384621"/>
            </a:xfrm>
            <a:custGeom>
              <a:rect b="b" l="l" r="r" t="t"/>
              <a:pathLst>
                <a:path extrusionOk="0" h="6713" w="1863">
                  <a:moveTo>
                    <a:pt x="153" y="1"/>
                  </a:moveTo>
                  <a:lnTo>
                    <a:pt x="153" y="1"/>
                  </a:lnTo>
                  <a:cubicBezTo>
                    <a:pt x="0" y="420"/>
                    <a:pt x="104" y="839"/>
                    <a:pt x="202" y="1242"/>
                  </a:cubicBezTo>
                  <a:cubicBezTo>
                    <a:pt x="626" y="3000"/>
                    <a:pt x="1231" y="4720"/>
                    <a:pt x="1514" y="6517"/>
                  </a:cubicBezTo>
                  <a:cubicBezTo>
                    <a:pt x="1530" y="6637"/>
                    <a:pt x="1590" y="6713"/>
                    <a:pt x="1721" y="6713"/>
                  </a:cubicBezTo>
                  <a:cubicBezTo>
                    <a:pt x="1862" y="6147"/>
                    <a:pt x="1639" y="5619"/>
                    <a:pt x="1530" y="5091"/>
                  </a:cubicBezTo>
                  <a:cubicBezTo>
                    <a:pt x="1176" y="3365"/>
                    <a:pt x="632" y="1694"/>
                    <a:pt x="153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4"/>
            <p:cNvSpPr/>
            <p:nvPr/>
          </p:nvSpPr>
          <p:spPr>
            <a:xfrm>
              <a:off x="863534" y="4134879"/>
              <a:ext cx="427994" cy="97115"/>
            </a:xfrm>
            <a:custGeom>
              <a:rect b="b" l="l" r="r" t="t"/>
              <a:pathLst>
                <a:path extrusionOk="0" h="1695" w="7470">
                  <a:moveTo>
                    <a:pt x="7469" y="0"/>
                  </a:moveTo>
                  <a:cubicBezTo>
                    <a:pt x="3871" y="1563"/>
                    <a:pt x="4279" y="1193"/>
                    <a:pt x="0" y="1552"/>
                  </a:cubicBezTo>
                  <a:cubicBezTo>
                    <a:pt x="218" y="1606"/>
                    <a:pt x="376" y="1661"/>
                    <a:pt x="555" y="1666"/>
                  </a:cubicBezTo>
                  <a:cubicBezTo>
                    <a:pt x="952" y="1684"/>
                    <a:pt x="1344" y="1694"/>
                    <a:pt x="1737" y="1694"/>
                  </a:cubicBezTo>
                  <a:cubicBezTo>
                    <a:pt x="1965" y="1694"/>
                    <a:pt x="2193" y="1691"/>
                    <a:pt x="2423" y="1683"/>
                  </a:cubicBezTo>
                  <a:cubicBezTo>
                    <a:pt x="4078" y="1617"/>
                    <a:pt x="5613" y="1171"/>
                    <a:pt x="7072" y="409"/>
                  </a:cubicBezTo>
                  <a:cubicBezTo>
                    <a:pt x="7235" y="322"/>
                    <a:pt x="7366" y="207"/>
                    <a:pt x="7469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4"/>
            <p:cNvSpPr/>
            <p:nvPr/>
          </p:nvSpPr>
          <p:spPr>
            <a:xfrm>
              <a:off x="3554352" y="1882309"/>
              <a:ext cx="301028" cy="348411"/>
            </a:xfrm>
            <a:custGeom>
              <a:rect b="b" l="l" r="r" t="t"/>
              <a:pathLst>
                <a:path extrusionOk="0" h="6081" w="5254">
                  <a:moveTo>
                    <a:pt x="0" y="0"/>
                  </a:moveTo>
                  <a:cubicBezTo>
                    <a:pt x="0" y="147"/>
                    <a:pt x="115" y="185"/>
                    <a:pt x="213" y="250"/>
                  </a:cubicBezTo>
                  <a:cubicBezTo>
                    <a:pt x="861" y="653"/>
                    <a:pt x="1508" y="1067"/>
                    <a:pt x="2080" y="1568"/>
                  </a:cubicBezTo>
                  <a:cubicBezTo>
                    <a:pt x="2799" y="2189"/>
                    <a:pt x="3152" y="3065"/>
                    <a:pt x="3528" y="3914"/>
                  </a:cubicBezTo>
                  <a:cubicBezTo>
                    <a:pt x="3898" y="4753"/>
                    <a:pt x="4350" y="5520"/>
                    <a:pt x="5101" y="6081"/>
                  </a:cubicBezTo>
                  <a:cubicBezTo>
                    <a:pt x="5254" y="5956"/>
                    <a:pt x="5091" y="5880"/>
                    <a:pt x="5042" y="5803"/>
                  </a:cubicBezTo>
                  <a:cubicBezTo>
                    <a:pt x="4660" y="5183"/>
                    <a:pt x="4220" y="4595"/>
                    <a:pt x="3920" y="3925"/>
                  </a:cubicBezTo>
                  <a:cubicBezTo>
                    <a:pt x="3267" y="2444"/>
                    <a:pt x="2249" y="1296"/>
                    <a:pt x="855" y="474"/>
                  </a:cubicBezTo>
                  <a:cubicBezTo>
                    <a:pt x="577" y="310"/>
                    <a:pt x="338" y="60"/>
                    <a:pt x="0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4"/>
            <p:cNvSpPr/>
            <p:nvPr/>
          </p:nvSpPr>
          <p:spPr>
            <a:xfrm>
              <a:off x="4233058" y="2624610"/>
              <a:ext cx="391210" cy="157561"/>
            </a:xfrm>
            <a:custGeom>
              <a:rect b="b" l="l" r="r" t="t"/>
              <a:pathLst>
                <a:path extrusionOk="0" h="2750" w="6828">
                  <a:moveTo>
                    <a:pt x="746" y="1"/>
                  </a:moveTo>
                  <a:cubicBezTo>
                    <a:pt x="790" y="431"/>
                    <a:pt x="643" y="779"/>
                    <a:pt x="295" y="1046"/>
                  </a:cubicBezTo>
                  <a:cubicBezTo>
                    <a:pt x="1" y="1264"/>
                    <a:pt x="1" y="1432"/>
                    <a:pt x="311" y="1612"/>
                  </a:cubicBezTo>
                  <a:cubicBezTo>
                    <a:pt x="704" y="1842"/>
                    <a:pt x="1112" y="1995"/>
                    <a:pt x="1584" y="1995"/>
                  </a:cubicBezTo>
                  <a:cubicBezTo>
                    <a:pt x="1615" y="1995"/>
                    <a:pt x="1646" y="1995"/>
                    <a:pt x="1677" y="1993"/>
                  </a:cubicBezTo>
                  <a:cubicBezTo>
                    <a:pt x="1988" y="1982"/>
                    <a:pt x="2302" y="1958"/>
                    <a:pt x="2615" y="1958"/>
                  </a:cubicBezTo>
                  <a:cubicBezTo>
                    <a:pt x="2889" y="1958"/>
                    <a:pt x="3161" y="1976"/>
                    <a:pt x="3430" y="2037"/>
                  </a:cubicBezTo>
                  <a:cubicBezTo>
                    <a:pt x="4557" y="2298"/>
                    <a:pt x="5690" y="2543"/>
                    <a:pt x="6827" y="2750"/>
                  </a:cubicBezTo>
                  <a:cubicBezTo>
                    <a:pt x="6659" y="2554"/>
                    <a:pt x="6430" y="2461"/>
                    <a:pt x="6190" y="2407"/>
                  </a:cubicBezTo>
                  <a:cubicBezTo>
                    <a:pt x="5472" y="2244"/>
                    <a:pt x="4748" y="2135"/>
                    <a:pt x="4040" y="1917"/>
                  </a:cubicBezTo>
                  <a:cubicBezTo>
                    <a:pt x="3568" y="1774"/>
                    <a:pt x="3092" y="1693"/>
                    <a:pt x="2607" y="1693"/>
                  </a:cubicBezTo>
                  <a:cubicBezTo>
                    <a:pt x="2370" y="1693"/>
                    <a:pt x="2131" y="1713"/>
                    <a:pt x="1890" y="1754"/>
                  </a:cubicBezTo>
                  <a:cubicBezTo>
                    <a:pt x="1791" y="1771"/>
                    <a:pt x="1694" y="1779"/>
                    <a:pt x="1598" y="1779"/>
                  </a:cubicBezTo>
                  <a:cubicBezTo>
                    <a:pt x="1146" y="1779"/>
                    <a:pt x="730" y="1597"/>
                    <a:pt x="344" y="1318"/>
                  </a:cubicBezTo>
                  <a:cubicBezTo>
                    <a:pt x="926" y="828"/>
                    <a:pt x="1051" y="404"/>
                    <a:pt x="746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4"/>
            <p:cNvSpPr/>
            <p:nvPr/>
          </p:nvSpPr>
          <p:spPr>
            <a:xfrm>
              <a:off x="3072108" y="2464760"/>
              <a:ext cx="230612" cy="241556"/>
            </a:xfrm>
            <a:custGeom>
              <a:rect b="b" l="l" r="r" t="t"/>
              <a:pathLst>
                <a:path extrusionOk="0" h="4216" w="4025">
                  <a:moveTo>
                    <a:pt x="3919" y="1"/>
                  </a:moveTo>
                  <a:cubicBezTo>
                    <a:pt x="3864" y="1"/>
                    <a:pt x="3832" y="51"/>
                    <a:pt x="3774" y="205"/>
                  </a:cubicBezTo>
                  <a:cubicBezTo>
                    <a:pt x="3567" y="738"/>
                    <a:pt x="3235" y="1196"/>
                    <a:pt x="2816" y="1571"/>
                  </a:cubicBezTo>
                  <a:cubicBezTo>
                    <a:pt x="2282" y="2045"/>
                    <a:pt x="1721" y="2486"/>
                    <a:pt x="1171" y="2943"/>
                  </a:cubicBezTo>
                  <a:cubicBezTo>
                    <a:pt x="741" y="3297"/>
                    <a:pt x="268" y="3607"/>
                    <a:pt x="1" y="4124"/>
                  </a:cubicBezTo>
                  <a:cubicBezTo>
                    <a:pt x="43" y="4159"/>
                    <a:pt x="73" y="4216"/>
                    <a:pt x="117" y="4216"/>
                  </a:cubicBezTo>
                  <a:cubicBezTo>
                    <a:pt x="141" y="4216"/>
                    <a:pt x="170" y="4198"/>
                    <a:pt x="208" y="4146"/>
                  </a:cubicBezTo>
                  <a:cubicBezTo>
                    <a:pt x="464" y="3776"/>
                    <a:pt x="850" y="3537"/>
                    <a:pt x="1182" y="3243"/>
                  </a:cubicBezTo>
                  <a:cubicBezTo>
                    <a:pt x="1825" y="2676"/>
                    <a:pt x="2565" y="2225"/>
                    <a:pt x="3137" y="1582"/>
                  </a:cubicBezTo>
                  <a:cubicBezTo>
                    <a:pt x="3540" y="1130"/>
                    <a:pt x="3997" y="700"/>
                    <a:pt x="4024" y="31"/>
                  </a:cubicBezTo>
                  <a:cubicBezTo>
                    <a:pt x="3979" y="13"/>
                    <a:pt x="3947" y="1"/>
                    <a:pt x="3919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24"/>
            <p:cNvSpPr/>
            <p:nvPr/>
          </p:nvSpPr>
          <p:spPr>
            <a:xfrm>
              <a:off x="452735" y="3528136"/>
              <a:ext cx="583034" cy="53227"/>
            </a:xfrm>
            <a:custGeom>
              <a:rect b="b" l="l" r="r" t="t"/>
              <a:pathLst>
                <a:path extrusionOk="0" h="929" w="10176">
                  <a:moveTo>
                    <a:pt x="669" y="1"/>
                  </a:moveTo>
                  <a:cubicBezTo>
                    <a:pt x="442" y="1"/>
                    <a:pt x="218" y="28"/>
                    <a:pt x="0" y="133"/>
                  </a:cubicBezTo>
                  <a:cubicBezTo>
                    <a:pt x="150" y="126"/>
                    <a:pt x="300" y="123"/>
                    <a:pt x="450" y="123"/>
                  </a:cubicBezTo>
                  <a:cubicBezTo>
                    <a:pt x="1359" y="123"/>
                    <a:pt x="2261" y="237"/>
                    <a:pt x="3163" y="312"/>
                  </a:cubicBezTo>
                  <a:cubicBezTo>
                    <a:pt x="4181" y="394"/>
                    <a:pt x="5188" y="530"/>
                    <a:pt x="6201" y="650"/>
                  </a:cubicBezTo>
                  <a:cubicBezTo>
                    <a:pt x="6969" y="737"/>
                    <a:pt x="7731" y="851"/>
                    <a:pt x="8504" y="906"/>
                  </a:cubicBezTo>
                  <a:cubicBezTo>
                    <a:pt x="8726" y="923"/>
                    <a:pt x="8949" y="928"/>
                    <a:pt x="9172" y="928"/>
                  </a:cubicBezTo>
                  <a:cubicBezTo>
                    <a:pt x="9507" y="928"/>
                    <a:pt x="9842" y="917"/>
                    <a:pt x="10175" y="917"/>
                  </a:cubicBezTo>
                  <a:cubicBezTo>
                    <a:pt x="9685" y="900"/>
                    <a:pt x="9195" y="824"/>
                    <a:pt x="8705" y="786"/>
                  </a:cubicBezTo>
                  <a:cubicBezTo>
                    <a:pt x="7910" y="721"/>
                    <a:pt x="7121" y="644"/>
                    <a:pt x="6332" y="546"/>
                  </a:cubicBezTo>
                  <a:cubicBezTo>
                    <a:pt x="5112" y="388"/>
                    <a:pt x="3893" y="231"/>
                    <a:pt x="2662" y="149"/>
                  </a:cubicBezTo>
                  <a:cubicBezTo>
                    <a:pt x="2200" y="116"/>
                    <a:pt x="1731" y="51"/>
                    <a:pt x="1263" y="29"/>
                  </a:cubicBezTo>
                  <a:cubicBezTo>
                    <a:pt x="1065" y="22"/>
                    <a:pt x="866" y="1"/>
                    <a:pt x="669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4"/>
            <p:cNvSpPr/>
            <p:nvPr/>
          </p:nvSpPr>
          <p:spPr>
            <a:xfrm>
              <a:off x="2967030" y="2765324"/>
              <a:ext cx="102673" cy="118887"/>
            </a:xfrm>
            <a:custGeom>
              <a:rect b="b" l="l" r="r" t="t"/>
              <a:pathLst>
                <a:path extrusionOk="0" h="2075" w="1792">
                  <a:moveTo>
                    <a:pt x="1127" y="1"/>
                  </a:moveTo>
                  <a:cubicBezTo>
                    <a:pt x="1065" y="1"/>
                    <a:pt x="1022" y="59"/>
                    <a:pt x="986" y="169"/>
                  </a:cubicBezTo>
                  <a:cubicBezTo>
                    <a:pt x="822" y="621"/>
                    <a:pt x="588" y="1018"/>
                    <a:pt x="196" y="1307"/>
                  </a:cubicBezTo>
                  <a:cubicBezTo>
                    <a:pt x="229" y="1486"/>
                    <a:pt x="0" y="1595"/>
                    <a:pt x="60" y="1786"/>
                  </a:cubicBezTo>
                  <a:cubicBezTo>
                    <a:pt x="213" y="1862"/>
                    <a:pt x="300" y="2036"/>
                    <a:pt x="479" y="2074"/>
                  </a:cubicBezTo>
                  <a:cubicBezTo>
                    <a:pt x="616" y="2020"/>
                    <a:pt x="795" y="2014"/>
                    <a:pt x="773" y="1791"/>
                  </a:cubicBezTo>
                  <a:cubicBezTo>
                    <a:pt x="762" y="1787"/>
                    <a:pt x="750" y="1785"/>
                    <a:pt x="739" y="1785"/>
                  </a:cubicBezTo>
                  <a:cubicBezTo>
                    <a:pt x="675" y="1785"/>
                    <a:pt x="611" y="1841"/>
                    <a:pt x="537" y="1841"/>
                  </a:cubicBezTo>
                  <a:cubicBezTo>
                    <a:pt x="505" y="1841"/>
                    <a:pt x="472" y="1831"/>
                    <a:pt x="436" y="1802"/>
                  </a:cubicBezTo>
                  <a:cubicBezTo>
                    <a:pt x="888" y="1361"/>
                    <a:pt x="1285" y="893"/>
                    <a:pt x="1791" y="512"/>
                  </a:cubicBezTo>
                  <a:cubicBezTo>
                    <a:pt x="1612" y="359"/>
                    <a:pt x="1443" y="218"/>
                    <a:pt x="1274" y="76"/>
                  </a:cubicBezTo>
                  <a:cubicBezTo>
                    <a:pt x="1215" y="25"/>
                    <a:pt x="1167" y="1"/>
                    <a:pt x="1127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4"/>
            <p:cNvSpPr/>
            <p:nvPr/>
          </p:nvSpPr>
          <p:spPr>
            <a:xfrm>
              <a:off x="2214701" y="2721150"/>
              <a:ext cx="370584" cy="44862"/>
            </a:xfrm>
            <a:custGeom>
              <a:rect b="b" l="l" r="r" t="t"/>
              <a:pathLst>
                <a:path extrusionOk="0" h="783" w="6468">
                  <a:moveTo>
                    <a:pt x="2248" y="1"/>
                  </a:moveTo>
                  <a:cubicBezTo>
                    <a:pt x="1519" y="1"/>
                    <a:pt x="852" y="242"/>
                    <a:pt x="196" y="542"/>
                  </a:cubicBezTo>
                  <a:cubicBezTo>
                    <a:pt x="109" y="580"/>
                    <a:pt x="11" y="640"/>
                    <a:pt x="0" y="766"/>
                  </a:cubicBezTo>
                  <a:cubicBezTo>
                    <a:pt x="25" y="778"/>
                    <a:pt x="48" y="783"/>
                    <a:pt x="70" y="783"/>
                  </a:cubicBezTo>
                  <a:cubicBezTo>
                    <a:pt x="144" y="783"/>
                    <a:pt x="204" y="725"/>
                    <a:pt x="267" y="700"/>
                  </a:cubicBezTo>
                  <a:cubicBezTo>
                    <a:pt x="890" y="436"/>
                    <a:pt x="1518" y="204"/>
                    <a:pt x="2199" y="204"/>
                  </a:cubicBezTo>
                  <a:cubicBezTo>
                    <a:pt x="2303" y="204"/>
                    <a:pt x="2409" y="210"/>
                    <a:pt x="2516" y="221"/>
                  </a:cubicBezTo>
                  <a:cubicBezTo>
                    <a:pt x="3310" y="307"/>
                    <a:pt x="4108" y="378"/>
                    <a:pt x="4906" y="378"/>
                  </a:cubicBezTo>
                  <a:cubicBezTo>
                    <a:pt x="5071" y="378"/>
                    <a:pt x="5236" y="375"/>
                    <a:pt x="5401" y="368"/>
                  </a:cubicBezTo>
                  <a:cubicBezTo>
                    <a:pt x="5755" y="352"/>
                    <a:pt x="6092" y="297"/>
                    <a:pt x="6468" y="90"/>
                  </a:cubicBezTo>
                  <a:cubicBezTo>
                    <a:pt x="6344" y="90"/>
                    <a:pt x="6247" y="82"/>
                    <a:pt x="6161" y="82"/>
                  </a:cubicBezTo>
                  <a:cubicBezTo>
                    <a:pt x="6108" y="82"/>
                    <a:pt x="6059" y="85"/>
                    <a:pt x="6011" y="96"/>
                  </a:cubicBezTo>
                  <a:cubicBezTo>
                    <a:pt x="5598" y="168"/>
                    <a:pt x="5187" y="196"/>
                    <a:pt x="4776" y="196"/>
                  </a:cubicBezTo>
                  <a:cubicBezTo>
                    <a:pt x="4064" y="196"/>
                    <a:pt x="3354" y="111"/>
                    <a:pt x="2646" y="25"/>
                  </a:cubicBezTo>
                  <a:cubicBezTo>
                    <a:pt x="2511" y="9"/>
                    <a:pt x="2379" y="1"/>
                    <a:pt x="2248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4"/>
            <p:cNvSpPr/>
            <p:nvPr/>
          </p:nvSpPr>
          <p:spPr>
            <a:xfrm>
              <a:off x="1542870" y="2519189"/>
              <a:ext cx="153493" cy="360328"/>
            </a:xfrm>
            <a:custGeom>
              <a:rect b="b" l="l" r="r" t="t"/>
              <a:pathLst>
                <a:path extrusionOk="0" h="6289" w="2679">
                  <a:moveTo>
                    <a:pt x="0" y="1"/>
                  </a:moveTo>
                  <a:lnTo>
                    <a:pt x="0" y="1"/>
                  </a:lnTo>
                  <a:cubicBezTo>
                    <a:pt x="6" y="99"/>
                    <a:pt x="6" y="191"/>
                    <a:pt x="6" y="289"/>
                  </a:cubicBezTo>
                  <a:cubicBezTo>
                    <a:pt x="142" y="295"/>
                    <a:pt x="136" y="393"/>
                    <a:pt x="147" y="485"/>
                  </a:cubicBezTo>
                  <a:cubicBezTo>
                    <a:pt x="207" y="1253"/>
                    <a:pt x="468" y="1966"/>
                    <a:pt x="670" y="2701"/>
                  </a:cubicBezTo>
                  <a:cubicBezTo>
                    <a:pt x="942" y="3692"/>
                    <a:pt x="1524" y="4525"/>
                    <a:pt x="2014" y="5407"/>
                  </a:cubicBezTo>
                  <a:cubicBezTo>
                    <a:pt x="2183" y="5711"/>
                    <a:pt x="2374" y="6011"/>
                    <a:pt x="2679" y="6288"/>
                  </a:cubicBezTo>
                  <a:cubicBezTo>
                    <a:pt x="2635" y="6016"/>
                    <a:pt x="2423" y="5886"/>
                    <a:pt x="2401" y="5668"/>
                  </a:cubicBezTo>
                  <a:cubicBezTo>
                    <a:pt x="1965" y="4944"/>
                    <a:pt x="1492" y="4242"/>
                    <a:pt x="1165" y="3468"/>
                  </a:cubicBezTo>
                  <a:cubicBezTo>
                    <a:pt x="762" y="2505"/>
                    <a:pt x="457" y="1514"/>
                    <a:pt x="267" y="485"/>
                  </a:cubicBezTo>
                  <a:cubicBezTo>
                    <a:pt x="234" y="316"/>
                    <a:pt x="267" y="61"/>
                    <a:pt x="0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24"/>
            <p:cNvSpPr/>
            <p:nvPr/>
          </p:nvSpPr>
          <p:spPr>
            <a:xfrm>
              <a:off x="3268626" y="2309894"/>
              <a:ext cx="337869" cy="97688"/>
            </a:xfrm>
            <a:custGeom>
              <a:rect b="b" l="l" r="r" t="t"/>
              <a:pathLst>
                <a:path extrusionOk="0" h="1705" w="5897">
                  <a:moveTo>
                    <a:pt x="1" y="1"/>
                  </a:moveTo>
                  <a:lnTo>
                    <a:pt x="1" y="1"/>
                  </a:lnTo>
                  <a:cubicBezTo>
                    <a:pt x="2064" y="240"/>
                    <a:pt x="3910" y="1220"/>
                    <a:pt x="5897" y="1705"/>
                  </a:cubicBezTo>
                  <a:cubicBezTo>
                    <a:pt x="3975" y="981"/>
                    <a:pt x="2113" y="55"/>
                    <a:pt x="1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24"/>
            <p:cNvSpPr/>
            <p:nvPr/>
          </p:nvSpPr>
          <p:spPr>
            <a:xfrm>
              <a:off x="1910870" y="1780899"/>
              <a:ext cx="126393" cy="128742"/>
            </a:xfrm>
            <a:custGeom>
              <a:rect b="b" l="l" r="r" t="t"/>
              <a:pathLst>
                <a:path extrusionOk="0" h="2247" w="2206">
                  <a:moveTo>
                    <a:pt x="23" y="1"/>
                  </a:moveTo>
                  <a:lnTo>
                    <a:pt x="23" y="1"/>
                  </a:lnTo>
                  <a:cubicBezTo>
                    <a:pt x="1" y="393"/>
                    <a:pt x="202" y="747"/>
                    <a:pt x="496" y="888"/>
                  </a:cubicBezTo>
                  <a:cubicBezTo>
                    <a:pt x="1090" y="1166"/>
                    <a:pt x="1498" y="1601"/>
                    <a:pt x="1874" y="2102"/>
                  </a:cubicBezTo>
                  <a:cubicBezTo>
                    <a:pt x="1919" y="2156"/>
                    <a:pt x="1974" y="2247"/>
                    <a:pt x="2047" y="2247"/>
                  </a:cubicBezTo>
                  <a:cubicBezTo>
                    <a:pt x="2063" y="2247"/>
                    <a:pt x="2080" y="2242"/>
                    <a:pt x="2097" y="2233"/>
                  </a:cubicBezTo>
                  <a:cubicBezTo>
                    <a:pt x="2206" y="2167"/>
                    <a:pt x="2097" y="2064"/>
                    <a:pt x="2086" y="1977"/>
                  </a:cubicBezTo>
                  <a:cubicBezTo>
                    <a:pt x="1901" y="1721"/>
                    <a:pt x="1759" y="1416"/>
                    <a:pt x="1531" y="1215"/>
                  </a:cubicBezTo>
                  <a:cubicBezTo>
                    <a:pt x="1046" y="790"/>
                    <a:pt x="491" y="447"/>
                    <a:pt x="23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24"/>
            <p:cNvSpPr/>
            <p:nvPr/>
          </p:nvSpPr>
          <p:spPr>
            <a:xfrm>
              <a:off x="3927394" y="2397841"/>
              <a:ext cx="77406" cy="113616"/>
            </a:xfrm>
            <a:custGeom>
              <a:rect b="b" l="l" r="r" t="t"/>
              <a:pathLst>
                <a:path extrusionOk="0" h="1983" w="1351">
                  <a:moveTo>
                    <a:pt x="137" y="1"/>
                  </a:moveTo>
                  <a:cubicBezTo>
                    <a:pt x="17" y="6"/>
                    <a:pt x="0" y="66"/>
                    <a:pt x="44" y="164"/>
                  </a:cubicBezTo>
                  <a:cubicBezTo>
                    <a:pt x="126" y="344"/>
                    <a:pt x="202" y="529"/>
                    <a:pt x="284" y="709"/>
                  </a:cubicBezTo>
                  <a:cubicBezTo>
                    <a:pt x="409" y="992"/>
                    <a:pt x="659" y="1204"/>
                    <a:pt x="730" y="1514"/>
                  </a:cubicBezTo>
                  <a:cubicBezTo>
                    <a:pt x="583" y="1503"/>
                    <a:pt x="458" y="1493"/>
                    <a:pt x="327" y="1482"/>
                  </a:cubicBezTo>
                  <a:cubicBezTo>
                    <a:pt x="316" y="1481"/>
                    <a:pt x="305" y="1481"/>
                    <a:pt x="294" y="1481"/>
                  </a:cubicBezTo>
                  <a:cubicBezTo>
                    <a:pt x="218" y="1481"/>
                    <a:pt x="166" y="1502"/>
                    <a:pt x="218" y="1612"/>
                  </a:cubicBezTo>
                  <a:cubicBezTo>
                    <a:pt x="458" y="1754"/>
                    <a:pt x="703" y="1895"/>
                    <a:pt x="975" y="1966"/>
                  </a:cubicBezTo>
                  <a:cubicBezTo>
                    <a:pt x="1011" y="1976"/>
                    <a:pt x="1050" y="1983"/>
                    <a:pt x="1088" y="1983"/>
                  </a:cubicBezTo>
                  <a:cubicBezTo>
                    <a:pt x="1155" y="1983"/>
                    <a:pt x="1223" y="1964"/>
                    <a:pt x="1274" y="1912"/>
                  </a:cubicBezTo>
                  <a:cubicBezTo>
                    <a:pt x="1351" y="1830"/>
                    <a:pt x="1307" y="1748"/>
                    <a:pt x="1263" y="1683"/>
                  </a:cubicBezTo>
                  <a:cubicBezTo>
                    <a:pt x="877" y="1128"/>
                    <a:pt x="610" y="496"/>
                    <a:pt x="137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4"/>
            <p:cNvSpPr/>
            <p:nvPr/>
          </p:nvSpPr>
          <p:spPr>
            <a:xfrm>
              <a:off x="2054048" y="1944015"/>
              <a:ext cx="129544" cy="106912"/>
            </a:xfrm>
            <a:custGeom>
              <a:rect b="b" l="l" r="r" t="t"/>
              <a:pathLst>
                <a:path extrusionOk="0" h="1866" w="2261">
                  <a:moveTo>
                    <a:pt x="84" y="0"/>
                  </a:moveTo>
                  <a:cubicBezTo>
                    <a:pt x="67" y="0"/>
                    <a:pt x="31" y="35"/>
                    <a:pt x="1" y="55"/>
                  </a:cubicBezTo>
                  <a:cubicBezTo>
                    <a:pt x="235" y="371"/>
                    <a:pt x="562" y="567"/>
                    <a:pt x="915" y="676"/>
                  </a:cubicBezTo>
                  <a:cubicBezTo>
                    <a:pt x="1117" y="736"/>
                    <a:pt x="1247" y="828"/>
                    <a:pt x="1345" y="997"/>
                  </a:cubicBezTo>
                  <a:cubicBezTo>
                    <a:pt x="1443" y="1171"/>
                    <a:pt x="1558" y="1340"/>
                    <a:pt x="1634" y="1520"/>
                  </a:cubicBezTo>
                  <a:cubicBezTo>
                    <a:pt x="1726" y="1739"/>
                    <a:pt x="1850" y="1865"/>
                    <a:pt x="2034" y="1865"/>
                  </a:cubicBezTo>
                  <a:cubicBezTo>
                    <a:pt x="2101" y="1865"/>
                    <a:pt x="2176" y="1849"/>
                    <a:pt x="2260" y="1814"/>
                  </a:cubicBezTo>
                  <a:cubicBezTo>
                    <a:pt x="1917" y="1607"/>
                    <a:pt x="1797" y="1242"/>
                    <a:pt x="1629" y="910"/>
                  </a:cubicBezTo>
                  <a:cubicBezTo>
                    <a:pt x="1313" y="268"/>
                    <a:pt x="643" y="230"/>
                    <a:pt x="88" y="1"/>
                  </a:cubicBezTo>
                  <a:cubicBezTo>
                    <a:pt x="87" y="1"/>
                    <a:pt x="86" y="0"/>
                    <a:pt x="84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4"/>
            <p:cNvSpPr/>
            <p:nvPr/>
          </p:nvSpPr>
          <p:spPr>
            <a:xfrm>
              <a:off x="1078100" y="2582499"/>
              <a:ext cx="115793" cy="163806"/>
            </a:xfrm>
            <a:custGeom>
              <a:rect b="b" l="l" r="r" t="t"/>
              <a:pathLst>
                <a:path extrusionOk="0" h="2859" w="2021">
                  <a:moveTo>
                    <a:pt x="1" y="1"/>
                  </a:moveTo>
                  <a:lnTo>
                    <a:pt x="1" y="1"/>
                  </a:lnTo>
                  <a:cubicBezTo>
                    <a:pt x="50" y="327"/>
                    <a:pt x="1617" y="2592"/>
                    <a:pt x="2020" y="2859"/>
                  </a:cubicBezTo>
                  <a:cubicBezTo>
                    <a:pt x="1460" y="1830"/>
                    <a:pt x="888" y="806"/>
                    <a:pt x="1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24"/>
            <p:cNvSpPr/>
            <p:nvPr/>
          </p:nvSpPr>
          <p:spPr>
            <a:xfrm>
              <a:off x="2781111" y="3050362"/>
              <a:ext cx="28762" cy="150113"/>
            </a:xfrm>
            <a:custGeom>
              <a:rect b="b" l="l" r="r" t="t"/>
              <a:pathLst>
                <a:path extrusionOk="0" h="2620" w="502">
                  <a:moveTo>
                    <a:pt x="110" y="1"/>
                  </a:moveTo>
                  <a:lnTo>
                    <a:pt x="110" y="1"/>
                  </a:lnTo>
                  <a:cubicBezTo>
                    <a:pt x="197" y="899"/>
                    <a:pt x="1" y="1726"/>
                    <a:pt x="61" y="2619"/>
                  </a:cubicBezTo>
                  <a:cubicBezTo>
                    <a:pt x="458" y="2069"/>
                    <a:pt x="502" y="404"/>
                    <a:pt x="110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4"/>
            <p:cNvSpPr/>
            <p:nvPr/>
          </p:nvSpPr>
          <p:spPr>
            <a:xfrm>
              <a:off x="2452701" y="2283997"/>
              <a:ext cx="89094" cy="86802"/>
            </a:xfrm>
            <a:custGeom>
              <a:rect b="b" l="l" r="r" t="t"/>
              <a:pathLst>
                <a:path extrusionOk="0" h="1515" w="1555">
                  <a:moveTo>
                    <a:pt x="327" y="1"/>
                  </a:moveTo>
                  <a:cubicBezTo>
                    <a:pt x="0" y="6"/>
                    <a:pt x="234" y="153"/>
                    <a:pt x="289" y="208"/>
                  </a:cubicBezTo>
                  <a:cubicBezTo>
                    <a:pt x="504" y="433"/>
                    <a:pt x="609" y="811"/>
                    <a:pt x="991" y="811"/>
                  </a:cubicBezTo>
                  <a:cubicBezTo>
                    <a:pt x="1035" y="811"/>
                    <a:pt x="1081" y="806"/>
                    <a:pt x="1133" y="796"/>
                  </a:cubicBezTo>
                  <a:cubicBezTo>
                    <a:pt x="1146" y="793"/>
                    <a:pt x="1158" y="791"/>
                    <a:pt x="1168" y="791"/>
                  </a:cubicBezTo>
                  <a:cubicBezTo>
                    <a:pt x="1250" y="791"/>
                    <a:pt x="1240" y="882"/>
                    <a:pt x="1225" y="959"/>
                  </a:cubicBezTo>
                  <a:cubicBezTo>
                    <a:pt x="1209" y="1062"/>
                    <a:pt x="1187" y="1166"/>
                    <a:pt x="1182" y="1269"/>
                  </a:cubicBezTo>
                  <a:cubicBezTo>
                    <a:pt x="1182" y="1373"/>
                    <a:pt x="1160" y="1514"/>
                    <a:pt x="1307" y="1514"/>
                  </a:cubicBezTo>
                  <a:cubicBezTo>
                    <a:pt x="1437" y="1514"/>
                    <a:pt x="1372" y="1367"/>
                    <a:pt x="1399" y="1286"/>
                  </a:cubicBezTo>
                  <a:cubicBezTo>
                    <a:pt x="1427" y="1209"/>
                    <a:pt x="1448" y="1133"/>
                    <a:pt x="1476" y="1057"/>
                  </a:cubicBezTo>
                  <a:cubicBezTo>
                    <a:pt x="1476" y="1008"/>
                    <a:pt x="1470" y="959"/>
                    <a:pt x="1481" y="915"/>
                  </a:cubicBezTo>
                  <a:cubicBezTo>
                    <a:pt x="1551" y="599"/>
                    <a:pt x="1554" y="490"/>
                    <a:pt x="1385" y="490"/>
                  </a:cubicBezTo>
                  <a:cubicBezTo>
                    <a:pt x="1319" y="490"/>
                    <a:pt x="1226" y="507"/>
                    <a:pt x="1100" y="534"/>
                  </a:cubicBezTo>
                  <a:cubicBezTo>
                    <a:pt x="1073" y="541"/>
                    <a:pt x="1048" y="543"/>
                    <a:pt x="1025" y="543"/>
                  </a:cubicBezTo>
                  <a:cubicBezTo>
                    <a:pt x="945" y="543"/>
                    <a:pt x="883" y="510"/>
                    <a:pt x="811" y="464"/>
                  </a:cubicBezTo>
                  <a:cubicBezTo>
                    <a:pt x="626" y="328"/>
                    <a:pt x="468" y="175"/>
                    <a:pt x="327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4"/>
            <p:cNvSpPr/>
            <p:nvPr/>
          </p:nvSpPr>
          <p:spPr>
            <a:xfrm>
              <a:off x="2200034" y="2052186"/>
              <a:ext cx="69327" cy="73452"/>
            </a:xfrm>
            <a:custGeom>
              <a:rect b="b" l="l" r="r" t="t"/>
              <a:pathLst>
                <a:path extrusionOk="0" h="1282" w="1210">
                  <a:moveTo>
                    <a:pt x="665" y="0"/>
                  </a:moveTo>
                  <a:cubicBezTo>
                    <a:pt x="382" y="0"/>
                    <a:pt x="224" y="252"/>
                    <a:pt x="1" y="361"/>
                  </a:cubicBezTo>
                  <a:cubicBezTo>
                    <a:pt x="60" y="477"/>
                    <a:pt x="168" y="531"/>
                    <a:pt x="266" y="531"/>
                  </a:cubicBezTo>
                  <a:cubicBezTo>
                    <a:pt x="310" y="531"/>
                    <a:pt x="353" y="520"/>
                    <a:pt x="387" y="497"/>
                  </a:cubicBezTo>
                  <a:cubicBezTo>
                    <a:pt x="455" y="454"/>
                    <a:pt x="506" y="436"/>
                    <a:pt x="546" y="436"/>
                  </a:cubicBezTo>
                  <a:cubicBezTo>
                    <a:pt x="657" y="436"/>
                    <a:pt x="682" y="570"/>
                    <a:pt x="746" y="666"/>
                  </a:cubicBezTo>
                  <a:cubicBezTo>
                    <a:pt x="877" y="873"/>
                    <a:pt x="844" y="1178"/>
                    <a:pt x="1127" y="1281"/>
                  </a:cubicBezTo>
                  <a:cubicBezTo>
                    <a:pt x="1209" y="1151"/>
                    <a:pt x="1187" y="1025"/>
                    <a:pt x="1149" y="879"/>
                  </a:cubicBezTo>
                  <a:cubicBezTo>
                    <a:pt x="1089" y="655"/>
                    <a:pt x="921" y="470"/>
                    <a:pt x="910" y="231"/>
                  </a:cubicBezTo>
                  <a:cubicBezTo>
                    <a:pt x="844" y="154"/>
                    <a:pt x="779" y="78"/>
                    <a:pt x="708" y="2"/>
                  </a:cubicBezTo>
                  <a:cubicBezTo>
                    <a:pt x="694" y="1"/>
                    <a:pt x="679" y="0"/>
                    <a:pt x="665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4"/>
            <p:cNvSpPr/>
            <p:nvPr/>
          </p:nvSpPr>
          <p:spPr>
            <a:xfrm>
              <a:off x="2768048" y="3240635"/>
              <a:ext cx="32773" cy="115449"/>
            </a:xfrm>
            <a:custGeom>
              <a:rect b="b" l="l" r="r" t="t"/>
              <a:pathLst>
                <a:path extrusionOk="0" h="2015" w="572">
                  <a:moveTo>
                    <a:pt x="272" y="1"/>
                  </a:moveTo>
                  <a:cubicBezTo>
                    <a:pt x="251" y="60"/>
                    <a:pt x="202" y="131"/>
                    <a:pt x="207" y="191"/>
                  </a:cubicBezTo>
                  <a:cubicBezTo>
                    <a:pt x="256" y="801"/>
                    <a:pt x="98" y="1394"/>
                    <a:pt x="0" y="2015"/>
                  </a:cubicBezTo>
                  <a:cubicBezTo>
                    <a:pt x="87" y="1977"/>
                    <a:pt x="147" y="1944"/>
                    <a:pt x="207" y="1917"/>
                  </a:cubicBezTo>
                  <a:cubicBezTo>
                    <a:pt x="289" y="1754"/>
                    <a:pt x="414" y="1617"/>
                    <a:pt x="419" y="1421"/>
                  </a:cubicBezTo>
                  <a:cubicBezTo>
                    <a:pt x="528" y="931"/>
                    <a:pt x="572" y="447"/>
                    <a:pt x="272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24"/>
            <p:cNvSpPr/>
            <p:nvPr/>
          </p:nvSpPr>
          <p:spPr>
            <a:xfrm>
              <a:off x="2952076" y="2920533"/>
              <a:ext cx="76432" cy="47268"/>
            </a:xfrm>
            <a:custGeom>
              <a:rect b="b" l="l" r="r" t="t"/>
              <a:pathLst>
                <a:path extrusionOk="0" h="825" w="1334">
                  <a:moveTo>
                    <a:pt x="648" y="0"/>
                  </a:moveTo>
                  <a:cubicBezTo>
                    <a:pt x="485" y="0"/>
                    <a:pt x="319" y="165"/>
                    <a:pt x="114" y="492"/>
                  </a:cubicBezTo>
                  <a:cubicBezTo>
                    <a:pt x="131" y="574"/>
                    <a:pt x="0" y="672"/>
                    <a:pt x="125" y="732"/>
                  </a:cubicBezTo>
                  <a:cubicBezTo>
                    <a:pt x="153" y="746"/>
                    <a:pt x="179" y="752"/>
                    <a:pt x="204" y="752"/>
                  </a:cubicBezTo>
                  <a:cubicBezTo>
                    <a:pt x="298" y="752"/>
                    <a:pt x="372" y="663"/>
                    <a:pt x="463" y="628"/>
                  </a:cubicBezTo>
                  <a:cubicBezTo>
                    <a:pt x="487" y="454"/>
                    <a:pt x="542" y="381"/>
                    <a:pt x="622" y="381"/>
                  </a:cubicBezTo>
                  <a:cubicBezTo>
                    <a:pt x="685" y="381"/>
                    <a:pt x="764" y="426"/>
                    <a:pt x="855" y="503"/>
                  </a:cubicBezTo>
                  <a:cubicBezTo>
                    <a:pt x="991" y="612"/>
                    <a:pt x="1073" y="797"/>
                    <a:pt x="1274" y="824"/>
                  </a:cubicBezTo>
                  <a:cubicBezTo>
                    <a:pt x="1334" y="688"/>
                    <a:pt x="1247" y="623"/>
                    <a:pt x="1198" y="546"/>
                  </a:cubicBezTo>
                  <a:cubicBezTo>
                    <a:pt x="989" y="181"/>
                    <a:pt x="820" y="0"/>
                    <a:pt x="648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24"/>
            <p:cNvSpPr/>
            <p:nvPr/>
          </p:nvSpPr>
          <p:spPr>
            <a:xfrm>
              <a:off x="292712" y="3491124"/>
              <a:ext cx="115163" cy="34950"/>
            </a:xfrm>
            <a:custGeom>
              <a:rect b="b" l="l" r="r" t="t"/>
              <a:pathLst>
                <a:path extrusionOk="0" h="610" w="2010">
                  <a:moveTo>
                    <a:pt x="1" y="0"/>
                  </a:moveTo>
                  <a:lnTo>
                    <a:pt x="1" y="0"/>
                  </a:lnTo>
                  <a:cubicBezTo>
                    <a:pt x="654" y="245"/>
                    <a:pt x="1280" y="588"/>
                    <a:pt x="2009" y="610"/>
                  </a:cubicBezTo>
                  <a:cubicBezTo>
                    <a:pt x="1383" y="272"/>
                    <a:pt x="719" y="38"/>
                    <a:pt x="1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24"/>
            <p:cNvSpPr/>
            <p:nvPr/>
          </p:nvSpPr>
          <p:spPr>
            <a:xfrm>
              <a:off x="2816347" y="3177382"/>
              <a:ext cx="28476" cy="14668"/>
            </a:xfrm>
            <a:custGeom>
              <a:rect b="b" l="l" r="r" t="t"/>
              <a:pathLst>
                <a:path extrusionOk="0" h="256" w="497">
                  <a:moveTo>
                    <a:pt x="200" y="0"/>
                  </a:moveTo>
                  <a:cubicBezTo>
                    <a:pt x="145" y="0"/>
                    <a:pt x="80" y="33"/>
                    <a:pt x="1" y="119"/>
                  </a:cubicBezTo>
                  <a:cubicBezTo>
                    <a:pt x="164" y="168"/>
                    <a:pt x="333" y="212"/>
                    <a:pt x="496" y="255"/>
                  </a:cubicBezTo>
                  <a:cubicBezTo>
                    <a:pt x="399" y="161"/>
                    <a:pt x="322" y="0"/>
                    <a:pt x="200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4"/>
            <p:cNvSpPr/>
            <p:nvPr/>
          </p:nvSpPr>
          <p:spPr>
            <a:xfrm>
              <a:off x="3401205" y="3179789"/>
              <a:ext cx="76145" cy="65087"/>
            </a:xfrm>
            <a:custGeom>
              <a:rect b="b" l="l" r="r" t="t"/>
              <a:pathLst>
                <a:path extrusionOk="0" h="1136" w="1329">
                  <a:moveTo>
                    <a:pt x="294" y="0"/>
                  </a:moveTo>
                  <a:cubicBezTo>
                    <a:pt x="261" y="0"/>
                    <a:pt x="230" y="4"/>
                    <a:pt x="202" y="12"/>
                  </a:cubicBezTo>
                  <a:cubicBezTo>
                    <a:pt x="49" y="55"/>
                    <a:pt x="0" y="192"/>
                    <a:pt x="82" y="284"/>
                  </a:cubicBezTo>
                  <a:cubicBezTo>
                    <a:pt x="354" y="622"/>
                    <a:pt x="621" y="975"/>
                    <a:pt x="1062" y="1117"/>
                  </a:cubicBezTo>
                  <a:cubicBezTo>
                    <a:pt x="1101" y="1130"/>
                    <a:pt x="1135" y="1136"/>
                    <a:pt x="1164" y="1136"/>
                  </a:cubicBezTo>
                  <a:cubicBezTo>
                    <a:pt x="1280" y="1136"/>
                    <a:pt x="1319" y="1042"/>
                    <a:pt x="1323" y="937"/>
                  </a:cubicBezTo>
                  <a:cubicBezTo>
                    <a:pt x="1328" y="541"/>
                    <a:pt x="685" y="0"/>
                    <a:pt x="294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4"/>
            <p:cNvSpPr/>
            <p:nvPr/>
          </p:nvSpPr>
          <p:spPr>
            <a:xfrm>
              <a:off x="3665102" y="3358660"/>
              <a:ext cx="58957" cy="52769"/>
            </a:xfrm>
            <a:custGeom>
              <a:rect b="b" l="l" r="r" t="t"/>
              <a:pathLst>
                <a:path extrusionOk="0" h="921" w="1029">
                  <a:moveTo>
                    <a:pt x="288" y="1"/>
                  </a:moveTo>
                  <a:cubicBezTo>
                    <a:pt x="220" y="1"/>
                    <a:pt x="158" y="33"/>
                    <a:pt x="109" y="124"/>
                  </a:cubicBezTo>
                  <a:cubicBezTo>
                    <a:pt x="0" y="336"/>
                    <a:pt x="185" y="510"/>
                    <a:pt x="365" y="597"/>
                  </a:cubicBezTo>
                  <a:cubicBezTo>
                    <a:pt x="512" y="668"/>
                    <a:pt x="659" y="717"/>
                    <a:pt x="757" y="864"/>
                  </a:cubicBezTo>
                  <a:cubicBezTo>
                    <a:pt x="780" y="900"/>
                    <a:pt x="818" y="920"/>
                    <a:pt x="860" y="920"/>
                  </a:cubicBezTo>
                  <a:cubicBezTo>
                    <a:pt x="889" y="920"/>
                    <a:pt x="919" y="911"/>
                    <a:pt x="947" y="891"/>
                  </a:cubicBezTo>
                  <a:cubicBezTo>
                    <a:pt x="1013" y="848"/>
                    <a:pt x="1029" y="782"/>
                    <a:pt x="1018" y="712"/>
                  </a:cubicBezTo>
                  <a:cubicBezTo>
                    <a:pt x="991" y="439"/>
                    <a:pt x="822" y="254"/>
                    <a:pt x="604" y="129"/>
                  </a:cubicBezTo>
                  <a:cubicBezTo>
                    <a:pt x="511" y="79"/>
                    <a:pt x="394" y="1"/>
                    <a:pt x="288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24"/>
            <p:cNvSpPr/>
            <p:nvPr/>
          </p:nvSpPr>
          <p:spPr>
            <a:xfrm>
              <a:off x="3269887" y="2728484"/>
              <a:ext cx="196235" cy="282751"/>
            </a:xfrm>
            <a:custGeom>
              <a:rect b="b" l="l" r="r" t="t"/>
              <a:pathLst>
                <a:path extrusionOk="0" h="4935" w="3425">
                  <a:moveTo>
                    <a:pt x="0" y="1"/>
                  </a:moveTo>
                  <a:lnTo>
                    <a:pt x="0" y="1"/>
                  </a:lnTo>
                  <a:cubicBezTo>
                    <a:pt x="71" y="153"/>
                    <a:pt x="120" y="273"/>
                    <a:pt x="191" y="376"/>
                  </a:cubicBezTo>
                  <a:cubicBezTo>
                    <a:pt x="447" y="757"/>
                    <a:pt x="779" y="1078"/>
                    <a:pt x="1078" y="1421"/>
                  </a:cubicBezTo>
                  <a:cubicBezTo>
                    <a:pt x="1149" y="1503"/>
                    <a:pt x="1329" y="1558"/>
                    <a:pt x="1209" y="1726"/>
                  </a:cubicBezTo>
                  <a:cubicBezTo>
                    <a:pt x="1285" y="1841"/>
                    <a:pt x="1356" y="1960"/>
                    <a:pt x="1427" y="2075"/>
                  </a:cubicBezTo>
                  <a:cubicBezTo>
                    <a:pt x="1445" y="1993"/>
                    <a:pt x="1466" y="1965"/>
                    <a:pt x="1487" y="1965"/>
                  </a:cubicBezTo>
                  <a:cubicBezTo>
                    <a:pt x="1523" y="1965"/>
                    <a:pt x="1561" y="2047"/>
                    <a:pt x="1585" y="2075"/>
                  </a:cubicBezTo>
                  <a:cubicBezTo>
                    <a:pt x="1993" y="2532"/>
                    <a:pt x="2075" y="3082"/>
                    <a:pt x="1977" y="3659"/>
                  </a:cubicBezTo>
                  <a:cubicBezTo>
                    <a:pt x="1933" y="3926"/>
                    <a:pt x="2042" y="4056"/>
                    <a:pt x="2254" y="4149"/>
                  </a:cubicBezTo>
                  <a:cubicBezTo>
                    <a:pt x="2586" y="4301"/>
                    <a:pt x="2902" y="4486"/>
                    <a:pt x="3131" y="4786"/>
                  </a:cubicBezTo>
                  <a:cubicBezTo>
                    <a:pt x="3186" y="4856"/>
                    <a:pt x="3250" y="4935"/>
                    <a:pt x="3386" y="4935"/>
                  </a:cubicBezTo>
                  <a:cubicBezTo>
                    <a:pt x="3398" y="4935"/>
                    <a:pt x="3411" y="4934"/>
                    <a:pt x="3425" y="4933"/>
                  </a:cubicBezTo>
                  <a:cubicBezTo>
                    <a:pt x="3218" y="4356"/>
                    <a:pt x="3131" y="3773"/>
                    <a:pt x="3093" y="3174"/>
                  </a:cubicBezTo>
                  <a:cubicBezTo>
                    <a:pt x="3038" y="2282"/>
                    <a:pt x="2570" y="1661"/>
                    <a:pt x="1781" y="1274"/>
                  </a:cubicBezTo>
                  <a:cubicBezTo>
                    <a:pt x="1372" y="1073"/>
                    <a:pt x="1024" y="806"/>
                    <a:pt x="697" y="496"/>
                  </a:cubicBezTo>
                  <a:cubicBezTo>
                    <a:pt x="501" y="316"/>
                    <a:pt x="316" y="99"/>
                    <a:pt x="0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24"/>
            <p:cNvSpPr/>
            <p:nvPr/>
          </p:nvSpPr>
          <p:spPr>
            <a:xfrm>
              <a:off x="2278355" y="2896355"/>
              <a:ext cx="316612" cy="429197"/>
            </a:xfrm>
            <a:custGeom>
              <a:rect b="b" l="l" r="r" t="t"/>
              <a:pathLst>
                <a:path extrusionOk="0" h="7491" w="5526">
                  <a:moveTo>
                    <a:pt x="2360" y="1"/>
                  </a:moveTo>
                  <a:cubicBezTo>
                    <a:pt x="1683" y="1"/>
                    <a:pt x="1048" y="152"/>
                    <a:pt x="430" y="478"/>
                  </a:cubicBezTo>
                  <a:cubicBezTo>
                    <a:pt x="152" y="625"/>
                    <a:pt x="0" y="865"/>
                    <a:pt x="82" y="1170"/>
                  </a:cubicBezTo>
                  <a:cubicBezTo>
                    <a:pt x="376" y="2291"/>
                    <a:pt x="648" y="3424"/>
                    <a:pt x="1023" y="4518"/>
                  </a:cubicBezTo>
                  <a:cubicBezTo>
                    <a:pt x="1356" y="5492"/>
                    <a:pt x="1611" y="6467"/>
                    <a:pt x="1709" y="7490"/>
                  </a:cubicBezTo>
                  <a:cubicBezTo>
                    <a:pt x="2031" y="6625"/>
                    <a:pt x="2346" y="5770"/>
                    <a:pt x="2325" y="4834"/>
                  </a:cubicBezTo>
                  <a:cubicBezTo>
                    <a:pt x="2314" y="4518"/>
                    <a:pt x="2363" y="4197"/>
                    <a:pt x="2423" y="3892"/>
                  </a:cubicBezTo>
                  <a:cubicBezTo>
                    <a:pt x="2695" y="2569"/>
                    <a:pt x="3452" y="1622"/>
                    <a:pt x="4671" y="1050"/>
                  </a:cubicBezTo>
                  <a:cubicBezTo>
                    <a:pt x="4943" y="919"/>
                    <a:pt x="5204" y="778"/>
                    <a:pt x="5526" y="620"/>
                  </a:cubicBezTo>
                  <a:cubicBezTo>
                    <a:pt x="4644" y="348"/>
                    <a:pt x="3816" y="141"/>
                    <a:pt x="2951" y="38"/>
                  </a:cubicBezTo>
                  <a:cubicBezTo>
                    <a:pt x="2750" y="13"/>
                    <a:pt x="2553" y="1"/>
                    <a:pt x="2360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24"/>
            <p:cNvSpPr/>
            <p:nvPr/>
          </p:nvSpPr>
          <p:spPr>
            <a:xfrm>
              <a:off x="2732755" y="2693248"/>
              <a:ext cx="74655" cy="109147"/>
            </a:xfrm>
            <a:custGeom>
              <a:rect b="b" l="l" r="r" t="t"/>
              <a:pathLst>
                <a:path extrusionOk="0" h="1905" w="1303">
                  <a:moveTo>
                    <a:pt x="197" y="0"/>
                  </a:moveTo>
                  <a:cubicBezTo>
                    <a:pt x="181" y="4"/>
                    <a:pt x="164" y="5"/>
                    <a:pt x="147" y="5"/>
                  </a:cubicBezTo>
                  <a:cubicBezTo>
                    <a:pt x="134" y="5"/>
                    <a:pt x="120" y="4"/>
                    <a:pt x="107" y="4"/>
                  </a:cubicBezTo>
                  <a:cubicBezTo>
                    <a:pt x="61" y="4"/>
                    <a:pt x="22" y="11"/>
                    <a:pt x="12" y="71"/>
                  </a:cubicBezTo>
                  <a:cubicBezTo>
                    <a:pt x="1" y="115"/>
                    <a:pt x="50" y="175"/>
                    <a:pt x="88" y="213"/>
                  </a:cubicBezTo>
                  <a:cubicBezTo>
                    <a:pt x="235" y="371"/>
                    <a:pt x="420" y="479"/>
                    <a:pt x="638" y="496"/>
                  </a:cubicBezTo>
                  <a:cubicBezTo>
                    <a:pt x="818" y="507"/>
                    <a:pt x="883" y="588"/>
                    <a:pt x="894" y="763"/>
                  </a:cubicBezTo>
                  <a:cubicBezTo>
                    <a:pt x="905" y="991"/>
                    <a:pt x="986" y="1220"/>
                    <a:pt x="970" y="1459"/>
                  </a:cubicBezTo>
                  <a:cubicBezTo>
                    <a:pt x="959" y="1601"/>
                    <a:pt x="1014" y="1732"/>
                    <a:pt x="1095" y="1851"/>
                  </a:cubicBezTo>
                  <a:cubicBezTo>
                    <a:pt x="1121" y="1884"/>
                    <a:pt x="1159" y="1905"/>
                    <a:pt x="1198" y="1905"/>
                  </a:cubicBezTo>
                  <a:cubicBezTo>
                    <a:pt x="1216" y="1905"/>
                    <a:pt x="1235" y="1900"/>
                    <a:pt x="1253" y="1889"/>
                  </a:cubicBezTo>
                  <a:cubicBezTo>
                    <a:pt x="1280" y="1868"/>
                    <a:pt x="1302" y="1808"/>
                    <a:pt x="1297" y="1770"/>
                  </a:cubicBezTo>
                  <a:cubicBezTo>
                    <a:pt x="1258" y="1351"/>
                    <a:pt x="1215" y="931"/>
                    <a:pt x="1166" y="518"/>
                  </a:cubicBezTo>
                  <a:cubicBezTo>
                    <a:pt x="1144" y="376"/>
                    <a:pt x="1073" y="229"/>
                    <a:pt x="932" y="180"/>
                  </a:cubicBezTo>
                  <a:cubicBezTo>
                    <a:pt x="692" y="104"/>
                    <a:pt x="436" y="55"/>
                    <a:pt x="197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24"/>
            <p:cNvSpPr/>
            <p:nvPr/>
          </p:nvSpPr>
          <p:spPr>
            <a:xfrm>
              <a:off x="2541564" y="2397325"/>
              <a:ext cx="71791" cy="80671"/>
            </a:xfrm>
            <a:custGeom>
              <a:rect b="b" l="l" r="r" t="t"/>
              <a:pathLst>
                <a:path extrusionOk="0" h="1408" w="1253">
                  <a:moveTo>
                    <a:pt x="206" y="0"/>
                  </a:moveTo>
                  <a:cubicBezTo>
                    <a:pt x="163" y="0"/>
                    <a:pt x="122" y="18"/>
                    <a:pt x="88" y="64"/>
                  </a:cubicBezTo>
                  <a:cubicBezTo>
                    <a:pt x="1" y="184"/>
                    <a:pt x="153" y="266"/>
                    <a:pt x="224" y="353"/>
                  </a:cubicBezTo>
                  <a:cubicBezTo>
                    <a:pt x="268" y="413"/>
                    <a:pt x="306" y="467"/>
                    <a:pt x="349" y="527"/>
                  </a:cubicBezTo>
                  <a:cubicBezTo>
                    <a:pt x="561" y="788"/>
                    <a:pt x="774" y="1055"/>
                    <a:pt x="986" y="1322"/>
                  </a:cubicBezTo>
                  <a:cubicBezTo>
                    <a:pt x="1028" y="1368"/>
                    <a:pt x="1074" y="1407"/>
                    <a:pt x="1137" y="1407"/>
                  </a:cubicBezTo>
                  <a:cubicBezTo>
                    <a:pt x="1148" y="1407"/>
                    <a:pt x="1159" y="1406"/>
                    <a:pt x="1171" y="1404"/>
                  </a:cubicBezTo>
                  <a:cubicBezTo>
                    <a:pt x="1247" y="1387"/>
                    <a:pt x="1247" y="1322"/>
                    <a:pt x="1253" y="1224"/>
                  </a:cubicBezTo>
                  <a:cubicBezTo>
                    <a:pt x="1095" y="799"/>
                    <a:pt x="828" y="396"/>
                    <a:pt x="431" y="102"/>
                  </a:cubicBezTo>
                  <a:cubicBezTo>
                    <a:pt x="377" y="63"/>
                    <a:pt x="288" y="0"/>
                    <a:pt x="206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4"/>
            <p:cNvSpPr/>
            <p:nvPr/>
          </p:nvSpPr>
          <p:spPr>
            <a:xfrm>
              <a:off x="2844421" y="2816144"/>
              <a:ext cx="46237" cy="81817"/>
            </a:xfrm>
            <a:custGeom>
              <a:rect b="b" l="l" r="r" t="t"/>
              <a:pathLst>
                <a:path extrusionOk="0" h="1428" w="807">
                  <a:moveTo>
                    <a:pt x="161" y="0"/>
                  </a:moveTo>
                  <a:cubicBezTo>
                    <a:pt x="144" y="0"/>
                    <a:pt x="125" y="3"/>
                    <a:pt x="104" y="11"/>
                  </a:cubicBezTo>
                  <a:cubicBezTo>
                    <a:pt x="1" y="55"/>
                    <a:pt x="6" y="158"/>
                    <a:pt x="6" y="349"/>
                  </a:cubicBezTo>
                  <a:cubicBezTo>
                    <a:pt x="273" y="599"/>
                    <a:pt x="322" y="1062"/>
                    <a:pt x="616" y="1394"/>
                  </a:cubicBezTo>
                  <a:cubicBezTo>
                    <a:pt x="636" y="1414"/>
                    <a:pt x="678" y="1428"/>
                    <a:pt x="711" y="1428"/>
                  </a:cubicBezTo>
                  <a:cubicBezTo>
                    <a:pt x="723" y="1428"/>
                    <a:pt x="734" y="1426"/>
                    <a:pt x="741" y="1421"/>
                  </a:cubicBezTo>
                  <a:cubicBezTo>
                    <a:pt x="807" y="1378"/>
                    <a:pt x="801" y="1291"/>
                    <a:pt x="785" y="1225"/>
                  </a:cubicBezTo>
                  <a:cubicBezTo>
                    <a:pt x="670" y="850"/>
                    <a:pt x="524" y="479"/>
                    <a:pt x="333" y="136"/>
                  </a:cubicBezTo>
                  <a:cubicBezTo>
                    <a:pt x="297" y="74"/>
                    <a:pt x="243" y="0"/>
                    <a:pt x="161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8" name="Google Shape;468;p24"/>
          <p:cNvGrpSpPr/>
          <p:nvPr/>
        </p:nvGrpSpPr>
        <p:grpSpPr>
          <a:xfrm>
            <a:off x="3089921" y="3033456"/>
            <a:ext cx="2964157" cy="800986"/>
            <a:chOff x="3243785" y="3409948"/>
            <a:chExt cx="2685655" cy="732900"/>
          </a:xfrm>
        </p:grpSpPr>
        <p:sp>
          <p:nvSpPr>
            <p:cNvPr id="469" name="Google Shape;469;p24"/>
            <p:cNvSpPr/>
            <p:nvPr/>
          </p:nvSpPr>
          <p:spPr>
            <a:xfrm>
              <a:off x="3243840" y="3409948"/>
              <a:ext cx="2685600" cy="732900"/>
            </a:xfrm>
            <a:prstGeom prst="roundRect">
              <a:avLst>
                <a:gd fmla="val 20475" name="adj"/>
              </a:avLst>
            </a:prstGeom>
            <a:solidFill>
              <a:schemeClr val="accent1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24"/>
            <p:cNvSpPr/>
            <p:nvPr/>
          </p:nvSpPr>
          <p:spPr>
            <a:xfrm rot="-279772">
              <a:off x="5468139" y="3940404"/>
              <a:ext cx="412128" cy="143692"/>
            </a:xfrm>
            <a:custGeom>
              <a:rect b="b" l="l" r="r" t="t"/>
              <a:pathLst>
                <a:path extrusionOk="0" h="2802" w="8976">
                  <a:moveTo>
                    <a:pt x="8931" y="1"/>
                  </a:moveTo>
                  <a:cubicBezTo>
                    <a:pt x="8782" y="849"/>
                    <a:pt x="8321" y="1623"/>
                    <a:pt x="7636" y="2085"/>
                  </a:cubicBezTo>
                  <a:cubicBezTo>
                    <a:pt x="7294" y="2323"/>
                    <a:pt x="6907" y="2472"/>
                    <a:pt x="6490" y="2546"/>
                  </a:cubicBezTo>
                  <a:cubicBezTo>
                    <a:pt x="6297" y="2576"/>
                    <a:pt x="6088" y="2576"/>
                    <a:pt x="5865" y="2576"/>
                  </a:cubicBezTo>
                  <a:cubicBezTo>
                    <a:pt x="5642" y="2576"/>
                    <a:pt x="5433" y="2591"/>
                    <a:pt x="5210" y="2591"/>
                  </a:cubicBezTo>
                  <a:cubicBezTo>
                    <a:pt x="4994" y="2598"/>
                    <a:pt x="4778" y="2602"/>
                    <a:pt x="4563" y="2602"/>
                  </a:cubicBezTo>
                  <a:cubicBezTo>
                    <a:pt x="4347" y="2602"/>
                    <a:pt x="4131" y="2598"/>
                    <a:pt x="3915" y="2591"/>
                  </a:cubicBezTo>
                  <a:cubicBezTo>
                    <a:pt x="3469" y="2576"/>
                    <a:pt x="3037" y="2531"/>
                    <a:pt x="2605" y="2501"/>
                  </a:cubicBezTo>
                  <a:cubicBezTo>
                    <a:pt x="2281" y="2485"/>
                    <a:pt x="1958" y="2476"/>
                    <a:pt x="1633" y="2476"/>
                  </a:cubicBezTo>
                  <a:cubicBezTo>
                    <a:pt x="1092" y="2476"/>
                    <a:pt x="549" y="2500"/>
                    <a:pt x="0" y="2546"/>
                  </a:cubicBezTo>
                  <a:lnTo>
                    <a:pt x="0" y="2576"/>
                  </a:lnTo>
                  <a:cubicBezTo>
                    <a:pt x="864" y="2680"/>
                    <a:pt x="1742" y="2725"/>
                    <a:pt x="2605" y="2725"/>
                  </a:cubicBezTo>
                  <a:cubicBezTo>
                    <a:pt x="3037" y="2710"/>
                    <a:pt x="3469" y="2680"/>
                    <a:pt x="3900" y="2680"/>
                  </a:cubicBezTo>
                  <a:cubicBezTo>
                    <a:pt x="4347" y="2680"/>
                    <a:pt x="4778" y="2710"/>
                    <a:pt x="5210" y="2740"/>
                  </a:cubicBezTo>
                  <a:cubicBezTo>
                    <a:pt x="5418" y="2755"/>
                    <a:pt x="5642" y="2769"/>
                    <a:pt x="5850" y="2784"/>
                  </a:cubicBezTo>
                  <a:cubicBezTo>
                    <a:pt x="5979" y="2793"/>
                    <a:pt x="6108" y="2801"/>
                    <a:pt x="6237" y="2801"/>
                  </a:cubicBezTo>
                  <a:cubicBezTo>
                    <a:pt x="6331" y="2801"/>
                    <a:pt x="6426" y="2797"/>
                    <a:pt x="6520" y="2784"/>
                  </a:cubicBezTo>
                  <a:cubicBezTo>
                    <a:pt x="6981" y="2740"/>
                    <a:pt x="7413" y="2576"/>
                    <a:pt x="7785" y="2308"/>
                  </a:cubicBezTo>
                  <a:cubicBezTo>
                    <a:pt x="8529" y="1787"/>
                    <a:pt x="8976" y="879"/>
                    <a:pt x="89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24"/>
            <p:cNvSpPr/>
            <p:nvPr/>
          </p:nvSpPr>
          <p:spPr>
            <a:xfrm rot="451316">
              <a:off x="5516812" y="3474563"/>
              <a:ext cx="357556" cy="78458"/>
            </a:xfrm>
            <a:custGeom>
              <a:rect b="b" l="l" r="r" t="t"/>
              <a:pathLst>
                <a:path extrusionOk="0" h="1344" w="6833">
                  <a:moveTo>
                    <a:pt x="4686" y="0"/>
                  </a:moveTo>
                  <a:cubicBezTo>
                    <a:pt x="4637" y="0"/>
                    <a:pt x="4589" y="1"/>
                    <a:pt x="4540" y="4"/>
                  </a:cubicBezTo>
                  <a:lnTo>
                    <a:pt x="3632" y="48"/>
                  </a:lnTo>
                  <a:cubicBezTo>
                    <a:pt x="2412" y="138"/>
                    <a:pt x="1206" y="242"/>
                    <a:pt x="0" y="420"/>
                  </a:cubicBezTo>
                  <a:cubicBezTo>
                    <a:pt x="155" y="422"/>
                    <a:pt x="310" y="423"/>
                    <a:pt x="465" y="423"/>
                  </a:cubicBezTo>
                  <a:cubicBezTo>
                    <a:pt x="1528" y="423"/>
                    <a:pt x="2582" y="379"/>
                    <a:pt x="3647" y="301"/>
                  </a:cubicBezTo>
                  <a:lnTo>
                    <a:pt x="4555" y="242"/>
                  </a:lnTo>
                  <a:cubicBezTo>
                    <a:pt x="4626" y="234"/>
                    <a:pt x="4698" y="231"/>
                    <a:pt x="4770" y="231"/>
                  </a:cubicBezTo>
                  <a:cubicBezTo>
                    <a:pt x="4986" y="231"/>
                    <a:pt x="5206" y="264"/>
                    <a:pt x="5419" y="331"/>
                  </a:cubicBezTo>
                  <a:cubicBezTo>
                    <a:pt x="5969" y="480"/>
                    <a:pt x="6475" y="852"/>
                    <a:pt x="6833" y="1343"/>
                  </a:cubicBezTo>
                  <a:cubicBezTo>
                    <a:pt x="6565" y="793"/>
                    <a:pt x="6073" y="346"/>
                    <a:pt x="5478" y="138"/>
                  </a:cubicBezTo>
                  <a:cubicBezTo>
                    <a:pt x="5226" y="37"/>
                    <a:pt x="4953" y="0"/>
                    <a:pt x="4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24"/>
            <p:cNvSpPr/>
            <p:nvPr/>
          </p:nvSpPr>
          <p:spPr>
            <a:xfrm>
              <a:off x="5556294" y="3696143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73" name="Google Shape;473;p24"/>
            <p:cNvSpPr/>
            <p:nvPr/>
          </p:nvSpPr>
          <p:spPr>
            <a:xfrm>
              <a:off x="5482647" y="3726071"/>
              <a:ext cx="383129" cy="7455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74" name="Google Shape;474;p24"/>
            <p:cNvSpPr/>
            <p:nvPr/>
          </p:nvSpPr>
          <p:spPr>
            <a:xfrm>
              <a:off x="5482647" y="3538795"/>
              <a:ext cx="383129" cy="7455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75" name="Google Shape;475;p24"/>
            <p:cNvSpPr/>
            <p:nvPr/>
          </p:nvSpPr>
          <p:spPr>
            <a:xfrm>
              <a:off x="5556294" y="3632424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76" name="Google Shape;476;p24"/>
            <p:cNvSpPr/>
            <p:nvPr/>
          </p:nvSpPr>
          <p:spPr>
            <a:xfrm>
              <a:off x="5556294" y="3600568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77" name="Google Shape;477;p24"/>
            <p:cNvSpPr/>
            <p:nvPr/>
          </p:nvSpPr>
          <p:spPr>
            <a:xfrm>
              <a:off x="5556294" y="3937480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78" name="Google Shape;478;p24"/>
            <p:cNvSpPr/>
            <p:nvPr/>
          </p:nvSpPr>
          <p:spPr>
            <a:xfrm>
              <a:off x="3293644" y="3571861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79" name="Google Shape;479;p24"/>
            <p:cNvSpPr/>
            <p:nvPr/>
          </p:nvSpPr>
          <p:spPr>
            <a:xfrm rot="-5669091">
              <a:off x="3130754" y="3617521"/>
              <a:ext cx="598271" cy="290204"/>
            </a:xfrm>
            <a:custGeom>
              <a:rect b="b" l="l" r="r" t="t"/>
              <a:pathLst>
                <a:path extrusionOk="0" h="6455" w="12817">
                  <a:moveTo>
                    <a:pt x="1961" y="1"/>
                  </a:moveTo>
                  <a:cubicBezTo>
                    <a:pt x="1823" y="1"/>
                    <a:pt x="1675" y="11"/>
                    <a:pt x="1534" y="39"/>
                  </a:cubicBezTo>
                  <a:cubicBezTo>
                    <a:pt x="1311" y="84"/>
                    <a:pt x="1102" y="173"/>
                    <a:pt x="924" y="292"/>
                  </a:cubicBezTo>
                  <a:cubicBezTo>
                    <a:pt x="551" y="545"/>
                    <a:pt x="284" y="932"/>
                    <a:pt x="135" y="1349"/>
                  </a:cubicBezTo>
                  <a:cubicBezTo>
                    <a:pt x="75" y="1543"/>
                    <a:pt x="31" y="1766"/>
                    <a:pt x="16" y="1989"/>
                  </a:cubicBezTo>
                  <a:lnTo>
                    <a:pt x="1" y="2614"/>
                  </a:lnTo>
                  <a:cubicBezTo>
                    <a:pt x="1" y="3031"/>
                    <a:pt x="1" y="3448"/>
                    <a:pt x="1" y="3880"/>
                  </a:cubicBezTo>
                  <a:lnTo>
                    <a:pt x="31" y="3880"/>
                  </a:lnTo>
                  <a:cubicBezTo>
                    <a:pt x="75" y="3463"/>
                    <a:pt x="105" y="3046"/>
                    <a:pt x="150" y="2629"/>
                  </a:cubicBezTo>
                  <a:lnTo>
                    <a:pt x="194" y="1989"/>
                  </a:lnTo>
                  <a:cubicBezTo>
                    <a:pt x="209" y="1796"/>
                    <a:pt x="269" y="1602"/>
                    <a:pt x="328" y="1409"/>
                  </a:cubicBezTo>
                  <a:cubicBezTo>
                    <a:pt x="462" y="1037"/>
                    <a:pt x="715" y="709"/>
                    <a:pt x="1043" y="486"/>
                  </a:cubicBezTo>
                  <a:cubicBezTo>
                    <a:pt x="1206" y="382"/>
                    <a:pt x="1400" y="307"/>
                    <a:pt x="1579" y="263"/>
                  </a:cubicBezTo>
                  <a:cubicBezTo>
                    <a:pt x="1701" y="234"/>
                    <a:pt x="1824" y="224"/>
                    <a:pt x="1950" y="224"/>
                  </a:cubicBezTo>
                  <a:cubicBezTo>
                    <a:pt x="2023" y="224"/>
                    <a:pt x="2098" y="227"/>
                    <a:pt x="2174" y="233"/>
                  </a:cubicBezTo>
                  <a:cubicBezTo>
                    <a:pt x="3022" y="263"/>
                    <a:pt x="3856" y="277"/>
                    <a:pt x="4689" y="307"/>
                  </a:cubicBezTo>
                  <a:cubicBezTo>
                    <a:pt x="5538" y="352"/>
                    <a:pt x="6371" y="411"/>
                    <a:pt x="7205" y="486"/>
                  </a:cubicBezTo>
                  <a:cubicBezTo>
                    <a:pt x="8039" y="560"/>
                    <a:pt x="8887" y="620"/>
                    <a:pt x="9721" y="679"/>
                  </a:cubicBezTo>
                  <a:lnTo>
                    <a:pt x="10033" y="694"/>
                  </a:lnTo>
                  <a:cubicBezTo>
                    <a:pt x="10122" y="709"/>
                    <a:pt x="10227" y="724"/>
                    <a:pt x="10331" y="739"/>
                  </a:cubicBezTo>
                  <a:cubicBezTo>
                    <a:pt x="10524" y="783"/>
                    <a:pt x="10703" y="843"/>
                    <a:pt x="10882" y="932"/>
                  </a:cubicBezTo>
                  <a:cubicBezTo>
                    <a:pt x="11239" y="1111"/>
                    <a:pt x="11566" y="1364"/>
                    <a:pt x="11819" y="1677"/>
                  </a:cubicBezTo>
                  <a:cubicBezTo>
                    <a:pt x="12325" y="2302"/>
                    <a:pt x="12564" y="3120"/>
                    <a:pt x="12534" y="3939"/>
                  </a:cubicBezTo>
                  <a:cubicBezTo>
                    <a:pt x="12519" y="4773"/>
                    <a:pt x="12504" y="5621"/>
                    <a:pt x="12504" y="6455"/>
                  </a:cubicBezTo>
                  <a:lnTo>
                    <a:pt x="12534" y="6455"/>
                  </a:lnTo>
                  <a:cubicBezTo>
                    <a:pt x="12623" y="5621"/>
                    <a:pt x="12683" y="4788"/>
                    <a:pt x="12742" y="3939"/>
                  </a:cubicBezTo>
                  <a:cubicBezTo>
                    <a:pt x="12817" y="3091"/>
                    <a:pt x="12578" y="2183"/>
                    <a:pt x="12028" y="1498"/>
                  </a:cubicBezTo>
                  <a:cubicBezTo>
                    <a:pt x="11760" y="1156"/>
                    <a:pt x="11403" y="873"/>
                    <a:pt x="11001" y="694"/>
                  </a:cubicBezTo>
                  <a:cubicBezTo>
                    <a:pt x="10807" y="590"/>
                    <a:pt x="10584" y="530"/>
                    <a:pt x="10375" y="486"/>
                  </a:cubicBezTo>
                  <a:cubicBezTo>
                    <a:pt x="10271" y="456"/>
                    <a:pt x="10152" y="456"/>
                    <a:pt x="10048" y="441"/>
                  </a:cubicBezTo>
                  <a:lnTo>
                    <a:pt x="9735" y="426"/>
                  </a:lnTo>
                  <a:cubicBezTo>
                    <a:pt x="8887" y="396"/>
                    <a:pt x="8053" y="367"/>
                    <a:pt x="7220" y="337"/>
                  </a:cubicBezTo>
                  <a:cubicBezTo>
                    <a:pt x="6371" y="307"/>
                    <a:pt x="5538" y="277"/>
                    <a:pt x="4704" y="218"/>
                  </a:cubicBezTo>
                  <a:cubicBezTo>
                    <a:pt x="3871" y="173"/>
                    <a:pt x="3022" y="84"/>
                    <a:pt x="2189" y="9"/>
                  </a:cubicBezTo>
                  <a:cubicBezTo>
                    <a:pt x="2118" y="4"/>
                    <a:pt x="2041" y="1"/>
                    <a:pt x="19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4"/>
            <p:cNvSpPr/>
            <p:nvPr/>
          </p:nvSpPr>
          <p:spPr>
            <a:xfrm>
              <a:off x="3293644" y="3548845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81" name="Google Shape;481;p24"/>
            <p:cNvSpPr/>
            <p:nvPr/>
          </p:nvSpPr>
          <p:spPr>
            <a:xfrm>
              <a:off x="3293644" y="3696143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82" name="Google Shape;482;p24"/>
            <p:cNvSpPr/>
            <p:nvPr/>
          </p:nvSpPr>
          <p:spPr>
            <a:xfrm>
              <a:off x="3293643" y="3726071"/>
              <a:ext cx="383129" cy="7455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83" name="Google Shape;483;p24"/>
            <p:cNvSpPr/>
            <p:nvPr/>
          </p:nvSpPr>
          <p:spPr>
            <a:xfrm>
              <a:off x="3293643" y="3756008"/>
              <a:ext cx="383129" cy="7455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84" name="Google Shape;484;p24"/>
            <p:cNvSpPr/>
            <p:nvPr/>
          </p:nvSpPr>
          <p:spPr>
            <a:xfrm>
              <a:off x="3293644" y="3785940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485" name="Google Shape;485;p24"/>
            <p:cNvSpPr/>
            <p:nvPr/>
          </p:nvSpPr>
          <p:spPr>
            <a:xfrm>
              <a:off x="3308698" y="3953958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pic>
          <p:nvPicPr>
            <p:cNvPr id="486" name="Google Shape;486;p24"/>
            <p:cNvPicPr preferRelativeResize="0"/>
            <p:nvPr/>
          </p:nvPicPr>
          <p:blipFill rotWithShape="1">
            <a:blip r:embed="rId3">
              <a:alphaModFix amt="35000"/>
            </a:blip>
            <a:srcRect b="8896" l="18257" r="14795" t="60755"/>
            <a:stretch/>
          </p:blipFill>
          <p:spPr>
            <a:xfrm>
              <a:off x="3243785" y="3409948"/>
              <a:ext cx="2685600" cy="732900"/>
            </a:xfrm>
            <a:prstGeom prst="roundRect">
              <a:avLst>
                <a:gd fmla="val 19523" name="adj"/>
              </a:avLst>
            </a:prstGeom>
            <a:noFill/>
            <a:ln>
              <a:noFill/>
            </a:ln>
          </p:spPr>
        </p:pic>
      </p:grpSp>
      <p:sp>
        <p:nvSpPr>
          <p:cNvPr id="487" name="Google Shape;487;p24"/>
          <p:cNvSpPr txBox="1"/>
          <p:nvPr>
            <p:ph type="title"/>
          </p:nvPr>
        </p:nvSpPr>
        <p:spPr>
          <a:xfrm>
            <a:off x="3268200" y="3083099"/>
            <a:ext cx="2607600" cy="70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literature Review by : Coryden Spencer</a:t>
            </a:r>
            <a:endParaRPr/>
          </a:p>
        </p:txBody>
      </p:sp>
      <p:grpSp>
        <p:nvGrpSpPr>
          <p:cNvPr id="488" name="Google Shape;488;p24"/>
          <p:cNvGrpSpPr/>
          <p:nvPr/>
        </p:nvGrpSpPr>
        <p:grpSpPr>
          <a:xfrm rot="-1299621">
            <a:off x="-1126433" y="739542"/>
            <a:ext cx="5523654" cy="4647038"/>
            <a:chOff x="202875" y="439475"/>
            <a:chExt cx="4664382" cy="3924135"/>
          </a:xfrm>
        </p:grpSpPr>
        <p:sp>
          <p:nvSpPr>
            <p:cNvPr id="489" name="Google Shape;489;p24"/>
            <p:cNvSpPr/>
            <p:nvPr/>
          </p:nvSpPr>
          <p:spPr>
            <a:xfrm>
              <a:off x="3368775" y="1754200"/>
              <a:ext cx="9950" cy="20850"/>
            </a:xfrm>
            <a:custGeom>
              <a:rect b="b" l="l" r="r" t="t"/>
              <a:pathLst>
                <a:path extrusionOk="0" h="834" w="398">
                  <a:moveTo>
                    <a:pt x="397" y="0"/>
                  </a:moveTo>
                  <a:lnTo>
                    <a:pt x="397" y="0"/>
                  </a:lnTo>
                  <a:cubicBezTo>
                    <a:pt x="142" y="218"/>
                    <a:pt x="87" y="490"/>
                    <a:pt x="0" y="833"/>
                  </a:cubicBezTo>
                  <a:cubicBezTo>
                    <a:pt x="251" y="567"/>
                    <a:pt x="354" y="322"/>
                    <a:pt x="397" y="0"/>
                  </a:cubicBezTo>
                  <a:close/>
                </a:path>
              </a:pathLst>
            </a:custGeom>
            <a:solidFill>
              <a:srgbClr val="4F4F4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24"/>
            <p:cNvSpPr/>
            <p:nvPr/>
          </p:nvSpPr>
          <p:spPr>
            <a:xfrm>
              <a:off x="211297" y="518427"/>
              <a:ext cx="4636025" cy="3831832"/>
            </a:xfrm>
            <a:custGeom>
              <a:rect b="b" l="l" r="r" t="t"/>
              <a:pathLst>
                <a:path extrusionOk="0" h="66879" w="80915">
                  <a:moveTo>
                    <a:pt x="25040" y="36471"/>
                  </a:moveTo>
                  <a:cubicBezTo>
                    <a:pt x="25065" y="36509"/>
                    <a:pt x="25091" y="36551"/>
                    <a:pt x="25114" y="36593"/>
                  </a:cubicBezTo>
                  <a:cubicBezTo>
                    <a:pt x="25139" y="36639"/>
                    <a:pt x="25165" y="36684"/>
                    <a:pt x="25191" y="36730"/>
                  </a:cubicBezTo>
                  <a:lnTo>
                    <a:pt x="25191" y="36730"/>
                  </a:lnTo>
                  <a:cubicBezTo>
                    <a:pt x="25140" y="36642"/>
                    <a:pt x="25089" y="36556"/>
                    <a:pt x="25040" y="36471"/>
                  </a:cubicBezTo>
                  <a:close/>
                  <a:moveTo>
                    <a:pt x="32232" y="1"/>
                  </a:moveTo>
                  <a:cubicBezTo>
                    <a:pt x="31940" y="1"/>
                    <a:pt x="31652" y="38"/>
                    <a:pt x="31364" y="80"/>
                  </a:cubicBezTo>
                  <a:cubicBezTo>
                    <a:pt x="30035" y="260"/>
                    <a:pt x="28783" y="630"/>
                    <a:pt x="27678" y="1419"/>
                  </a:cubicBezTo>
                  <a:cubicBezTo>
                    <a:pt x="27046" y="1866"/>
                    <a:pt x="26540" y="2432"/>
                    <a:pt x="26034" y="3009"/>
                  </a:cubicBezTo>
                  <a:cubicBezTo>
                    <a:pt x="25174" y="3994"/>
                    <a:pt x="24461" y="5061"/>
                    <a:pt x="23976" y="6286"/>
                  </a:cubicBezTo>
                  <a:cubicBezTo>
                    <a:pt x="23089" y="8529"/>
                    <a:pt x="22871" y="10848"/>
                    <a:pt x="23094" y="13227"/>
                  </a:cubicBezTo>
                  <a:cubicBezTo>
                    <a:pt x="23230" y="14676"/>
                    <a:pt x="23568" y="16091"/>
                    <a:pt x="23900" y="17501"/>
                  </a:cubicBezTo>
                  <a:cubicBezTo>
                    <a:pt x="24281" y="19107"/>
                    <a:pt x="24880" y="20648"/>
                    <a:pt x="25571" y="22150"/>
                  </a:cubicBezTo>
                  <a:cubicBezTo>
                    <a:pt x="25745" y="22531"/>
                    <a:pt x="25854" y="22956"/>
                    <a:pt x="26165" y="23266"/>
                  </a:cubicBezTo>
                  <a:cubicBezTo>
                    <a:pt x="26605" y="23522"/>
                    <a:pt x="27014" y="23821"/>
                    <a:pt x="27438" y="24099"/>
                  </a:cubicBezTo>
                  <a:cubicBezTo>
                    <a:pt x="28386" y="24736"/>
                    <a:pt x="29327" y="25395"/>
                    <a:pt x="30345" y="25917"/>
                  </a:cubicBezTo>
                  <a:cubicBezTo>
                    <a:pt x="30944" y="26228"/>
                    <a:pt x="31445" y="26625"/>
                    <a:pt x="31875" y="27137"/>
                  </a:cubicBezTo>
                  <a:cubicBezTo>
                    <a:pt x="32425" y="28612"/>
                    <a:pt x="32256" y="30087"/>
                    <a:pt x="31843" y="31546"/>
                  </a:cubicBezTo>
                  <a:cubicBezTo>
                    <a:pt x="31657" y="32178"/>
                    <a:pt x="31614" y="32162"/>
                    <a:pt x="32207" y="32461"/>
                  </a:cubicBezTo>
                  <a:cubicBezTo>
                    <a:pt x="32354" y="32537"/>
                    <a:pt x="32507" y="32608"/>
                    <a:pt x="32648" y="32695"/>
                  </a:cubicBezTo>
                  <a:cubicBezTo>
                    <a:pt x="33024" y="32929"/>
                    <a:pt x="33367" y="33223"/>
                    <a:pt x="33525" y="33637"/>
                  </a:cubicBezTo>
                  <a:cubicBezTo>
                    <a:pt x="33819" y="34421"/>
                    <a:pt x="34162" y="35178"/>
                    <a:pt x="34521" y="35934"/>
                  </a:cubicBezTo>
                  <a:cubicBezTo>
                    <a:pt x="34831" y="36593"/>
                    <a:pt x="34788" y="36615"/>
                    <a:pt x="35174" y="36985"/>
                  </a:cubicBezTo>
                  <a:cubicBezTo>
                    <a:pt x="35108" y="36996"/>
                    <a:pt x="35047" y="37003"/>
                    <a:pt x="34991" y="37003"/>
                  </a:cubicBezTo>
                  <a:cubicBezTo>
                    <a:pt x="34848" y="37003"/>
                    <a:pt x="34726" y="36959"/>
                    <a:pt x="34570" y="36827"/>
                  </a:cubicBezTo>
                  <a:cubicBezTo>
                    <a:pt x="33846" y="36217"/>
                    <a:pt x="33198" y="35531"/>
                    <a:pt x="32828" y="34639"/>
                  </a:cubicBezTo>
                  <a:cubicBezTo>
                    <a:pt x="32676" y="34279"/>
                    <a:pt x="32490" y="33969"/>
                    <a:pt x="32180" y="33735"/>
                  </a:cubicBezTo>
                  <a:cubicBezTo>
                    <a:pt x="32000" y="33626"/>
                    <a:pt x="31881" y="33430"/>
                    <a:pt x="31668" y="33370"/>
                  </a:cubicBezTo>
                  <a:cubicBezTo>
                    <a:pt x="31594" y="33348"/>
                    <a:pt x="31531" y="33337"/>
                    <a:pt x="31478" y="33337"/>
                  </a:cubicBezTo>
                  <a:cubicBezTo>
                    <a:pt x="31312" y="33337"/>
                    <a:pt x="31255" y="33450"/>
                    <a:pt x="31309" y="33686"/>
                  </a:cubicBezTo>
                  <a:cubicBezTo>
                    <a:pt x="31391" y="34040"/>
                    <a:pt x="31451" y="34399"/>
                    <a:pt x="31489" y="34764"/>
                  </a:cubicBezTo>
                  <a:cubicBezTo>
                    <a:pt x="31500" y="34900"/>
                    <a:pt x="31521" y="35047"/>
                    <a:pt x="31287" y="35047"/>
                  </a:cubicBezTo>
                  <a:cubicBezTo>
                    <a:pt x="30917" y="35047"/>
                    <a:pt x="30895" y="35085"/>
                    <a:pt x="30901" y="35477"/>
                  </a:cubicBezTo>
                  <a:cubicBezTo>
                    <a:pt x="31287" y="36141"/>
                    <a:pt x="31576" y="36854"/>
                    <a:pt x="31973" y="37508"/>
                  </a:cubicBezTo>
                  <a:cubicBezTo>
                    <a:pt x="32294" y="38036"/>
                    <a:pt x="32529" y="38596"/>
                    <a:pt x="32676" y="39201"/>
                  </a:cubicBezTo>
                  <a:cubicBezTo>
                    <a:pt x="32861" y="39974"/>
                    <a:pt x="32959" y="40774"/>
                    <a:pt x="33361" y="41487"/>
                  </a:cubicBezTo>
                  <a:cubicBezTo>
                    <a:pt x="33557" y="42249"/>
                    <a:pt x="33770" y="43006"/>
                    <a:pt x="33982" y="43763"/>
                  </a:cubicBezTo>
                  <a:cubicBezTo>
                    <a:pt x="34331" y="44982"/>
                    <a:pt x="34706" y="46196"/>
                    <a:pt x="34891" y="47459"/>
                  </a:cubicBezTo>
                  <a:cubicBezTo>
                    <a:pt x="34918" y="47655"/>
                    <a:pt x="34973" y="47851"/>
                    <a:pt x="34913" y="48053"/>
                  </a:cubicBezTo>
                  <a:cubicBezTo>
                    <a:pt x="34787" y="48213"/>
                    <a:pt x="34654" y="48293"/>
                    <a:pt x="34513" y="48293"/>
                  </a:cubicBezTo>
                  <a:cubicBezTo>
                    <a:pt x="34404" y="48293"/>
                    <a:pt x="34291" y="48245"/>
                    <a:pt x="34173" y="48151"/>
                  </a:cubicBezTo>
                  <a:cubicBezTo>
                    <a:pt x="34026" y="48031"/>
                    <a:pt x="33933" y="47867"/>
                    <a:pt x="33857" y="47693"/>
                  </a:cubicBezTo>
                  <a:cubicBezTo>
                    <a:pt x="33726" y="47416"/>
                    <a:pt x="33617" y="47132"/>
                    <a:pt x="33410" y="46904"/>
                  </a:cubicBezTo>
                  <a:cubicBezTo>
                    <a:pt x="33204" y="46664"/>
                    <a:pt x="32964" y="46447"/>
                    <a:pt x="32752" y="46212"/>
                  </a:cubicBezTo>
                  <a:cubicBezTo>
                    <a:pt x="31973" y="45374"/>
                    <a:pt x="31037" y="44704"/>
                    <a:pt x="30215" y="43915"/>
                  </a:cubicBezTo>
                  <a:cubicBezTo>
                    <a:pt x="29224" y="42962"/>
                    <a:pt x="28282" y="41977"/>
                    <a:pt x="27547" y="40812"/>
                  </a:cubicBezTo>
                  <a:cubicBezTo>
                    <a:pt x="26997" y="39930"/>
                    <a:pt x="26546" y="38994"/>
                    <a:pt x="26012" y="38106"/>
                  </a:cubicBezTo>
                  <a:cubicBezTo>
                    <a:pt x="25826" y="37794"/>
                    <a:pt x="25638" y="37482"/>
                    <a:pt x="25456" y="37177"/>
                  </a:cubicBezTo>
                  <a:lnTo>
                    <a:pt x="25456" y="37177"/>
                  </a:lnTo>
                  <a:cubicBezTo>
                    <a:pt x="25810" y="37758"/>
                    <a:pt x="26186" y="38324"/>
                    <a:pt x="26497" y="38934"/>
                  </a:cubicBezTo>
                  <a:cubicBezTo>
                    <a:pt x="27564" y="41013"/>
                    <a:pt x="29110" y="42701"/>
                    <a:pt x="30830" y="44247"/>
                  </a:cubicBezTo>
                  <a:cubicBezTo>
                    <a:pt x="31059" y="44454"/>
                    <a:pt x="31255" y="44694"/>
                    <a:pt x="31521" y="44857"/>
                  </a:cubicBezTo>
                  <a:cubicBezTo>
                    <a:pt x="31592" y="44900"/>
                    <a:pt x="31657" y="44985"/>
                    <a:pt x="31742" y="44985"/>
                  </a:cubicBezTo>
                  <a:cubicBezTo>
                    <a:pt x="31776" y="44985"/>
                    <a:pt x="31812" y="44972"/>
                    <a:pt x="31853" y="44939"/>
                  </a:cubicBezTo>
                  <a:cubicBezTo>
                    <a:pt x="31950" y="44708"/>
                    <a:pt x="32027" y="44595"/>
                    <a:pt x="32126" y="44595"/>
                  </a:cubicBezTo>
                  <a:cubicBezTo>
                    <a:pt x="32211" y="44595"/>
                    <a:pt x="32311" y="44679"/>
                    <a:pt x="32452" y="44846"/>
                  </a:cubicBezTo>
                  <a:cubicBezTo>
                    <a:pt x="32534" y="44944"/>
                    <a:pt x="32610" y="45047"/>
                    <a:pt x="32697" y="45145"/>
                  </a:cubicBezTo>
                  <a:cubicBezTo>
                    <a:pt x="32763" y="45220"/>
                    <a:pt x="32832" y="45323"/>
                    <a:pt x="32930" y="45323"/>
                  </a:cubicBezTo>
                  <a:cubicBezTo>
                    <a:pt x="32946" y="45323"/>
                    <a:pt x="32963" y="45320"/>
                    <a:pt x="32980" y="45314"/>
                  </a:cubicBezTo>
                  <a:cubicBezTo>
                    <a:pt x="33116" y="45271"/>
                    <a:pt x="33100" y="45118"/>
                    <a:pt x="33100" y="45009"/>
                  </a:cubicBezTo>
                  <a:cubicBezTo>
                    <a:pt x="33089" y="44481"/>
                    <a:pt x="32975" y="43980"/>
                    <a:pt x="32735" y="43507"/>
                  </a:cubicBezTo>
                  <a:cubicBezTo>
                    <a:pt x="32224" y="42489"/>
                    <a:pt x="31864" y="41422"/>
                    <a:pt x="31745" y="40284"/>
                  </a:cubicBezTo>
                  <a:cubicBezTo>
                    <a:pt x="31696" y="39772"/>
                    <a:pt x="31570" y="39282"/>
                    <a:pt x="31342" y="38825"/>
                  </a:cubicBezTo>
                  <a:cubicBezTo>
                    <a:pt x="30765" y="37693"/>
                    <a:pt x="30280" y="36506"/>
                    <a:pt x="29464" y="35510"/>
                  </a:cubicBezTo>
                  <a:cubicBezTo>
                    <a:pt x="29352" y="35387"/>
                    <a:pt x="29221" y="35339"/>
                    <a:pt x="29078" y="35339"/>
                  </a:cubicBezTo>
                  <a:cubicBezTo>
                    <a:pt x="29025" y="35339"/>
                    <a:pt x="28970" y="35345"/>
                    <a:pt x="28914" y="35357"/>
                  </a:cubicBezTo>
                  <a:cubicBezTo>
                    <a:pt x="28587" y="35423"/>
                    <a:pt x="28293" y="35531"/>
                    <a:pt x="28037" y="35771"/>
                  </a:cubicBezTo>
                  <a:cubicBezTo>
                    <a:pt x="27816" y="35980"/>
                    <a:pt x="27623" y="36082"/>
                    <a:pt x="27440" y="36082"/>
                  </a:cubicBezTo>
                  <a:cubicBezTo>
                    <a:pt x="27236" y="36082"/>
                    <a:pt x="27043" y="35955"/>
                    <a:pt x="26834" y="35706"/>
                  </a:cubicBezTo>
                  <a:cubicBezTo>
                    <a:pt x="26733" y="35581"/>
                    <a:pt x="26608" y="35508"/>
                    <a:pt x="26457" y="35508"/>
                  </a:cubicBezTo>
                  <a:cubicBezTo>
                    <a:pt x="26429" y="35508"/>
                    <a:pt x="26401" y="35510"/>
                    <a:pt x="26371" y="35515"/>
                  </a:cubicBezTo>
                  <a:cubicBezTo>
                    <a:pt x="26340" y="35520"/>
                    <a:pt x="26310" y="35522"/>
                    <a:pt x="26280" y="35522"/>
                  </a:cubicBezTo>
                  <a:cubicBezTo>
                    <a:pt x="26095" y="35522"/>
                    <a:pt x="25944" y="35437"/>
                    <a:pt x="25789" y="35325"/>
                  </a:cubicBezTo>
                  <a:cubicBezTo>
                    <a:pt x="25408" y="35052"/>
                    <a:pt x="25130" y="34688"/>
                    <a:pt x="24836" y="34334"/>
                  </a:cubicBezTo>
                  <a:cubicBezTo>
                    <a:pt x="24763" y="34247"/>
                    <a:pt x="24658" y="34136"/>
                    <a:pt x="24546" y="34136"/>
                  </a:cubicBezTo>
                  <a:cubicBezTo>
                    <a:pt x="24525" y="34136"/>
                    <a:pt x="24504" y="34140"/>
                    <a:pt x="24482" y="34149"/>
                  </a:cubicBezTo>
                  <a:cubicBezTo>
                    <a:pt x="24314" y="34214"/>
                    <a:pt x="24401" y="34394"/>
                    <a:pt x="24406" y="34530"/>
                  </a:cubicBezTo>
                  <a:cubicBezTo>
                    <a:pt x="24406" y="34573"/>
                    <a:pt x="24439" y="34628"/>
                    <a:pt x="24373" y="34704"/>
                  </a:cubicBezTo>
                  <a:cubicBezTo>
                    <a:pt x="24232" y="33789"/>
                    <a:pt x="24063" y="32913"/>
                    <a:pt x="23736" y="32074"/>
                  </a:cubicBezTo>
                  <a:cubicBezTo>
                    <a:pt x="23568" y="32134"/>
                    <a:pt x="23546" y="32270"/>
                    <a:pt x="23508" y="32390"/>
                  </a:cubicBezTo>
                  <a:cubicBezTo>
                    <a:pt x="23394" y="32766"/>
                    <a:pt x="23306" y="33141"/>
                    <a:pt x="23290" y="33533"/>
                  </a:cubicBezTo>
                  <a:cubicBezTo>
                    <a:pt x="23285" y="33670"/>
                    <a:pt x="23328" y="33822"/>
                    <a:pt x="23187" y="33925"/>
                  </a:cubicBezTo>
                  <a:cubicBezTo>
                    <a:pt x="23165" y="34018"/>
                    <a:pt x="23143" y="34143"/>
                    <a:pt x="23214" y="34187"/>
                  </a:cubicBezTo>
                  <a:cubicBezTo>
                    <a:pt x="23557" y="34404"/>
                    <a:pt x="23328" y="34557"/>
                    <a:pt x="23170" y="34726"/>
                  </a:cubicBezTo>
                  <a:cubicBezTo>
                    <a:pt x="23149" y="34796"/>
                    <a:pt x="23170" y="34856"/>
                    <a:pt x="23198" y="34922"/>
                  </a:cubicBezTo>
                  <a:cubicBezTo>
                    <a:pt x="23219" y="34949"/>
                    <a:pt x="23236" y="34982"/>
                    <a:pt x="23257" y="35003"/>
                  </a:cubicBezTo>
                  <a:cubicBezTo>
                    <a:pt x="23421" y="35259"/>
                    <a:pt x="23453" y="35553"/>
                    <a:pt x="23508" y="35842"/>
                  </a:cubicBezTo>
                  <a:cubicBezTo>
                    <a:pt x="23867" y="37578"/>
                    <a:pt x="24569" y="39163"/>
                    <a:pt x="25571" y="40622"/>
                  </a:cubicBezTo>
                  <a:cubicBezTo>
                    <a:pt x="25680" y="40703"/>
                    <a:pt x="25751" y="40807"/>
                    <a:pt x="25822" y="40921"/>
                  </a:cubicBezTo>
                  <a:cubicBezTo>
                    <a:pt x="26371" y="41846"/>
                    <a:pt x="27014" y="42696"/>
                    <a:pt x="27890" y="43338"/>
                  </a:cubicBezTo>
                  <a:cubicBezTo>
                    <a:pt x="27988" y="43409"/>
                    <a:pt x="28064" y="43507"/>
                    <a:pt x="28097" y="43621"/>
                  </a:cubicBezTo>
                  <a:cubicBezTo>
                    <a:pt x="28157" y="43795"/>
                    <a:pt x="28271" y="43926"/>
                    <a:pt x="28397" y="44051"/>
                  </a:cubicBezTo>
                  <a:cubicBezTo>
                    <a:pt x="29072" y="44743"/>
                    <a:pt x="29796" y="45380"/>
                    <a:pt x="30590" y="45935"/>
                  </a:cubicBezTo>
                  <a:cubicBezTo>
                    <a:pt x="30765" y="46060"/>
                    <a:pt x="30917" y="46207"/>
                    <a:pt x="30982" y="46419"/>
                  </a:cubicBezTo>
                  <a:cubicBezTo>
                    <a:pt x="31054" y="46643"/>
                    <a:pt x="30976" y="46771"/>
                    <a:pt x="30777" y="46771"/>
                  </a:cubicBezTo>
                  <a:cubicBezTo>
                    <a:pt x="30748" y="46771"/>
                    <a:pt x="30717" y="46768"/>
                    <a:pt x="30683" y="46762"/>
                  </a:cubicBezTo>
                  <a:cubicBezTo>
                    <a:pt x="30612" y="46751"/>
                    <a:pt x="30552" y="46713"/>
                    <a:pt x="30482" y="46697"/>
                  </a:cubicBezTo>
                  <a:cubicBezTo>
                    <a:pt x="29861" y="46523"/>
                    <a:pt x="29425" y="46055"/>
                    <a:pt x="28919" y="45690"/>
                  </a:cubicBezTo>
                  <a:cubicBezTo>
                    <a:pt x="27683" y="44786"/>
                    <a:pt x="26513" y="43812"/>
                    <a:pt x="25473" y="42679"/>
                  </a:cubicBezTo>
                  <a:cubicBezTo>
                    <a:pt x="25266" y="42456"/>
                    <a:pt x="25097" y="42113"/>
                    <a:pt x="24711" y="42108"/>
                  </a:cubicBezTo>
                  <a:cubicBezTo>
                    <a:pt x="24700" y="42108"/>
                    <a:pt x="24688" y="42109"/>
                    <a:pt x="24677" y="42109"/>
                  </a:cubicBezTo>
                  <a:cubicBezTo>
                    <a:pt x="24536" y="42109"/>
                    <a:pt x="24427" y="42044"/>
                    <a:pt x="24346" y="41928"/>
                  </a:cubicBezTo>
                  <a:cubicBezTo>
                    <a:pt x="24112" y="41585"/>
                    <a:pt x="23780" y="41318"/>
                    <a:pt x="23557" y="40981"/>
                  </a:cubicBezTo>
                  <a:cubicBezTo>
                    <a:pt x="23078" y="40246"/>
                    <a:pt x="22359" y="39674"/>
                    <a:pt x="22120" y="38781"/>
                  </a:cubicBezTo>
                  <a:cubicBezTo>
                    <a:pt x="22082" y="38645"/>
                    <a:pt x="21978" y="38536"/>
                    <a:pt x="21891" y="38422"/>
                  </a:cubicBezTo>
                  <a:cubicBezTo>
                    <a:pt x="21635" y="38085"/>
                    <a:pt x="21439" y="37714"/>
                    <a:pt x="21265" y="37322"/>
                  </a:cubicBezTo>
                  <a:cubicBezTo>
                    <a:pt x="21213" y="37238"/>
                    <a:pt x="21137" y="37129"/>
                    <a:pt x="21054" y="37129"/>
                  </a:cubicBezTo>
                  <a:cubicBezTo>
                    <a:pt x="21041" y="37129"/>
                    <a:pt x="21028" y="37131"/>
                    <a:pt x="21014" y="37137"/>
                  </a:cubicBezTo>
                  <a:cubicBezTo>
                    <a:pt x="20900" y="37186"/>
                    <a:pt x="20884" y="37339"/>
                    <a:pt x="20922" y="37469"/>
                  </a:cubicBezTo>
                  <a:cubicBezTo>
                    <a:pt x="21042" y="37742"/>
                    <a:pt x="20895" y="37970"/>
                    <a:pt x="20802" y="38199"/>
                  </a:cubicBezTo>
                  <a:cubicBezTo>
                    <a:pt x="20723" y="38379"/>
                    <a:pt x="20643" y="38657"/>
                    <a:pt x="20444" y="38657"/>
                  </a:cubicBezTo>
                  <a:cubicBezTo>
                    <a:pt x="20438" y="38657"/>
                    <a:pt x="20432" y="38657"/>
                    <a:pt x="20427" y="38656"/>
                  </a:cubicBezTo>
                  <a:cubicBezTo>
                    <a:pt x="20214" y="38640"/>
                    <a:pt x="20236" y="38340"/>
                    <a:pt x="20187" y="38155"/>
                  </a:cubicBezTo>
                  <a:cubicBezTo>
                    <a:pt x="20078" y="37769"/>
                    <a:pt x="19958" y="37404"/>
                    <a:pt x="19479" y="37339"/>
                  </a:cubicBezTo>
                  <a:cubicBezTo>
                    <a:pt x="19398" y="37328"/>
                    <a:pt x="19332" y="37268"/>
                    <a:pt x="19267" y="37214"/>
                  </a:cubicBezTo>
                  <a:cubicBezTo>
                    <a:pt x="18810" y="36839"/>
                    <a:pt x="18307" y="36664"/>
                    <a:pt x="17760" y="36664"/>
                  </a:cubicBezTo>
                  <a:cubicBezTo>
                    <a:pt x="17583" y="36664"/>
                    <a:pt x="17401" y="36682"/>
                    <a:pt x="17215" y="36718"/>
                  </a:cubicBezTo>
                  <a:cubicBezTo>
                    <a:pt x="17142" y="36732"/>
                    <a:pt x="17071" y="36738"/>
                    <a:pt x="17002" y="36738"/>
                  </a:cubicBezTo>
                  <a:cubicBezTo>
                    <a:pt x="16764" y="36738"/>
                    <a:pt x="16547" y="36657"/>
                    <a:pt x="16365" y="36484"/>
                  </a:cubicBezTo>
                  <a:cubicBezTo>
                    <a:pt x="16071" y="36212"/>
                    <a:pt x="15761" y="35961"/>
                    <a:pt x="15462" y="35700"/>
                  </a:cubicBezTo>
                  <a:cubicBezTo>
                    <a:pt x="15271" y="35673"/>
                    <a:pt x="15081" y="35651"/>
                    <a:pt x="14890" y="35629"/>
                  </a:cubicBezTo>
                  <a:cubicBezTo>
                    <a:pt x="14837" y="35692"/>
                    <a:pt x="14784" y="35714"/>
                    <a:pt x="14731" y="35714"/>
                  </a:cubicBezTo>
                  <a:cubicBezTo>
                    <a:pt x="14659" y="35714"/>
                    <a:pt x="14587" y="35673"/>
                    <a:pt x="14514" y="35635"/>
                  </a:cubicBezTo>
                  <a:cubicBezTo>
                    <a:pt x="14286" y="35504"/>
                    <a:pt x="14155" y="35303"/>
                    <a:pt x="14062" y="35069"/>
                  </a:cubicBezTo>
                  <a:cubicBezTo>
                    <a:pt x="13883" y="34617"/>
                    <a:pt x="13627" y="34203"/>
                    <a:pt x="13393" y="33784"/>
                  </a:cubicBezTo>
                  <a:cubicBezTo>
                    <a:pt x="13358" y="33724"/>
                    <a:pt x="13314" y="33646"/>
                    <a:pt x="13231" y="33646"/>
                  </a:cubicBezTo>
                  <a:cubicBezTo>
                    <a:pt x="13224" y="33646"/>
                    <a:pt x="13216" y="33646"/>
                    <a:pt x="13208" y="33648"/>
                  </a:cubicBezTo>
                  <a:cubicBezTo>
                    <a:pt x="13104" y="33664"/>
                    <a:pt x="13061" y="33757"/>
                    <a:pt x="13061" y="33855"/>
                  </a:cubicBezTo>
                  <a:cubicBezTo>
                    <a:pt x="13055" y="34078"/>
                    <a:pt x="13055" y="34301"/>
                    <a:pt x="13072" y="34524"/>
                  </a:cubicBezTo>
                  <a:cubicBezTo>
                    <a:pt x="13104" y="34992"/>
                    <a:pt x="13306" y="35423"/>
                    <a:pt x="13404" y="35874"/>
                  </a:cubicBezTo>
                  <a:cubicBezTo>
                    <a:pt x="13349" y="35790"/>
                    <a:pt x="13367" y="35636"/>
                    <a:pt x="13224" y="35636"/>
                  </a:cubicBezTo>
                  <a:cubicBezTo>
                    <a:pt x="13211" y="35636"/>
                    <a:pt x="13197" y="35638"/>
                    <a:pt x="13181" y="35640"/>
                  </a:cubicBezTo>
                  <a:cubicBezTo>
                    <a:pt x="13208" y="35989"/>
                    <a:pt x="13284" y="36321"/>
                    <a:pt x="13475" y="36626"/>
                  </a:cubicBezTo>
                  <a:cubicBezTo>
                    <a:pt x="13490" y="36623"/>
                    <a:pt x="13505" y="36621"/>
                    <a:pt x="13519" y="36621"/>
                  </a:cubicBezTo>
                  <a:cubicBezTo>
                    <a:pt x="13658" y="36621"/>
                    <a:pt x="13682" y="36765"/>
                    <a:pt x="13741" y="36854"/>
                  </a:cubicBezTo>
                  <a:cubicBezTo>
                    <a:pt x="14008" y="37241"/>
                    <a:pt x="14193" y="37676"/>
                    <a:pt x="14476" y="38052"/>
                  </a:cubicBezTo>
                  <a:cubicBezTo>
                    <a:pt x="15075" y="38830"/>
                    <a:pt x="15864" y="39407"/>
                    <a:pt x="16550" y="40093"/>
                  </a:cubicBezTo>
                  <a:cubicBezTo>
                    <a:pt x="17449" y="40981"/>
                    <a:pt x="18570" y="41547"/>
                    <a:pt x="19594" y="42255"/>
                  </a:cubicBezTo>
                  <a:cubicBezTo>
                    <a:pt x="20329" y="42761"/>
                    <a:pt x="21123" y="43180"/>
                    <a:pt x="21804" y="43768"/>
                  </a:cubicBezTo>
                  <a:cubicBezTo>
                    <a:pt x="21962" y="43899"/>
                    <a:pt x="22141" y="43980"/>
                    <a:pt x="22326" y="44062"/>
                  </a:cubicBezTo>
                  <a:cubicBezTo>
                    <a:pt x="22735" y="44236"/>
                    <a:pt x="23170" y="44367"/>
                    <a:pt x="23508" y="44683"/>
                  </a:cubicBezTo>
                  <a:cubicBezTo>
                    <a:pt x="23595" y="44748"/>
                    <a:pt x="23687" y="44786"/>
                    <a:pt x="23785" y="44830"/>
                  </a:cubicBezTo>
                  <a:cubicBezTo>
                    <a:pt x="25386" y="45592"/>
                    <a:pt x="27079" y="46136"/>
                    <a:pt x="28691" y="46888"/>
                  </a:cubicBezTo>
                  <a:cubicBezTo>
                    <a:pt x="29050" y="46975"/>
                    <a:pt x="29376" y="47138"/>
                    <a:pt x="29649" y="47388"/>
                  </a:cubicBezTo>
                  <a:cubicBezTo>
                    <a:pt x="29823" y="47546"/>
                    <a:pt x="29932" y="47775"/>
                    <a:pt x="29834" y="47993"/>
                  </a:cubicBezTo>
                  <a:cubicBezTo>
                    <a:pt x="29774" y="48129"/>
                    <a:pt x="29664" y="48167"/>
                    <a:pt x="29541" y="48167"/>
                  </a:cubicBezTo>
                  <a:cubicBezTo>
                    <a:pt x="29452" y="48167"/>
                    <a:pt x="29357" y="48147"/>
                    <a:pt x="29268" y="48129"/>
                  </a:cubicBezTo>
                  <a:cubicBezTo>
                    <a:pt x="28576" y="47982"/>
                    <a:pt x="27890" y="47829"/>
                    <a:pt x="27188" y="47737"/>
                  </a:cubicBezTo>
                  <a:cubicBezTo>
                    <a:pt x="26213" y="47617"/>
                    <a:pt x="25304" y="47247"/>
                    <a:pt x="24390" y="46882"/>
                  </a:cubicBezTo>
                  <a:cubicBezTo>
                    <a:pt x="22784" y="46240"/>
                    <a:pt x="21227" y="45483"/>
                    <a:pt x="19664" y="44726"/>
                  </a:cubicBezTo>
                  <a:cubicBezTo>
                    <a:pt x="18880" y="44345"/>
                    <a:pt x="18113" y="43937"/>
                    <a:pt x="17302" y="43610"/>
                  </a:cubicBezTo>
                  <a:cubicBezTo>
                    <a:pt x="17019" y="43496"/>
                    <a:pt x="16735" y="43376"/>
                    <a:pt x="16485" y="43197"/>
                  </a:cubicBezTo>
                  <a:cubicBezTo>
                    <a:pt x="15837" y="42745"/>
                    <a:pt x="15102" y="42483"/>
                    <a:pt x="14373" y="42217"/>
                  </a:cubicBezTo>
                  <a:cubicBezTo>
                    <a:pt x="14290" y="42187"/>
                    <a:pt x="14204" y="42147"/>
                    <a:pt x="14116" y="42147"/>
                  </a:cubicBezTo>
                  <a:cubicBezTo>
                    <a:pt x="14059" y="42147"/>
                    <a:pt x="14001" y="42164"/>
                    <a:pt x="13943" y="42211"/>
                  </a:cubicBezTo>
                  <a:cubicBezTo>
                    <a:pt x="13812" y="42527"/>
                    <a:pt x="13834" y="42854"/>
                    <a:pt x="13828" y="43186"/>
                  </a:cubicBezTo>
                  <a:cubicBezTo>
                    <a:pt x="13828" y="43602"/>
                    <a:pt x="13713" y="43736"/>
                    <a:pt x="13309" y="43736"/>
                  </a:cubicBezTo>
                  <a:cubicBezTo>
                    <a:pt x="13301" y="43736"/>
                    <a:pt x="13292" y="43736"/>
                    <a:pt x="13284" y="43735"/>
                  </a:cubicBezTo>
                  <a:cubicBezTo>
                    <a:pt x="13260" y="43735"/>
                    <a:pt x="13236" y="43735"/>
                    <a:pt x="13212" y="43735"/>
                  </a:cubicBezTo>
                  <a:cubicBezTo>
                    <a:pt x="12774" y="43735"/>
                    <a:pt x="12346" y="43781"/>
                    <a:pt x="11912" y="43812"/>
                  </a:cubicBezTo>
                  <a:cubicBezTo>
                    <a:pt x="11689" y="43828"/>
                    <a:pt x="11515" y="43915"/>
                    <a:pt x="11558" y="44149"/>
                  </a:cubicBezTo>
                  <a:cubicBezTo>
                    <a:pt x="11645" y="44601"/>
                    <a:pt x="11607" y="45058"/>
                    <a:pt x="11667" y="45510"/>
                  </a:cubicBezTo>
                  <a:cubicBezTo>
                    <a:pt x="11732" y="45984"/>
                    <a:pt x="11956" y="46376"/>
                    <a:pt x="12320" y="46686"/>
                  </a:cubicBezTo>
                  <a:cubicBezTo>
                    <a:pt x="12397" y="46751"/>
                    <a:pt x="12527" y="46806"/>
                    <a:pt x="12489" y="46931"/>
                  </a:cubicBezTo>
                  <a:cubicBezTo>
                    <a:pt x="12451" y="47040"/>
                    <a:pt x="12320" y="47040"/>
                    <a:pt x="12222" y="47078"/>
                  </a:cubicBezTo>
                  <a:cubicBezTo>
                    <a:pt x="12126" y="47115"/>
                    <a:pt x="12031" y="47129"/>
                    <a:pt x="11938" y="47129"/>
                  </a:cubicBezTo>
                  <a:cubicBezTo>
                    <a:pt x="11754" y="47129"/>
                    <a:pt x="11576" y="47072"/>
                    <a:pt x="11395" y="47018"/>
                  </a:cubicBezTo>
                  <a:cubicBezTo>
                    <a:pt x="11235" y="46968"/>
                    <a:pt x="11073" y="46926"/>
                    <a:pt x="10910" y="46926"/>
                  </a:cubicBezTo>
                  <a:cubicBezTo>
                    <a:pt x="10807" y="46926"/>
                    <a:pt x="10704" y="46943"/>
                    <a:pt x="10600" y="46986"/>
                  </a:cubicBezTo>
                  <a:cubicBezTo>
                    <a:pt x="10126" y="47192"/>
                    <a:pt x="9626" y="47345"/>
                    <a:pt x="9201" y="47655"/>
                  </a:cubicBezTo>
                  <a:cubicBezTo>
                    <a:pt x="9010" y="47791"/>
                    <a:pt x="8793" y="47911"/>
                    <a:pt x="8564" y="47949"/>
                  </a:cubicBezTo>
                  <a:cubicBezTo>
                    <a:pt x="7764" y="48069"/>
                    <a:pt x="7083" y="48515"/>
                    <a:pt x="6294" y="48695"/>
                  </a:cubicBezTo>
                  <a:cubicBezTo>
                    <a:pt x="5423" y="48896"/>
                    <a:pt x="4748" y="49566"/>
                    <a:pt x="4002" y="50056"/>
                  </a:cubicBezTo>
                  <a:cubicBezTo>
                    <a:pt x="3964" y="50083"/>
                    <a:pt x="3931" y="50121"/>
                    <a:pt x="3904" y="50159"/>
                  </a:cubicBezTo>
                  <a:cubicBezTo>
                    <a:pt x="3871" y="50208"/>
                    <a:pt x="3833" y="50263"/>
                    <a:pt x="3860" y="50323"/>
                  </a:cubicBezTo>
                  <a:cubicBezTo>
                    <a:pt x="3883" y="50386"/>
                    <a:pt x="3943" y="50400"/>
                    <a:pt x="4003" y="50400"/>
                  </a:cubicBezTo>
                  <a:cubicBezTo>
                    <a:pt x="4016" y="50400"/>
                    <a:pt x="4028" y="50400"/>
                    <a:pt x="4040" y="50399"/>
                  </a:cubicBezTo>
                  <a:cubicBezTo>
                    <a:pt x="4231" y="50377"/>
                    <a:pt x="4399" y="50290"/>
                    <a:pt x="4568" y="50203"/>
                  </a:cubicBezTo>
                  <a:cubicBezTo>
                    <a:pt x="5200" y="49877"/>
                    <a:pt x="5847" y="49719"/>
                    <a:pt x="6506" y="49719"/>
                  </a:cubicBezTo>
                  <a:cubicBezTo>
                    <a:pt x="6949" y="49719"/>
                    <a:pt x="7398" y="49791"/>
                    <a:pt x="7851" y="49931"/>
                  </a:cubicBezTo>
                  <a:cubicBezTo>
                    <a:pt x="7945" y="49960"/>
                    <a:pt x="8032" y="49975"/>
                    <a:pt x="8113" y="49975"/>
                  </a:cubicBezTo>
                  <a:cubicBezTo>
                    <a:pt x="8290" y="49975"/>
                    <a:pt x="8439" y="49901"/>
                    <a:pt x="8569" y="49729"/>
                  </a:cubicBezTo>
                  <a:cubicBezTo>
                    <a:pt x="8605" y="49682"/>
                    <a:pt x="8624" y="49665"/>
                    <a:pt x="8633" y="49665"/>
                  </a:cubicBezTo>
                  <a:cubicBezTo>
                    <a:pt x="8659" y="49665"/>
                    <a:pt x="8616" y="49790"/>
                    <a:pt x="8642" y="49790"/>
                  </a:cubicBezTo>
                  <a:cubicBezTo>
                    <a:pt x="8647" y="49790"/>
                    <a:pt x="8653" y="49787"/>
                    <a:pt x="8662" y="49778"/>
                  </a:cubicBezTo>
                  <a:cubicBezTo>
                    <a:pt x="8945" y="49637"/>
                    <a:pt x="9021" y="49288"/>
                    <a:pt x="9277" y="49130"/>
                  </a:cubicBezTo>
                  <a:cubicBezTo>
                    <a:pt x="9583" y="48943"/>
                    <a:pt x="9826" y="48558"/>
                    <a:pt x="10208" y="48558"/>
                  </a:cubicBezTo>
                  <a:cubicBezTo>
                    <a:pt x="10315" y="48558"/>
                    <a:pt x="10434" y="48588"/>
                    <a:pt x="10567" y="48662"/>
                  </a:cubicBezTo>
                  <a:cubicBezTo>
                    <a:pt x="10943" y="48722"/>
                    <a:pt x="11297" y="48853"/>
                    <a:pt x="11596" y="49087"/>
                  </a:cubicBezTo>
                  <a:cubicBezTo>
                    <a:pt x="12065" y="49457"/>
                    <a:pt x="12593" y="49707"/>
                    <a:pt x="13159" y="49876"/>
                  </a:cubicBezTo>
                  <a:cubicBezTo>
                    <a:pt x="13534" y="49991"/>
                    <a:pt x="13883" y="50165"/>
                    <a:pt x="14215" y="50372"/>
                  </a:cubicBezTo>
                  <a:cubicBezTo>
                    <a:pt x="14514" y="50562"/>
                    <a:pt x="14514" y="50856"/>
                    <a:pt x="14220" y="51058"/>
                  </a:cubicBezTo>
                  <a:cubicBezTo>
                    <a:pt x="13948" y="51243"/>
                    <a:pt x="13654" y="51417"/>
                    <a:pt x="13333" y="51482"/>
                  </a:cubicBezTo>
                  <a:cubicBezTo>
                    <a:pt x="13147" y="51517"/>
                    <a:pt x="12958" y="51546"/>
                    <a:pt x="12774" y="51546"/>
                  </a:cubicBezTo>
                  <a:cubicBezTo>
                    <a:pt x="12468" y="51546"/>
                    <a:pt x="12174" y="51465"/>
                    <a:pt x="11923" y="51194"/>
                  </a:cubicBezTo>
                  <a:cubicBezTo>
                    <a:pt x="11575" y="50954"/>
                    <a:pt x="11302" y="50589"/>
                    <a:pt x="10851" y="50502"/>
                  </a:cubicBezTo>
                  <a:cubicBezTo>
                    <a:pt x="10732" y="50471"/>
                    <a:pt x="10617" y="50457"/>
                    <a:pt x="10504" y="50457"/>
                  </a:cubicBezTo>
                  <a:cubicBezTo>
                    <a:pt x="10133" y="50457"/>
                    <a:pt x="9787" y="50604"/>
                    <a:pt x="9441" y="50742"/>
                  </a:cubicBezTo>
                  <a:cubicBezTo>
                    <a:pt x="9386" y="50764"/>
                    <a:pt x="9326" y="50764"/>
                    <a:pt x="9272" y="50775"/>
                  </a:cubicBezTo>
                  <a:cubicBezTo>
                    <a:pt x="7976" y="51030"/>
                    <a:pt x="6664" y="51123"/>
                    <a:pt x="5363" y="51313"/>
                  </a:cubicBezTo>
                  <a:cubicBezTo>
                    <a:pt x="5039" y="51360"/>
                    <a:pt x="4716" y="51385"/>
                    <a:pt x="4393" y="51385"/>
                  </a:cubicBezTo>
                  <a:cubicBezTo>
                    <a:pt x="3955" y="51385"/>
                    <a:pt x="3520" y="51338"/>
                    <a:pt x="3087" y="51232"/>
                  </a:cubicBezTo>
                  <a:cubicBezTo>
                    <a:pt x="2933" y="51194"/>
                    <a:pt x="2782" y="51173"/>
                    <a:pt x="2635" y="51173"/>
                  </a:cubicBezTo>
                  <a:cubicBezTo>
                    <a:pt x="2336" y="51173"/>
                    <a:pt x="2054" y="51260"/>
                    <a:pt x="1792" y="51471"/>
                  </a:cubicBezTo>
                  <a:cubicBezTo>
                    <a:pt x="1558" y="51606"/>
                    <a:pt x="1332" y="51716"/>
                    <a:pt x="1107" y="51716"/>
                  </a:cubicBezTo>
                  <a:cubicBezTo>
                    <a:pt x="912" y="51716"/>
                    <a:pt x="717" y="51634"/>
                    <a:pt x="518" y="51411"/>
                  </a:cubicBezTo>
                  <a:cubicBezTo>
                    <a:pt x="376" y="51248"/>
                    <a:pt x="333" y="51079"/>
                    <a:pt x="240" y="50911"/>
                  </a:cubicBezTo>
                  <a:cubicBezTo>
                    <a:pt x="211" y="50857"/>
                    <a:pt x="191" y="50782"/>
                    <a:pt x="128" y="50782"/>
                  </a:cubicBezTo>
                  <a:cubicBezTo>
                    <a:pt x="121" y="50782"/>
                    <a:pt x="113" y="50783"/>
                    <a:pt x="104" y="50785"/>
                  </a:cubicBezTo>
                  <a:cubicBezTo>
                    <a:pt x="1" y="50818"/>
                    <a:pt x="33" y="50916"/>
                    <a:pt x="44" y="50992"/>
                  </a:cubicBezTo>
                  <a:cubicBezTo>
                    <a:pt x="61" y="51248"/>
                    <a:pt x="66" y="51504"/>
                    <a:pt x="77" y="51760"/>
                  </a:cubicBezTo>
                  <a:cubicBezTo>
                    <a:pt x="88" y="52228"/>
                    <a:pt x="344" y="52636"/>
                    <a:pt x="785" y="52778"/>
                  </a:cubicBezTo>
                  <a:cubicBezTo>
                    <a:pt x="1378" y="52968"/>
                    <a:pt x="1955" y="53192"/>
                    <a:pt x="2538" y="53399"/>
                  </a:cubicBezTo>
                  <a:cubicBezTo>
                    <a:pt x="2565" y="53402"/>
                    <a:pt x="2594" y="53404"/>
                    <a:pt x="2622" y="53404"/>
                  </a:cubicBezTo>
                  <a:cubicBezTo>
                    <a:pt x="2710" y="53404"/>
                    <a:pt x="2800" y="53388"/>
                    <a:pt x="2886" y="53371"/>
                  </a:cubicBezTo>
                  <a:cubicBezTo>
                    <a:pt x="3204" y="53318"/>
                    <a:pt x="3518" y="53294"/>
                    <a:pt x="3828" y="53294"/>
                  </a:cubicBezTo>
                  <a:cubicBezTo>
                    <a:pt x="4884" y="53294"/>
                    <a:pt x="5900" y="53577"/>
                    <a:pt x="6893" y="53981"/>
                  </a:cubicBezTo>
                  <a:cubicBezTo>
                    <a:pt x="7818" y="54242"/>
                    <a:pt x="8771" y="54319"/>
                    <a:pt x="9724" y="54335"/>
                  </a:cubicBezTo>
                  <a:cubicBezTo>
                    <a:pt x="9794" y="54336"/>
                    <a:pt x="9864" y="54336"/>
                    <a:pt x="9935" y="54336"/>
                  </a:cubicBezTo>
                  <a:cubicBezTo>
                    <a:pt x="10925" y="54336"/>
                    <a:pt x="11912" y="54236"/>
                    <a:pt x="12903" y="54221"/>
                  </a:cubicBezTo>
                  <a:cubicBezTo>
                    <a:pt x="14128" y="54200"/>
                    <a:pt x="15354" y="54127"/>
                    <a:pt x="16580" y="54127"/>
                  </a:cubicBezTo>
                  <a:cubicBezTo>
                    <a:pt x="16661" y="54127"/>
                    <a:pt x="16742" y="54127"/>
                    <a:pt x="16823" y="54128"/>
                  </a:cubicBezTo>
                  <a:cubicBezTo>
                    <a:pt x="17556" y="54136"/>
                    <a:pt x="18291" y="54161"/>
                    <a:pt x="19024" y="54161"/>
                  </a:cubicBezTo>
                  <a:cubicBezTo>
                    <a:pt x="19777" y="54161"/>
                    <a:pt x="20529" y="54135"/>
                    <a:pt x="21276" y="54035"/>
                  </a:cubicBezTo>
                  <a:cubicBezTo>
                    <a:pt x="23834" y="53698"/>
                    <a:pt x="26393" y="53366"/>
                    <a:pt x="28865" y="52560"/>
                  </a:cubicBezTo>
                  <a:cubicBezTo>
                    <a:pt x="29796" y="52255"/>
                    <a:pt x="30737" y="51994"/>
                    <a:pt x="31592" y="51499"/>
                  </a:cubicBezTo>
                  <a:cubicBezTo>
                    <a:pt x="31728" y="51390"/>
                    <a:pt x="31837" y="51248"/>
                    <a:pt x="32006" y="51172"/>
                  </a:cubicBezTo>
                  <a:cubicBezTo>
                    <a:pt x="32065" y="51146"/>
                    <a:pt x="32114" y="51133"/>
                    <a:pt x="32154" y="51133"/>
                  </a:cubicBezTo>
                  <a:cubicBezTo>
                    <a:pt x="32249" y="51133"/>
                    <a:pt x="32291" y="51207"/>
                    <a:pt x="32294" y="51357"/>
                  </a:cubicBezTo>
                  <a:cubicBezTo>
                    <a:pt x="32300" y="51700"/>
                    <a:pt x="32196" y="51978"/>
                    <a:pt x="31886" y="52163"/>
                  </a:cubicBezTo>
                  <a:cubicBezTo>
                    <a:pt x="31581" y="52348"/>
                    <a:pt x="31249" y="52478"/>
                    <a:pt x="30977" y="52707"/>
                  </a:cubicBezTo>
                  <a:cubicBezTo>
                    <a:pt x="29817" y="53698"/>
                    <a:pt x="28402" y="54221"/>
                    <a:pt x="27057" y="54857"/>
                  </a:cubicBezTo>
                  <a:cubicBezTo>
                    <a:pt x="26154" y="55288"/>
                    <a:pt x="25146" y="55451"/>
                    <a:pt x="24194" y="55756"/>
                  </a:cubicBezTo>
                  <a:cubicBezTo>
                    <a:pt x="23453" y="55990"/>
                    <a:pt x="22718" y="56257"/>
                    <a:pt x="21962" y="56436"/>
                  </a:cubicBezTo>
                  <a:cubicBezTo>
                    <a:pt x="20710" y="56725"/>
                    <a:pt x="19436" y="56910"/>
                    <a:pt x="18205" y="57275"/>
                  </a:cubicBezTo>
                  <a:cubicBezTo>
                    <a:pt x="17460" y="57498"/>
                    <a:pt x="16719" y="57737"/>
                    <a:pt x="15957" y="57901"/>
                  </a:cubicBezTo>
                  <a:cubicBezTo>
                    <a:pt x="14656" y="58184"/>
                    <a:pt x="13338" y="58380"/>
                    <a:pt x="12026" y="58608"/>
                  </a:cubicBezTo>
                  <a:cubicBezTo>
                    <a:pt x="11841" y="58641"/>
                    <a:pt x="11651" y="58641"/>
                    <a:pt x="11487" y="58761"/>
                  </a:cubicBezTo>
                  <a:cubicBezTo>
                    <a:pt x="11466" y="58995"/>
                    <a:pt x="11700" y="59142"/>
                    <a:pt x="11700" y="59381"/>
                  </a:cubicBezTo>
                  <a:cubicBezTo>
                    <a:pt x="11694" y="59605"/>
                    <a:pt x="11830" y="59730"/>
                    <a:pt x="12059" y="59795"/>
                  </a:cubicBezTo>
                  <a:cubicBezTo>
                    <a:pt x="12375" y="59888"/>
                    <a:pt x="12386" y="59948"/>
                    <a:pt x="12190" y="60236"/>
                  </a:cubicBezTo>
                  <a:cubicBezTo>
                    <a:pt x="11999" y="60514"/>
                    <a:pt x="11754" y="60726"/>
                    <a:pt x="11504" y="60944"/>
                  </a:cubicBezTo>
                  <a:cubicBezTo>
                    <a:pt x="11112" y="61287"/>
                    <a:pt x="11166" y="61652"/>
                    <a:pt x="11624" y="61902"/>
                  </a:cubicBezTo>
                  <a:cubicBezTo>
                    <a:pt x="11816" y="62006"/>
                    <a:pt x="12016" y="62046"/>
                    <a:pt x="12222" y="62046"/>
                  </a:cubicBezTo>
                  <a:cubicBezTo>
                    <a:pt x="12319" y="62046"/>
                    <a:pt x="12417" y="62037"/>
                    <a:pt x="12516" y="62022"/>
                  </a:cubicBezTo>
                  <a:cubicBezTo>
                    <a:pt x="13237" y="61922"/>
                    <a:pt x="13950" y="61748"/>
                    <a:pt x="14679" y="61748"/>
                  </a:cubicBezTo>
                  <a:cubicBezTo>
                    <a:pt x="14787" y="61748"/>
                    <a:pt x="14896" y="61752"/>
                    <a:pt x="15004" y="61760"/>
                  </a:cubicBezTo>
                  <a:cubicBezTo>
                    <a:pt x="15016" y="61761"/>
                    <a:pt x="15028" y="61761"/>
                    <a:pt x="15039" y="61761"/>
                  </a:cubicBezTo>
                  <a:cubicBezTo>
                    <a:pt x="15217" y="61761"/>
                    <a:pt x="15385" y="61686"/>
                    <a:pt x="15549" y="61624"/>
                  </a:cubicBezTo>
                  <a:cubicBezTo>
                    <a:pt x="16011" y="61461"/>
                    <a:pt x="16436" y="61227"/>
                    <a:pt x="16877" y="61020"/>
                  </a:cubicBezTo>
                  <a:lnTo>
                    <a:pt x="16877" y="61020"/>
                  </a:lnTo>
                  <a:cubicBezTo>
                    <a:pt x="16790" y="61064"/>
                    <a:pt x="16735" y="61145"/>
                    <a:pt x="16659" y="61200"/>
                  </a:cubicBezTo>
                  <a:cubicBezTo>
                    <a:pt x="15690" y="61907"/>
                    <a:pt x="14765" y="62659"/>
                    <a:pt x="13573" y="63013"/>
                  </a:cubicBezTo>
                  <a:cubicBezTo>
                    <a:pt x="12926" y="63201"/>
                    <a:pt x="12289" y="63278"/>
                    <a:pt x="11633" y="63278"/>
                  </a:cubicBezTo>
                  <a:cubicBezTo>
                    <a:pt x="11549" y="63278"/>
                    <a:pt x="11464" y="63276"/>
                    <a:pt x="11379" y="63274"/>
                  </a:cubicBezTo>
                  <a:cubicBezTo>
                    <a:pt x="11360" y="63273"/>
                    <a:pt x="11341" y="63273"/>
                    <a:pt x="11323" y="63273"/>
                  </a:cubicBezTo>
                  <a:cubicBezTo>
                    <a:pt x="10926" y="63273"/>
                    <a:pt x="10576" y="63386"/>
                    <a:pt x="10295" y="63688"/>
                  </a:cubicBezTo>
                  <a:cubicBezTo>
                    <a:pt x="10219" y="63769"/>
                    <a:pt x="10138" y="63869"/>
                    <a:pt x="10026" y="63869"/>
                  </a:cubicBezTo>
                  <a:cubicBezTo>
                    <a:pt x="10018" y="63869"/>
                    <a:pt x="10010" y="63868"/>
                    <a:pt x="10001" y="63867"/>
                  </a:cubicBezTo>
                  <a:cubicBezTo>
                    <a:pt x="9928" y="63857"/>
                    <a:pt x="9854" y="63853"/>
                    <a:pt x="9781" y="63853"/>
                  </a:cubicBezTo>
                  <a:cubicBezTo>
                    <a:pt x="9426" y="63853"/>
                    <a:pt x="9076" y="63949"/>
                    <a:pt x="8719" y="63949"/>
                  </a:cubicBezTo>
                  <a:cubicBezTo>
                    <a:pt x="8704" y="63949"/>
                    <a:pt x="8688" y="63949"/>
                    <a:pt x="8673" y="63949"/>
                  </a:cubicBezTo>
                  <a:cubicBezTo>
                    <a:pt x="8428" y="64080"/>
                    <a:pt x="8281" y="64308"/>
                    <a:pt x="8096" y="64504"/>
                  </a:cubicBezTo>
                  <a:cubicBezTo>
                    <a:pt x="8096" y="64749"/>
                    <a:pt x="7960" y="64951"/>
                    <a:pt x="7873" y="65168"/>
                  </a:cubicBezTo>
                  <a:cubicBezTo>
                    <a:pt x="7702" y="65605"/>
                    <a:pt x="7579" y="65774"/>
                    <a:pt x="7299" y="65774"/>
                  </a:cubicBezTo>
                  <a:cubicBezTo>
                    <a:pt x="7177" y="65774"/>
                    <a:pt x="7026" y="65742"/>
                    <a:pt x="6827" y="65686"/>
                  </a:cubicBezTo>
                  <a:cubicBezTo>
                    <a:pt x="6550" y="65608"/>
                    <a:pt x="6271" y="65574"/>
                    <a:pt x="5991" y="65574"/>
                  </a:cubicBezTo>
                  <a:cubicBezTo>
                    <a:pt x="5781" y="65574"/>
                    <a:pt x="5570" y="65593"/>
                    <a:pt x="5358" y="65626"/>
                  </a:cubicBezTo>
                  <a:cubicBezTo>
                    <a:pt x="5249" y="65642"/>
                    <a:pt x="5129" y="65680"/>
                    <a:pt x="5134" y="65811"/>
                  </a:cubicBezTo>
                  <a:cubicBezTo>
                    <a:pt x="5140" y="65920"/>
                    <a:pt x="5270" y="65931"/>
                    <a:pt x="5363" y="65931"/>
                  </a:cubicBezTo>
                  <a:cubicBezTo>
                    <a:pt x="5777" y="65936"/>
                    <a:pt x="6136" y="66116"/>
                    <a:pt x="6501" y="66284"/>
                  </a:cubicBezTo>
                  <a:cubicBezTo>
                    <a:pt x="6724" y="66388"/>
                    <a:pt x="6953" y="66486"/>
                    <a:pt x="7198" y="66529"/>
                  </a:cubicBezTo>
                  <a:cubicBezTo>
                    <a:pt x="8261" y="66711"/>
                    <a:pt x="9324" y="66879"/>
                    <a:pt x="10412" y="66879"/>
                  </a:cubicBezTo>
                  <a:cubicBezTo>
                    <a:pt x="10532" y="66879"/>
                    <a:pt x="10653" y="66877"/>
                    <a:pt x="10774" y="66872"/>
                  </a:cubicBezTo>
                  <a:cubicBezTo>
                    <a:pt x="12244" y="66823"/>
                    <a:pt x="13643" y="66524"/>
                    <a:pt x="14999" y="65980"/>
                  </a:cubicBezTo>
                  <a:cubicBezTo>
                    <a:pt x="15952" y="65598"/>
                    <a:pt x="16921" y="65266"/>
                    <a:pt x="17803" y="64727"/>
                  </a:cubicBezTo>
                  <a:cubicBezTo>
                    <a:pt x="17857" y="64689"/>
                    <a:pt x="17928" y="64662"/>
                    <a:pt x="17993" y="64635"/>
                  </a:cubicBezTo>
                  <a:cubicBezTo>
                    <a:pt x="18978" y="64243"/>
                    <a:pt x="19915" y="63748"/>
                    <a:pt x="20867" y="63279"/>
                  </a:cubicBezTo>
                  <a:cubicBezTo>
                    <a:pt x="22914" y="62278"/>
                    <a:pt x="24825" y="61053"/>
                    <a:pt x="26627" y="59648"/>
                  </a:cubicBezTo>
                  <a:cubicBezTo>
                    <a:pt x="28173" y="58445"/>
                    <a:pt x="29681" y="57204"/>
                    <a:pt x="31184" y="55952"/>
                  </a:cubicBezTo>
                  <a:cubicBezTo>
                    <a:pt x="31892" y="55358"/>
                    <a:pt x="32572" y="54743"/>
                    <a:pt x="33351" y="54242"/>
                  </a:cubicBezTo>
                  <a:cubicBezTo>
                    <a:pt x="33412" y="54204"/>
                    <a:pt x="33467" y="54121"/>
                    <a:pt x="33542" y="54121"/>
                  </a:cubicBezTo>
                  <a:cubicBezTo>
                    <a:pt x="33574" y="54121"/>
                    <a:pt x="33609" y="54136"/>
                    <a:pt x="33650" y="54177"/>
                  </a:cubicBezTo>
                  <a:cubicBezTo>
                    <a:pt x="33645" y="54221"/>
                    <a:pt x="33645" y="54264"/>
                    <a:pt x="33645" y="54308"/>
                  </a:cubicBezTo>
                  <a:cubicBezTo>
                    <a:pt x="33721" y="54329"/>
                    <a:pt x="33786" y="54340"/>
                    <a:pt x="33683" y="54433"/>
                  </a:cubicBezTo>
                  <a:cubicBezTo>
                    <a:pt x="33438" y="54651"/>
                    <a:pt x="33247" y="54923"/>
                    <a:pt x="32991" y="55135"/>
                  </a:cubicBezTo>
                  <a:cubicBezTo>
                    <a:pt x="32926" y="55184"/>
                    <a:pt x="32855" y="55255"/>
                    <a:pt x="32877" y="55337"/>
                  </a:cubicBezTo>
                  <a:cubicBezTo>
                    <a:pt x="32904" y="55445"/>
                    <a:pt x="33018" y="55445"/>
                    <a:pt x="33111" y="55456"/>
                  </a:cubicBezTo>
                  <a:cubicBezTo>
                    <a:pt x="33142" y="55460"/>
                    <a:pt x="33173" y="55462"/>
                    <a:pt x="33205" y="55462"/>
                  </a:cubicBezTo>
                  <a:cubicBezTo>
                    <a:pt x="33255" y="55462"/>
                    <a:pt x="33306" y="55458"/>
                    <a:pt x="33356" y="55451"/>
                  </a:cubicBezTo>
                  <a:cubicBezTo>
                    <a:pt x="33835" y="55375"/>
                    <a:pt x="34303" y="55239"/>
                    <a:pt x="34750" y="55064"/>
                  </a:cubicBezTo>
                  <a:cubicBezTo>
                    <a:pt x="35147" y="54912"/>
                    <a:pt x="35447" y="54629"/>
                    <a:pt x="35517" y="54166"/>
                  </a:cubicBezTo>
                  <a:cubicBezTo>
                    <a:pt x="35632" y="53420"/>
                    <a:pt x="35789" y="53279"/>
                    <a:pt x="36519" y="53099"/>
                  </a:cubicBezTo>
                  <a:cubicBezTo>
                    <a:pt x="37101" y="52952"/>
                    <a:pt x="37689" y="52544"/>
                    <a:pt x="37640" y="51727"/>
                  </a:cubicBezTo>
                  <a:cubicBezTo>
                    <a:pt x="37608" y="51188"/>
                    <a:pt x="37613" y="50644"/>
                    <a:pt x="37608" y="50105"/>
                  </a:cubicBezTo>
                  <a:cubicBezTo>
                    <a:pt x="37591" y="49000"/>
                    <a:pt x="37521" y="47911"/>
                    <a:pt x="37172" y="46860"/>
                  </a:cubicBezTo>
                  <a:cubicBezTo>
                    <a:pt x="36824" y="45810"/>
                    <a:pt x="36568" y="44732"/>
                    <a:pt x="36252" y="43670"/>
                  </a:cubicBezTo>
                  <a:cubicBezTo>
                    <a:pt x="36149" y="43333"/>
                    <a:pt x="36024" y="43006"/>
                    <a:pt x="35980" y="42652"/>
                  </a:cubicBezTo>
                  <a:cubicBezTo>
                    <a:pt x="35936" y="42309"/>
                    <a:pt x="36051" y="42026"/>
                    <a:pt x="36334" y="41857"/>
                  </a:cubicBezTo>
                  <a:cubicBezTo>
                    <a:pt x="36808" y="41574"/>
                    <a:pt x="37314" y="41346"/>
                    <a:pt x="37885" y="41313"/>
                  </a:cubicBezTo>
                  <a:cubicBezTo>
                    <a:pt x="38023" y="41306"/>
                    <a:pt x="38159" y="41302"/>
                    <a:pt x="38295" y="41302"/>
                  </a:cubicBezTo>
                  <a:cubicBezTo>
                    <a:pt x="39281" y="41302"/>
                    <a:pt x="40238" y="41487"/>
                    <a:pt x="41195" y="41759"/>
                  </a:cubicBezTo>
                  <a:cubicBezTo>
                    <a:pt x="42045" y="42004"/>
                    <a:pt x="42888" y="42255"/>
                    <a:pt x="43749" y="42451"/>
                  </a:cubicBezTo>
                  <a:cubicBezTo>
                    <a:pt x="43976" y="42502"/>
                    <a:pt x="44211" y="42548"/>
                    <a:pt x="44441" y="42548"/>
                  </a:cubicBezTo>
                  <a:cubicBezTo>
                    <a:pt x="44728" y="42548"/>
                    <a:pt x="45008" y="42476"/>
                    <a:pt x="45262" y="42249"/>
                  </a:cubicBezTo>
                  <a:lnTo>
                    <a:pt x="45262" y="42249"/>
                  </a:lnTo>
                  <a:cubicBezTo>
                    <a:pt x="45075" y="42601"/>
                    <a:pt x="44797" y="42686"/>
                    <a:pt x="44497" y="42686"/>
                  </a:cubicBezTo>
                  <a:cubicBezTo>
                    <a:pt x="44352" y="42686"/>
                    <a:pt x="44201" y="42666"/>
                    <a:pt x="44053" y="42647"/>
                  </a:cubicBezTo>
                  <a:cubicBezTo>
                    <a:pt x="43623" y="42587"/>
                    <a:pt x="43204" y="42462"/>
                    <a:pt x="42790" y="42320"/>
                  </a:cubicBezTo>
                  <a:cubicBezTo>
                    <a:pt x="42609" y="42255"/>
                    <a:pt x="42421" y="42191"/>
                    <a:pt x="42229" y="42191"/>
                  </a:cubicBezTo>
                  <a:cubicBezTo>
                    <a:pt x="42162" y="42191"/>
                    <a:pt x="42096" y="42198"/>
                    <a:pt x="42028" y="42217"/>
                  </a:cubicBezTo>
                  <a:cubicBezTo>
                    <a:pt x="40901" y="42532"/>
                    <a:pt x="39905" y="43066"/>
                    <a:pt x="39214" y="44046"/>
                  </a:cubicBezTo>
                  <a:cubicBezTo>
                    <a:pt x="39138" y="44155"/>
                    <a:pt x="39018" y="44264"/>
                    <a:pt x="39116" y="44421"/>
                  </a:cubicBezTo>
                  <a:cubicBezTo>
                    <a:pt x="39339" y="44683"/>
                    <a:pt x="39687" y="44808"/>
                    <a:pt x="39872" y="45113"/>
                  </a:cubicBezTo>
                  <a:cubicBezTo>
                    <a:pt x="39905" y="45102"/>
                    <a:pt x="39933" y="45097"/>
                    <a:pt x="39957" y="45097"/>
                  </a:cubicBezTo>
                  <a:cubicBezTo>
                    <a:pt x="40095" y="45097"/>
                    <a:pt x="40097" y="45263"/>
                    <a:pt x="40134" y="45347"/>
                  </a:cubicBezTo>
                  <a:cubicBezTo>
                    <a:pt x="40292" y="45701"/>
                    <a:pt x="40433" y="46071"/>
                    <a:pt x="40509" y="46457"/>
                  </a:cubicBezTo>
                  <a:cubicBezTo>
                    <a:pt x="40673" y="46746"/>
                    <a:pt x="40678" y="47083"/>
                    <a:pt x="40787" y="47383"/>
                  </a:cubicBezTo>
                  <a:cubicBezTo>
                    <a:pt x="40912" y="47279"/>
                    <a:pt x="40885" y="47132"/>
                    <a:pt x="40896" y="46996"/>
                  </a:cubicBezTo>
                  <a:cubicBezTo>
                    <a:pt x="40929" y="46316"/>
                    <a:pt x="40836" y="45646"/>
                    <a:pt x="40678" y="44982"/>
                  </a:cubicBezTo>
                  <a:cubicBezTo>
                    <a:pt x="40646" y="44857"/>
                    <a:pt x="40564" y="44715"/>
                    <a:pt x="40700" y="44596"/>
                  </a:cubicBezTo>
                  <a:cubicBezTo>
                    <a:pt x="40841" y="44480"/>
                    <a:pt x="40982" y="44422"/>
                    <a:pt x="41118" y="44422"/>
                  </a:cubicBezTo>
                  <a:cubicBezTo>
                    <a:pt x="41301" y="44422"/>
                    <a:pt x="41473" y="44528"/>
                    <a:pt x="41620" y="44737"/>
                  </a:cubicBezTo>
                  <a:cubicBezTo>
                    <a:pt x="41843" y="45053"/>
                    <a:pt x="41952" y="45412"/>
                    <a:pt x="42028" y="45788"/>
                  </a:cubicBezTo>
                  <a:cubicBezTo>
                    <a:pt x="42268" y="47035"/>
                    <a:pt x="42344" y="48287"/>
                    <a:pt x="42148" y="49550"/>
                  </a:cubicBezTo>
                  <a:cubicBezTo>
                    <a:pt x="42050" y="50181"/>
                    <a:pt x="42023" y="50818"/>
                    <a:pt x="42045" y="51455"/>
                  </a:cubicBezTo>
                  <a:cubicBezTo>
                    <a:pt x="42072" y="52146"/>
                    <a:pt x="42252" y="52767"/>
                    <a:pt x="42763" y="53279"/>
                  </a:cubicBezTo>
                  <a:cubicBezTo>
                    <a:pt x="43095" y="53616"/>
                    <a:pt x="43417" y="53976"/>
                    <a:pt x="43580" y="54427"/>
                  </a:cubicBezTo>
                  <a:cubicBezTo>
                    <a:pt x="43852" y="55162"/>
                    <a:pt x="44309" y="55799"/>
                    <a:pt x="44674" y="56485"/>
                  </a:cubicBezTo>
                  <a:cubicBezTo>
                    <a:pt x="44690" y="56512"/>
                    <a:pt x="44712" y="56545"/>
                    <a:pt x="44739" y="56572"/>
                  </a:cubicBezTo>
                  <a:cubicBezTo>
                    <a:pt x="45039" y="56943"/>
                    <a:pt x="45289" y="57340"/>
                    <a:pt x="45436" y="57792"/>
                  </a:cubicBezTo>
                  <a:cubicBezTo>
                    <a:pt x="45572" y="58222"/>
                    <a:pt x="45730" y="58641"/>
                    <a:pt x="45872" y="59060"/>
                  </a:cubicBezTo>
                  <a:cubicBezTo>
                    <a:pt x="46084" y="59681"/>
                    <a:pt x="46378" y="60291"/>
                    <a:pt x="46280" y="60977"/>
                  </a:cubicBezTo>
                  <a:cubicBezTo>
                    <a:pt x="46341" y="61170"/>
                    <a:pt x="46484" y="61249"/>
                    <a:pt x="46649" y="61249"/>
                  </a:cubicBezTo>
                  <a:cubicBezTo>
                    <a:pt x="46674" y="61249"/>
                    <a:pt x="46700" y="61247"/>
                    <a:pt x="46726" y="61243"/>
                  </a:cubicBezTo>
                  <a:cubicBezTo>
                    <a:pt x="47086" y="61189"/>
                    <a:pt x="47113" y="60846"/>
                    <a:pt x="47271" y="60552"/>
                  </a:cubicBezTo>
                  <a:lnTo>
                    <a:pt x="47271" y="60552"/>
                  </a:lnTo>
                  <a:cubicBezTo>
                    <a:pt x="47162" y="61118"/>
                    <a:pt x="46895" y="61499"/>
                    <a:pt x="46411" y="61717"/>
                  </a:cubicBezTo>
                  <a:cubicBezTo>
                    <a:pt x="46296" y="61766"/>
                    <a:pt x="46188" y="61809"/>
                    <a:pt x="46275" y="61973"/>
                  </a:cubicBezTo>
                  <a:cubicBezTo>
                    <a:pt x="46389" y="62174"/>
                    <a:pt x="46768" y="62320"/>
                    <a:pt x="47072" y="62320"/>
                  </a:cubicBezTo>
                  <a:cubicBezTo>
                    <a:pt x="47188" y="62320"/>
                    <a:pt x="47293" y="62299"/>
                    <a:pt x="47369" y="62250"/>
                  </a:cubicBezTo>
                  <a:cubicBezTo>
                    <a:pt x="47728" y="62016"/>
                    <a:pt x="48022" y="61717"/>
                    <a:pt x="48218" y="61325"/>
                  </a:cubicBezTo>
                  <a:cubicBezTo>
                    <a:pt x="48332" y="61096"/>
                    <a:pt x="48441" y="60862"/>
                    <a:pt x="48539" y="60574"/>
                  </a:cubicBezTo>
                  <a:cubicBezTo>
                    <a:pt x="48643" y="60862"/>
                    <a:pt x="48605" y="61107"/>
                    <a:pt x="48659" y="61330"/>
                  </a:cubicBezTo>
                  <a:cubicBezTo>
                    <a:pt x="48675" y="61401"/>
                    <a:pt x="48659" y="61521"/>
                    <a:pt x="48768" y="61532"/>
                  </a:cubicBezTo>
                  <a:cubicBezTo>
                    <a:pt x="48771" y="61532"/>
                    <a:pt x="48774" y="61532"/>
                    <a:pt x="48777" y="61532"/>
                  </a:cubicBezTo>
                  <a:cubicBezTo>
                    <a:pt x="48859" y="61532"/>
                    <a:pt x="48911" y="61459"/>
                    <a:pt x="48953" y="61390"/>
                  </a:cubicBezTo>
                  <a:cubicBezTo>
                    <a:pt x="49008" y="61309"/>
                    <a:pt x="49046" y="61222"/>
                    <a:pt x="49078" y="61134"/>
                  </a:cubicBezTo>
                  <a:cubicBezTo>
                    <a:pt x="49291" y="60476"/>
                    <a:pt x="49138" y="59882"/>
                    <a:pt x="48773" y="59322"/>
                  </a:cubicBezTo>
                  <a:cubicBezTo>
                    <a:pt x="48523" y="58946"/>
                    <a:pt x="48196" y="58636"/>
                    <a:pt x="47913" y="58293"/>
                  </a:cubicBezTo>
                  <a:cubicBezTo>
                    <a:pt x="47233" y="57460"/>
                    <a:pt x="46574" y="56605"/>
                    <a:pt x="46166" y="55603"/>
                  </a:cubicBezTo>
                  <a:cubicBezTo>
                    <a:pt x="45719" y="54515"/>
                    <a:pt x="45218" y="53448"/>
                    <a:pt x="44778" y="52359"/>
                  </a:cubicBezTo>
                  <a:cubicBezTo>
                    <a:pt x="44489" y="51640"/>
                    <a:pt x="44435" y="50954"/>
                    <a:pt x="44603" y="50219"/>
                  </a:cubicBezTo>
                  <a:cubicBezTo>
                    <a:pt x="44647" y="50029"/>
                    <a:pt x="44718" y="49871"/>
                    <a:pt x="44876" y="49751"/>
                  </a:cubicBezTo>
                  <a:cubicBezTo>
                    <a:pt x="44919" y="49642"/>
                    <a:pt x="44919" y="49539"/>
                    <a:pt x="44859" y="49435"/>
                  </a:cubicBezTo>
                  <a:cubicBezTo>
                    <a:pt x="44832" y="49386"/>
                    <a:pt x="44718" y="49441"/>
                    <a:pt x="44745" y="49348"/>
                  </a:cubicBezTo>
                  <a:cubicBezTo>
                    <a:pt x="44897" y="48777"/>
                    <a:pt x="44919" y="48183"/>
                    <a:pt x="44963" y="47595"/>
                  </a:cubicBezTo>
                  <a:cubicBezTo>
                    <a:pt x="45197" y="47328"/>
                    <a:pt x="45327" y="47007"/>
                    <a:pt x="45425" y="46670"/>
                  </a:cubicBezTo>
                  <a:cubicBezTo>
                    <a:pt x="45360" y="46572"/>
                    <a:pt x="45447" y="46572"/>
                    <a:pt x="45502" y="46555"/>
                  </a:cubicBezTo>
                  <a:cubicBezTo>
                    <a:pt x="45550" y="46532"/>
                    <a:pt x="45592" y="46522"/>
                    <a:pt x="45630" y="46522"/>
                  </a:cubicBezTo>
                  <a:cubicBezTo>
                    <a:pt x="45784" y="46522"/>
                    <a:pt x="45856" y="46692"/>
                    <a:pt x="45970" y="46784"/>
                  </a:cubicBezTo>
                  <a:cubicBezTo>
                    <a:pt x="47151" y="47519"/>
                    <a:pt x="48458" y="47922"/>
                    <a:pt x="49830" y="48107"/>
                  </a:cubicBezTo>
                  <a:cubicBezTo>
                    <a:pt x="50126" y="48146"/>
                    <a:pt x="50424" y="48193"/>
                    <a:pt x="50722" y="48193"/>
                  </a:cubicBezTo>
                  <a:cubicBezTo>
                    <a:pt x="50923" y="48193"/>
                    <a:pt x="51125" y="48172"/>
                    <a:pt x="51327" y="48112"/>
                  </a:cubicBezTo>
                  <a:cubicBezTo>
                    <a:pt x="51414" y="47900"/>
                    <a:pt x="51234" y="47813"/>
                    <a:pt x="51120" y="47720"/>
                  </a:cubicBezTo>
                  <a:cubicBezTo>
                    <a:pt x="50298" y="47056"/>
                    <a:pt x="49879" y="46163"/>
                    <a:pt x="49634" y="45173"/>
                  </a:cubicBezTo>
                  <a:cubicBezTo>
                    <a:pt x="49536" y="44781"/>
                    <a:pt x="49644" y="44427"/>
                    <a:pt x="49857" y="44095"/>
                  </a:cubicBezTo>
                  <a:cubicBezTo>
                    <a:pt x="49964" y="43929"/>
                    <a:pt x="50102" y="43864"/>
                    <a:pt x="50279" y="43864"/>
                  </a:cubicBezTo>
                  <a:cubicBezTo>
                    <a:pt x="50299" y="43864"/>
                    <a:pt x="50320" y="43864"/>
                    <a:pt x="50341" y="43866"/>
                  </a:cubicBezTo>
                  <a:cubicBezTo>
                    <a:pt x="50453" y="43876"/>
                    <a:pt x="50541" y="43883"/>
                    <a:pt x="50608" y="43883"/>
                  </a:cubicBezTo>
                  <a:cubicBezTo>
                    <a:pt x="50840" y="43883"/>
                    <a:pt x="50832" y="43793"/>
                    <a:pt x="50799" y="43387"/>
                  </a:cubicBezTo>
                  <a:cubicBezTo>
                    <a:pt x="50788" y="43305"/>
                    <a:pt x="50788" y="43224"/>
                    <a:pt x="50755" y="43148"/>
                  </a:cubicBezTo>
                  <a:cubicBezTo>
                    <a:pt x="50696" y="43063"/>
                    <a:pt x="50639" y="43028"/>
                    <a:pt x="50581" y="43028"/>
                  </a:cubicBezTo>
                  <a:cubicBezTo>
                    <a:pt x="50515" y="43028"/>
                    <a:pt x="50449" y="43073"/>
                    <a:pt x="50379" y="43142"/>
                  </a:cubicBezTo>
                  <a:cubicBezTo>
                    <a:pt x="50303" y="43214"/>
                    <a:pt x="50227" y="43286"/>
                    <a:pt x="50129" y="43286"/>
                  </a:cubicBezTo>
                  <a:cubicBezTo>
                    <a:pt x="50087" y="43286"/>
                    <a:pt x="50040" y="43273"/>
                    <a:pt x="49987" y="43240"/>
                  </a:cubicBezTo>
                  <a:cubicBezTo>
                    <a:pt x="50309" y="43153"/>
                    <a:pt x="50526" y="42745"/>
                    <a:pt x="50314" y="42609"/>
                  </a:cubicBezTo>
                  <a:cubicBezTo>
                    <a:pt x="50114" y="42476"/>
                    <a:pt x="49894" y="42329"/>
                    <a:pt x="49637" y="42329"/>
                  </a:cubicBezTo>
                  <a:cubicBezTo>
                    <a:pt x="49586" y="42329"/>
                    <a:pt x="49535" y="42335"/>
                    <a:pt x="49481" y="42347"/>
                  </a:cubicBezTo>
                  <a:cubicBezTo>
                    <a:pt x="49405" y="42445"/>
                    <a:pt x="49421" y="42570"/>
                    <a:pt x="49405" y="42679"/>
                  </a:cubicBezTo>
                  <a:cubicBezTo>
                    <a:pt x="49369" y="42897"/>
                    <a:pt x="49336" y="42984"/>
                    <a:pt x="49231" y="42984"/>
                  </a:cubicBezTo>
                  <a:cubicBezTo>
                    <a:pt x="49176" y="42984"/>
                    <a:pt x="49101" y="42960"/>
                    <a:pt x="48997" y="42919"/>
                  </a:cubicBezTo>
                  <a:cubicBezTo>
                    <a:pt x="48757" y="42821"/>
                    <a:pt x="48556" y="42658"/>
                    <a:pt x="48327" y="42543"/>
                  </a:cubicBezTo>
                  <a:cubicBezTo>
                    <a:pt x="48311" y="42537"/>
                    <a:pt x="48294" y="42535"/>
                    <a:pt x="48275" y="42535"/>
                  </a:cubicBezTo>
                  <a:cubicBezTo>
                    <a:pt x="48222" y="42535"/>
                    <a:pt x="48161" y="42553"/>
                    <a:pt x="48107" y="42553"/>
                  </a:cubicBezTo>
                  <a:cubicBezTo>
                    <a:pt x="48037" y="42553"/>
                    <a:pt x="47978" y="42524"/>
                    <a:pt x="47962" y="42391"/>
                  </a:cubicBezTo>
                  <a:cubicBezTo>
                    <a:pt x="47826" y="42233"/>
                    <a:pt x="47630" y="42178"/>
                    <a:pt x="47456" y="42080"/>
                  </a:cubicBezTo>
                  <a:cubicBezTo>
                    <a:pt x="47260" y="41972"/>
                    <a:pt x="47048" y="41890"/>
                    <a:pt x="46873" y="41754"/>
                  </a:cubicBezTo>
                  <a:cubicBezTo>
                    <a:pt x="45801" y="40905"/>
                    <a:pt x="44870" y="39941"/>
                    <a:pt x="44190" y="38738"/>
                  </a:cubicBezTo>
                  <a:cubicBezTo>
                    <a:pt x="43525" y="37567"/>
                    <a:pt x="42589" y="36577"/>
                    <a:pt x="41996" y="35363"/>
                  </a:cubicBezTo>
                  <a:cubicBezTo>
                    <a:pt x="41958" y="35292"/>
                    <a:pt x="41898" y="35232"/>
                    <a:pt x="41838" y="35172"/>
                  </a:cubicBezTo>
                  <a:cubicBezTo>
                    <a:pt x="41549" y="34878"/>
                    <a:pt x="41321" y="34530"/>
                    <a:pt x="41054" y="34214"/>
                  </a:cubicBezTo>
                  <a:cubicBezTo>
                    <a:pt x="40569" y="33637"/>
                    <a:pt x="40264" y="32929"/>
                    <a:pt x="39731" y="32385"/>
                  </a:cubicBezTo>
                  <a:cubicBezTo>
                    <a:pt x="39143" y="31786"/>
                    <a:pt x="38653" y="31105"/>
                    <a:pt x="38179" y="30419"/>
                  </a:cubicBezTo>
                  <a:cubicBezTo>
                    <a:pt x="38120" y="30327"/>
                    <a:pt x="38054" y="30251"/>
                    <a:pt x="37967" y="30180"/>
                  </a:cubicBezTo>
                  <a:cubicBezTo>
                    <a:pt x="37395" y="29706"/>
                    <a:pt x="36873" y="29184"/>
                    <a:pt x="36454" y="28563"/>
                  </a:cubicBezTo>
                  <a:cubicBezTo>
                    <a:pt x="36301" y="28334"/>
                    <a:pt x="36111" y="28138"/>
                    <a:pt x="35882" y="27986"/>
                  </a:cubicBezTo>
                  <a:cubicBezTo>
                    <a:pt x="35664" y="27855"/>
                    <a:pt x="35643" y="27600"/>
                    <a:pt x="35539" y="27398"/>
                  </a:cubicBezTo>
                  <a:cubicBezTo>
                    <a:pt x="35463" y="27250"/>
                    <a:pt x="35390" y="27125"/>
                    <a:pt x="35242" y="27125"/>
                  </a:cubicBezTo>
                  <a:cubicBezTo>
                    <a:pt x="35199" y="27125"/>
                    <a:pt x="35150" y="27135"/>
                    <a:pt x="35093" y="27159"/>
                  </a:cubicBezTo>
                  <a:cubicBezTo>
                    <a:pt x="35054" y="27174"/>
                    <a:pt x="35014" y="27182"/>
                    <a:pt x="34975" y="27182"/>
                  </a:cubicBezTo>
                  <a:cubicBezTo>
                    <a:pt x="34901" y="27182"/>
                    <a:pt x="34830" y="27153"/>
                    <a:pt x="34777" y="27082"/>
                  </a:cubicBezTo>
                  <a:cubicBezTo>
                    <a:pt x="34673" y="26930"/>
                    <a:pt x="34603" y="26750"/>
                    <a:pt x="34423" y="26669"/>
                  </a:cubicBezTo>
                  <a:cubicBezTo>
                    <a:pt x="34398" y="26671"/>
                    <a:pt x="34374" y="26672"/>
                    <a:pt x="34351" y="26672"/>
                  </a:cubicBezTo>
                  <a:cubicBezTo>
                    <a:pt x="34073" y="26672"/>
                    <a:pt x="33935" y="26495"/>
                    <a:pt x="33824" y="26244"/>
                  </a:cubicBezTo>
                  <a:cubicBezTo>
                    <a:pt x="33655" y="25847"/>
                    <a:pt x="33410" y="25525"/>
                    <a:pt x="32948" y="25400"/>
                  </a:cubicBezTo>
                  <a:cubicBezTo>
                    <a:pt x="32654" y="25324"/>
                    <a:pt x="32414" y="25117"/>
                    <a:pt x="32213" y="24883"/>
                  </a:cubicBezTo>
                  <a:cubicBezTo>
                    <a:pt x="32039" y="24736"/>
                    <a:pt x="31826" y="24654"/>
                    <a:pt x="31636" y="24545"/>
                  </a:cubicBezTo>
                  <a:cubicBezTo>
                    <a:pt x="31206" y="24306"/>
                    <a:pt x="30819" y="24017"/>
                    <a:pt x="30541" y="23609"/>
                  </a:cubicBezTo>
                  <a:cubicBezTo>
                    <a:pt x="30335" y="23299"/>
                    <a:pt x="30079" y="23054"/>
                    <a:pt x="29801" y="22809"/>
                  </a:cubicBezTo>
                  <a:cubicBezTo>
                    <a:pt x="29545" y="22586"/>
                    <a:pt x="29213" y="22450"/>
                    <a:pt x="29012" y="22166"/>
                  </a:cubicBezTo>
                  <a:cubicBezTo>
                    <a:pt x="28527" y="21480"/>
                    <a:pt x="27961" y="20865"/>
                    <a:pt x="27422" y="20228"/>
                  </a:cubicBezTo>
                  <a:cubicBezTo>
                    <a:pt x="27063" y="19804"/>
                    <a:pt x="26801" y="19308"/>
                    <a:pt x="26693" y="18753"/>
                  </a:cubicBezTo>
                  <a:cubicBezTo>
                    <a:pt x="26671" y="18633"/>
                    <a:pt x="26622" y="18508"/>
                    <a:pt x="26714" y="18405"/>
                  </a:cubicBezTo>
                  <a:cubicBezTo>
                    <a:pt x="26785" y="18416"/>
                    <a:pt x="26823" y="18443"/>
                    <a:pt x="26850" y="18486"/>
                  </a:cubicBezTo>
                  <a:cubicBezTo>
                    <a:pt x="27400" y="19461"/>
                    <a:pt x="28075" y="20354"/>
                    <a:pt x="28854" y="21159"/>
                  </a:cubicBezTo>
                  <a:cubicBezTo>
                    <a:pt x="28892" y="21203"/>
                    <a:pt x="28919" y="21257"/>
                    <a:pt x="28957" y="21306"/>
                  </a:cubicBezTo>
                  <a:cubicBezTo>
                    <a:pt x="29175" y="21578"/>
                    <a:pt x="29322" y="21916"/>
                    <a:pt x="29649" y="22096"/>
                  </a:cubicBezTo>
                  <a:cubicBezTo>
                    <a:pt x="30073" y="22477"/>
                    <a:pt x="30476" y="22885"/>
                    <a:pt x="30988" y="23157"/>
                  </a:cubicBezTo>
                  <a:cubicBezTo>
                    <a:pt x="31102" y="23217"/>
                    <a:pt x="31168" y="23342"/>
                    <a:pt x="31249" y="23440"/>
                  </a:cubicBezTo>
                  <a:cubicBezTo>
                    <a:pt x="31418" y="23642"/>
                    <a:pt x="31538" y="23876"/>
                    <a:pt x="31717" y="24061"/>
                  </a:cubicBezTo>
                  <a:cubicBezTo>
                    <a:pt x="31946" y="24181"/>
                    <a:pt x="32196" y="24273"/>
                    <a:pt x="32398" y="24437"/>
                  </a:cubicBezTo>
                  <a:cubicBezTo>
                    <a:pt x="33051" y="24959"/>
                    <a:pt x="33737" y="25444"/>
                    <a:pt x="34401" y="25950"/>
                  </a:cubicBezTo>
                  <a:cubicBezTo>
                    <a:pt x="34608" y="26108"/>
                    <a:pt x="34793" y="26293"/>
                    <a:pt x="34951" y="26500"/>
                  </a:cubicBezTo>
                  <a:cubicBezTo>
                    <a:pt x="35060" y="26641"/>
                    <a:pt x="35191" y="26756"/>
                    <a:pt x="35354" y="26832"/>
                  </a:cubicBezTo>
                  <a:cubicBezTo>
                    <a:pt x="35452" y="26897"/>
                    <a:pt x="35512" y="26995"/>
                    <a:pt x="35599" y="27066"/>
                  </a:cubicBezTo>
                  <a:cubicBezTo>
                    <a:pt x="36056" y="27387"/>
                    <a:pt x="36443" y="27785"/>
                    <a:pt x="36780" y="28226"/>
                  </a:cubicBezTo>
                  <a:cubicBezTo>
                    <a:pt x="37047" y="28569"/>
                    <a:pt x="37319" y="28901"/>
                    <a:pt x="37657" y="29189"/>
                  </a:cubicBezTo>
                  <a:cubicBezTo>
                    <a:pt x="38277" y="29712"/>
                    <a:pt x="38947" y="30180"/>
                    <a:pt x="39393" y="30882"/>
                  </a:cubicBezTo>
                  <a:cubicBezTo>
                    <a:pt x="39625" y="31153"/>
                    <a:pt x="39844" y="31436"/>
                    <a:pt x="40225" y="31436"/>
                  </a:cubicBezTo>
                  <a:cubicBezTo>
                    <a:pt x="40273" y="31436"/>
                    <a:pt x="40324" y="31431"/>
                    <a:pt x="40379" y="31421"/>
                  </a:cubicBezTo>
                  <a:cubicBezTo>
                    <a:pt x="40392" y="31419"/>
                    <a:pt x="40404" y="31417"/>
                    <a:pt x="40416" y="31417"/>
                  </a:cubicBezTo>
                  <a:cubicBezTo>
                    <a:pt x="40506" y="31417"/>
                    <a:pt x="40552" y="31489"/>
                    <a:pt x="40542" y="31595"/>
                  </a:cubicBezTo>
                  <a:cubicBezTo>
                    <a:pt x="40531" y="31688"/>
                    <a:pt x="40504" y="31780"/>
                    <a:pt x="40542" y="31873"/>
                  </a:cubicBezTo>
                  <a:cubicBezTo>
                    <a:pt x="40564" y="31906"/>
                    <a:pt x="40580" y="31933"/>
                    <a:pt x="40607" y="31955"/>
                  </a:cubicBezTo>
                  <a:cubicBezTo>
                    <a:pt x="41789" y="33120"/>
                    <a:pt x="42970" y="34285"/>
                    <a:pt x="43678" y="35831"/>
                  </a:cubicBezTo>
                  <a:cubicBezTo>
                    <a:pt x="43863" y="36234"/>
                    <a:pt x="44124" y="36609"/>
                    <a:pt x="44435" y="36936"/>
                  </a:cubicBezTo>
                  <a:cubicBezTo>
                    <a:pt x="44497" y="36998"/>
                    <a:pt x="44557" y="37128"/>
                    <a:pt x="44656" y="37128"/>
                  </a:cubicBezTo>
                  <a:cubicBezTo>
                    <a:pt x="44695" y="37128"/>
                    <a:pt x="44740" y="37108"/>
                    <a:pt x="44794" y="37056"/>
                  </a:cubicBezTo>
                  <a:cubicBezTo>
                    <a:pt x="44799" y="37018"/>
                    <a:pt x="44794" y="36985"/>
                    <a:pt x="44783" y="36947"/>
                  </a:cubicBezTo>
                  <a:cubicBezTo>
                    <a:pt x="44778" y="36929"/>
                    <a:pt x="44778" y="36918"/>
                    <a:pt x="44774" y="36918"/>
                  </a:cubicBezTo>
                  <a:cubicBezTo>
                    <a:pt x="44774" y="36918"/>
                    <a:pt x="44773" y="36919"/>
                    <a:pt x="44772" y="36920"/>
                  </a:cubicBezTo>
                  <a:cubicBezTo>
                    <a:pt x="44769" y="36920"/>
                    <a:pt x="44766" y="36921"/>
                    <a:pt x="44764" y="36921"/>
                  </a:cubicBezTo>
                  <a:cubicBezTo>
                    <a:pt x="44736" y="36921"/>
                    <a:pt x="44743" y="36880"/>
                    <a:pt x="44754" y="36880"/>
                  </a:cubicBezTo>
                  <a:cubicBezTo>
                    <a:pt x="44758" y="36880"/>
                    <a:pt x="44763" y="36885"/>
                    <a:pt x="44767" y="36898"/>
                  </a:cubicBezTo>
                  <a:cubicBezTo>
                    <a:pt x="45104" y="37388"/>
                    <a:pt x="45327" y="37965"/>
                    <a:pt x="45785" y="38395"/>
                  </a:cubicBezTo>
                  <a:cubicBezTo>
                    <a:pt x="45926" y="38526"/>
                    <a:pt x="46030" y="38705"/>
                    <a:pt x="46139" y="38879"/>
                  </a:cubicBezTo>
                  <a:cubicBezTo>
                    <a:pt x="46547" y="39527"/>
                    <a:pt x="47075" y="40083"/>
                    <a:pt x="47587" y="40654"/>
                  </a:cubicBezTo>
                  <a:cubicBezTo>
                    <a:pt x="47696" y="40779"/>
                    <a:pt x="47832" y="40877"/>
                    <a:pt x="47968" y="40964"/>
                  </a:cubicBezTo>
                  <a:cubicBezTo>
                    <a:pt x="48013" y="40992"/>
                    <a:pt x="48058" y="41027"/>
                    <a:pt x="48106" y="41027"/>
                  </a:cubicBezTo>
                  <a:cubicBezTo>
                    <a:pt x="48133" y="41027"/>
                    <a:pt x="48161" y="41016"/>
                    <a:pt x="48191" y="40986"/>
                  </a:cubicBezTo>
                  <a:cubicBezTo>
                    <a:pt x="48251" y="40839"/>
                    <a:pt x="48398" y="40714"/>
                    <a:pt x="48322" y="40524"/>
                  </a:cubicBezTo>
                  <a:cubicBezTo>
                    <a:pt x="48296" y="40491"/>
                    <a:pt x="48266" y="40483"/>
                    <a:pt x="48234" y="40483"/>
                  </a:cubicBezTo>
                  <a:cubicBezTo>
                    <a:pt x="48204" y="40483"/>
                    <a:pt x="48172" y="40490"/>
                    <a:pt x="48142" y="40490"/>
                  </a:cubicBezTo>
                  <a:cubicBezTo>
                    <a:pt x="48129" y="40490"/>
                    <a:pt x="48116" y="40489"/>
                    <a:pt x="48104" y="40485"/>
                  </a:cubicBezTo>
                  <a:cubicBezTo>
                    <a:pt x="48430" y="40235"/>
                    <a:pt x="48637" y="39897"/>
                    <a:pt x="48833" y="39549"/>
                  </a:cubicBezTo>
                  <a:cubicBezTo>
                    <a:pt x="49122" y="39043"/>
                    <a:pt x="49122" y="39043"/>
                    <a:pt x="48686" y="38673"/>
                  </a:cubicBezTo>
                  <a:cubicBezTo>
                    <a:pt x="48697" y="38672"/>
                    <a:pt x="48708" y="38672"/>
                    <a:pt x="48719" y="38672"/>
                  </a:cubicBezTo>
                  <a:cubicBezTo>
                    <a:pt x="48964" y="38672"/>
                    <a:pt x="49154" y="38843"/>
                    <a:pt x="49389" y="38874"/>
                  </a:cubicBezTo>
                  <a:cubicBezTo>
                    <a:pt x="49753" y="38765"/>
                    <a:pt x="49933" y="38498"/>
                    <a:pt x="50015" y="38150"/>
                  </a:cubicBezTo>
                  <a:cubicBezTo>
                    <a:pt x="50031" y="37981"/>
                    <a:pt x="50162" y="37889"/>
                    <a:pt x="50265" y="37774"/>
                  </a:cubicBezTo>
                  <a:cubicBezTo>
                    <a:pt x="50858" y="37148"/>
                    <a:pt x="51561" y="36653"/>
                    <a:pt x="52225" y="36103"/>
                  </a:cubicBezTo>
                  <a:cubicBezTo>
                    <a:pt x="52862" y="35580"/>
                    <a:pt x="53433" y="35020"/>
                    <a:pt x="53766" y="34252"/>
                  </a:cubicBezTo>
                  <a:cubicBezTo>
                    <a:pt x="53806" y="34161"/>
                    <a:pt x="53828" y="34032"/>
                    <a:pt x="53966" y="34032"/>
                  </a:cubicBezTo>
                  <a:cubicBezTo>
                    <a:pt x="53977" y="34032"/>
                    <a:pt x="53988" y="34033"/>
                    <a:pt x="54000" y="34034"/>
                  </a:cubicBezTo>
                  <a:cubicBezTo>
                    <a:pt x="54082" y="34051"/>
                    <a:pt x="54164" y="34058"/>
                    <a:pt x="54245" y="34058"/>
                  </a:cubicBezTo>
                  <a:cubicBezTo>
                    <a:pt x="54430" y="34058"/>
                    <a:pt x="54612" y="34019"/>
                    <a:pt x="54794" y="33958"/>
                  </a:cubicBezTo>
                  <a:cubicBezTo>
                    <a:pt x="54845" y="33953"/>
                    <a:pt x="54896" y="33951"/>
                    <a:pt x="54947" y="33951"/>
                  </a:cubicBezTo>
                  <a:cubicBezTo>
                    <a:pt x="55119" y="33951"/>
                    <a:pt x="55291" y="33978"/>
                    <a:pt x="55459" y="34029"/>
                  </a:cubicBezTo>
                  <a:cubicBezTo>
                    <a:pt x="56547" y="34350"/>
                    <a:pt x="57538" y="34900"/>
                    <a:pt x="58535" y="35417"/>
                  </a:cubicBezTo>
                  <a:cubicBezTo>
                    <a:pt x="59188" y="35755"/>
                    <a:pt x="59857" y="36021"/>
                    <a:pt x="60560" y="36228"/>
                  </a:cubicBezTo>
                  <a:cubicBezTo>
                    <a:pt x="61150" y="36405"/>
                    <a:pt x="61762" y="36482"/>
                    <a:pt x="62270" y="36693"/>
                  </a:cubicBezTo>
                  <a:lnTo>
                    <a:pt x="62270" y="36693"/>
                  </a:lnTo>
                  <a:cubicBezTo>
                    <a:pt x="62259" y="36690"/>
                    <a:pt x="62245" y="36687"/>
                    <a:pt x="62231" y="36687"/>
                  </a:cubicBezTo>
                  <a:cubicBezTo>
                    <a:pt x="62187" y="36687"/>
                    <a:pt x="62132" y="36707"/>
                    <a:pt x="62084" y="36773"/>
                  </a:cubicBezTo>
                  <a:cubicBezTo>
                    <a:pt x="62296" y="36800"/>
                    <a:pt x="62334" y="37056"/>
                    <a:pt x="62530" y="37099"/>
                  </a:cubicBezTo>
                  <a:cubicBezTo>
                    <a:pt x="62612" y="37084"/>
                    <a:pt x="62692" y="37076"/>
                    <a:pt x="62771" y="37076"/>
                  </a:cubicBezTo>
                  <a:cubicBezTo>
                    <a:pt x="62994" y="37076"/>
                    <a:pt x="63210" y="37133"/>
                    <a:pt x="63423" y="37214"/>
                  </a:cubicBezTo>
                  <a:cubicBezTo>
                    <a:pt x="64044" y="37459"/>
                    <a:pt x="64610" y="37791"/>
                    <a:pt x="65144" y="38188"/>
                  </a:cubicBezTo>
                  <a:cubicBezTo>
                    <a:pt x="65546" y="38493"/>
                    <a:pt x="65917" y="38858"/>
                    <a:pt x="66368" y="39081"/>
                  </a:cubicBezTo>
                  <a:cubicBezTo>
                    <a:pt x="66771" y="39271"/>
                    <a:pt x="67060" y="39554"/>
                    <a:pt x="67343" y="39876"/>
                  </a:cubicBezTo>
                  <a:cubicBezTo>
                    <a:pt x="67686" y="40257"/>
                    <a:pt x="68013" y="40681"/>
                    <a:pt x="68475" y="40926"/>
                  </a:cubicBezTo>
                  <a:cubicBezTo>
                    <a:pt x="69357" y="41395"/>
                    <a:pt x="70315" y="41585"/>
                    <a:pt x="71295" y="41656"/>
                  </a:cubicBezTo>
                  <a:cubicBezTo>
                    <a:pt x="71339" y="41660"/>
                    <a:pt x="71390" y="41665"/>
                    <a:pt x="71439" y="41665"/>
                  </a:cubicBezTo>
                  <a:cubicBezTo>
                    <a:pt x="71532" y="41665"/>
                    <a:pt x="71619" y="41645"/>
                    <a:pt x="71633" y="41552"/>
                  </a:cubicBezTo>
                  <a:cubicBezTo>
                    <a:pt x="71660" y="41389"/>
                    <a:pt x="71459" y="41395"/>
                    <a:pt x="71344" y="41362"/>
                  </a:cubicBezTo>
                  <a:cubicBezTo>
                    <a:pt x="70620" y="41155"/>
                    <a:pt x="70070" y="40665"/>
                    <a:pt x="69493" y="40213"/>
                  </a:cubicBezTo>
                  <a:cubicBezTo>
                    <a:pt x="69406" y="40148"/>
                    <a:pt x="69216" y="40023"/>
                    <a:pt x="69482" y="39908"/>
                  </a:cubicBezTo>
                  <a:cubicBezTo>
                    <a:pt x="69523" y="39898"/>
                    <a:pt x="69563" y="39894"/>
                    <a:pt x="69602" y="39894"/>
                  </a:cubicBezTo>
                  <a:cubicBezTo>
                    <a:pt x="69692" y="39894"/>
                    <a:pt x="69780" y="39916"/>
                    <a:pt x="69863" y="39946"/>
                  </a:cubicBezTo>
                  <a:cubicBezTo>
                    <a:pt x="70176" y="40067"/>
                    <a:pt x="70493" y="40117"/>
                    <a:pt x="70813" y="40117"/>
                  </a:cubicBezTo>
                  <a:cubicBezTo>
                    <a:pt x="71029" y="40117"/>
                    <a:pt x="71245" y="40095"/>
                    <a:pt x="71464" y="40055"/>
                  </a:cubicBezTo>
                  <a:cubicBezTo>
                    <a:pt x="71969" y="39969"/>
                    <a:pt x="72487" y="39934"/>
                    <a:pt x="72997" y="39934"/>
                  </a:cubicBezTo>
                  <a:cubicBezTo>
                    <a:pt x="73131" y="39934"/>
                    <a:pt x="73264" y="39936"/>
                    <a:pt x="73397" y="39941"/>
                  </a:cubicBezTo>
                  <a:cubicBezTo>
                    <a:pt x="74801" y="39985"/>
                    <a:pt x="76108" y="40409"/>
                    <a:pt x="77224" y="41302"/>
                  </a:cubicBezTo>
                  <a:cubicBezTo>
                    <a:pt x="77686" y="41672"/>
                    <a:pt x="78176" y="41982"/>
                    <a:pt x="78694" y="42276"/>
                  </a:cubicBezTo>
                  <a:cubicBezTo>
                    <a:pt x="79450" y="42712"/>
                    <a:pt x="80011" y="43333"/>
                    <a:pt x="80131" y="44258"/>
                  </a:cubicBezTo>
                  <a:cubicBezTo>
                    <a:pt x="80169" y="44541"/>
                    <a:pt x="80191" y="44819"/>
                    <a:pt x="80196" y="45102"/>
                  </a:cubicBezTo>
                  <a:cubicBezTo>
                    <a:pt x="80202" y="45205"/>
                    <a:pt x="80191" y="45341"/>
                    <a:pt x="80305" y="45380"/>
                  </a:cubicBezTo>
                  <a:cubicBezTo>
                    <a:pt x="80324" y="45385"/>
                    <a:pt x="80341" y="45388"/>
                    <a:pt x="80357" y="45388"/>
                  </a:cubicBezTo>
                  <a:cubicBezTo>
                    <a:pt x="80460" y="45388"/>
                    <a:pt x="80521" y="45280"/>
                    <a:pt x="80577" y="45200"/>
                  </a:cubicBezTo>
                  <a:cubicBezTo>
                    <a:pt x="80751" y="44928"/>
                    <a:pt x="80860" y="44639"/>
                    <a:pt x="80882" y="44307"/>
                  </a:cubicBezTo>
                  <a:cubicBezTo>
                    <a:pt x="80915" y="43855"/>
                    <a:pt x="80828" y="43420"/>
                    <a:pt x="80713" y="42990"/>
                  </a:cubicBezTo>
                  <a:cubicBezTo>
                    <a:pt x="80528" y="42521"/>
                    <a:pt x="80218" y="42102"/>
                    <a:pt x="80147" y="41585"/>
                  </a:cubicBezTo>
                  <a:cubicBezTo>
                    <a:pt x="80202" y="41405"/>
                    <a:pt x="80055" y="41346"/>
                    <a:pt x="79946" y="41269"/>
                  </a:cubicBezTo>
                  <a:cubicBezTo>
                    <a:pt x="79603" y="41024"/>
                    <a:pt x="79243" y="40812"/>
                    <a:pt x="78868" y="40627"/>
                  </a:cubicBezTo>
                  <a:cubicBezTo>
                    <a:pt x="78683" y="40534"/>
                    <a:pt x="78503" y="40431"/>
                    <a:pt x="78356" y="40251"/>
                  </a:cubicBezTo>
                  <a:lnTo>
                    <a:pt x="78356" y="40251"/>
                  </a:lnTo>
                  <a:cubicBezTo>
                    <a:pt x="78416" y="40266"/>
                    <a:pt x="78469" y="40280"/>
                    <a:pt x="78519" y="40280"/>
                  </a:cubicBezTo>
                  <a:cubicBezTo>
                    <a:pt x="78560" y="40280"/>
                    <a:pt x="78600" y="40270"/>
                    <a:pt x="78639" y="40246"/>
                  </a:cubicBezTo>
                  <a:cubicBezTo>
                    <a:pt x="78666" y="39876"/>
                    <a:pt x="78378" y="39778"/>
                    <a:pt x="78122" y="39685"/>
                  </a:cubicBezTo>
                  <a:cubicBezTo>
                    <a:pt x="77768" y="39560"/>
                    <a:pt x="77393" y="39500"/>
                    <a:pt x="77022" y="39424"/>
                  </a:cubicBezTo>
                  <a:cubicBezTo>
                    <a:pt x="76489" y="39271"/>
                    <a:pt x="75934" y="39239"/>
                    <a:pt x="75400" y="39092"/>
                  </a:cubicBezTo>
                  <a:cubicBezTo>
                    <a:pt x="74331" y="38805"/>
                    <a:pt x="73254" y="38616"/>
                    <a:pt x="72153" y="38616"/>
                  </a:cubicBezTo>
                  <a:cubicBezTo>
                    <a:pt x="71959" y="38616"/>
                    <a:pt x="71764" y="38622"/>
                    <a:pt x="71567" y="38634"/>
                  </a:cubicBezTo>
                  <a:cubicBezTo>
                    <a:pt x="71546" y="38636"/>
                    <a:pt x="71525" y="38636"/>
                    <a:pt x="71504" y="38636"/>
                  </a:cubicBezTo>
                  <a:cubicBezTo>
                    <a:pt x="71187" y="38636"/>
                    <a:pt x="70907" y="38488"/>
                    <a:pt x="70642" y="38330"/>
                  </a:cubicBezTo>
                  <a:cubicBezTo>
                    <a:pt x="70348" y="38155"/>
                    <a:pt x="70343" y="38057"/>
                    <a:pt x="70598" y="37829"/>
                  </a:cubicBezTo>
                  <a:cubicBezTo>
                    <a:pt x="70920" y="37546"/>
                    <a:pt x="71083" y="37203"/>
                    <a:pt x="71012" y="36767"/>
                  </a:cubicBezTo>
                  <a:cubicBezTo>
                    <a:pt x="70773" y="36206"/>
                    <a:pt x="70909" y="35618"/>
                    <a:pt x="70914" y="35041"/>
                  </a:cubicBezTo>
                  <a:cubicBezTo>
                    <a:pt x="70920" y="34889"/>
                    <a:pt x="70963" y="34720"/>
                    <a:pt x="71067" y="34584"/>
                  </a:cubicBezTo>
                  <a:cubicBezTo>
                    <a:pt x="71312" y="33909"/>
                    <a:pt x="71627" y="33261"/>
                    <a:pt x="71900" y="32603"/>
                  </a:cubicBezTo>
                  <a:cubicBezTo>
                    <a:pt x="72389" y="31427"/>
                    <a:pt x="73168" y="30523"/>
                    <a:pt x="74186" y="29793"/>
                  </a:cubicBezTo>
                  <a:cubicBezTo>
                    <a:pt x="74632" y="29472"/>
                    <a:pt x="75090" y="29162"/>
                    <a:pt x="75536" y="28841"/>
                  </a:cubicBezTo>
                  <a:cubicBezTo>
                    <a:pt x="75536" y="28667"/>
                    <a:pt x="75683" y="28514"/>
                    <a:pt x="75607" y="28334"/>
                  </a:cubicBezTo>
                  <a:cubicBezTo>
                    <a:pt x="75389" y="28182"/>
                    <a:pt x="75525" y="27959"/>
                    <a:pt x="75498" y="27774"/>
                  </a:cubicBezTo>
                  <a:cubicBezTo>
                    <a:pt x="75469" y="27583"/>
                    <a:pt x="75436" y="27421"/>
                    <a:pt x="75241" y="27421"/>
                  </a:cubicBezTo>
                  <a:cubicBezTo>
                    <a:pt x="75214" y="27421"/>
                    <a:pt x="75184" y="27424"/>
                    <a:pt x="75150" y="27431"/>
                  </a:cubicBezTo>
                  <a:cubicBezTo>
                    <a:pt x="75008" y="27491"/>
                    <a:pt x="74894" y="27594"/>
                    <a:pt x="74763" y="27670"/>
                  </a:cubicBezTo>
                  <a:cubicBezTo>
                    <a:pt x="74377" y="27893"/>
                    <a:pt x="74077" y="28236"/>
                    <a:pt x="73663" y="28411"/>
                  </a:cubicBezTo>
                  <a:cubicBezTo>
                    <a:pt x="73250" y="28607"/>
                    <a:pt x="72950" y="28944"/>
                    <a:pt x="72607" y="29227"/>
                  </a:cubicBezTo>
                  <a:cubicBezTo>
                    <a:pt x="71431" y="30207"/>
                    <a:pt x="70691" y="31438"/>
                    <a:pt x="70479" y="32967"/>
                  </a:cubicBezTo>
                  <a:cubicBezTo>
                    <a:pt x="70375" y="33735"/>
                    <a:pt x="70370" y="34513"/>
                    <a:pt x="70147" y="35265"/>
                  </a:cubicBezTo>
                  <a:cubicBezTo>
                    <a:pt x="69956" y="35923"/>
                    <a:pt x="69885" y="36114"/>
                    <a:pt x="69569" y="36473"/>
                  </a:cubicBezTo>
                  <a:cubicBezTo>
                    <a:pt x="69586" y="36424"/>
                    <a:pt x="69586" y="36381"/>
                    <a:pt x="69575" y="36332"/>
                  </a:cubicBezTo>
                  <a:cubicBezTo>
                    <a:pt x="69478" y="36253"/>
                    <a:pt x="69381" y="36226"/>
                    <a:pt x="69285" y="36226"/>
                  </a:cubicBezTo>
                  <a:cubicBezTo>
                    <a:pt x="69129" y="36226"/>
                    <a:pt x="68973" y="36299"/>
                    <a:pt x="68818" y="36343"/>
                  </a:cubicBezTo>
                  <a:cubicBezTo>
                    <a:pt x="68633" y="36147"/>
                    <a:pt x="68470" y="35929"/>
                    <a:pt x="68350" y="35684"/>
                  </a:cubicBezTo>
                  <a:cubicBezTo>
                    <a:pt x="68127" y="35232"/>
                    <a:pt x="67844" y="34813"/>
                    <a:pt x="67582" y="34377"/>
                  </a:cubicBezTo>
                  <a:cubicBezTo>
                    <a:pt x="67016" y="33446"/>
                    <a:pt x="66374" y="32564"/>
                    <a:pt x="65966" y="31530"/>
                  </a:cubicBezTo>
                  <a:cubicBezTo>
                    <a:pt x="65552" y="30490"/>
                    <a:pt x="64937" y="29548"/>
                    <a:pt x="64283" y="28639"/>
                  </a:cubicBezTo>
                  <a:cubicBezTo>
                    <a:pt x="64234" y="28590"/>
                    <a:pt x="64180" y="28541"/>
                    <a:pt x="64142" y="28481"/>
                  </a:cubicBezTo>
                  <a:cubicBezTo>
                    <a:pt x="63472" y="27414"/>
                    <a:pt x="62694" y="26424"/>
                    <a:pt x="61899" y="25449"/>
                  </a:cubicBezTo>
                  <a:cubicBezTo>
                    <a:pt x="61719" y="25297"/>
                    <a:pt x="61556" y="25133"/>
                    <a:pt x="61376" y="24976"/>
                  </a:cubicBezTo>
                  <a:cubicBezTo>
                    <a:pt x="60690" y="24360"/>
                    <a:pt x="60157" y="23609"/>
                    <a:pt x="59563" y="22907"/>
                  </a:cubicBezTo>
                  <a:cubicBezTo>
                    <a:pt x="58992" y="22232"/>
                    <a:pt x="58339" y="21715"/>
                    <a:pt x="57462" y="21431"/>
                  </a:cubicBezTo>
                  <a:cubicBezTo>
                    <a:pt x="56243" y="21034"/>
                    <a:pt x="55012" y="20686"/>
                    <a:pt x="53733" y="20544"/>
                  </a:cubicBezTo>
                  <a:cubicBezTo>
                    <a:pt x="53513" y="20519"/>
                    <a:pt x="53296" y="20495"/>
                    <a:pt x="53078" y="20495"/>
                  </a:cubicBezTo>
                  <a:cubicBezTo>
                    <a:pt x="52923" y="20495"/>
                    <a:pt x="52768" y="20507"/>
                    <a:pt x="52611" y="20539"/>
                  </a:cubicBezTo>
                  <a:cubicBezTo>
                    <a:pt x="52372" y="20588"/>
                    <a:pt x="52165" y="20686"/>
                    <a:pt x="52007" y="20876"/>
                  </a:cubicBezTo>
                  <a:cubicBezTo>
                    <a:pt x="51958" y="20942"/>
                    <a:pt x="51915" y="21023"/>
                    <a:pt x="51974" y="21105"/>
                  </a:cubicBezTo>
                  <a:cubicBezTo>
                    <a:pt x="52010" y="21159"/>
                    <a:pt x="52064" y="21172"/>
                    <a:pt x="52122" y="21172"/>
                  </a:cubicBezTo>
                  <a:cubicBezTo>
                    <a:pt x="52134" y="21172"/>
                    <a:pt x="52147" y="21171"/>
                    <a:pt x="52160" y="21170"/>
                  </a:cubicBezTo>
                  <a:cubicBezTo>
                    <a:pt x="52339" y="21159"/>
                    <a:pt x="52508" y="21094"/>
                    <a:pt x="52677" y="21045"/>
                  </a:cubicBezTo>
                  <a:cubicBezTo>
                    <a:pt x="52773" y="21018"/>
                    <a:pt x="52867" y="21004"/>
                    <a:pt x="52956" y="21004"/>
                  </a:cubicBezTo>
                  <a:cubicBezTo>
                    <a:pt x="53172" y="21004"/>
                    <a:pt x="53366" y="21089"/>
                    <a:pt x="53531" y="21290"/>
                  </a:cubicBezTo>
                  <a:cubicBezTo>
                    <a:pt x="53629" y="21404"/>
                    <a:pt x="53711" y="21540"/>
                    <a:pt x="53864" y="21606"/>
                  </a:cubicBezTo>
                  <a:cubicBezTo>
                    <a:pt x="54419" y="21725"/>
                    <a:pt x="54887" y="22085"/>
                    <a:pt x="55426" y="22232"/>
                  </a:cubicBezTo>
                  <a:cubicBezTo>
                    <a:pt x="55932" y="22368"/>
                    <a:pt x="56351" y="22607"/>
                    <a:pt x="56754" y="22929"/>
                  </a:cubicBezTo>
                  <a:cubicBezTo>
                    <a:pt x="57233" y="23310"/>
                    <a:pt x="57729" y="23664"/>
                    <a:pt x="58317" y="23865"/>
                  </a:cubicBezTo>
                  <a:cubicBezTo>
                    <a:pt x="59716" y="24589"/>
                    <a:pt x="60957" y="25504"/>
                    <a:pt x="61736" y="26914"/>
                  </a:cubicBezTo>
                  <a:cubicBezTo>
                    <a:pt x="62253" y="27850"/>
                    <a:pt x="62726" y="28808"/>
                    <a:pt x="63342" y="29685"/>
                  </a:cubicBezTo>
                  <a:cubicBezTo>
                    <a:pt x="63385" y="29750"/>
                    <a:pt x="63401" y="29810"/>
                    <a:pt x="63374" y="29886"/>
                  </a:cubicBezTo>
                  <a:cubicBezTo>
                    <a:pt x="63342" y="30191"/>
                    <a:pt x="63527" y="30441"/>
                    <a:pt x="63619" y="30713"/>
                  </a:cubicBezTo>
                  <a:cubicBezTo>
                    <a:pt x="63897" y="31519"/>
                    <a:pt x="64311" y="32249"/>
                    <a:pt x="64920" y="32853"/>
                  </a:cubicBezTo>
                  <a:cubicBezTo>
                    <a:pt x="65367" y="33321"/>
                    <a:pt x="65644" y="33898"/>
                    <a:pt x="65982" y="34432"/>
                  </a:cubicBezTo>
                  <a:cubicBezTo>
                    <a:pt x="66020" y="34492"/>
                    <a:pt x="66069" y="34557"/>
                    <a:pt x="66020" y="34628"/>
                  </a:cubicBezTo>
                  <a:cubicBezTo>
                    <a:pt x="65988" y="34672"/>
                    <a:pt x="65946" y="34686"/>
                    <a:pt x="65902" y="34686"/>
                  </a:cubicBezTo>
                  <a:cubicBezTo>
                    <a:pt x="65865" y="34686"/>
                    <a:pt x="65826" y="34676"/>
                    <a:pt x="65791" y="34666"/>
                  </a:cubicBezTo>
                  <a:cubicBezTo>
                    <a:pt x="65541" y="34595"/>
                    <a:pt x="65329" y="34437"/>
                    <a:pt x="65084" y="34345"/>
                  </a:cubicBezTo>
                  <a:cubicBezTo>
                    <a:pt x="64904" y="34268"/>
                    <a:pt x="64746" y="34143"/>
                    <a:pt x="64534" y="34121"/>
                  </a:cubicBezTo>
                  <a:cubicBezTo>
                    <a:pt x="64033" y="34072"/>
                    <a:pt x="63614" y="33800"/>
                    <a:pt x="63189" y="33566"/>
                  </a:cubicBezTo>
                  <a:cubicBezTo>
                    <a:pt x="62552" y="33092"/>
                    <a:pt x="62073" y="32483"/>
                    <a:pt x="61752" y="31759"/>
                  </a:cubicBezTo>
                  <a:cubicBezTo>
                    <a:pt x="61175" y="30458"/>
                    <a:pt x="60222" y="29527"/>
                    <a:pt x="58975" y="28857"/>
                  </a:cubicBezTo>
                  <a:cubicBezTo>
                    <a:pt x="58262" y="28471"/>
                    <a:pt x="57495" y="28193"/>
                    <a:pt x="56782" y="27806"/>
                  </a:cubicBezTo>
                  <a:cubicBezTo>
                    <a:pt x="55083" y="26886"/>
                    <a:pt x="53303" y="26141"/>
                    <a:pt x="51523" y="25406"/>
                  </a:cubicBezTo>
                  <a:cubicBezTo>
                    <a:pt x="50984" y="25185"/>
                    <a:pt x="50407" y="25023"/>
                    <a:pt x="49815" y="25023"/>
                  </a:cubicBezTo>
                  <a:cubicBezTo>
                    <a:pt x="49778" y="25023"/>
                    <a:pt x="49741" y="25023"/>
                    <a:pt x="49704" y="25025"/>
                  </a:cubicBezTo>
                  <a:cubicBezTo>
                    <a:pt x="49193" y="25041"/>
                    <a:pt x="48670" y="25084"/>
                    <a:pt x="48164" y="25199"/>
                  </a:cubicBezTo>
                  <a:cubicBezTo>
                    <a:pt x="47984" y="25237"/>
                    <a:pt x="47674" y="25182"/>
                    <a:pt x="47696" y="25422"/>
                  </a:cubicBezTo>
                  <a:cubicBezTo>
                    <a:pt x="47704" y="25511"/>
                    <a:pt x="47794" y="25538"/>
                    <a:pt x="47904" y="25538"/>
                  </a:cubicBezTo>
                  <a:cubicBezTo>
                    <a:pt x="48003" y="25538"/>
                    <a:pt x="48117" y="25516"/>
                    <a:pt x="48202" y="25498"/>
                  </a:cubicBezTo>
                  <a:cubicBezTo>
                    <a:pt x="48283" y="25480"/>
                    <a:pt x="48360" y="25470"/>
                    <a:pt x="48434" y="25470"/>
                  </a:cubicBezTo>
                  <a:cubicBezTo>
                    <a:pt x="48648" y="25470"/>
                    <a:pt x="48831" y="25553"/>
                    <a:pt x="48980" y="25759"/>
                  </a:cubicBezTo>
                  <a:cubicBezTo>
                    <a:pt x="49098" y="25918"/>
                    <a:pt x="49257" y="26005"/>
                    <a:pt x="49447" y="26005"/>
                  </a:cubicBezTo>
                  <a:cubicBezTo>
                    <a:pt x="49486" y="26005"/>
                    <a:pt x="49527" y="26001"/>
                    <a:pt x="49568" y="25994"/>
                  </a:cubicBezTo>
                  <a:cubicBezTo>
                    <a:pt x="49614" y="25980"/>
                    <a:pt x="49658" y="25975"/>
                    <a:pt x="49702" y="25975"/>
                  </a:cubicBezTo>
                  <a:cubicBezTo>
                    <a:pt x="49762" y="25975"/>
                    <a:pt x="49821" y="25984"/>
                    <a:pt x="49884" y="25994"/>
                  </a:cubicBezTo>
                  <a:cubicBezTo>
                    <a:pt x="50684" y="26146"/>
                    <a:pt x="51452" y="26402"/>
                    <a:pt x="52214" y="26685"/>
                  </a:cubicBezTo>
                  <a:cubicBezTo>
                    <a:pt x="52807" y="26908"/>
                    <a:pt x="53357" y="27257"/>
                    <a:pt x="53978" y="27398"/>
                  </a:cubicBezTo>
                  <a:cubicBezTo>
                    <a:pt x="54571" y="27529"/>
                    <a:pt x="55067" y="27828"/>
                    <a:pt x="55589" y="28095"/>
                  </a:cubicBezTo>
                  <a:cubicBezTo>
                    <a:pt x="55905" y="28291"/>
                    <a:pt x="56248" y="28411"/>
                    <a:pt x="56591" y="28530"/>
                  </a:cubicBezTo>
                  <a:cubicBezTo>
                    <a:pt x="57152" y="28726"/>
                    <a:pt x="57614" y="29064"/>
                    <a:pt x="58034" y="29461"/>
                  </a:cubicBezTo>
                  <a:cubicBezTo>
                    <a:pt x="59079" y="30452"/>
                    <a:pt x="60021" y="31536"/>
                    <a:pt x="61033" y="32608"/>
                  </a:cubicBezTo>
                  <a:cubicBezTo>
                    <a:pt x="60971" y="32579"/>
                    <a:pt x="60923" y="32561"/>
                    <a:pt x="60880" y="32561"/>
                  </a:cubicBezTo>
                  <a:cubicBezTo>
                    <a:pt x="60851" y="32561"/>
                    <a:pt x="60825" y="32569"/>
                    <a:pt x="60799" y="32586"/>
                  </a:cubicBezTo>
                  <a:cubicBezTo>
                    <a:pt x="60723" y="32652"/>
                    <a:pt x="60701" y="32744"/>
                    <a:pt x="60669" y="32831"/>
                  </a:cubicBezTo>
                  <a:cubicBezTo>
                    <a:pt x="60579" y="33101"/>
                    <a:pt x="60519" y="33222"/>
                    <a:pt x="60394" y="33222"/>
                  </a:cubicBezTo>
                  <a:cubicBezTo>
                    <a:pt x="60314" y="33222"/>
                    <a:pt x="60207" y="33173"/>
                    <a:pt x="60048" y="33082"/>
                  </a:cubicBezTo>
                  <a:cubicBezTo>
                    <a:pt x="59204" y="32597"/>
                    <a:pt x="58409" y="32058"/>
                    <a:pt x="57756" y="31323"/>
                  </a:cubicBezTo>
                  <a:cubicBezTo>
                    <a:pt x="57587" y="31138"/>
                    <a:pt x="57478" y="30915"/>
                    <a:pt x="57293" y="30746"/>
                  </a:cubicBezTo>
                  <a:cubicBezTo>
                    <a:pt x="56433" y="29984"/>
                    <a:pt x="55497" y="29342"/>
                    <a:pt x="54441" y="28868"/>
                  </a:cubicBezTo>
                  <a:cubicBezTo>
                    <a:pt x="54211" y="28766"/>
                    <a:pt x="54071" y="28705"/>
                    <a:pt x="53969" y="28705"/>
                  </a:cubicBezTo>
                  <a:cubicBezTo>
                    <a:pt x="53826" y="28705"/>
                    <a:pt x="53756" y="28822"/>
                    <a:pt x="53613" y="29107"/>
                  </a:cubicBezTo>
                  <a:cubicBezTo>
                    <a:pt x="53499" y="29244"/>
                    <a:pt x="53352" y="29309"/>
                    <a:pt x="53183" y="29320"/>
                  </a:cubicBezTo>
                  <a:cubicBezTo>
                    <a:pt x="53098" y="29324"/>
                    <a:pt x="53013" y="29327"/>
                    <a:pt x="52928" y="29327"/>
                  </a:cubicBezTo>
                  <a:cubicBezTo>
                    <a:pt x="52502" y="29327"/>
                    <a:pt x="52093" y="29258"/>
                    <a:pt x="51730" y="28999"/>
                  </a:cubicBezTo>
                  <a:cubicBezTo>
                    <a:pt x="51566" y="28884"/>
                    <a:pt x="51408" y="28759"/>
                    <a:pt x="51229" y="28672"/>
                  </a:cubicBezTo>
                  <a:cubicBezTo>
                    <a:pt x="51089" y="28603"/>
                    <a:pt x="50982" y="28566"/>
                    <a:pt x="50900" y="28566"/>
                  </a:cubicBezTo>
                  <a:cubicBezTo>
                    <a:pt x="50750" y="28566"/>
                    <a:pt x="50681" y="28691"/>
                    <a:pt x="50635" y="28977"/>
                  </a:cubicBezTo>
                  <a:cubicBezTo>
                    <a:pt x="50592" y="29233"/>
                    <a:pt x="50548" y="29489"/>
                    <a:pt x="50537" y="29750"/>
                  </a:cubicBezTo>
                  <a:cubicBezTo>
                    <a:pt x="50532" y="29913"/>
                    <a:pt x="50532" y="30087"/>
                    <a:pt x="50347" y="30169"/>
                  </a:cubicBezTo>
                  <a:cubicBezTo>
                    <a:pt x="50261" y="30240"/>
                    <a:pt x="50186" y="30269"/>
                    <a:pt x="50118" y="30269"/>
                  </a:cubicBezTo>
                  <a:cubicBezTo>
                    <a:pt x="49987" y="30269"/>
                    <a:pt x="49883" y="30160"/>
                    <a:pt x="49786" y="30028"/>
                  </a:cubicBezTo>
                  <a:cubicBezTo>
                    <a:pt x="49721" y="30028"/>
                    <a:pt x="49688" y="29984"/>
                    <a:pt x="49655" y="29930"/>
                  </a:cubicBezTo>
                  <a:cubicBezTo>
                    <a:pt x="49438" y="29554"/>
                    <a:pt x="49171" y="29238"/>
                    <a:pt x="48779" y="28999"/>
                  </a:cubicBezTo>
                  <a:cubicBezTo>
                    <a:pt x="48588" y="28884"/>
                    <a:pt x="48365" y="28759"/>
                    <a:pt x="48234" y="28547"/>
                  </a:cubicBezTo>
                  <a:cubicBezTo>
                    <a:pt x="48196" y="28449"/>
                    <a:pt x="48104" y="28411"/>
                    <a:pt x="48022" y="28373"/>
                  </a:cubicBezTo>
                  <a:cubicBezTo>
                    <a:pt x="47619" y="28177"/>
                    <a:pt x="47135" y="28155"/>
                    <a:pt x="46797" y="27801"/>
                  </a:cubicBezTo>
                  <a:cubicBezTo>
                    <a:pt x="46780" y="27786"/>
                    <a:pt x="46750" y="27782"/>
                    <a:pt x="46717" y="27782"/>
                  </a:cubicBezTo>
                  <a:cubicBezTo>
                    <a:pt x="46686" y="27782"/>
                    <a:pt x="46651" y="27786"/>
                    <a:pt x="46621" y="27786"/>
                  </a:cubicBezTo>
                  <a:cubicBezTo>
                    <a:pt x="46612" y="27786"/>
                    <a:pt x="46604" y="27785"/>
                    <a:pt x="46596" y="27785"/>
                  </a:cubicBezTo>
                  <a:cubicBezTo>
                    <a:pt x="46324" y="27785"/>
                    <a:pt x="46166" y="27942"/>
                    <a:pt x="46177" y="28193"/>
                  </a:cubicBezTo>
                  <a:cubicBezTo>
                    <a:pt x="46188" y="28558"/>
                    <a:pt x="46041" y="28759"/>
                    <a:pt x="45763" y="28999"/>
                  </a:cubicBezTo>
                  <a:cubicBezTo>
                    <a:pt x="45442" y="29282"/>
                    <a:pt x="45170" y="29538"/>
                    <a:pt x="44712" y="29543"/>
                  </a:cubicBezTo>
                  <a:cubicBezTo>
                    <a:pt x="44456" y="29543"/>
                    <a:pt x="44402" y="29701"/>
                    <a:pt x="44522" y="29935"/>
                  </a:cubicBezTo>
                  <a:cubicBezTo>
                    <a:pt x="44641" y="30158"/>
                    <a:pt x="44816" y="30332"/>
                    <a:pt x="45017" y="30485"/>
                  </a:cubicBezTo>
                  <a:cubicBezTo>
                    <a:pt x="45267" y="30670"/>
                    <a:pt x="45442" y="30915"/>
                    <a:pt x="45480" y="31236"/>
                  </a:cubicBezTo>
                  <a:cubicBezTo>
                    <a:pt x="45077" y="31144"/>
                    <a:pt x="44712" y="30958"/>
                    <a:pt x="44424" y="30654"/>
                  </a:cubicBezTo>
                  <a:cubicBezTo>
                    <a:pt x="44064" y="30169"/>
                    <a:pt x="43977" y="29576"/>
                    <a:pt x="43787" y="29026"/>
                  </a:cubicBezTo>
                  <a:cubicBezTo>
                    <a:pt x="43785" y="28929"/>
                    <a:pt x="43751" y="28905"/>
                    <a:pt x="43707" y="28905"/>
                  </a:cubicBezTo>
                  <a:cubicBezTo>
                    <a:pt x="43663" y="28905"/>
                    <a:pt x="43609" y="28929"/>
                    <a:pt x="43563" y="28929"/>
                  </a:cubicBezTo>
                  <a:cubicBezTo>
                    <a:pt x="43540" y="28929"/>
                    <a:pt x="43520" y="28923"/>
                    <a:pt x="43504" y="28906"/>
                  </a:cubicBezTo>
                  <a:cubicBezTo>
                    <a:pt x="43270" y="28645"/>
                    <a:pt x="42899" y="28574"/>
                    <a:pt x="42638" y="28345"/>
                  </a:cubicBezTo>
                  <a:cubicBezTo>
                    <a:pt x="42615" y="28220"/>
                    <a:pt x="42557" y="28187"/>
                    <a:pt x="42489" y="28187"/>
                  </a:cubicBezTo>
                  <a:cubicBezTo>
                    <a:pt x="42426" y="28187"/>
                    <a:pt x="42355" y="28215"/>
                    <a:pt x="42295" y="28226"/>
                  </a:cubicBezTo>
                  <a:cubicBezTo>
                    <a:pt x="42230" y="28236"/>
                    <a:pt x="42167" y="28241"/>
                    <a:pt x="42106" y="28241"/>
                  </a:cubicBezTo>
                  <a:cubicBezTo>
                    <a:pt x="41761" y="28241"/>
                    <a:pt x="41483" y="28078"/>
                    <a:pt x="41233" y="27828"/>
                  </a:cubicBezTo>
                  <a:cubicBezTo>
                    <a:pt x="41119" y="27714"/>
                    <a:pt x="41070" y="27578"/>
                    <a:pt x="41146" y="27420"/>
                  </a:cubicBezTo>
                  <a:cubicBezTo>
                    <a:pt x="41117" y="27353"/>
                    <a:pt x="41049" y="27302"/>
                    <a:pt x="40997" y="27302"/>
                  </a:cubicBezTo>
                  <a:cubicBezTo>
                    <a:pt x="40981" y="27302"/>
                    <a:pt x="40967" y="27306"/>
                    <a:pt x="40956" y="27316"/>
                  </a:cubicBezTo>
                  <a:cubicBezTo>
                    <a:pt x="40896" y="27367"/>
                    <a:pt x="40853" y="27388"/>
                    <a:pt x="40819" y="27388"/>
                  </a:cubicBezTo>
                  <a:cubicBezTo>
                    <a:pt x="40751" y="27388"/>
                    <a:pt x="40722" y="27304"/>
                    <a:pt x="40678" y="27213"/>
                  </a:cubicBezTo>
                  <a:cubicBezTo>
                    <a:pt x="40640" y="27120"/>
                    <a:pt x="40537" y="27088"/>
                    <a:pt x="40439" y="27071"/>
                  </a:cubicBezTo>
                  <a:cubicBezTo>
                    <a:pt x="40030" y="27001"/>
                    <a:pt x="39633" y="26914"/>
                    <a:pt x="39241" y="26788"/>
                  </a:cubicBezTo>
                  <a:cubicBezTo>
                    <a:pt x="38354" y="26511"/>
                    <a:pt x="37542" y="26086"/>
                    <a:pt x="36737" y="25640"/>
                  </a:cubicBezTo>
                  <a:cubicBezTo>
                    <a:pt x="35583" y="24997"/>
                    <a:pt x="34428" y="24355"/>
                    <a:pt x="33367" y="23566"/>
                  </a:cubicBezTo>
                  <a:cubicBezTo>
                    <a:pt x="31870" y="22450"/>
                    <a:pt x="30509" y="21192"/>
                    <a:pt x="29208" y="19853"/>
                  </a:cubicBezTo>
                  <a:cubicBezTo>
                    <a:pt x="27830" y="18432"/>
                    <a:pt x="26747" y="16815"/>
                    <a:pt x="25832" y="15073"/>
                  </a:cubicBezTo>
                  <a:cubicBezTo>
                    <a:pt x="25479" y="14398"/>
                    <a:pt x="25130" y="13706"/>
                    <a:pt x="24978" y="12950"/>
                  </a:cubicBezTo>
                  <a:cubicBezTo>
                    <a:pt x="24482" y="10516"/>
                    <a:pt x="24526" y="8126"/>
                    <a:pt x="25560" y="5813"/>
                  </a:cubicBezTo>
                  <a:cubicBezTo>
                    <a:pt x="26224" y="4321"/>
                    <a:pt x="27172" y="3047"/>
                    <a:pt x="28435" y="2018"/>
                  </a:cubicBezTo>
                  <a:cubicBezTo>
                    <a:pt x="29589" y="1082"/>
                    <a:pt x="30961" y="619"/>
                    <a:pt x="32382" y="287"/>
                  </a:cubicBezTo>
                  <a:cubicBezTo>
                    <a:pt x="32507" y="260"/>
                    <a:pt x="32648" y="271"/>
                    <a:pt x="32735" y="118"/>
                  </a:cubicBezTo>
                  <a:cubicBezTo>
                    <a:pt x="32643" y="15"/>
                    <a:pt x="32512" y="15"/>
                    <a:pt x="32382" y="4"/>
                  </a:cubicBezTo>
                  <a:cubicBezTo>
                    <a:pt x="32331" y="2"/>
                    <a:pt x="32281" y="1"/>
                    <a:pt x="322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24"/>
            <p:cNvSpPr/>
            <p:nvPr/>
          </p:nvSpPr>
          <p:spPr>
            <a:xfrm>
              <a:off x="3601734" y="1788691"/>
              <a:ext cx="913970" cy="819777"/>
            </a:xfrm>
            <a:custGeom>
              <a:rect b="b" l="l" r="r" t="t"/>
              <a:pathLst>
                <a:path extrusionOk="0" h="14308" w="15952">
                  <a:moveTo>
                    <a:pt x="28" y="1"/>
                  </a:moveTo>
                  <a:lnTo>
                    <a:pt x="28" y="1"/>
                  </a:lnTo>
                  <a:cubicBezTo>
                    <a:pt x="1" y="284"/>
                    <a:pt x="257" y="393"/>
                    <a:pt x="404" y="551"/>
                  </a:cubicBezTo>
                  <a:cubicBezTo>
                    <a:pt x="1024" y="1237"/>
                    <a:pt x="1503" y="2037"/>
                    <a:pt x="2173" y="2690"/>
                  </a:cubicBezTo>
                  <a:cubicBezTo>
                    <a:pt x="2369" y="2886"/>
                    <a:pt x="2598" y="3071"/>
                    <a:pt x="2701" y="3349"/>
                  </a:cubicBezTo>
                  <a:cubicBezTo>
                    <a:pt x="2734" y="3409"/>
                    <a:pt x="2761" y="3480"/>
                    <a:pt x="2805" y="3529"/>
                  </a:cubicBezTo>
                  <a:cubicBezTo>
                    <a:pt x="3327" y="4155"/>
                    <a:pt x="3833" y="4797"/>
                    <a:pt x="4307" y="5467"/>
                  </a:cubicBezTo>
                  <a:cubicBezTo>
                    <a:pt x="4552" y="5820"/>
                    <a:pt x="4743" y="6212"/>
                    <a:pt x="5047" y="6517"/>
                  </a:cubicBezTo>
                  <a:cubicBezTo>
                    <a:pt x="5145" y="6381"/>
                    <a:pt x="5042" y="6272"/>
                    <a:pt x="4993" y="6158"/>
                  </a:cubicBezTo>
                  <a:cubicBezTo>
                    <a:pt x="4911" y="5962"/>
                    <a:pt x="4770" y="5793"/>
                    <a:pt x="4694" y="5592"/>
                  </a:cubicBezTo>
                  <a:lnTo>
                    <a:pt x="4694" y="5592"/>
                  </a:lnTo>
                  <a:cubicBezTo>
                    <a:pt x="5712" y="6871"/>
                    <a:pt x="6577" y="8238"/>
                    <a:pt x="7182" y="9767"/>
                  </a:cubicBezTo>
                  <a:cubicBezTo>
                    <a:pt x="7334" y="10148"/>
                    <a:pt x="7535" y="10502"/>
                    <a:pt x="7753" y="10856"/>
                  </a:cubicBezTo>
                  <a:cubicBezTo>
                    <a:pt x="8450" y="11967"/>
                    <a:pt x="9272" y="13017"/>
                    <a:pt x="9648" y="14308"/>
                  </a:cubicBezTo>
                  <a:cubicBezTo>
                    <a:pt x="9779" y="14180"/>
                    <a:pt x="9928" y="14151"/>
                    <a:pt x="10084" y="14151"/>
                  </a:cubicBezTo>
                  <a:cubicBezTo>
                    <a:pt x="10173" y="14151"/>
                    <a:pt x="10264" y="14160"/>
                    <a:pt x="10355" y="14166"/>
                  </a:cubicBezTo>
                  <a:cubicBezTo>
                    <a:pt x="10535" y="14166"/>
                    <a:pt x="10551" y="14014"/>
                    <a:pt x="10589" y="13899"/>
                  </a:cubicBezTo>
                  <a:cubicBezTo>
                    <a:pt x="10704" y="13594"/>
                    <a:pt x="10796" y="13273"/>
                    <a:pt x="10873" y="12952"/>
                  </a:cubicBezTo>
                  <a:cubicBezTo>
                    <a:pt x="11041" y="12228"/>
                    <a:pt x="11020" y="11477"/>
                    <a:pt x="11150" y="10747"/>
                  </a:cubicBezTo>
                  <a:cubicBezTo>
                    <a:pt x="11395" y="9386"/>
                    <a:pt x="11929" y="8189"/>
                    <a:pt x="13012" y="7269"/>
                  </a:cubicBezTo>
                  <a:cubicBezTo>
                    <a:pt x="13573" y="6795"/>
                    <a:pt x="14188" y="6403"/>
                    <a:pt x="14738" y="5973"/>
                  </a:cubicBezTo>
                  <a:lnTo>
                    <a:pt x="14738" y="5973"/>
                  </a:lnTo>
                  <a:cubicBezTo>
                    <a:pt x="14672" y="6060"/>
                    <a:pt x="14493" y="6109"/>
                    <a:pt x="14525" y="6305"/>
                  </a:cubicBezTo>
                  <a:cubicBezTo>
                    <a:pt x="15054" y="6055"/>
                    <a:pt x="15478" y="5657"/>
                    <a:pt x="15952" y="5325"/>
                  </a:cubicBezTo>
                  <a:cubicBezTo>
                    <a:pt x="15701" y="5167"/>
                    <a:pt x="15418" y="5064"/>
                    <a:pt x="15184" y="4933"/>
                  </a:cubicBezTo>
                  <a:lnTo>
                    <a:pt x="15184" y="4933"/>
                  </a:lnTo>
                  <a:cubicBezTo>
                    <a:pt x="15195" y="4938"/>
                    <a:pt x="15207" y="4940"/>
                    <a:pt x="15219" y="4940"/>
                  </a:cubicBezTo>
                  <a:cubicBezTo>
                    <a:pt x="15250" y="4940"/>
                    <a:pt x="15284" y="4925"/>
                    <a:pt x="15315" y="4890"/>
                  </a:cubicBezTo>
                  <a:cubicBezTo>
                    <a:pt x="15075" y="4753"/>
                    <a:pt x="14765" y="4732"/>
                    <a:pt x="14602" y="4470"/>
                  </a:cubicBezTo>
                  <a:cubicBezTo>
                    <a:pt x="14535" y="4502"/>
                    <a:pt x="14468" y="4514"/>
                    <a:pt x="14402" y="4514"/>
                  </a:cubicBezTo>
                  <a:cubicBezTo>
                    <a:pt x="14296" y="4514"/>
                    <a:pt x="14191" y="4482"/>
                    <a:pt x="14090" y="4449"/>
                  </a:cubicBezTo>
                  <a:cubicBezTo>
                    <a:pt x="13834" y="4367"/>
                    <a:pt x="13567" y="4307"/>
                    <a:pt x="13311" y="4231"/>
                  </a:cubicBezTo>
                  <a:cubicBezTo>
                    <a:pt x="12724" y="4046"/>
                    <a:pt x="12212" y="3763"/>
                    <a:pt x="11950" y="3158"/>
                  </a:cubicBezTo>
                  <a:cubicBezTo>
                    <a:pt x="11863" y="2957"/>
                    <a:pt x="11727" y="2772"/>
                    <a:pt x="11586" y="2598"/>
                  </a:cubicBezTo>
                  <a:cubicBezTo>
                    <a:pt x="11426" y="2401"/>
                    <a:pt x="11283" y="2303"/>
                    <a:pt x="11149" y="2303"/>
                  </a:cubicBezTo>
                  <a:cubicBezTo>
                    <a:pt x="11004" y="2303"/>
                    <a:pt x="10869" y="2416"/>
                    <a:pt x="10731" y="2641"/>
                  </a:cubicBezTo>
                  <a:cubicBezTo>
                    <a:pt x="10758" y="2549"/>
                    <a:pt x="10873" y="2462"/>
                    <a:pt x="10775" y="2342"/>
                  </a:cubicBezTo>
                  <a:cubicBezTo>
                    <a:pt x="10767" y="2341"/>
                    <a:pt x="10761" y="2341"/>
                    <a:pt x="10754" y="2341"/>
                  </a:cubicBezTo>
                  <a:cubicBezTo>
                    <a:pt x="10580" y="2341"/>
                    <a:pt x="10534" y="2589"/>
                    <a:pt x="10392" y="2589"/>
                  </a:cubicBezTo>
                  <a:cubicBezTo>
                    <a:pt x="10383" y="2589"/>
                    <a:pt x="10375" y="2588"/>
                    <a:pt x="10366" y="2587"/>
                  </a:cubicBezTo>
                  <a:cubicBezTo>
                    <a:pt x="10138" y="2549"/>
                    <a:pt x="9904" y="2511"/>
                    <a:pt x="9675" y="2429"/>
                  </a:cubicBezTo>
                  <a:cubicBezTo>
                    <a:pt x="9473" y="2358"/>
                    <a:pt x="9528" y="2113"/>
                    <a:pt x="9354" y="2064"/>
                  </a:cubicBezTo>
                  <a:cubicBezTo>
                    <a:pt x="8766" y="1895"/>
                    <a:pt x="8200" y="1672"/>
                    <a:pt x="7590" y="1580"/>
                  </a:cubicBezTo>
                  <a:lnTo>
                    <a:pt x="7590" y="1580"/>
                  </a:lnTo>
                  <a:cubicBezTo>
                    <a:pt x="7623" y="1776"/>
                    <a:pt x="7797" y="1792"/>
                    <a:pt x="7938" y="1835"/>
                  </a:cubicBezTo>
                  <a:cubicBezTo>
                    <a:pt x="8287" y="1950"/>
                    <a:pt x="8613" y="2102"/>
                    <a:pt x="8935" y="2276"/>
                  </a:cubicBezTo>
                  <a:cubicBezTo>
                    <a:pt x="9120" y="2380"/>
                    <a:pt x="9294" y="2505"/>
                    <a:pt x="9528" y="2543"/>
                  </a:cubicBezTo>
                  <a:cubicBezTo>
                    <a:pt x="9370" y="2538"/>
                    <a:pt x="9228" y="2521"/>
                    <a:pt x="9109" y="2451"/>
                  </a:cubicBezTo>
                  <a:cubicBezTo>
                    <a:pt x="8347" y="2021"/>
                    <a:pt x="7486" y="1819"/>
                    <a:pt x="6724" y="1389"/>
                  </a:cubicBezTo>
                  <a:cubicBezTo>
                    <a:pt x="6260" y="1124"/>
                    <a:pt x="5763" y="960"/>
                    <a:pt x="5218" y="960"/>
                  </a:cubicBezTo>
                  <a:cubicBezTo>
                    <a:pt x="5169" y="960"/>
                    <a:pt x="5119" y="962"/>
                    <a:pt x="5069" y="964"/>
                  </a:cubicBezTo>
                  <a:cubicBezTo>
                    <a:pt x="5026" y="967"/>
                    <a:pt x="4982" y="968"/>
                    <a:pt x="4938" y="968"/>
                  </a:cubicBezTo>
                  <a:cubicBezTo>
                    <a:pt x="4690" y="968"/>
                    <a:pt x="4434" y="929"/>
                    <a:pt x="4198" y="850"/>
                  </a:cubicBezTo>
                  <a:cubicBezTo>
                    <a:pt x="3175" y="523"/>
                    <a:pt x="2108" y="453"/>
                    <a:pt x="1057" y="333"/>
                  </a:cubicBezTo>
                  <a:cubicBezTo>
                    <a:pt x="1132" y="330"/>
                    <a:pt x="1207" y="329"/>
                    <a:pt x="1282" y="329"/>
                  </a:cubicBezTo>
                  <a:cubicBezTo>
                    <a:pt x="2119" y="329"/>
                    <a:pt x="2944" y="490"/>
                    <a:pt x="3768" y="665"/>
                  </a:cubicBezTo>
                  <a:cubicBezTo>
                    <a:pt x="3854" y="681"/>
                    <a:pt x="3940" y="715"/>
                    <a:pt x="4023" y="715"/>
                  </a:cubicBezTo>
                  <a:cubicBezTo>
                    <a:pt x="4083" y="715"/>
                    <a:pt x="4141" y="698"/>
                    <a:pt x="4198" y="643"/>
                  </a:cubicBezTo>
                  <a:cubicBezTo>
                    <a:pt x="4187" y="627"/>
                    <a:pt x="4182" y="594"/>
                    <a:pt x="4160" y="589"/>
                  </a:cubicBezTo>
                  <a:cubicBezTo>
                    <a:pt x="3414" y="338"/>
                    <a:pt x="2652" y="164"/>
                    <a:pt x="1868" y="77"/>
                  </a:cubicBezTo>
                  <a:cubicBezTo>
                    <a:pt x="1574" y="45"/>
                    <a:pt x="1278" y="2"/>
                    <a:pt x="982" y="2"/>
                  </a:cubicBezTo>
                  <a:cubicBezTo>
                    <a:pt x="873" y="2"/>
                    <a:pt x="763" y="8"/>
                    <a:pt x="654" y="23"/>
                  </a:cubicBezTo>
                  <a:cubicBezTo>
                    <a:pt x="531" y="38"/>
                    <a:pt x="414" y="64"/>
                    <a:pt x="297" y="64"/>
                  </a:cubicBezTo>
                  <a:cubicBezTo>
                    <a:pt x="208" y="64"/>
                    <a:pt x="118" y="48"/>
                    <a:pt x="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24"/>
            <p:cNvSpPr/>
            <p:nvPr/>
          </p:nvSpPr>
          <p:spPr>
            <a:xfrm>
              <a:off x="352298" y="3440075"/>
              <a:ext cx="1715985" cy="446099"/>
            </a:xfrm>
            <a:custGeom>
              <a:rect b="b" l="l" r="r" t="t"/>
              <a:pathLst>
                <a:path extrusionOk="0" h="7786" w="29950">
                  <a:moveTo>
                    <a:pt x="29776" y="0"/>
                  </a:moveTo>
                  <a:cubicBezTo>
                    <a:pt x="29714" y="0"/>
                    <a:pt x="29632" y="25"/>
                    <a:pt x="29529" y="74"/>
                  </a:cubicBezTo>
                  <a:cubicBezTo>
                    <a:pt x="29365" y="151"/>
                    <a:pt x="29224" y="254"/>
                    <a:pt x="29137" y="417"/>
                  </a:cubicBezTo>
                  <a:cubicBezTo>
                    <a:pt x="29173" y="454"/>
                    <a:pt x="29211" y="466"/>
                    <a:pt x="29250" y="466"/>
                  </a:cubicBezTo>
                  <a:cubicBezTo>
                    <a:pt x="29268" y="466"/>
                    <a:pt x="29286" y="464"/>
                    <a:pt x="29304" y="460"/>
                  </a:cubicBezTo>
                  <a:lnTo>
                    <a:pt x="29304" y="460"/>
                  </a:lnTo>
                  <a:cubicBezTo>
                    <a:pt x="29054" y="552"/>
                    <a:pt x="28823" y="693"/>
                    <a:pt x="28576" y="793"/>
                  </a:cubicBezTo>
                  <a:cubicBezTo>
                    <a:pt x="26703" y="1555"/>
                    <a:pt x="24787" y="2143"/>
                    <a:pt x="22789" y="2492"/>
                  </a:cubicBezTo>
                  <a:cubicBezTo>
                    <a:pt x="20791" y="2835"/>
                    <a:pt x="18798" y="3183"/>
                    <a:pt x="16762" y="3205"/>
                  </a:cubicBezTo>
                  <a:cubicBezTo>
                    <a:pt x="16726" y="3205"/>
                    <a:pt x="16690" y="3205"/>
                    <a:pt x="16653" y="3205"/>
                  </a:cubicBezTo>
                  <a:cubicBezTo>
                    <a:pt x="16034" y="3205"/>
                    <a:pt x="15415" y="3177"/>
                    <a:pt x="14796" y="3177"/>
                  </a:cubicBezTo>
                  <a:cubicBezTo>
                    <a:pt x="14488" y="3177"/>
                    <a:pt x="14180" y="3184"/>
                    <a:pt x="13872" y="3205"/>
                  </a:cubicBezTo>
                  <a:cubicBezTo>
                    <a:pt x="12881" y="3270"/>
                    <a:pt x="11895" y="3227"/>
                    <a:pt x="10905" y="3265"/>
                  </a:cubicBezTo>
                  <a:cubicBezTo>
                    <a:pt x="9799" y="3305"/>
                    <a:pt x="8689" y="3365"/>
                    <a:pt x="7579" y="3365"/>
                  </a:cubicBezTo>
                  <a:cubicBezTo>
                    <a:pt x="7356" y="3365"/>
                    <a:pt x="7132" y="3363"/>
                    <a:pt x="6909" y="3357"/>
                  </a:cubicBezTo>
                  <a:cubicBezTo>
                    <a:pt x="6038" y="3341"/>
                    <a:pt x="5172" y="3232"/>
                    <a:pt x="4317" y="3058"/>
                  </a:cubicBezTo>
                  <a:cubicBezTo>
                    <a:pt x="3971" y="2988"/>
                    <a:pt x="3630" y="2887"/>
                    <a:pt x="3330" y="2819"/>
                  </a:cubicBezTo>
                  <a:lnTo>
                    <a:pt x="3330" y="2819"/>
                  </a:lnTo>
                  <a:cubicBezTo>
                    <a:pt x="3523" y="2855"/>
                    <a:pt x="3743" y="2895"/>
                    <a:pt x="3964" y="2938"/>
                  </a:cubicBezTo>
                  <a:cubicBezTo>
                    <a:pt x="4047" y="2955"/>
                    <a:pt x="4129" y="2977"/>
                    <a:pt x="4210" y="2977"/>
                  </a:cubicBezTo>
                  <a:cubicBezTo>
                    <a:pt x="4289" y="2977"/>
                    <a:pt x="4365" y="2956"/>
                    <a:pt x="4437" y="2889"/>
                  </a:cubicBezTo>
                  <a:cubicBezTo>
                    <a:pt x="3490" y="2470"/>
                    <a:pt x="2499" y="2247"/>
                    <a:pt x="1465" y="2187"/>
                  </a:cubicBezTo>
                  <a:cubicBezTo>
                    <a:pt x="1419" y="2184"/>
                    <a:pt x="1372" y="2183"/>
                    <a:pt x="1326" y="2183"/>
                  </a:cubicBezTo>
                  <a:cubicBezTo>
                    <a:pt x="895" y="2183"/>
                    <a:pt x="472" y="2289"/>
                    <a:pt x="44" y="2328"/>
                  </a:cubicBezTo>
                  <a:cubicBezTo>
                    <a:pt x="0" y="2486"/>
                    <a:pt x="109" y="2584"/>
                    <a:pt x="185" y="2693"/>
                  </a:cubicBezTo>
                  <a:cubicBezTo>
                    <a:pt x="256" y="2824"/>
                    <a:pt x="202" y="2998"/>
                    <a:pt x="332" y="3107"/>
                  </a:cubicBezTo>
                  <a:cubicBezTo>
                    <a:pt x="447" y="3112"/>
                    <a:pt x="528" y="3194"/>
                    <a:pt x="583" y="3281"/>
                  </a:cubicBezTo>
                  <a:cubicBezTo>
                    <a:pt x="850" y="3678"/>
                    <a:pt x="1252" y="3815"/>
                    <a:pt x="1693" y="3902"/>
                  </a:cubicBezTo>
                  <a:cubicBezTo>
                    <a:pt x="2815" y="4125"/>
                    <a:pt x="3936" y="4348"/>
                    <a:pt x="5036" y="4664"/>
                  </a:cubicBezTo>
                  <a:cubicBezTo>
                    <a:pt x="5308" y="4740"/>
                    <a:pt x="5591" y="4762"/>
                    <a:pt x="5874" y="4767"/>
                  </a:cubicBezTo>
                  <a:cubicBezTo>
                    <a:pt x="5911" y="4768"/>
                    <a:pt x="5948" y="4768"/>
                    <a:pt x="5984" y="4768"/>
                  </a:cubicBezTo>
                  <a:cubicBezTo>
                    <a:pt x="6753" y="4768"/>
                    <a:pt x="7509" y="4623"/>
                    <a:pt x="8272" y="4623"/>
                  </a:cubicBezTo>
                  <a:cubicBezTo>
                    <a:pt x="8331" y="4623"/>
                    <a:pt x="8390" y="4624"/>
                    <a:pt x="8449" y="4626"/>
                  </a:cubicBezTo>
                  <a:cubicBezTo>
                    <a:pt x="9440" y="4653"/>
                    <a:pt x="10431" y="4686"/>
                    <a:pt x="11422" y="4713"/>
                  </a:cubicBezTo>
                  <a:cubicBezTo>
                    <a:pt x="12124" y="4729"/>
                    <a:pt x="12837" y="4762"/>
                    <a:pt x="13523" y="4941"/>
                  </a:cubicBezTo>
                  <a:cubicBezTo>
                    <a:pt x="13616" y="4963"/>
                    <a:pt x="13730" y="4974"/>
                    <a:pt x="13757" y="5078"/>
                  </a:cubicBezTo>
                  <a:cubicBezTo>
                    <a:pt x="13790" y="5203"/>
                    <a:pt x="13676" y="5263"/>
                    <a:pt x="13594" y="5328"/>
                  </a:cubicBezTo>
                  <a:cubicBezTo>
                    <a:pt x="13387" y="5491"/>
                    <a:pt x="13126" y="5480"/>
                    <a:pt x="12886" y="5513"/>
                  </a:cubicBezTo>
                  <a:cubicBezTo>
                    <a:pt x="12852" y="5518"/>
                    <a:pt x="12818" y="5523"/>
                    <a:pt x="12784" y="5528"/>
                  </a:cubicBezTo>
                  <a:lnTo>
                    <a:pt x="12784" y="5528"/>
                  </a:lnTo>
                  <a:cubicBezTo>
                    <a:pt x="12875" y="5510"/>
                    <a:pt x="12965" y="5492"/>
                    <a:pt x="13055" y="5475"/>
                  </a:cubicBezTo>
                  <a:cubicBezTo>
                    <a:pt x="13235" y="5442"/>
                    <a:pt x="13469" y="5420"/>
                    <a:pt x="13474" y="5224"/>
                  </a:cubicBezTo>
                  <a:cubicBezTo>
                    <a:pt x="13480" y="4996"/>
                    <a:pt x="13229" y="5001"/>
                    <a:pt x="13066" y="4990"/>
                  </a:cubicBezTo>
                  <a:cubicBezTo>
                    <a:pt x="12024" y="4900"/>
                    <a:pt x="10977" y="4839"/>
                    <a:pt x="9930" y="4839"/>
                  </a:cubicBezTo>
                  <a:cubicBezTo>
                    <a:pt x="9774" y="4839"/>
                    <a:pt x="9618" y="4841"/>
                    <a:pt x="9462" y="4843"/>
                  </a:cubicBezTo>
                  <a:cubicBezTo>
                    <a:pt x="9359" y="4849"/>
                    <a:pt x="9250" y="4854"/>
                    <a:pt x="9173" y="4947"/>
                  </a:cubicBezTo>
                  <a:cubicBezTo>
                    <a:pt x="9081" y="5431"/>
                    <a:pt x="8983" y="5916"/>
                    <a:pt x="8890" y="6406"/>
                  </a:cubicBezTo>
                  <a:cubicBezTo>
                    <a:pt x="8841" y="6618"/>
                    <a:pt x="8814" y="6852"/>
                    <a:pt x="8836" y="7059"/>
                  </a:cubicBezTo>
                  <a:cubicBezTo>
                    <a:pt x="8869" y="7299"/>
                    <a:pt x="8727" y="7609"/>
                    <a:pt x="9032" y="7778"/>
                  </a:cubicBezTo>
                  <a:cubicBezTo>
                    <a:pt x="9065" y="7783"/>
                    <a:pt x="9098" y="7786"/>
                    <a:pt x="9131" y="7786"/>
                  </a:cubicBezTo>
                  <a:cubicBezTo>
                    <a:pt x="9289" y="7786"/>
                    <a:pt x="9439" y="7729"/>
                    <a:pt x="9593" y="7701"/>
                  </a:cubicBezTo>
                  <a:cubicBezTo>
                    <a:pt x="10779" y="7500"/>
                    <a:pt x="11966" y="7288"/>
                    <a:pt x="13148" y="7075"/>
                  </a:cubicBezTo>
                  <a:cubicBezTo>
                    <a:pt x="14340" y="6863"/>
                    <a:pt x="15472" y="6417"/>
                    <a:pt x="16648" y="6145"/>
                  </a:cubicBezTo>
                  <a:cubicBezTo>
                    <a:pt x="18189" y="5785"/>
                    <a:pt x="19746" y="5529"/>
                    <a:pt x="21259" y="5029"/>
                  </a:cubicBezTo>
                  <a:cubicBezTo>
                    <a:pt x="23154" y="4397"/>
                    <a:pt x="25103" y="3934"/>
                    <a:pt x="26834" y="2884"/>
                  </a:cubicBezTo>
                  <a:cubicBezTo>
                    <a:pt x="27062" y="2747"/>
                    <a:pt x="27329" y="2671"/>
                    <a:pt x="27558" y="2530"/>
                  </a:cubicBezTo>
                  <a:cubicBezTo>
                    <a:pt x="28217" y="2138"/>
                    <a:pt x="28750" y="1566"/>
                    <a:pt x="29458" y="1261"/>
                  </a:cubicBezTo>
                  <a:cubicBezTo>
                    <a:pt x="29872" y="1082"/>
                    <a:pt x="29931" y="706"/>
                    <a:pt x="29942" y="319"/>
                  </a:cubicBezTo>
                  <a:cubicBezTo>
                    <a:pt x="29950" y="102"/>
                    <a:pt x="29901" y="0"/>
                    <a:pt x="297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24"/>
            <p:cNvSpPr/>
            <p:nvPr/>
          </p:nvSpPr>
          <p:spPr>
            <a:xfrm>
              <a:off x="4247095" y="2178118"/>
              <a:ext cx="580513" cy="702494"/>
            </a:xfrm>
            <a:custGeom>
              <a:rect b="b" l="l" r="r" t="t"/>
              <a:pathLst>
                <a:path extrusionOk="0" h="12261" w="10132">
                  <a:moveTo>
                    <a:pt x="4944" y="428"/>
                  </a:moveTo>
                  <a:cubicBezTo>
                    <a:pt x="4953" y="471"/>
                    <a:pt x="4935" y="522"/>
                    <a:pt x="4924" y="574"/>
                  </a:cubicBezTo>
                  <a:lnTo>
                    <a:pt x="4924" y="574"/>
                  </a:lnTo>
                  <a:cubicBezTo>
                    <a:pt x="4925" y="527"/>
                    <a:pt x="4931" y="478"/>
                    <a:pt x="4944" y="428"/>
                  </a:cubicBezTo>
                  <a:close/>
                  <a:moveTo>
                    <a:pt x="541" y="6156"/>
                  </a:moveTo>
                  <a:lnTo>
                    <a:pt x="541" y="6156"/>
                  </a:lnTo>
                  <a:cubicBezTo>
                    <a:pt x="519" y="6247"/>
                    <a:pt x="498" y="6340"/>
                    <a:pt x="480" y="6433"/>
                  </a:cubicBezTo>
                  <a:cubicBezTo>
                    <a:pt x="483" y="6335"/>
                    <a:pt x="510" y="6244"/>
                    <a:pt x="541" y="6156"/>
                  </a:cubicBezTo>
                  <a:close/>
                  <a:moveTo>
                    <a:pt x="5051" y="0"/>
                  </a:moveTo>
                  <a:cubicBezTo>
                    <a:pt x="4938" y="0"/>
                    <a:pt x="4865" y="83"/>
                    <a:pt x="4791" y="161"/>
                  </a:cubicBezTo>
                  <a:cubicBezTo>
                    <a:pt x="4481" y="504"/>
                    <a:pt x="4089" y="749"/>
                    <a:pt x="3713" y="1016"/>
                  </a:cubicBezTo>
                  <a:cubicBezTo>
                    <a:pt x="3066" y="1479"/>
                    <a:pt x="2456" y="2007"/>
                    <a:pt x="2086" y="2709"/>
                  </a:cubicBezTo>
                  <a:cubicBezTo>
                    <a:pt x="1561" y="3708"/>
                    <a:pt x="979" y="4685"/>
                    <a:pt x="644" y="5782"/>
                  </a:cubicBezTo>
                  <a:lnTo>
                    <a:pt x="644" y="5782"/>
                  </a:lnTo>
                  <a:cubicBezTo>
                    <a:pt x="647" y="5701"/>
                    <a:pt x="630" y="5617"/>
                    <a:pt x="578" y="5529"/>
                  </a:cubicBezTo>
                  <a:lnTo>
                    <a:pt x="578" y="5529"/>
                  </a:lnTo>
                  <a:cubicBezTo>
                    <a:pt x="273" y="6275"/>
                    <a:pt x="202" y="7026"/>
                    <a:pt x="501" y="7794"/>
                  </a:cubicBezTo>
                  <a:cubicBezTo>
                    <a:pt x="670" y="8202"/>
                    <a:pt x="534" y="8540"/>
                    <a:pt x="251" y="8844"/>
                  </a:cubicBezTo>
                  <a:cubicBezTo>
                    <a:pt x="1" y="9111"/>
                    <a:pt x="17" y="9187"/>
                    <a:pt x="338" y="9367"/>
                  </a:cubicBezTo>
                  <a:cubicBezTo>
                    <a:pt x="668" y="9560"/>
                    <a:pt x="1022" y="9662"/>
                    <a:pt x="1394" y="9662"/>
                  </a:cubicBezTo>
                  <a:cubicBezTo>
                    <a:pt x="1494" y="9662"/>
                    <a:pt x="1596" y="9654"/>
                    <a:pt x="1699" y="9639"/>
                  </a:cubicBezTo>
                  <a:cubicBezTo>
                    <a:pt x="1928" y="9602"/>
                    <a:pt x="2156" y="9583"/>
                    <a:pt x="2384" y="9583"/>
                  </a:cubicBezTo>
                  <a:cubicBezTo>
                    <a:pt x="2753" y="9583"/>
                    <a:pt x="3119" y="9633"/>
                    <a:pt x="3479" y="9737"/>
                  </a:cubicBezTo>
                  <a:cubicBezTo>
                    <a:pt x="4160" y="9928"/>
                    <a:pt x="4846" y="10097"/>
                    <a:pt x="5543" y="10216"/>
                  </a:cubicBezTo>
                  <a:cubicBezTo>
                    <a:pt x="5907" y="10276"/>
                    <a:pt x="6256" y="10363"/>
                    <a:pt x="6582" y="10543"/>
                  </a:cubicBezTo>
                  <a:cubicBezTo>
                    <a:pt x="6920" y="10625"/>
                    <a:pt x="7263" y="10695"/>
                    <a:pt x="7606" y="10782"/>
                  </a:cubicBezTo>
                  <a:cubicBezTo>
                    <a:pt x="7911" y="10859"/>
                    <a:pt x="8069" y="11011"/>
                    <a:pt x="8139" y="11267"/>
                  </a:cubicBezTo>
                  <a:cubicBezTo>
                    <a:pt x="8156" y="11430"/>
                    <a:pt x="8297" y="11463"/>
                    <a:pt x="8406" y="11507"/>
                  </a:cubicBezTo>
                  <a:cubicBezTo>
                    <a:pt x="8793" y="11659"/>
                    <a:pt x="9136" y="11882"/>
                    <a:pt x="9468" y="12122"/>
                  </a:cubicBezTo>
                  <a:cubicBezTo>
                    <a:pt x="9542" y="12177"/>
                    <a:pt x="9612" y="12261"/>
                    <a:pt x="9715" y="12261"/>
                  </a:cubicBezTo>
                  <a:cubicBezTo>
                    <a:pt x="9733" y="12261"/>
                    <a:pt x="9752" y="12258"/>
                    <a:pt x="9773" y="12252"/>
                  </a:cubicBezTo>
                  <a:cubicBezTo>
                    <a:pt x="9898" y="12105"/>
                    <a:pt x="10017" y="11964"/>
                    <a:pt x="9974" y="11751"/>
                  </a:cubicBezTo>
                  <a:cubicBezTo>
                    <a:pt x="9970" y="11750"/>
                    <a:pt x="9967" y="11750"/>
                    <a:pt x="9962" y="11750"/>
                  </a:cubicBezTo>
                  <a:cubicBezTo>
                    <a:pt x="9944" y="11750"/>
                    <a:pt x="9921" y="11758"/>
                    <a:pt x="9902" y="11758"/>
                  </a:cubicBezTo>
                  <a:cubicBezTo>
                    <a:pt x="9878" y="11758"/>
                    <a:pt x="9862" y="11745"/>
                    <a:pt x="9876" y="11686"/>
                  </a:cubicBezTo>
                  <a:cubicBezTo>
                    <a:pt x="9914" y="11490"/>
                    <a:pt x="9968" y="11300"/>
                    <a:pt x="10028" y="11104"/>
                  </a:cubicBezTo>
                  <a:cubicBezTo>
                    <a:pt x="10132" y="10744"/>
                    <a:pt x="10072" y="10439"/>
                    <a:pt x="9751" y="10200"/>
                  </a:cubicBezTo>
                  <a:cubicBezTo>
                    <a:pt x="9533" y="10037"/>
                    <a:pt x="9364" y="9819"/>
                    <a:pt x="9163" y="9634"/>
                  </a:cubicBezTo>
                  <a:cubicBezTo>
                    <a:pt x="8863" y="9351"/>
                    <a:pt x="8863" y="8991"/>
                    <a:pt x="8874" y="8621"/>
                  </a:cubicBezTo>
                  <a:cubicBezTo>
                    <a:pt x="8876" y="8582"/>
                    <a:pt x="8893" y="8572"/>
                    <a:pt x="8914" y="8572"/>
                  </a:cubicBezTo>
                  <a:cubicBezTo>
                    <a:pt x="8933" y="8572"/>
                    <a:pt x="8955" y="8580"/>
                    <a:pt x="8974" y="8580"/>
                  </a:cubicBezTo>
                  <a:cubicBezTo>
                    <a:pt x="8987" y="8580"/>
                    <a:pt x="8997" y="8577"/>
                    <a:pt x="9005" y="8567"/>
                  </a:cubicBezTo>
                  <a:cubicBezTo>
                    <a:pt x="9010" y="8349"/>
                    <a:pt x="8912" y="8229"/>
                    <a:pt x="8722" y="8093"/>
                  </a:cubicBezTo>
                  <a:cubicBezTo>
                    <a:pt x="8532" y="7952"/>
                    <a:pt x="8334" y="7934"/>
                    <a:pt x="8137" y="7934"/>
                  </a:cubicBezTo>
                  <a:cubicBezTo>
                    <a:pt x="8070" y="7934"/>
                    <a:pt x="8003" y="7936"/>
                    <a:pt x="7937" y="7936"/>
                  </a:cubicBezTo>
                  <a:cubicBezTo>
                    <a:pt x="7868" y="7936"/>
                    <a:pt x="7799" y="7933"/>
                    <a:pt x="7731" y="7924"/>
                  </a:cubicBezTo>
                  <a:lnTo>
                    <a:pt x="7731" y="7924"/>
                  </a:lnTo>
                  <a:cubicBezTo>
                    <a:pt x="7723" y="8022"/>
                    <a:pt x="7756" y="8043"/>
                    <a:pt x="7800" y="8043"/>
                  </a:cubicBezTo>
                  <a:cubicBezTo>
                    <a:pt x="7832" y="8043"/>
                    <a:pt x="7871" y="8031"/>
                    <a:pt x="7903" y="8031"/>
                  </a:cubicBezTo>
                  <a:cubicBezTo>
                    <a:pt x="7916" y="8031"/>
                    <a:pt x="7928" y="8033"/>
                    <a:pt x="7938" y="8039"/>
                  </a:cubicBezTo>
                  <a:cubicBezTo>
                    <a:pt x="7877" y="8039"/>
                    <a:pt x="7810" y="8059"/>
                    <a:pt x="7747" y="8059"/>
                  </a:cubicBezTo>
                  <a:cubicBezTo>
                    <a:pt x="7691" y="8059"/>
                    <a:pt x="7638" y="8043"/>
                    <a:pt x="7595" y="7984"/>
                  </a:cubicBezTo>
                  <a:cubicBezTo>
                    <a:pt x="7497" y="7848"/>
                    <a:pt x="7617" y="7739"/>
                    <a:pt x="7682" y="7636"/>
                  </a:cubicBezTo>
                  <a:cubicBezTo>
                    <a:pt x="7780" y="7462"/>
                    <a:pt x="7867" y="7282"/>
                    <a:pt x="7960" y="7102"/>
                  </a:cubicBezTo>
                  <a:cubicBezTo>
                    <a:pt x="8041" y="6939"/>
                    <a:pt x="8112" y="6776"/>
                    <a:pt x="8041" y="6596"/>
                  </a:cubicBezTo>
                  <a:cubicBezTo>
                    <a:pt x="7851" y="6106"/>
                    <a:pt x="7704" y="5600"/>
                    <a:pt x="7393" y="5153"/>
                  </a:cubicBezTo>
                  <a:cubicBezTo>
                    <a:pt x="7029" y="4631"/>
                    <a:pt x="6762" y="4054"/>
                    <a:pt x="6746" y="3390"/>
                  </a:cubicBezTo>
                  <a:cubicBezTo>
                    <a:pt x="6735" y="3085"/>
                    <a:pt x="6631" y="2796"/>
                    <a:pt x="6501" y="2513"/>
                  </a:cubicBezTo>
                  <a:cubicBezTo>
                    <a:pt x="6207" y="1882"/>
                    <a:pt x="5641" y="1490"/>
                    <a:pt x="5156" y="1038"/>
                  </a:cubicBezTo>
                  <a:cubicBezTo>
                    <a:pt x="5042" y="936"/>
                    <a:pt x="4974" y="832"/>
                    <a:pt x="4943" y="723"/>
                  </a:cubicBezTo>
                  <a:lnTo>
                    <a:pt x="4943" y="723"/>
                  </a:lnTo>
                  <a:cubicBezTo>
                    <a:pt x="4959" y="746"/>
                    <a:pt x="4984" y="768"/>
                    <a:pt x="5020" y="787"/>
                  </a:cubicBezTo>
                  <a:cubicBezTo>
                    <a:pt x="5058" y="526"/>
                    <a:pt x="4998" y="259"/>
                    <a:pt x="5091" y="3"/>
                  </a:cubicBezTo>
                  <a:cubicBezTo>
                    <a:pt x="5077" y="1"/>
                    <a:pt x="5064" y="0"/>
                    <a:pt x="50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24"/>
            <p:cNvSpPr/>
            <p:nvPr/>
          </p:nvSpPr>
          <p:spPr>
            <a:xfrm>
              <a:off x="3092733" y="2794372"/>
              <a:ext cx="680321" cy="698655"/>
            </a:xfrm>
            <a:custGeom>
              <a:rect b="b" l="l" r="r" t="t"/>
              <a:pathLst>
                <a:path extrusionOk="0" h="12194" w="11874">
                  <a:moveTo>
                    <a:pt x="124" y="1"/>
                  </a:moveTo>
                  <a:cubicBezTo>
                    <a:pt x="104" y="1"/>
                    <a:pt x="85" y="7"/>
                    <a:pt x="66" y="21"/>
                  </a:cubicBezTo>
                  <a:cubicBezTo>
                    <a:pt x="0" y="75"/>
                    <a:pt x="33" y="152"/>
                    <a:pt x="66" y="217"/>
                  </a:cubicBezTo>
                  <a:cubicBezTo>
                    <a:pt x="153" y="369"/>
                    <a:pt x="256" y="516"/>
                    <a:pt x="376" y="647"/>
                  </a:cubicBezTo>
                  <a:cubicBezTo>
                    <a:pt x="1154" y="1518"/>
                    <a:pt x="1318" y="2623"/>
                    <a:pt x="1536" y="3701"/>
                  </a:cubicBezTo>
                  <a:cubicBezTo>
                    <a:pt x="1650" y="4246"/>
                    <a:pt x="1824" y="4719"/>
                    <a:pt x="2281" y="5062"/>
                  </a:cubicBezTo>
                  <a:cubicBezTo>
                    <a:pt x="2526" y="5242"/>
                    <a:pt x="2777" y="5421"/>
                    <a:pt x="2989" y="5645"/>
                  </a:cubicBezTo>
                  <a:cubicBezTo>
                    <a:pt x="3054" y="5715"/>
                    <a:pt x="3196" y="5759"/>
                    <a:pt x="3136" y="5895"/>
                  </a:cubicBezTo>
                  <a:cubicBezTo>
                    <a:pt x="3092" y="5993"/>
                    <a:pt x="2984" y="6037"/>
                    <a:pt x="2875" y="6058"/>
                  </a:cubicBezTo>
                  <a:cubicBezTo>
                    <a:pt x="2573" y="6109"/>
                    <a:pt x="2273" y="6147"/>
                    <a:pt x="1970" y="6147"/>
                  </a:cubicBezTo>
                  <a:cubicBezTo>
                    <a:pt x="1781" y="6147"/>
                    <a:pt x="1591" y="6132"/>
                    <a:pt x="1399" y="6096"/>
                  </a:cubicBezTo>
                  <a:cubicBezTo>
                    <a:pt x="1122" y="6042"/>
                    <a:pt x="893" y="5944"/>
                    <a:pt x="735" y="5683"/>
                  </a:cubicBezTo>
                  <a:cubicBezTo>
                    <a:pt x="682" y="5594"/>
                    <a:pt x="611" y="5458"/>
                    <a:pt x="501" y="5458"/>
                  </a:cubicBezTo>
                  <a:cubicBezTo>
                    <a:pt x="476" y="5458"/>
                    <a:pt x="449" y="5465"/>
                    <a:pt x="419" y="5481"/>
                  </a:cubicBezTo>
                  <a:cubicBezTo>
                    <a:pt x="283" y="5552"/>
                    <a:pt x="321" y="5732"/>
                    <a:pt x="343" y="5873"/>
                  </a:cubicBezTo>
                  <a:cubicBezTo>
                    <a:pt x="365" y="6015"/>
                    <a:pt x="414" y="6145"/>
                    <a:pt x="479" y="6271"/>
                  </a:cubicBezTo>
                  <a:cubicBezTo>
                    <a:pt x="724" y="6733"/>
                    <a:pt x="1095" y="7038"/>
                    <a:pt x="1612" y="7158"/>
                  </a:cubicBezTo>
                  <a:cubicBezTo>
                    <a:pt x="2113" y="7278"/>
                    <a:pt x="2548" y="7539"/>
                    <a:pt x="2940" y="7866"/>
                  </a:cubicBezTo>
                  <a:cubicBezTo>
                    <a:pt x="3038" y="7947"/>
                    <a:pt x="3049" y="8035"/>
                    <a:pt x="2956" y="8127"/>
                  </a:cubicBezTo>
                  <a:cubicBezTo>
                    <a:pt x="2788" y="8307"/>
                    <a:pt x="2548" y="8405"/>
                    <a:pt x="2385" y="8590"/>
                  </a:cubicBezTo>
                  <a:cubicBezTo>
                    <a:pt x="2314" y="8671"/>
                    <a:pt x="2151" y="8710"/>
                    <a:pt x="2200" y="8846"/>
                  </a:cubicBezTo>
                  <a:cubicBezTo>
                    <a:pt x="2229" y="8929"/>
                    <a:pt x="2320" y="8939"/>
                    <a:pt x="2407" y="8939"/>
                  </a:cubicBezTo>
                  <a:cubicBezTo>
                    <a:pt x="2433" y="8939"/>
                    <a:pt x="2459" y="8938"/>
                    <a:pt x="2483" y="8938"/>
                  </a:cubicBezTo>
                  <a:cubicBezTo>
                    <a:pt x="2488" y="8938"/>
                    <a:pt x="2493" y="8938"/>
                    <a:pt x="2498" y="8938"/>
                  </a:cubicBezTo>
                  <a:cubicBezTo>
                    <a:pt x="2672" y="8938"/>
                    <a:pt x="2655" y="9029"/>
                    <a:pt x="2597" y="9151"/>
                  </a:cubicBezTo>
                  <a:cubicBezTo>
                    <a:pt x="2635" y="9276"/>
                    <a:pt x="2891" y="9216"/>
                    <a:pt x="2831" y="9423"/>
                  </a:cubicBezTo>
                  <a:cubicBezTo>
                    <a:pt x="2835" y="9432"/>
                    <a:pt x="2840" y="9435"/>
                    <a:pt x="2846" y="9435"/>
                  </a:cubicBezTo>
                  <a:cubicBezTo>
                    <a:pt x="2869" y="9435"/>
                    <a:pt x="2904" y="9375"/>
                    <a:pt x="2926" y="9375"/>
                  </a:cubicBezTo>
                  <a:cubicBezTo>
                    <a:pt x="2938" y="9375"/>
                    <a:pt x="2946" y="9392"/>
                    <a:pt x="2946" y="9445"/>
                  </a:cubicBezTo>
                  <a:cubicBezTo>
                    <a:pt x="2946" y="9548"/>
                    <a:pt x="2924" y="9657"/>
                    <a:pt x="2913" y="9760"/>
                  </a:cubicBezTo>
                  <a:cubicBezTo>
                    <a:pt x="2893" y="9924"/>
                    <a:pt x="2935" y="10018"/>
                    <a:pt x="3041" y="10018"/>
                  </a:cubicBezTo>
                  <a:cubicBezTo>
                    <a:pt x="3083" y="10018"/>
                    <a:pt x="3134" y="10003"/>
                    <a:pt x="3196" y="9973"/>
                  </a:cubicBezTo>
                  <a:cubicBezTo>
                    <a:pt x="3348" y="9902"/>
                    <a:pt x="3506" y="9864"/>
                    <a:pt x="3670" y="9847"/>
                  </a:cubicBezTo>
                  <a:cubicBezTo>
                    <a:pt x="3725" y="9847"/>
                    <a:pt x="3749" y="9719"/>
                    <a:pt x="3794" y="9719"/>
                  </a:cubicBezTo>
                  <a:cubicBezTo>
                    <a:pt x="3811" y="9719"/>
                    <a:pt x="3830" y="9736"/>
                    <a:pt x="3855" y="9782"/>
                  </a:cubicBezTo>
                  <a:cubicBezTo>
                    <a:pt x="3974" y="10000"/>
                    <a:pt x="4214" y="10049"/>
                    <a:pt x="4366" y="10212"/>
                  </a:cubicBezTo>
                  <a:cubicBezTo>
                    <a:pt x="4519" y="10212"/>
                    <a:pt x="4639" y="10288"/>
                    <a:pt x="4753" y="10365"/>
                  </a:cubicBezTo>
                  <a:cubicBezTo>
                    <a:pt x="5586" y="10909"/>
                    <a:pt x="6506" y="11165"/>
                    <a:pt x="7480" y="11263"/>
                  </a:cubicBezTo>
                  <a:cubicBezTo>
                    <a:pt x="7856" y="11301"/>
                    <a:pt x="8237" y="11306"/>
                    <a:pt x="8580" y="11486"/>
                  </a:cubicBezTo>
                  <a:cubicBezTo>
                    <a:pt x="8633" y="11514"/>
                    <a:pt x="8692" y="11526"/>
                    <a:pt x="8749" y="11526"/>
                  </a:cubicBezTo>
                  <a:cubicBezTo>
                    <a:pt x="8895" y="11526"/>
                    <a:pt x="9033" y="11447"/>
                    <a:pt x="9037" y="11334"/>
                  </a:cubicBezTo>
                  <a:cubicBezTo>
                    <a:pt x="9043" y="11143"/>
                    <a:pt x="8852" y="11149"/>
                    <a:pt x="8727" y="11127"/>
                  </a:cubicBezTo>
                  <a:cubicBezTo>
                    <a:pt x="8422" y="11072"/>
                    <a:pt x="8134" y="11002"/>
                    <a:pt x="7883" y="10800"/>
                  </a:cubicBezTo>
                  <a:cubicBezTo>
                    <a:pt x="7170" y="10234"/>
                    <a:pt x="6359" y="9929"/>
                    <a:pt x="5444" y="9880"/>
                  </a:cubicBezTo>
                  <a:cubicBezTo>
                    <a:pt x="5074" y="9858"/>
                    <a:pt x="4693" y="9831"/>
                    <a:pt x="4301" y="9679"/>
                  </a:cubicBezTo>
                  <a:lnTo>
                    <a:pt x="4301" y="9679"/>
                  </a:lnTo>
                  <a:cubicBezTo>
                    <a:pt x="4742" y="9722"/>
                    <a:pt x="5150" y="9771"/>
                    <a:pt x="5559" y="9809"/>
                  </a:cubicBezTo>
                  <a:cubicBezTo>
                    <a:pt x="6435" y="9902"/>
                    <a:pt x="7284" y="10081"/>
                    <a:pt x="7976" y="10691"/>
                  </a:cubicBezTo>
                  <a:cubicBezTo>
                    <a:pt x="8139" y="10838"/>
                    <a:pt x="8346" y="10893"/>
                    <a:pt x="8558" y="10942"/>
                  </a:cubicBezTo>
                  <a:cubicBezTo>
                    <a:pt x="9037" y="11051"/>
                    <a:pt x="9533" y="11100"/>
                    <a:pt x="10006" y="11252"/>
                  </a:cubicBezTo>
                  <a:cubicBezTo>
                    <a:pt x="10126" y="11290"/>
                    <a:pt x="10306" y="11285"/>
                    <a:pt x="10311" y="11481"/>
                  </a:cubicBezTo>
                  <a:cubicBezTo>
                    <a:pt x="10436" y="11606"/>
                    <a:pt x="10616" y="11519"/>
                    <a:pt x="10752" y="11595"/>
                  </a:cubicBezTo>
                  <a:cubicBezTo>
                    <a:pt x="11052" y="11600"/>
                    <a:pt x="11128" y="11883"/>
                    <a:pt x="11302" y="12041"/>
                  </a:cubicBezTo>
                  <a:cubicBezTo>
                    <a:pt x="11407" y="12142"/>
                    <a:pt x="11492" y="12193"/>
                    <a:pt x="11561" y="12193"/>
                  </a:cubicBezTo>
                  <a:cubicBezTo>
                    <a:pt x="11653" y="12193"/>
                    <a:pt x="11716" y="12102"/>
                    <a:pt x="11759" y="11916"/>
                  </a:cubicBezTo>
                  <a:cubicBezTo>
                    <a:pt x="11874" y="11404"/>
                    <a:pt x="11841" y="10882"/>
                    <a:pt x="11797" y="10365"/>
                  </a:cubicBezTo>
                  <a:cubicBezTo>
                    <a:pt x="11759" y="9945"/>
                    <a:pt x="11563" y="9608"/>
                    <a:pt x="11248" y="9330"/>
                  </a:cubicBezTo>
                  <a:cubicBezTo>
                    <a:pt x="10959" y="9085"/>
                    <a:pt x="10665" y="8846"/>
                    <a:pt x="10344" y="8650"/>
                  </a:cubicBezTo>
                  <a:cubicBezTo>
                    <a:pt x="9266" y="7991"/>
                    <a:pt x="8498" y="7055"/>
                    <a:pt x="7938" y="5939"/>
                  </a:cubicBezTo>
                  <a:cubicBezTo>
                    <a:pt x="7731" y="5519"/>
                    <a:pt x="7557" y="5073"/>
                    <a:pt x="7077" y="4866"/>
                  </a:cubicBezTo>
                  <a:cubicBezTo>
                    <a:pt x="6985" y="4823"/>
                    <a:pt x="6914" y="4730"/>
                    <a:pt x="6854" y="4643"/>
                  </a:cubicBezTo>
                  <a:cubicBezTo>
                    <a:pt x="6506" y="4158"/>
                    <a:pt x="6010" y="3826"/>
                    <a:pt x="5580" y="3424"/>
                  </a:cubicBezTo>
                  <a:cubicBezTo>
                    <a:pt x="5502" y="3349"/>
                    <a:pt x="5398" y="3231"/>
                    <a:pt x="5291" y="3231"/>
                  </a:cubicBezTo>
                  <a:cubicBezTo>
                    <a:pt x="5257" y="3231"/>
                    <a:pt x="5222" y="3242"/>
                    <a:pt x="5188" y="3271"/>
                  </a:cubicBezTo>
                  <a:cubicBezTo>
                    <a:pt x="5052" y="3380"/>
                    <a:pt x="5205" y="3549"/>
                    <a:pt x="5270" y="3679"/>
                  </a:cubicBezTo>
                  <a:cubicBezTo>
                    <a:pt x="5359" y="3849"/>
                    <a:pt x="5350" y="3931"/>
                    <a:pt x="5212" y="3931"/>
                  </a:cubicBezTo>
                  <a:cubicBezTo>
                    <a:pt x="5181" y="3931"/>
                    <a:pt x="5145" y="3927"/>
                    <a:pt x="5101" y="3919"/>
                  </a:cubicBezTo>
                  <a:cubicBezTo>
                    <a:pt x="5044" y="3907"/>
                    <a:pt x="4989" y="3900"/>
                    <a:pt x="4938" y="3900"/>
                  </a:cubicBezTo>
                  <a:cubicBezTo>
                    <a:pt x="4794" y="3900"/>
                    <a:pt x="4678" y="3958"/>
                    <a:pt x="4622" y="4142"/>
                  </a:cubicBezTo>
                  <a:cubicBezTo>
                    <a:pt x="4595" y="4230"/>
                    <a:pt x="4551" y="4268"/>
                    <a:pt x="4494" y="4268"/>
                  </a:cubicBezTo>
                  <a:cubicBezTo>
                    <a:pt x="4460" y="4268"/>
                    <a:pt x="4420" y="4254"/>
                    <a:pt x="4377" y="4229"/>
                  </a:cubicBezTo>
                  <a:cubicBezTo>
                    <a:pt x="4018" y="4011"/>
                    <a:pt x="3621" y="3903"/>
                    <a:pt x="3223" y="3805"/>
                  </a:cubicBezTo>
                  <a:cubicBezTo>
                    <a:pt x="3098" y="3772"/>
                    <a:pt x="2978" y="3712"/>
                    <a:pt x="2886" y="3619"/>
                  </a:cubicBezTo>
                  <a:cubicBezTo>
                    <a:pt x="2494" y="3233"/>
                    <a:pt x="2156" y="2825"/>
                    <a:pt x="2036" y="2264"/>
                  </a:cubicBezTo>
                  <a:cubicBezTo>
                    <a:pt x="1906" y="1671"/>
                    <a:pt x="1623" y="1164"/>
                    <a:pt x="1089" y="827"/>
                  </a:cubicBezTo>
                  <a:cubicBezTo>
                    <a:pt x="860" y="680"/>
                    <a:pt x="686" y="467"/>
                    <a:pt x="490" y="277"/>
                  </a:cubicBezTo>
                  <a:cubicBezTo>
                    <a:pt x="414" y="201"/>
                    <a:pt x="343" y="124"/>
                    <a:pt x="256" y="65"/>
                  </a:cubicBezTo>
                  <a:cubicBezTo>
                    <a:pt x="214" y="34"/>
                    <a:pt x="169" y="1"/>
                    <a:pt x="1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24"/>
            <p:cNvSpPr/>
            <p:nvPr/>
          </p:nvSpPr>
          <p:spPr>
            <a:xfrm>
              <a:off x="3191623" y="1752882"/>
              <a:ext cx="783853" cy="737387"/>
            </a:xfrm>
            <a:custGeom>
              <a:rect b="b" l="l" r="r" t="t"/>
              <a:pathLst>
                <a:path extrusionOk="0" h="12870" w="13681">
                  <a:moveTo>
                    <a:pt x="1909" y="0"/>
                  </a:moveTo>
                  <a:cubicBezTo>
                    <a:pt x="1893" y="0"/>
                    <a:pt x="1876" y="5"/>
                    <a:pt x="1862" y="5"/>
                  </a:cubicBezTo>
                  <a:cubicBezTo>
                    <a:pt x="1780" y="228"/>
                    <a:pt x="1954" y="343"/>
                    <a:pt x="2063" y="479"/>
                  </a:cubicBezTo>
                  <a:cubicBezTo>
                    <a:pt x="2161" y="604"/>
                    <a:pt x="2336" y="664"/>
                    <a:pt x="2357" y="849"/>
                  </a:cubicBezTo>
                  <a:cubicBezTo>
                    <a:pt x="2477" y="963"/>
                    <a:pt x="2673" y="936"/>
                    <a:pt x="2776" y="1078"/>
                  </a:cubicBezTo>
                  <a:cubicBezTo>
                    <a:pt x="2989" y="1148"/>
                    <a:pt x="2907" y="1334"/>
                    <a:pt x="2913" y="1470"/>
                  </a:cubicBezTo>
                  <a:cubicBezTo>
                    <a:pt x="2923" y="1791"/>
                    <a:pt x="3038" y="2041"/>
                    <a:pt x="3354" y="2167"/>
                  </a:cubicBezTo>
                  <a:cubicBezTo>
                    <a:pt x="4442" y="2613"/>
                    <a:pt x="5357" y="3299"/>
                    <a:pt x="6152" y="4154"/>
                  </a:cubicBezTo>
                  <a:cubicBezTo>
                    <a:pt x="6315" y="4328"/>
                    <a:pt x="6473" y="4513"/>
                    <a:pt x="6718" y="4649"/>
                  </a:cubicBezTo>
                  <a:cubicBezTo>
                    <a:pt x="6573" y="4589"/>
                    <a:pt x="6435" y="4565"/>
                    <a:pt x="6303" y="4565"/>
                  </a:cubicBezTo>
                  <a:cubicBezTo>
                    <a:pt x="6233" y="4565"/>
                    <a:pt x="6164" y="4572"/>
                    <a:pt x="6097" y="4584"/>
                  </a:cubicBezTo>
                  <a:cubicBezTo>
                    <a:pt x="6012" y="4599"/>
                    <a:pt x="5930" y="4606"/>
                    <a:pt x="5851" y="4606"/>
                  </a:cubicBezTo>
                  <a:cubicBezTo>
                    <a:pt x="5423" y="4606"/>
                    <a:pt x="5073" y="4396"/>
                    <a:pt x="4747" y="4121"/>
                  </a:cubicBezTo>
                  <a:cubicBezTo>
                    <a:pt x="4611" y="4007"/>
                    <a:pt x="4470" y="3903"/>
                    <a:pt x="4323" y="3800"/>
                  </a:cubicBezTo>
                  <a:cubicBezTo>
                    <a:pt x="4190" y="3701"/>
                    <a:pt x="4041" y="3660"/>
                    <a:pt x="3883" y="3660"/>
                  </a:cubicBezTo>
                  <a:cubicBezTo>
                    <a:pt x="3839" y="3660"/>
                    <a:pt x="3795" y="3663"/>
                    <a:pt x="3751" y="3669"/>
                  </a:cubicBezTo>
                  <a:cubicBezTo>
                    <a:pt x="3550" y="3696"/>
                    <a:pt x="3511" y="3800"/>
                    <a:pt x="3637" y="3958"/>
                  </a:cubicBezTo>
                  <a:cubicBezTo>
                    <a:pt x="3751" y="4105"/>
                    <a:pt x="3898" y="4230"/>
                    <a:pt x="3974" y="4404"/>
                  </a:cubicBezTo>
                  <a:cubicBezTo>
                    <a:pt x="4018" y="4497"/>
                    <a:pt x="4099" y="4595"/>
                    <a:pt x="4012" y="4698"/>
                  </a:cubicBezTo>
                  <a:cubicBezTo>
                    <a:pt x="3977" y="4739"/>
                    <a:pt x="3933" y="4751"/>
                    <a:pt x="3887" y="4751"/>
                  </a:cubicBezTo>
                  <a:cubicBezTo>
                    <a:pt x="3841" y="4751"/>
                    <a:pt x="3792" y="4739"/>
                    <a:pt x="3746" y="4731"/>
                  </a:cubicBezTo>
                  <a:cubicBezTo>
                    <a:pt x="3395" y="4660"/>
                    <a:pt x="3069" y="4505"/>
                    <a:pt x="2723" y="4425"/>
                  </a:cubicBezTo>
                  <a:lnTo>
                    <a:pt x="2723" y="4425"/>
                  </a:lnTo>
                  <a:cubicBezTo>
                    <a:pt x="2748" y="4417"/>
                    <a:pt x="2773" y="4403"/>
                    <a:pt x="2798" y="4382"/>
                  </a:cubicBezTo>
                  <a:cubicBezTo>
                    <a:pt x="1916" y="3925"/>
                    <a:pt x="904" y="3909"/>
                    <a:pt x="0" y="3528"/>
                  </a:cubicBezTo>
                  <a:lnTo>
                    <a:pt x="0" y="3528"/>
                  </a:lnTo>
                  <a:cubicBezTo>
                    <a:pt x="82" y="3729"/>
                    <a:pt x="299" y="3718"/>
                    <a:pt x="408" y="3870"/>
                  </a:cubicBezTo>
                  <a:cubicBezTo>
                    <a:pt x="327" y="3881"/>
                    <a:pt x="250" y="3887"/>
                    <a:pt x="169" y="3898"/>
                  </a:cubicBezTo>
                  <a:cubicBezTo>
                    <a:pt x="163" y="4034"/>
                    <a:pt x="278" y="4072"/>
                    <a:pt x="370" y="4115"/>
                  </a:cubicBezTo>
                  <a:cubicBezTo>
                    <a:pt x="855" y="4366"/>
                    <a:pt x="1339" y="4600"/>
                    <a:pt x="1846" y="4791"/>
                  </a:cubicBezTo>
                  <a:cubicBezTo>
                    <a:pt x="2766" y="5133"/>
                    <a:pt x="3658" y="5531"/>
                    <a:pt x="4519" y="5999"/>
                  </a:cubicBezTo>
                  <a:cubicBezTo>
                    <a:pt x="5003" y="6266"/>
                    <a:pt x="5493" y="6533"/>
                    <a:pt x="5999" y="6750"/>
                  </a:cubicBezTo>
                  <a:cubicBezTo>
                    <a:pt x="6800" y="7082"/>
                    <a:pt x="7524" y="7540"/>
                    <a:pt x="8231" y="8035"/>
                  </a:cubicBezTo>
                  <a:cubicBezTo>
                    <a:pt x="8678" y="8356"/>
                    <a:pt x="8977" y="8765"/>
                    <a:pt x="9239" y="9244"/>
                  </a:cubicBezTo>
                  <a:cubicBezTo>
                    <a:pt x="9625" y="9951"/>
                    <a:pt x="9930" y="10714"/>
                    <a:pt x="10458" y="11345"/>
                  </a:cubicBezTo>
                  <a:cubicBezTo>
                    <a:pt x="10676" y="11606"/>
                    <a:pt x="10986" y="11786"/>
                    <a:pt x="11144" y="12102"/>
                  </a:cubicBezTo>
                  <a:cubicBezTo>
                    <a:pt x="11705" y="12543"/>
                    <a:pt x="12423" y="12608"/>
                    <a:pt x="13060" y="12869"/>
                  </a:cubicBezTo>
                  <a:cubicBezTo>
                    <a:pt x="13120" y="12820"/>
                    <a:pt x="13191" y="12831"/>
                    <a:pt x="13262" y="12826"/>
                  </a:cubicBezTo>
                  <a:cubicBezTo>
                    <a:pt x="13268" y="12825"/>
                    <a:pt x="13274" y="12825"/>
                    <a:pt x="13280" y="12825"/>
                  </a:cubicBezTo>
                  <a:cubicBezTo>
                    <a:pt x="13346" y="12825"/>
                    <a:pt x="13424" y="12854"/>
                    <a:pt x="13491" y="12854"/>
                  </a:cubicBezTo>
                  <a:cubicBezTo>
                    <a:pt x="13542" y="12854"/>
                    <a:pt x="13586" y="12837"/>
                    <a:pt x="13615" y="12777"/>
                  </a:cubicBezTo>
                  <a:cubicBezTo>
                    <a:pt x="13681" y="12635"/>
                    <a:pt x="13561" y="12510"/>
                    <a:pt x="13490" y="12390"/>
                  </a:cubicBezTo>
                  <a:cubicBezTo>
                    <a:pt x="13425" y="12276"/>
                    <a:pt x="13332" y="12178"/>
                    <a:pt x="13278" y="12064"/>
                  </a:cubicBezTo>
                  <a:cubicBezTo>
                    <a:pt x="13153" y="11802"/>
                    <a:pt x="12957" y="11568"/>
                    <a:pt x="12979" y="11258"/>
                  </a:cubicBezTo>
                  <a:cubicBezTo>
                    <a:pt x="12478" y="10795"/>
                    <a:pt x="12140" y="10218"/>
                    <a:pt x="11868" y="9608"/>
                  </a:cubicBezTo>
                  <a:cubicBezTo>
                    <a:pt x="11683" y="9206"/>
                    <a:pt x="11498" y="8792"/>
                    <a:pt x="11432" y="8340"/>
                  </a:cubicBezTo>
                  <a:cubicBezTo>
                    <a:pt x="11449" y="8269"/>
                    <a:pt x="11394" y="8231"/>
                    <a:pt x="11356" y="8193"/>
                  </a:cubicBezTo>
                  <a:cubicBezTo>
                    <a:pt x="10627" y="7540"/>
                    <a:pt x="10175" y="6712"/>
                    <a:pt x="9805" y="5819"/>
                  </a:cubicBezTo>
                  <a:cubicBezTo>
                    <a:pt x="9337" y="4703"/>
                    <a:pt x="8667" y="3734"/>
                    <a:pt x="7594" y="3092"/>
                  </a:cubicBezTo>
                  <a:cubicBezTo>
                    <a:pt x="7159" y="2836"/>
                    <a:pt x="6729" y="2575"/>
                    <a:pt x="6331" y="2259"/>
                  </a:cubicBezTo>
                  <a:cubicBezTo>
                    <a:pt x="6228" y="2150"/>
                    <a:pt x="6076" y="2161"/>
                    <a:pt x="5956" y="2090"/>
                  </a:cubicBezTo>
                  <a:cubicBezTo>
                    <a:pt x="5477" y="1813"/>
                    <a:pt x="5041" y="1481"/>
                    <a:pt x="4589" y="1159"/>
                  </a:cubicBezTo>
                  <a:cubicBezTo>
                    <a:pt x="3795" y="582"/>
                    <a:pt x="2831" y="359"/>
                    <a:pt x="1933" y="5"/>
                  </a:cubicBezTo>
                  <a:cubicBezTo>
                    <a:pt x="1925" y="2"/>
                    <a:pt x="1918" y="0"/>
                    <a:pt x="19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24"/>
            <p:cNvSpPr/>
            <p:nvPr/>
          </p:nvSpPr>
          <p:spPr>
            <a:xfrm>
              <a:off x="1518234" y="439475"/>
              <a:ext cx="1009996" cy="1828742"/>
            </a:xfrm>
            <a:custGeom>
              <a:rect b="b" l="l" r="r" t="t"/>
              <a:pathLst>
                <a:path extrusionOk="0" h="31918" w="17628">
                  <a:moveTo>
                    <a:pt x="9070" y="2013"/>
                  </a:moveTo>
                  <a:cubicBezTo>
                    <a:pt x="9076" y="2014"/>
                    <a:pt x="9082" y="2015"/>
                    <a:pt x="9088" y="2015"/>
                  </a:cubicBezTo>
                  <a:lnTo>
                    <a:pt x="9088" y="2015"/>
                  </a:lnTo>
                  <a:cubicBezTo>
                    <a:pt x="9078" y="2018"/>
                    <a:pt x="9077" y="2022"/>
                    <a:pt x="9081" y="2030"/>
                  </a:cubicBezTo>
                  <a:cubicBezTo>
                    <a:pt x="9086" y="2041"/>
                    <a:pt x="9085" y="2046"/>
                    <a:pt x="9081" y="2046"/>
                  </a:cubicBezTo>
                  <a:cubicBezTo>
                    <a:pt x="9070" y="2046"/>
                    <a:pt x="9038" y="2013"/>
                    <a:pt x="9070" y="2013"/>
                  </a:cubicBezTo>
                  <a:close/>
                  <a:moveTo>
                    <a:pt x="10298" y="0"/>
                  </a:moveTo>
                  <a:cubicBezTo>
                    <a:pt x="10043" y="0"/>
                    <a:pt x="9785" y="163"/>
                    <a:pt x="9560" y="320"/>
                  </a:cubicBezTo>
                  <a:cubicBezTo>
                    <a:pt x="9015" y="696"/>
                    <a:pt x="8444" y="1001"/>
                    <a:pt x="7763" y="1066"/>
                  </a:cubicBezTo>
                  <a:cubicBezTo>
                    <a:pt x="7594" y="1083"/>
                    <a:pt x="7404" y="1142"/>
                    <a:pt x="7284" y="1317"/>
                  </a:cubicBezTo>
                  <a:cubicBezTo>
                    <a:pt x="7343" y="1359"/>
                    <a:pt x="7402" y="1371"/>
                    <a:pt x="7462" y="1371"/>
                  </a:cubicBezTo>
                  <a:cubicBezTo>
                    <a:pt x="7541" y="1371"/>
                    <a:pt x="7619" y="1350"/>
                    <a:pt x="7695" y="1350"/>
                  </a:cubicBezTo>
                  <a:cubicBezTo>
                    <a:pt x="7733" y="1350"/>
                    <a:pt x="7770" y="1355"/>
                    <a:pt x="7807" y="1371"/>
                  </a:cubicBezTo>
                  <a:cubicBezTo>
                    <a:pt x="7551" y="1420"/>
                    <a:pt x="7251" y="1426"/>
                    <a:pt x="7039" y="1524"/>
                  </a:cubicBezTo>
                  <a:cubicBezTo>
                    <a:pt x="6429" y="1807"/>
                    <a:pt x="5754" y="1965"/>
                    <a:pt x="5188" y="2346"/>
                  </a:cubicBezTo>
                  <a:cubicBezTo>
                    <a:pt x="3506" y="3467"/>
                    <a:pt x="2270" y="4997"/>
                    <a:pt x="1377" y="6761"/>
                  </a:cubicBezTo>
                  <a:cubicBezTo>
                    <a:pt x="392" y="8699"/>
                    <a:pt x="0" y="10806"/>
                    <a:pt x="27" y="12994"/>
                  </a:cubicBezTo>
                  <a:cubicBezTo>
                    <a:pt x="60" y="15106"/>
                    <a:pt x="452" y="17159"/>
                    <a:pt x="996" y="19173"/>
                  </a:cubicBezTo>
                  <a:cubicBezTo>
                    <a:pt x="1922" y="22608"/>
                    <a:pt x="3413" y="25798"/>
                    <a:pt x="5618" y="28618"/>
                  </a:cubicBezTo>
                  <a:cubicBezTo>
                    <a:pt x="6511" y="29761"/>
                    <a:pt x="7333" y="30954"/>
                    <a:pt x="8427" y="31917"/>
                  </a:cubicBezTo>
                  <a:cubicBezTo>
                    <a:pt x="8531" y="31781"/>
                    <a:pt x="8444" y="31667"/>
                    <a:pt x="8362" y="31569"/>
                  </a:cubicBezTo>
                  <a:cubicBezTo>
                    <a:pt x="8079" y="31220"/>
                    <a:pt x="7823" y="30856"/>
                    <a:pt x="7545" y="30507"/>
                  </a:cubicBezTo>
                  <a:cubicBezTo>
                    <a:pt x="6446" y="29152"/>
                    <a:pt x="5384" y="27769"/>
                    <a:pt x="4431" y="26305"/>
                  </a:cubicBezTo>
                  <a:cubicBezTo>
                    <a:pt x="4072" y="25755"/>
                    <a:pt x="3838" y="25129"/>
                    <a:pt x="3408" y="24617"/>
                  </a:cubicBezTo>
                  <a:cubicBezTo>
                    <a:pt x="3337" y="24497"/>
                    <a:pt x="3256" y="24383"/>
                    <a:pt x="3196" y="24252"/>
                  </a:cubicBezTo>
                  <a:cubicBezTo>
                    <a:pt x="2243" y="22205"/>
                    <a:pt x="1410" y="20120"/>
                    <a:pt x="969" y="17888"/>
                  </a:cubicBezTo>
                  <a:cubicBezTo>
                    <a:pt x="675" y="16396"/>
                    <a:pt x="359" y="14921"/>
                    <a:pt x="305" y="13402"/>
                  </a:cubicBezTo>
                  <a:cubicBezTo>
                    <a:pt x="267" y="12352"/>
                    <a:pt x="327" y="11306"/>
                    <a:pt x="512" y="10277"/>
                  </a:cubicBezTo>
                  <a:cubicBezTo>
                    <a:pt x="735" y="9047"/>
                    <a:pt x="1111" y="7855"/>
                    <a:pt x="1682" y="6744"/>
                  </a:cubicBezTo>
                  <a:cubicBezTo>
                    <a:pt x="2319" y="5498"/>
                    <a:pt x="3234" y="4452"/>
                    <a:pt x="4214" y="3456"/>
                  </a:cubicBezTo>
                  <a:cubicBezTo>
                    <a:pt x="5455" y="2189"/>
                    <a:pt x="7713" y="1498"/>
                    <a:pt x="9415" y="1498"/>
                  </a:cubicBezTo>
                  <a:cubicBezTo>
                    <a:pt x="9556" y="1498"/>
                    <a:pt x="9694" y="1503"/>
                    <a:pt x="9826" y="1513"/>
                  </a:cubicBezTo>
                  <a:cubicBezTo>
                    <a:pt x="9663" y="1545"/>
                    <a:pt x="9505" y="1573"/>
                    <a:pt x="9347" y="1611"/>
                  </a:cubicBezTo>
                  <a:cubicBezTo>
                    <a:pt x="9179" y="1654"/>
                    <a:pt x="9010" y="1720"/>
                    <a:pt x="8841" y="1758"/>
                  </a:cubicBezTo>
                  <a:cubicBezTo>
                    <a:pt x="6435" y="2324"/>
                    <a:pt x="4655" y="3750"/>
                    <a:pt x="3375" y="5813"/>
                  </a:cubicBezTo>
                  <a:cubicBezTo>
                    <a:pt x="2482" y="7245"/>
                    <a:pt x="1922" y="8802"/>
                    <a:pt x="1824" y="10517"/>
                  </a:cubicBezTo>
                  <a:cubicBezTo>
                    <a:pt x="1726" y="12150"/>
                    <a:pt x="1797" y="13756"/>
                    <a:pt x="2390" y="15308"/>
                  </a:cubicBezTo>
                  <a:cubicBezTo>
                    <a:pt x="2766" y="16293"/>
                    <a:pt x="3310" y="17186"/>
                    <a:pt x="3843" y="18084"/>
                  </a:cubicBezTo>
                  <a:cubicBezTo>
                    <a:pt x="4812" y="19717"/>
                    <a:pt x="6081" y="21106"/>
                    <a:pt x="7447" y="22418"/>
                  </a:cubicBezTo>
                  <a:cubicBezTo>
                    <a:pt x="9130" y="24029"/>
                    <a:pt x="10937" y="25472"/>
                    <a:pt x="12984" y="26593"/>
                  </a:cubicBezTo>
                  <a:cubicBezTo>
                    <a:pt x="14160" y="27241"/>
                    <a:pt x="15303" y="27954"/>
                    <a:pt x="16610" y="28313"/>
                  </a:cubicBezTo>
                  <a:cubicBezTo>
                    <a:pt x="16858" y="28379"/>
                    <a:pt x="17101" y="28496"/>
                    <a:pt x="17360" y="28496"/>
                  </a:cubicBezTo>
                  <a:cubicBezTo>
                    <a:pt x="17447" y="28496"/>
                    <a:pt x="17536" y="28482"/>
                    <a:pt x="17628" y="28449"/>
                  </a:cubicBezTo>
                  <a:cubicBezTo>
                    <a:pt x="17334" y="28243"/>
                    <a:pt x="17018" y="28096"/>
                    <a:pt x="16659" y="28057"/>
                  </a:cubicBezTo>
                  <a:cubicBezTo>
                    <a:pt x="16376" y="28030"/>
                    <a:pt x="16125" y="27905"/>
                    <a:pt x="15864" y="27796"/>
                  </a:cubicBezTo>
                  <a:cubicBezTo>
                    <a:pt x="14535" y="27246"/>
                    <a:pt x="13387" y="26381"/>
                    <a:pt x="12124" y="25711"/>
                  </a:cubicBezTo>
                  <a:cubicBezTo>
                    <a:pt x="11677" y="25477"/>
                    <a:pt x="11236" y="25232"/>
                    <a:pt x="10828" y="24927"/>
                  </a:cubicBezTo>
                  <a:cubicBezTo>
                    <a:pt x="8950" y="23528"/>
                    <a:pt x="7241" y="21960"/>
                    <a:pt x="5716" y="20180"/>
                  </a:cubicBezTo>
                  <a:cubicBezTo>
                    <a:pt x="4431" y="18678"/>
                    <a:pt x="3397" y="17017"/>
                    <a:pt x="2646" y="15199"/>
                  </a:cubicBezTo>
                  <a:cubicBezTo>
                    <a:pt x="1998" y="13631"/>
                    <a:pt x="1976" y="11976"/>
                    <a:pt x="2123" y="10310"/>
                  </a:cubicBezTo>
                  <a:cubicBezTo>
                    <a:pt x="2335" y="7888"/>
                    <a:pt x="3413" y="5890"/>
                    <a:pt x="5063" y="4148"/>
                  </a:cubicBezTo>
                  <a:cubicBezTo>
                    <a:pt x="5836" y="3331"/>
                    <a:pt x="6838" y="2885"/>
                    <a:pt x="7812" y="2405"/>
                  </a:cubicBezTo>
                  <a:cubicBezTo>
                    <a:pt x="8057" y="2285"/>
                    <a:pt x="8306" y="2221"/>
                    <a:pt x="8551" y="2221"/>
                  </a:cubicBezTo>
                  <a:cubicBezTo>
                    <a:pt x="8894" y="2221"/>
                    <a:pt x="9230" y="2347"/>
                    <a:pt x="9538" y="2623"/>
                  </a:cubicBezTo>
                  <a:cubicBezTo>
                    <a:pt x="9679" y="2754"/>
                    <a:pt x="9826" y="2874"/>
                    <a:pt x="9990" y="2966"/>
                  </a:cubicBezTo>
                  <a:cubicBezTo>
                    <a:pt x="10194" y="3090"/>
                    <a:pt x="10408" y="3185"/>
                    <a:pt x="10635" y="3185"/>
                  </a:cubicBezTo>
                  <a:cubicBezTo>
                    <a:pt x="10747" y="3185"/>
                    <a:pt x="10862" y="3162"/>
                    <a:pt x="10981" y="3108"/>
                  </a:cubicBezTo>
                  <a:cubicBezTo>
                    <a:pt x="11008" y="2944"/>
                    <a:pt x="10883" y="2906"/>
                    <a:pt x="10774" y="2879"/>
                  </a:cubicBezTo>
                  <a:cubicBezTo>
                    <a:pt x="10398" y="2803"/>
                    <a:pt x="10110" y="2585"/>
                    <a:pt x="9826" y="2356"/>
                  </a:cubicBezTo>
                  <a:cubicBezTo>
                    <a:pt x="9627" y="2193"/>
                    <a:pt x="9419" y="2049"/>
                    <a:pt x="9161" y="2018"/>
                  </a:cubicBezTo>
                  <a:lnTo>
                    <a:pt x="9161" y="2018"/>
                  </a:lnTo>
                  <a:cubicBezTo>
                    <a:pt x="9161" y="2018"/>
                    <a:pt x="9161" y="2018"/>
                    <a:pt x="9161" y="2018"/>
                  </a:cubicBezTo>
                  <a:cubicBezTo>
                    <a:pt x="9439" y="2018"/>
                    <a:pt x="9686" y="1893"/>
                    <a:pt x="9952" y="1839"/>
                  </a:cubicBezTo>
                  <a:cubicBezTo>
                    <a:pt x="10115" y="1807"/>
                    <a:pt x="10300" y="1747"/>
                    <a:pt x="10300" y="1545"/>
                  </a:cubicBezTo>
                  <a:cubicBezTo>
                    <a:pt x="10295" y="1333"/>
                    <a:pt x="10115" y="1246"/>
                    <a:pt x="9941" y="1208"/>
                  </a:cubicBezTo>
                  <a:cubicBezTo>
                    <a:pt x="9691" y="1151"/>
                    <a:pt x="9441" y="1091"/>
                    <a:pt x="9207" y="1091"/>
                  </a:cubicBezTo>
                  <a:cubicBezTo>
                    <a:pt x="9137" y="1091"/>
                    <a:pt x="9070" y="1096"/>
                    <a:pt x="9004" y="1108"/>
                  </a:cubicBezTo>
                  <a:lnTo>
                    <a:pt x="9004" y="1108"/>
                  </a:lnTo>
                  <a:cubicBezTo>
                    <a:pt x="9267" y="996"/>
                    <a:pt x="9526" y="805"/>
                    <a:pt x="9794" y="631"/>
                  </a:cubicBezTo>
                  <a:cubicBezTo>
                    <a:pt x="9987" y="506"/>
                    <a:pt x="10189" y="393"/>
                    <a:pt x="10410" y="393"/>
                  </a:cubicBezTo>
                  <a:cubicBezTo>
                    <a:pt x="10489" y="393"/>
                    <a:pt x="10570" y="407"/>
                    <a:pt x="10654" y="440"/>
                  </a:cubicBezTo>
                  <a:cubicBezTo>
                    <a:pt x="10803" y="500"/>
                    <a:pt x="10954" y="524"/>
                    <a:pt x="11105" y="524"/>
                  </a:cubicBezTo>
                  <a:cubicBezTo>
                    <a:pt x="11187" y="524"/>
                    <a:pt x="11269" y="517"/>
                    <a:pt x="11351" y="506"/>
                  </a:cubicBezTo>
                  <a:cubicBezTo>
                    <a:pt x="11726" y="452"/>
                    <a:pt x="12102" y="439"/>
                    <a:pt x="12478" y="439"/>
                  </a:cubicBezTo>
                  <a:cubicBezTo>
                    <a:pt x="12559" y="439"/>
                    <a:pt x="12641" y="439"/>
                    <a:pt x="12723" y="440"/>
                  </a:cubicBezTo>
                  <a:cubicBezTo>
                    <a:pt x="12740" y="440"/>
                    <a:pt x="12757" y="440"/>
                    <a:pt x="12775" y="440"/>
                  </a:cubicBezTo>
                  <a:cubicBezTo>
                    <a:pt x="12864" y="440"/>
                    <a:pt x="12956" y="437"/>
                    <a:pt x="13033" y="391"/>
                  </a:cubicBezTo>
                  <a:cubicBezTo>
                    <a:pt x="13136" y="331"/>
                    <a:pt x="13131" y="271"/>
                    <a:pt x="13027" y="212"/>
                  </a:cubicBezTo>
                  <a:cubicBezTo>
                    <a:pt x="12989" y="190"/>
                    <a:pt x="12946" y="163"/>
                    <a:pt x="12902" y="157"/>
                  </a:cubicBezTo>
                  <a:cubicBezTo>
                    <a:pt x="12592" y="92"/>
                    <a:pt x="12281" y="79"/>
                    <a:pt x="11969" y="79"/>
                  </a:cubicBezTo>
                  <a:cubicBezTo>
                    <a:pt x="11753" y="79"/>
                    <a:pt x="11538" y="85"/>
                    <a:pt x="11322" y="85"/>
                  </a:cubicBezTo>
                  <a:cubicBezTo>
                    <a:pt x="11016" y="85"/>
                    <a:pt x="10709" y="72"/>
                    <a:pt x="10403" y="10"/>
                  </a:cubicBezTo>
                  <a:cubicBezTo>
                    <a:pt x="10369" y="4"/>
                    <a:pt x="10333" y="0"/>
                    <a:pt x="102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24"/>
            <p:cNvSpPr/>
            <p:nvPr/>
          </p:nvSpPr>
          <p:spPr>
            <a:xfrm>
              <a:off x="3038762" y="2458687"/>
              <a:ext cx="656314" cy="330707"/>
            </a:xfrm>
            <a:custGeom>
              <a:rect b="b" l="l" r="r" t="t"/>
              <a:pathLst>
                <a:path extrusionOk="0" h="5772" w="11455">
                  <a:moveTo>
                    <a:pt x="5395" y="1"/>
                  </a:moveTo>
                  <a:cubicBezTo>
                    <a:pt x="5283" y="82"/>
                    <a:pt x="5158" y="93"/>
                    <a:pt x="5031" y="93"/>
                  </a:cubicBezTo>
                  <a:cubicBezTo>
                    <a:pt x="4983" y="93"/>
                    <a:pt x="4934" y="92"/>
                    <a:pt x="4886" y="92"/>
                  </a:cubicBezTo>
                  <a:cubicBezTo>
                    <a:pt x="4790" y="92"/>
                    <a:pt x="4695" y="98"/>
                    <a:pt x="4606" y="137"/>
                  </a:cubicBezTo>
                  <a:cubicBezTo>
                    <a:pt x="4579" y="158"/>
                    <a:pt x="4546" y="186"/>
                    <a:pt x="4541" y="218"/>
                  </a:cubicBezTo>
                  <a:cubicBezTo>
                    <a:pt x="4285" y="1122"/>
                    <a:pt x="3626" y="1710"/>
                    <a:pt x="2946" y="2282"/>
                  </a:cubicBezTo>
                  <a:cubicBezTo>
                    <a:pt x="2679" y="2505"/>
                    <a:pt x="2396" y="2723"/>
                    <a:pt x="2124" y="2946"/>
                  </a:cubicBezTo>
                  <a:cubicBezTo>
                    <a:pt x="1601" y="3365"/>
                    <a:pt x="1106" y="3811"/>
                    <a:pt x="583" y="4230"/>
                  </a:cubicBezTo>
                  <a:cubicBezTo>
                    <a:pt x="545" y="4601"/>
                    <a:pt x="327" y="4818"/>
                    <a:pt x="0" y="4955"/>
                  </a:cubicBezTo>
                  <a:cubicBezTo>
                    <a:pt x="343" y="5319"/>
                    <a:pt x="746" y="5586"/>
                    <a:pt x="1204" y="5771"/>
                  </a:cubicBezTo>
                  <a:cubicBezTo>
                    <a:pt x="1302" y="5755"/>
                    <a:pt x="1356" y="5706"/>
                    <a:pt x="1383" y="5613"/>
                  </a:cubicBezTo>
                  <a:cubicBezTo>
                    <a:pt x="1378" y="5510"/>
                    <a:pt x="1438" y="5428"/>
                    <a:pt x="1514" y="5379"/>
                  </a:cubicBezTo>
                  <a:cubicBezTo>
                    <a:pt x="2113" y="4993"/>
                    <a:pt x="2657" y="4503"/>
                    <a:pt x="3365" y="4307"/>
                  </a:cubicBezTo>
                  <a:cubicBezTo>
                    <a:pt x="3528" y="4258"/>
                    <a:pt x="3653" y="4165"/>
                    <a:pt x="3730" y="4029"/>
                  </a:cubicBezTo>
                  <a:cubicBezTo>
                    <a:pt x="3850" y="4077"/>
                    <a:pt x="3864" y="4245"/>
                    <a:pt x="3990" y="4245"/>
                  </a:cubicBezTo>
                  <a:cubicBezTo>
                    <a:pt x="4007" y="4245"/>
                    <a:pt x="4025" y="4242"/>
                    <a:pt x="4045" y="4236"/>
                  </a:cubicBezTo>
                  <a:cubicBezTo>
                    <a:pt x="4065" y="4178"/>
                    <a:pt x="3972" y="4056"/>
                    <a:pt x="4085" y="4056"/>
                  </a:cubicBezTo>
                  <a:cubicBezTo>
                    <a:pt x="4099" y="4056"/>
                    <a:pt x="4117" y="4057"/>
                    <a:pt x="4138" y="4062"/>
                  </a:cubicBezTo>
                  <a:cubicBezTo>
                    <a:pt x="4169" y="4068"/>
                    <a:pt x="4198" y="4071"/>
                    <a:pt x="4226" y="4071"/>
                  </a:cubicBezTo>
                  <a:cubicBezTo>
                    <a:pt x="4322" y="4071"/>
                    <a:pt x="4404" y="4034"/>
                    <a:pt x="4475" y="3958"/>
                  </a:cubicBezTo>
                  <a:cubicBezTo>
                    <a:pt x="4470" y="3811"/>
                    <a:pt x="4595" y="3768"/>
                    <a:pt x="4688" y="3702"/>
                  </a:cubicBezTo>
                  <a:cubicBezTo>
                    <a:pt x="5112" y="3414"/>
                    <a:pt x="5586" y="3251"/>
                    <a:pt x="6087" y="3142"/>
                  </a:cubicBezTo>
                  <a:cubicBezTo>
                    <a:pt x="7072" y="2924"/>
                    <a:pt x="8068" y="2755"/>
                    <a:pt x="9076" y="2657"/>
                  </a:cubicBezTo>
                  <a:cubicBezTo>
                    <a:pt x="9254" y="2640"/>
                    <a:pt x="9436" y="2621"/>
                    <a:pt x="9617" y="2621"/>
                  </a:cubicBezTo>
                  <a:cubicBezTo>
                    <a:pt x="9889" y="2621"/>
                    <a:pt x="10158" y="2663"/>
                    <a:pt x="10409" y="2810"/>
                  </a:cubicBezTo>
                  <a:cubicBezTo>
                    <a:pt x="10602" y="2741"/>
                    <a:pt x="10799" y="2713"/>
                    <a:pt x="10997" y="2713"/>
                  </a:cubicBezTo>
                  <a:cubicBezTo>
                    <a:pt x="11113" y="2713"/>
                    <a:pt x="11229" y="2723"/>
                    <a:pt x="11346" y="2739"/>
                  </a:cubicBezTo>
                  <a:cubicBezTo>
                    <a:pt x="11351" y="2740"/>
                    <a:pt x="11356" y="2740"/>
                    <a:pt x="11361" y="2740"/>
                  </a:cubicBezTo>
                  <a:cubicBezTo>
                    <a:pt x="11417" y="2740"/>
                    <a:pt x="11450" y="2685"/>
                    <a:pt x="11455" y="2630"/>
                  </a:cubicBezTo>
                  <a:cubicBezTo>
                    <a:pt x="11362" y="2439"/>
                    <a:pt x="11177" y="2429"/>
                    <a:pt x="11008" y="2390"/>
                  </a:cubicBezTo>
                  <a:cubicBezTo>
                    <a:pt x="10360" y="2254"/>
                    <a:pt x="9767" y="1982"/>
                    <a:pt x="9185" y="1666"/>
                  </a:cubicBezTo>
                  <a:cubicBezTo>
                    <a:pt x="8264" y="1171"/>
                    <a:pt x="7317" y="730"/>
                    <a:pt x="6359" y="327"/>
                  </a:cubicBezTo>
                  <a:cubicBezTo>
                    <a:pt x="6043" y="197"/>
                    <a:pt x="5695" y="169"/>
                    <a:pt x="53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24"/>
            <p:cNvSpPr/>
            <p:nvPr/>
          </p:nvSpPr>
          <p:spPr>
            <a:xfrm>
              <a:off x="2761459" y="2615558"/>
              <a:ext cx="1020653" cy="897354"/>
            </a:xfrm>
            <a:custGeom>
              <a:rect b="b" l="l" r="r" t="t"/>
              <a:pathLst>
                <a:path extrusionOk="0" h="15662" w="17814">
                  <a:moveTo>
                    <a:pt x="1" y="1"/>
                  </a:moveTo>
                  <a:lnTo>
                    <a:pt x="1" y="1"/>
                  </a:lnTo>
                  <a:cubicBezTo>
                    <a:pt x="121" y="197"/>
                    <a:pt x="191" y="317"/>
                    <a:pt x="262" y="431"/>
                  </a:cubicBezTo>
                  <a:cubicBezTo>
                    <a:pt x="420" y="926"/>
                    <a:pt x="670" y="1373"/>
                    <a:pt x="1002" y="1776"/>
                  </a:cubicBezTo>
                  <a:cubicBezTo>
                    <a:pt x="1498" y="2374"/>
                    <a:pt x="1972" y="2990"/>
                    <a:pt x="2412" y="3627"/>
                  </a:cubicBezTo>
                  <a:cubicBezTo>
                    <a:pt x="3039" y="4536"/>
                    <a:pt x="3893" y="5162"/>
                    <a:pt x="4819" y="5712"/>
                  </a:cubicBezTo>
                  <a:cubicBezTo>
                    <a:pt x="4860" y="5736"/>
                    <a:pt x="4903" y="5748"/>
                    <a:pt x="4948" y="5748"/>
                  </a:cubicBezTo>
                  <a:cubicBezTo>
                    <a:pt x="4963" y="5748"/>
                    <a:pt x="4978" y="5747"/>
                    <a:pt x="4993" y="5744"/>
                  </a:cubicBezTo>
                  <a:cubicBezTo>
                    <a:pt x="5178" y="5815"/>
                    <a:pt x="5358" y="5902"/>
                    <a:pt x="5548" y="5951"/>
                  </a:cubicBezTo>
                  <a:cubicBezTo>
                    <a:pt x="5842" y="6022"/>
                    <a:pt x="5815" y="6163"/>
                    <a:pt x="5728" y="6403"/>
                  </a:cubicBezTo>
                  <a:cubicBezTo>
                    <a:pt x="5677" y="6534"/>
                    <a:pt x="5618" y="6575"/>
                    <a:pt x="5554" y="6575"/>
                  </a:cubicBezTo>
                  <a:cubicBezTo>
                    <a:pt x="5454" y="6575"/>
                    <a:pt x="5340" y="6473"/>
                    <a:pt x="5227" y="6463"/>
                  </a:cubicBezTo>
                  <a:lnTo>
                    <a:pt x="5227" y="6463"/>
                  </a:lnTo>
                  <a:cubicBezTo>
                    <a:pt x="5410" y="6689"/>
                    <a:pt x="5518" y="6800"/>
                    <a:pt x="5627" y="6800"/>
                  </a:cubicBezTo>
                  <a:cubicBezTo>
                    <a:pt x="5722" y="6800"/>
                    <a:pt x="5817" y="6715"/>
                    <a:pt x="5962" y="6550"/>
                  </a:cubicBezTo>
                  <a:cubicBezTo>
                    <a:pt x="6009" y="6496"/>
                    <a:pt x="6044" y="6476"/>
                    <a:pt x="6077" y="6476"/>
                  </a:cubicBezTo>
                  <a:cubicBezTo>
                    <a:pt x="6114" y="6476"/>
                    <a:pt x="6148" y="6500"/>
                    <a:pt x="6191" y="6528"/>
                  </a:cubicBezTo>
                  <a:cubicBezTo>
                    <a:pt x="6419" y="6915"/>
                    <a:pt x="6762" y="7181"/>
                    <a:pt x="7083" y="7470"/>
                  </a:cubicBezTo>
                  <a:cubicBezTo>
                    <a:pt x="7171" y="7552"/>
                    <a:pt x="7279" y="7606"/>
                    <a:pt x="7318" y="7726"/>
                  </a:cubicBezTo>
                  <a:cubicBezTo>
                    <a:pt x="7416" y="8031"/>
                    <a:pt x="7633" y="8243"/>
                    <a:pt x="7867" y="8444"/>
                  </a:cubicBezTo>
                  <a:cubicBezTo>
                    <a:pt x="8025" y="8581"/>
                    <a:pt x="8210" y="8689"/>
                    <a:pt x="8374" y="8896"/>
                  </a:cubicBezTo>
                  <a:cubicBezTo>
                    <a:pt x="8214" y="8911"/>
                    <a:pt x="8074" y="8913"/>
                    <a:pt x="7940" y="8913"/>
                  </a:cubicBezTo>
                  <a:cubicBezTo>
                    <a:pt x="7873" y="8913"/>
                    <a:pt x="7807" y="8913"/>
                    <a:pt x="7742" y="8913"/>
                  </a:cubicBezTo>
                  <a:cubicBezTo>
                    <a:pt x="7318" y="8907"/>
                    <a:pt x="6915" y="8858"/>
                    <a:pt x="6681" y="8428"/>
                  </a:cubicBezTo>
                  <a:cubicBezTo>
                    <a:pt x="6632" y="8336"/>
                    <a:pt x="6534" y="8276"/>
                    <a:pt x="6446" y="8216"/>
                  </a:cubicBezTo>
                  <a:cubicBezTo>
                    <a:pt x="6331" y="8140"/>
                    <a:pt x="6232" y="8103"/>
                    <a:pt x="6151" y="8103"/>
                  </a:cubicBezTo>
                  <a:cubicBezTo>
                    <a:pt x="5999" y="8103"/>
                    <a:pt x="5909" y="8236"/>
                    <a:pt x="5891" y="8499"/>
                  </a:cubicBezTo>
                  <a:cubicBezTo>
                    <a:pt x="5837" y="9315"/>
                    <a:pt x="6267" y="10029"/>
                    <a:pt x="7024" y="10361"/>
                  </a:cubicBezTo>
                  <a:cubicBezTo>
                    <a:pt x="7421" y="10535"/>
                    <a:pt x="7829" y="10682"/>
                    <a:pt x="8178" y="10965"/>
                  </a:cubicBezTo>
                  <a:cubicBezTo>
                    <a:pt x="8276" y="11047"/>
                    <a:pt x="8395" y="11107"/>
                    <a:pt x="8526" y="11117"/>
                  </a:cubicBezTo>
                  <a:cubicBezTo>
                    <a:pt x="8569" y="11121"/>
                    <a:pt x="8615" y="11129"/>
                    <a:pt x="8659" y="11129"/>
                  </a:cubicBezTo>
                  <a:cubicBezTo>
                    <a:pt x="8737" y="11129"/>
                    <a:pt x="8807" y="11104"/>
                    <a:pt x="8831" y="10981"/>
                  </a:cubicBezTo>
                  <a:cubicBezTo>
                    <a:pt x="8439" y="10589"/>
                    <a:pt x="7965" y="10344"/>
                    <a:pt x="7432" y="10203"/>
                  </a:cubicBezTo>
                  <a:cubicBezTo>
                    <a:pt x="6637" y="9996"/>
                    <a:pt x="6131" y="9337"/>
                    <a:pt x="6272" y="8581"/>
                  </a:cubicBezTo>
                  <a:lnTo>
                    <a:pt x="6272" y="8581"/>
                  </a:lnTo>
                  <a:cubicBezTo>
                    <a:pt x="6491" y="9201"/>
                    <a:pt x="6966" y="9356"/>
                    <a:pt x="7498" y="9356"/>
                  </a:cubicBezTo>
                  <a:cubicBezTo>
                    <a:pt x="7536" y="9356"/>
                    <a:pt x="7573" y="9355"/>
                    <a:pt x="7611" y="9354"/>
                  </a:cubicBezTo>
                  <a:cubicBezTo>
                    <a:pt x="7665" y="9351"/>
                    <a:pt x="7719" y="9351"/>
                    <a:pt x="7774" y="9351"/>
                  </a:cubicBezTo>
                  <a:cubicBezTo>
                    <a:pt x="7866" y="9351"/>
                    <a:pt x="7959" y="9353"/>
                    <a:pt x="8052" y="9353"/>
                  </a:cubicBezTo>
                  <a:cubicBezTo>
                    <a:pt x="8446" y="9353"/>
                    <a:pt x="8837" y="9317"/>
                    <a:pt x="9141" y="8945"/>
                  </a:cubicBezTo>
                  <a:cubicBezTo>
                    <a:pt x="8777" y="8673"/>
                    <a:pt x="8472" y="8346"/>
                    <a:pt x="8101" y="8096"/>
                  </a:cubicBezTo>
                  <a:cubicBezTo>
                    <a:pt x="7769" y="7873"/>
                    <a:pt x="7573" y="7541"/>
                    <a:pt x="7470" y="7149"/>
                  </a:cubicBezTo>
                  <a:cubicBezTo>
                    <a:pt x="7421" y="6942"/>
                    <a:pt x="7481" y="6713"/>
                    <a:pt x="7416" y="6539"/>
                  </a:cubicBezTo>
                  <a:cubicBezTo>
                    <a:pt x="7209" y="5967"/>
                    <a:pt x="7094" y="5369"/>
                    <a:pt x="6887" y="4797"/>
                  </a:cubicBezTo>
                  <a:cubicBezTo>
                    <a:pt x="6768" y="4459"/>
                    <a:pt x="6615" y="4155"/>
                    <a:pt x="6370" y="3882"/>
                  </a:cubicBezTo>
                  <a:cubicBezTo>
                    <a:pt x="6174" y="3670"/>
                    <a:pt x="5967" y="3452"/>
                    <a:pt x="5886" y="3153"/>
                  </a:cubicBezTo>
                  <a:lnTo>
                    <a:pt x="5886" y="3153"/>
                  </a:lnTo>
                  <a:cubicBezTo>
                    <a:pt x="6218" y="3485"/>
                    <a:pt x="6534" y="3839"/>
                    <a:pt x="6926" y="4100"/>
                  </a:cubicBezTo>
                  <a:cubicBezTo>
                    <a:pt x="7279" y="4345"/>
                    <a:pt x="7503" y="4683"/>
                    <a:pt x="7628" y="5086"/>
                  </a:cubicBezTo>
                  <a:cubicBezTo>
                    <a:pt x="7731" y="5401"/>
                    <a:pt x="7791" y="5739"/>
                    <a:pt x="7960" y="6011"/>
                  </a:cubicBezTo>
                  <a:cubicBezTo>
                    <a:pt x="8238" y="6468"/>
                    <a:pt x="8553" y="6942"/>
                    <a:pt x="9125" y="7051"/>
                  </a:cubicBezTo>
                  <a:cubicBezTo>
                    <a:pt x="9517" y="7132"/>
                    <a:pt x="9860" y="7290"/>
                    <a:pt x="10203" y="7481"/>
                  </a:cubicBezTo>
                  <a:cubicBezTo>
                    <a:pt x="10276" y="7522"/>
                    <a:pt x="10337" y="7556"/>
                    <a:pt x="10382" y="7556"/>
                  </a:cubicBezTo>
                  <a:cubicBezTo>
                    <a:pt x="10438" y="7556"/>
                    <a:pt x="10470" y="7504"/>
                    <a:pt x="10470" y="7350"/>
                  </a:cubicBezTo>
                  <a:cubicBezTo>
                    <a:pt x="10474" y="7175"/>
                    <a:pt x="10557" y="7087"/>
                    <a:pt x="10691" y="7087"/>
                  </a:cubicBezTo>
                  <a:cubicBezTo>
                    <a:pt x="10740" y="7087"/>
                    <a:pt x="10795" y="7098"/>
                    <a:pt x="10856" y="7122"/>
                  </a:cubicBezTo>
                  <a:cubicBezTo>
                    <a:pt x="10911" y="7138"/>
                    <a:pt x="10965" y="7154"/>
                    <a:pt x="11025" y="7160"/>
                  </a:cubicBezTo>
                  <a:cubicBezTo>
                    <a:pt x="11061" y="7165"/>
                    <a:pt x="11101" y="7172"/>
                    <a:pt x="11139" y="7172"/>
                  </a:cubicBezTo>
                  <a:cubicBezTo>
                    <a:pt x="11185" y="7172"/>
                    <a:pt x="11229" y="7161"/>
                    <a:pt x="11259" y="7122"/>
                  </a:cubicBezTo>
                  <a:cubicBezTo>
                    <a:pt x="11324" y="7040"/>
                    <a:pt x="11243" y="6969"/>
                    <a:pt x="11210" y="6898"/>
                  </a:cubicBezTo>
                  <a:cubicBezTo>
                    <a:pt x="11128" y="6746"/>
                    <a:pt x="11003" y="6604"/>
                    <a:pt x="10987" y="6354"/>
                  </a:cubicBezTo>
                  <a:lnTo>
                    <a:pt x="10987" y="6354"/>
                  </a:lnTo>
                  <a:cubicBezTo>
                    <a:pt x="11575" y="6849"/>
                    <a:pt x="12135" y="7274"/>
                    <a:pt x="12576" y="7835"/>
                  </a:cubicBezTo>
                  <a:cubicBezTo>
                    <a:pt x="12664" y="7944"/>
                    <a:pt x="12762" y="8074"/>
                    <a:pt x="12887" y="8112"/>
                  </a:cubicBezTo>
                  <a:cubicBezTo>
                    <a:pt x="13175" y="8210"/>
                    <a:pt x="13311" y="8434"/>
                    <a:pt x="13426" y="8679"/>
                  </a:cubicBezTo>
                  <a:cubicBezTo>
                    <a:pt x="14052" y="10018"/>
                    <a:pt x="14890" y="11161"/>
                    <a:pt x="16191" y="11923"/>
                  </a:cubicBezTo>
                  <a:cubicBezTo>
                    <a:pt x="16545" y="12130"/>
                    <a:pt x="16861" y="12402"/>
                    <a:pt x="17149" y="12702"/>
                  </a:cubicBezTo>
                  <a:cubicBezTo>
                    <a:pt x="17285" y="12843"/>
                    <a:pt x="17394" y="12996"/>
                    <a:pt x="17438" y="13181"/>
                  </a:cubicBezTo>
                  <a:cubicBezTo>
                    <a:pt x="17547" y="13692"/>
                    <a:pt x="17558" y="14210"/>
                    <a:pt x="17509" y="14727"/>
                  </a:cubicBezTo>
                  <a:cubicBezTo>
                    <a:pt x="17487" y="14912"/>
                    <a:pt x="17514" y="15130"/>
                    <a:pt x="17356" y="15298"/>
                  </a:cubicBezTo>
                  <a:cubicBezTo>
                    <a:pt x="17171" y="15179"/>
                    <a:pt x="17079" y="14983"/>
                    <a:pt x="16932" y="14836"/>
                  </a:cubicBezTo>
                  <a:cubicBezTo>
                    <a:pt x="16863" y="14759"/>
                    <a:pt x="16791" y="14644"/>
                    <a:pt x="16686" y="14644"/>
                  </a:cubicBezTo>
                  <a:cubicBezTo>
                    <a:pt x="16642" y="14644"/>
                    <a:pt x="16592" y="14664"/>
                    <a:pt x="16534" y="14716"/>
                  </a:cubicBezTo>
                  <a:cubicBezTo>
                    <a:pt x="16774" y="14988"/>
                    <a:pt x="17013" y="15266"/>
                    <a:pt x="17242" y="15543"/>
                  </a:cubicBezTo>
                  <a:cubicBezTo>
                    <a:pt x="17289" y="15600"/>
                    <a:pt x="17329" y="15662"/>
                    <a:pt x="17403" y="15662"/>
                  </a:cubicBezTo>
                  <a:cubicBezTo>
                    <a:pt x="17414" y="15662"/>
                    <a:pt x="17426" y="15660"/>
                    <a:pt x="17438" y="15658"/>
                  </a:cubicBezTo>
                  <a:cubicBezTo>
                    <a:pt x="17552" y="15630"/>
                    <a:pt x="17569" y="15549"/>
                    <a:pt x="17596" y="15451"/>
                  </a:cubicBezTo>
                  <a:cubicBezTo>
                    <a:pt x="17759" y="14732"/>
                    <a:pt x="17814" y="14025"/>
                    <a:pt x="17705" y="13290"/>
                  </a:cubicBezTo>
                  <a:cubicBezTo>
                    <a:pt x="17650" y="12919"/>
                    <a:pt x="17514" y="12658"/>
                    <a:pt x="17258" y="12457"/>
                  </a:cubicBezTo>
                  <a:cubicBezTo>
                    <a:pt x="16839" y="12119"/>
                    <a:pt x="16453" y="11744"/>
                    <a:pt x="16006" y="11428"/>
                  </a:cubicBezTo>
                  <a:cubicBezTo>
                    <a:pt x="15625" y="11161"/>
                    <a:pt x="15195" y="10927"/>
                    <a:pt x="14917" y="10540"/>
                  </a:cubicBezTo>
                  <a:cubicBezTo>
                    <a:pt x="14493" y="9936"/>
                    <a:pt x="14052" y="9337"/>
                    <a:pt x="13703" y="8684"/>
                  </a:cubicBezTo>
                  <a:cubicBezTo>
                    <a:pt x="13545" y="8395"/>
                    <a:pt x="13382" y="8107"/>
                    <a:pt x="13028" y="8014"/>
                  </a:cubicBezTo>
                  <a:cubicBezTo>
                    <a:pt x="12941" y="7993"/>
                    <a:pt x="12941" y="7911"/>
                    <a:pt x="12919" y="7846"/>
                  </a:cubicBezTo>
                  <a:cubicBezTo>
                    <a:pt x="12631" y="6958"/>
                    <a:pt x="12353" y="6065"/>
                    <a:pt x="12288" y="5124"/>
                  </a:cubicBezTo>
                  <a:cubicBezTo>
                    <a:pt x="12228" y="4307"/>
                    <a:pt x="11890" y="3654"/>
                    <a:pt x="11172" y="3229"/>
                  </a:cubicBezTo>
                  <a:cubicBezTo>
                    <a:pt x="10960" y="3104"/>
                    <a:pt x="10742" y="2984"/>
                    <a:pt x="10529" y="2864"/>
                  </a:cubicBezTo>
                  <a:cubicBezTo>
                    <a:pt x="9893" y="2516"/>
                    <a:pt x="9386" y="2010"/>
                    <a:pt x="8885" y="1498"/>
                  </a:cubicBezTo>
                  <a:cubicBezTo>
                    <a:pt x="8717" y="1454"/>
                    <a:pt x="8766" y="1253"/>
                    <a:pt x="8657" y="1166"/>
                  </a:cubicBezTo>
                  <a:cubicBezTo>
                    <a:pt x="8612" y="1130"/>
                    <a:pt x="8560" y="1093"/>
                    <a:pt x="8521" y="1093"/>
                  </a:cubicBezTo>
                  <a:cubicBezTo>
                    <a:pt x="8489" y="1093"/>
                    <a:pt x="8466" y="1119"/>
                    <a:pt x="8466" y="1193"/>
                  </a:cubicBezTo>
                  <a:cubicBezTo>
                    <a:pt x="8466" y="1454"/>
                    <a:pt x="8287" y="1449"/>
                    <a:pt x="8123" y="1503"/>
                  </a:cubicBezTo>
                  <a:cubicBezTo>
                    <a:pt x="7377" y="1743"/>
                    <a:pt x="6773" y="2233"/>
                    <a:pt x="6163" y="2701"/>
                  </a:cubicBezTo>
                  <a:cubicBezTo>
                    <a:pt x="6114" y="2745"/>
                    <a:pt x="6044" y="2810"/>
                    <a:pt x="6180" y="2843"/>
                  </a:cubicBezTo>
                  <a:cubicBezTo>
                    <a:pt x="6194" y="2844"/>
                    <a:pt x="6208" y="2845"/>
                    <a:pt x="6222" y="2845"/>
                  </a:cubicBezTo>
                  <a:cubicBezTo>
                    <a:pt x="6340" y="2845"/>
                    <a:pt x="6442" y="2787"/>
                    <a:pt x="6539" y="2728"/>
                  </a:cubicBezTo>
                  <a:cubicBezTo>
                    <a:pt x="7051" y="2413"/>
                    <a:pt x="7568" y="2119"/>
                    <a:pt x="8085" y="1825"/>
                  </a:cubicBezTo>
                  <a:cubicBezTo>
                    <a:pt x="8228" y="1745"/>
                    <a:pt x="8310" y="1697"/>
                    <a:pt x="8369" y="1697"/>
                  </a:cubicBezTo>
                  <a:cubicBezTo>
                    <a:pt x="8442" y="1697"/>
                    <a:pt x="8478" y="1771"/>
                    <a:pt x="8548" y="1950"/>
                  </a:cubicBezTo>
                  <a:cubicBezTo>
                    <a:pt x="8793" y="2581"/>
                    <a:pt x="9256" y="3044"/>
                    <a:pt x="9697" y="3529"/>
                  </a:cubicBezTo>
                  <a:cubicBezTo>
                    <a:pt x="9788" y="3630"/>
                    <a:pt x="9880" y="3742"/>
                    <a:pt x="10028" y="3742"/>
                  </a:cubicBezTo>
                  <a:cubicBezTo>
                    <a:pt x="10055" y="3742"/>
                    <a:pt x="10084" y="3738"/>
                    <a:pt x="10116" y="3730"/>
                  </a:cubicBezTo>
                  <a:cubicBezTo>
                    <a:pt x="10306" y="3545"/>
                    <a:pt x="10110" y="3436"/>
                    <a:pt x="10018" y="3327"/>
                  </a:cubicBezTo>
                  <a:cubicBezTo>
                    <a:pt x="9680" y="2946"/>
                    <a:pt x="9321" y="2587"/>
                    <a:pt x="9054" y="2146"/>
                  </a:cubicBezTo>
                  <a:lnTo>
                    <a:pt x="9054" y="2146"/>
                  </a:lnTo>
                  <a:cubicBezTo>
                    <a:pt x="9642" y="2712"/>
                    <a:pt x="10301" y="3175"/>
                    <a:pt x="11009" y="3583"/>
                  </a:cubicBezTo>
                  <a:cubicBezTo>
                    <a:pt x="11520" y="3882"/>
                    <a:pt x="11760" y="4372"/>
                    <a:pt x="11841" y="4949"/>
                  </a:cubicBezTo>
                  <a:cubicBezTo>
                    <a:pt x="11929" y="5548"/>
                    <a:pt x="11923" y="6158"/>
                    <a:pt x="12135" y="6740"/>
                  </a:cubicBezTo>
                  <a:cubicBezTo>
                    <a:pt x="11961" y="6604"/>
                    <a:pt x="11858" y="6381"/>
                    <a:pt x="11656" y="6316"/>
                  </a:cubicBezTo>
                  <a:cubicBezTo>
                    <a:pt x="11003" y="6104"/>
                    <a:pt x="10851" y="5641"/>
                    <a:pt x="10954" y="5026"/>
                  </a:cubicBezTo>
                  <a:cubicBezTo>
                    <a:pt x="10960" y="4982"/>
                    <a:pt x="10954" y="4933"/>
                    <a:pt x="10949" y="4884"/>
                  </a:cubicBezTo>
                  <a:cubicBezTo>
                    <a:pt x="10905" y="4557"/>
                    <a:pt x="10753" y="4280"/>
                    <a:pt x="10557" y="4029"/>
                  </a:cubicBezTo>
                  <a:cubicBezTo>
                    <a:pt x="10504" y="3964"/>
                    <a:pt x="10434" y="3889"/>
                    <a:pt x="10369" y="3889"/>
                  </a:cubicBezTo>
                  <a:cubicBezTo>
                    <a:pt x="10320" y="3889"/>
                    <a:pt x="10274" y="3932"/>
                    <a:pt x="10241" y="4057"/>
                  </a:cubicBezTo>
                  <a:cubicBezTo>
                    <a:pt x="10246" y="4127"/>
                    <a:pt x="10263" y="4198"/>
                    <a:pt x="10290" y="4263"/>
                  </a:cubicBezTo>
                  <a:cubicBezTo>
                    <a:pt x="10470" y="4672"/>
                    <a:pt x="10540" y="5091"/>
                    <a:pt x="10437" y="5537"/>
                  </a:cubicBezTo>
                  <a:cubicBezTo>
                    <a:pt x="10399" y="5695"/>
                    <a:pt x="10410" y="5864"/>
                    <a:pt x="10399" y="6033"/>
                  </a:cubicBezTo>
                  <a:cubicBezTo>
                    <a:pt x="10382" y="6185"/>
                    <a:pt x="10399" y="6343"/>
                    <a:pt x="10578" y="6414"/>
                  </a:cubicBezTo>
                  <a:cubicBezTo>
                    <a:pt x="10660" y="6447"/>
                    <a:pt x="10736" y="6479"/>
                    <a:pt x="10709" y="6583"/>
                  </a:cubicBezTo>
                  <a:cubicBezTo>
                    <a:pt x="10686" y="6680"/>
                    <a:pt x="10611" y="6710"/>
                    <a:pt x="10529" y="6710"/>
                  </a:cubicBezTo>
                  <a:cubicBezTo>
                    <a:pt x="10515" y="6710"/>
                    <a:pt x="10500" y="6709"/>
                    <a:pt x="10486" y="6708"/>
                  </a:cubicBezTo>
                  <a:cubicBezTo>
                    <a:pt x="10437" y="6703"/>
                    <a:pt x="10388" y="6700"/>
                    <a:pt x="10340" y="6700"/>
                  </a:cubicBezTo>
                  <a:cubicBezTo>
                    <a:pt x="10165" y="6700"/>
                    <a:pt x="9997" y="6736"/>
                    <a:pt x="9844" y="6838"/>
                  </a:cubicBezTo>
                  <a:cubicBezTo>
                    <a:pt x="9815" y="6859"/>
                    <a:pt x="9781" y="6866"/>
                    <a:pt x="9747" y="6866"/>
                  </a:cubicBezTo>
                  <a:cubicBezTo>
                    <a:pt x="9709" y="6866"/>
                    <a:pt x="9671" y="6858"/>
                    <a:pt x="9637" y="6849"/>
                  </a:cubicBezTo>
                  <a:cubicBezTo>
                    <a:pt x="9223" y="6740"/>
                    <a:pt x="8836" y="6610"/>
                    <a:pt x="8532" y="6267"/>
                  </a:cubicBezTo>
                  <a:cubicBezTo>
                    <a:pt x="8248" y="5951"/>
                    <a:pt x="8134" y="5570"/>
                    <a:pt x="8036" y="5189"/>
                  </a:cubicBezTo>
                  <a:cubicBezTo>
                    <a:pt x="7748" y="4106"/>
                    <a:pt x="6866" y="3583"/>
                    <a:pt x="6055" y="2990"/>
                  </a:cubicBezTo>
                  <a:cubicBezTo>
                    <a:pt x="5652" y="2728"/>
                    <a:pt x="5249" y="2472"/>
                    <a:pt x="4840" y="2217"/>
                  </a:cubicBezTo>
                  <a:cubicBezTo>
                    <a:pt x="4579" y="2048"/>
                    <a:pt x="4296" y="1955"/>
                    <a:pt x="3964" y="1950"/>
                  </a:cubicBezTo>
                  <a:lnTo>
                    <a:pt x="3964" y="1950"/>
                  </a:lnTo>
                  <a:cubicBezTo>
                    <a:pt x="4062" y="2146"/>
                    <a:pt x="4209" y="2238"/>
                    <a:pt x="4361" y="2325"/>
                  </a:cubicBezTo>
                  <a:cubicBezTo>
                    <a:pt x="4508" y="2413"/>
                    <a:pt x="4525" y="2472"/>
                    <a:pt x="4416" y="2641"/>
                  </a:cubicBezTo>
                  <a:cubicBezTo>
                    <a:pt x="4122" y="3093"/>
                    <a:pt x="3899" y="3594"/>
                    <a:pt x="3436" y="3937"/>
                  </a:cubicBezTo>
                  <a:cubicBezTo>
                    <a:pt x="3487" y="3963"/>
                    <a:pt x="3531" y="3973"/>
                    <a:pt x="3570" y="3973"/>
                  </a:cubicBezTo>
                  <a:cubicBezTo>
                    <a:pt x="3652" y="3973"/>
                    <a:pt x="3714" y="3932"/>
                    <a:pt x="3784" y="3921"/>
                  </a:cubicBezTo>
                  <a:cubicBezTo>
                    <a:pt x="3803" y="3928"/>
                    <a:pt x="3821" y="3932"/>
                    <a:pt x="3837" y="3932"/>
                  </a:cubicBezTo>
                  <a:cubicBezTo>
                    <a:pt x="3889" y="3932"/>
                    <a:pt x="3934" y="3899"/>
                    <a:pt x="3975" y="3866"/>
                  </a:cubicBezTo>
                  <a:cubicBezTo>
                    <a:pt x="4263" y="3627"/>
                    <a:pt x="4432" y="3311"/>
                    <a:pt x="4590" y="2979"/>
                  </a:cubicBezTo>
                  <a:cubicBezTo>
                    <a:pt x="4630" y="2905"/>
                    <a:pt x="4629" y="2750"/>
                    <a:pt x="4725" y="2750"/>
                  </a:cubicBezTo>
                  <a:cubicBezTo>
                    <a:pt x="4735" y="2750"/>
                    <a:pt x="4747" y="2752"/>
                    <a:pt x="4759" y="2755"/>
                  </a:cubicBezTo>
                  <a:cubicBezTo>
                    <a:pt x="4922" y="2804"/>
                    <a:pt x="5069" y="2935"/>
                    <a:pt x="5167" y="3077"/>
                  </a:cubicBezTo>
                  <a:cubicBezTo>
                    <a:pt x="5238" y="3180"/>
                    <a:pt x="5091" y="3229"/>
                    <a:pt x="5031" y="3289"/>
                  </a:cubicBezTo>
                  <a:cubicBezTo>
                    <a:pt x="4721" y="3605"/>
                    <a:pt x="4400" y="3910"/>
                    <a:pt x="4095" y="4236"/>
                  </a:cubicBezTo>
                  <a:cubicBezTo>
                    <a:pt x="4040" y="4296"/>
                    <a:pt x="3969" y="4367"/>
                    <a:pt x="4002" y="4449"/>
                  </a:cubicBezTo>
                  <a:cubicBezTo>
                    <a:pt x="4029" y="4512"/>
                    <a:pt x="4075" y="4530"/>
                    <a:pt x="4126" y="4530"/>
                  </a:cubicBezTo>
                  <a:cubicBezTo>
                    <a:pt x="4167" y="4530"/>
                    <a:pt x="4211" y="4518"/>
                    <a:pt x="4253" y="4508"/>
                  </a:cubicBezTo>
                  <a:cubicBezTo>
                    <a:pt x="4296" y="4503"/>
                    <a:pt x="4340" y="4487"/>
                    <a:pt x="4383" y="4465"/>
                  </a:cubicBezTo>
                  <a:cubicBezTo>
                    <a:pt x="4759" y="4296"/>
                    <a:pt x="5004" y="3970"/>
                    <a:pt x="5320" y="3719"/>
                  </a:cubicBezTo>
                  <a:cubicBezTo>
                    <a:pt x="5417" y="3641"/>
                    <a:pt x="5495" y="3592"/>
                    <a:pt x="5569" y="3592"/>
                  </a:cubicBezTo>
                  <a:cubicBezTo>
                    <a:pt x="5644" y="3592"/>
                    <a:pt x="5714" y="3642"/>
                    <a:pt x="5793" y="3763"/>
                  </a:cubicBezTo>
                  <a:cubicBezTo>
                    <a:pt x="5935" y="3980"/>
                    <a:pt x="6120" y="4165"/>
                    <a:pt x="6278" y="4367"/>
                  </a:cubicBezTo>
                  <a:cubicBezTo>
                    <a:pt x="6632" y="4841"/>
                    <a:pt x="6795" y="5401"/>
                    <a:pt x="7007" y="6000"/>
                  </a:cubicBezTo>
                  <a:cubicBezTo>
                    <a:pt x="5924" y="5679"/>
                    <a:pt x="4971" y="5265"/>
                    <a:pt x="4122" y="4623"/>
                  </a:cubicBezTo>
                  <a:cubicBezTo>
                    <a:pt x="3964" y="4577"/>
                    <a:pt x="3868" y="4397"/>
                    <a:pt x="3686" y="4397"/>
                  </a:cubicBezTo>
                  <a:cubicBezTo>
                    <a:pt x="3674" y="4397"/>
                    <a:pt x="3661" y="4398"/>
                    <a:pt x="3648" y="4400"/>
                  </a:cubicBezTo>
                  <a:cubicBezTo>
                    <a:pt x="3000" y="4002"/>
                    <a:pt x="2559" y="3387"/>
                    <a:pt x="2124" y="2804"/>
                  </a:cubicBezTo>
                  <a:cubicBezTo>
                    <a:pt x="1634" y="2146"/>
                    <a:pt x="1068" y="1541"/>
                    <a:pt x="676" y="812"/>
                  </a:cubicBezTo>
                  <a:cubicBezTo>
                    <a:pt x="529" y="529"/>
                    <a:pt x="355" y="25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24"/>
            <p:cNvSpPr/>
            <p:nvPr/>
          </p:nvSpPr>
          <p:spPr>
            <a:xfrm>
              <a:off x="2783632" y="3187581"/>
              <a:ext cx="282006" cy="522588"/>
            </a:xfrm>
            <a:custGeom>
              <a:rect b="b" l="l" r="r" t="t"/>
              <a:pathLst>
                <a:path extrusionOk="0" h="9121" w="4922">
                  <a:moveTo>
                    <a:pt x="561" y="0"/>
                  </a:moveTo>
                  <a:cubicBezTo>
                    <a:pt x="541" y="0"/>
                    <a:pt x="519" y="4"/>
                    <a:pt x="496" y="12"/>
                  </a:cubicBezTo>
                  <a:cubicBezTo>
                    <a:pt x="316" y="306"/>
                    <a:pt x="289" y="687"/>
                    <a:pt x="0" y="927"/>
                  </a:cubicBezTo>
                  <a:cubicBezTo>
                    <a:pt x="115" y="1384"/>
                    <a:pt x="131" y="1857"/>
                    <a:pt x="109" y="2326"/>
                  </a:cubicBezTo>
                  <a:cubicBezTo>
                    <a:pt x="159" y="2440"/>
                    <a:pt x="225" y="2520"/>
                    <a:pt x="342" y="2520"/>
                  </a:cubicBezTo>
                  <a:cubicBezTo>
                    <a:pt x="364" y="2520"/>
                    <a:pt x="388" y="2517"/>
                    <a:pt x="414" y="2511"/>
                  </a:cubicBezTo>
                  <a:cubicBezTo>
                    <a:pt x="496" y="2445"/>
                    <a:pt x="447" y="2331"/>
                    <a:pt x="534" y="2211"/>
                  </a:cubicBezTo>
                  <a:cubicBezTo>
                    <a:pt x="757" y="3186"/>
                    <a:pt x="1280" y="3932"/>
                    <a:pt x="2025" y="4530"/>
                  </a:cubicBezTo>
                  <a:cubicBezTo>
                    <a:pt x="2096" y="4585"/>
                    <a:pt x="2156" y="4661"/>
                    <a:pt x="2211" y="4737"/>
                  </a:cubicBezTo>
                  <a:cubicBezTo>
                    <a:pt x="2281" y="4841"/>
                    <a:pt x="2325" y="4950"/>
                    <a:pt x="2309" y="5069"/>
                  </a:cubicBezTo>
                  <a:cubicBezTo>
                    <a:pt x="2238" y="5489"/>
                    <a:pt x="2287" y="5924"/>
                    <a:pt x="2162" y="6327"/>
                  </a:cubicBezTo>
                  <a:cubicBezTo>
                    <a:pt x="1976" y="6904"/>
                    <a:pt x="1677" y="7416"/>
                    <a:pt x="1154" y="7759"/>
                  </a:cubicBezTo>
                  <a:cubicBezTo>
                    <a:pt x="953" y="7889"/>
                    <a:pt x="964" y="8036"/>
                    <a:pt x="1203" y="8222"/>
                  </a:cubicBezTo>
                  <a:cubicBezTo>
                    <a:pt x="1231" y="8216"/>
                    <a:pt x="1252" y="8216"/>
                    <a:pt x="1280" y="8216"/>
                  </a:cubicBezTo>
                  <a:cubicBezTo>
                    <a:pt x="1360" y="8222"/>
                    <a:pt x="1438" y="8226"/>
                    <a:pt x="1515" y="8226"/>
                  </a:cubicBezTo>
                  <a:cubicBezTo>
                    <a:pt x="1895" y="8226"/>
                    <a:pt x="2237" y="8131"/>
                    <a:pt x="2499" y="7764"/>
                  </a:cubicBezTo>
                  <a:cubicBezTo>
                    <a:pt x="2553" y="7689"/>
                    <a:pt x="2614" y="7657"/>
                    <a:pt x="2676" y="7657"/>
                  </a:cubicBezTo>
                  <a:cubicBezTo>
                    <a:pt x="2770" y="7657"/>
                    <a:pt x="2863" y="7732"/>
                    <a:pt x="2929" y="7840"/>
                  </a:cubicBezTo>
                  <a:cubicBezTo>
                    <a:pt x="3033" y="8009"/>
                    <a:pt x="3027" y="8200"/>
                    <a:pt x="2973" y="8385"/>
                  </a:cubicBezTo>
                  <a:cubicBezTo>
                    <a:pt x="2929" y="8532"/>
                    <a:pt x="2853" y="8668"/>
                    <a:pt x="2799" y="8809"/>
                  </a:cubicBezTo>
                  <a:cubicBezTo>
                    <a:pt x="2766" y="8897"/>
                    <a:pt x="2706" y="8995"/>
                    <a:pt x="2788" y="9076"/>
                  </a:cubicBezTo>
                  <a:cubicBezTo>
                    <a:pt x="2820" y="9108"/>
                    <a:pt x="2856" y="9120"/>
                    <a:pt x="2894" y="9120"/>
                  </a:cubicBezTo>
                  <a:cubicBezTo>
                    <a:pt x="2946" y="9120"/>
                    <a:pt x="3001" y="9098"/>
                    <a:pt x="3054" y="9076"/>
                  </a:cubicBezTo>
                  <a:cubicBezTo>
                    <a:pt x="3209" y="9020"/>
                    <a:pt x="3354" y="8890"/>
                    <a:pt x="3516" y="8890"/>
                  </a:cubicBezTo>
                  <a:cubicBezTo>
                    <a:pt x="3526" y="8890"/>
                    <a:pt x="3535" y="8890"/>
                    <a:pt x="3544" y="8891"/>
                  </a:cubicBezTo>
                  <a:cubicBezTo>
                    <a:pt x="3576" y="8895"/>
                    <a:pt x="3608" y="8897"/>
                    <a:pt x="3638" y="8897"/>
                  </a:cubicBezTo>
                  <a:cubicBezTo>
                    <a:pt x="3955" y="8897"/>
                    <a:pt x="4195" y="8703"/>
                    <a:pt x="4448" y="8559"/>
                  </a:cubicBezTo>
                  <a:cubicBezTo>
                    <a:pt x="4704" y="8412"/>
                    <a:pt x="4862" y="8173"/>
                    <a:pt x="4884" y="7868"/>
                  </a:cubicBezTo>
                  <a:cubicBezTo>
                    <a:pt x="4922" y="7323"/>
                    <a:pt x="4851" y="6784"/>
                    <a:pt x="4617" y="6283"/>
                  </a:cubicBezTo>
                  <a:cubicBezTo>
                    <a:pt x="4225" y="5461"/>
                    <a:pt x="3964" y="4596"/>
                    <a:pt x="3637" y="3752"/>
                  </a:cubicBezTo>
                  <a:cubicBezTo>
                    <a:pt x="3419" y="3191"/>
                    <a:pt x="3419" y="2620"/>
                    <a:pt x="3697" y="2070"/>
                  </a:cubicBezTo>
                  <a:cubicBezTo>
                    <a:pt x="3720" y="2031"/>
                    <a:pt x="3732" y="1972"/>
                    <a:pt x="3774" y="1972"/>
                  </a:cubicBezTo>
                  <a:cubicBezTo>
                    <a:pt x="3790" y="1972"/>
                    <a:pt x="3811" y="1981"/>
                    <a:pt x="3838" y="2004"/>
                  </a:cubicBezTo>
                  <a:cubicBezTo>
                    <a:pt x="3942" y="1901"/>
                    <a:pt x="3866" y="1760"/>
                    <a:pt x="3904" y="1645"/>
                  </a:cubicBezTo>
                  <a:cubicBezTo>
                    <a:pt x="3876" y="1553"/>
                    <a:pt x="3806" y="1520"/>
                    <a:pt x="3724" y="1493"/>
                  </a:cubicBezTo>
                  <a:cubicBezTo>
                    <a:pt x="3420" y="1400"/>
                    <a:pt x="3118" y="1327"/>
                    <a:pt x="2819" y="1327"/>
                  </a:cubicBezTo>
                  <a:cubicBezTo>
                    <a:pt x="2540" y="1327"/>
                    <a:pt x="2263" y="1390"/>
                    <a:pt x="1987" y="1558"/>
                  </a:cubicBezTo>
                  <a:cubicBezTo>
                    <a:pt x="1808" y="1672"/>
                    <a:pt x="1590" y="1711"/>
                    <a:pt x="1389" y="1770"/>
                  </a:cubicBezTo>
                  <a:cubicBezTo>
                    <a:pt x="1312" y="1795"/>
                    <a:pt x="1234" y="1814"/>
                    <a:pt x="1155" y="1814"/>
                  </a:cubicBezTo>
                  <a:cubicBezTo>
                    <a:pt x="1109" y="1814"/>
                    <a:pt x="1064" y="1808"/>
                    <a:pt x="1018" y="1792"/>
                  </a:cubicBezTo>
                  <a:cubicBezTo>
                    <a:pt x="1383" y="1634"/>
                    <a:pt x="1753" y="1525"/>
                    <a:pt x="2118" y="1389"/>
                  </a:cubicBezTo>
                  <a:cubicBezTo>
                    <a:pt x="2221" y="1351"/>
                    <a:pt x="2336" y="1308"/>
                    <a:pt x="2336" y="1182"/>
                  </a:cubicBezTo>
                  <a:cubicBezTo>
                    <a:pt x="2330" y="1074"/>
                    <a:pt x="2216" y="1041"/>
                    <a:pt x="2134" y="1008"/>
                  </a:cubicBezTo>
                  <a:cubicBezTo>
                    <a:pt x="1628" y="796"/>
                    <a:pt x="1193" y="475"/>
                    <a:pt x="773" y="121"/>
                  </a:cubicBezTo>
                  <a:cubicBezTo>
                    <a:pt x="711" y="68"/>
                    <a:pt x="649" y="0"/>
                    <a:pt x="5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24"/>
            <p:cNvSpPr/>
            <p:nvPr/>
          </p:nvSpPr>
          <p:spPr>
            <a:xfrm>
              <a:off x="3051253" y="2000220"/>
              <a:ext cx="646345" cy="429942"/>
            </a:xfrm>
            <a:custGeom>
              <a:rect b="b" l="l" r="r" t="t"/>
              <a:pathLst>
                <a:path extrusionOk="0" h="7504" w="11281">
                  <a:moveTo>
                    <a:pt x="3615" y="1557"/>
                  </a:moveTo>
                  <a:cubicBezTo>
                    <a:pt x="3793" y="1621"/>
                    <a:pt x="3976" y="1672"/>
                    <a:pt x="4162" y="1718"/>
                  </a:cubicBezTo>
                  <a:lnTo>
                    <a:pt x="4162" y="1718"/>
                  </a:lnTo>
                  <a:cubicBezTo>
                    <a:pt x="3966" y="1677"/>
                    <a:pt x="3777" y="1640"/>
                    <a:pt x="3615" y="1557"/>
                  </a:cubicBezTo>
                  <a:close/>
                  <a:moveTo>
                    <a:pt x="235" y="0"/>
                  </a:moveTo>
                  <a:cubicBezTo>
                    <a:pt x="158" y="0"/>
                    <a:pt x="79" y="18"/>
                    <a:pt x="0" y="65"/>
                  </a:cubicBezTo>
                  <a:cubicBezTo>
                    <a:pt x="316" y="321"/>
                    <a:pt x="779" y="223"/>
                    <a:pt x="1111" y="512"/>
                  </a:cubicBezTo>
                  <a:cubicBezTo>
                    <a:pt x="1087" y="518"/>
                    <a:pt x="1063" y="520"/>
                    <a:pt x="1038" y="520"/>
                  </a:cubicBezTo>
                  <a:cubicBezTo>
                    <a:pt x="975" y="520"/>
                    <a:pt x="910" y="506"/>
                    <a:pt x="852" y="506"/>
                  </a:cubicBezTo>
                  <a:cubicBezTo>
                    <a:pt x="783" y="506"/>
                    <a:pt x="723" y="525"/>
                    <a:pt x="686" y="604"/>
                  </a:cubicBezTo>
                  <a:cubicBezTo>
                    <a:pt x="599" y="784"/>
                    <a:pt x="757" y="909"/>
                    <a:pt x="839" y="1045"/>
                  </a:cubicBezTo>
                  <a:cubicBezTo>
                    <a:pt x="1116" y="1502"/>
                    <a:pt x="1563" y="1764"/>
                    <a:pt x="2036" y="1943"/>
                  </a:cubicBezTo>
                  <a:cubicBezTo>
                    <a:pt x="2662" y="2183"/>
                    <a:pt x="3256" y="2504"/>
                    <a:pt x="3904" y="2689"/>
                  </a:cubicBezTo>
                  <a:cubicBezTo>
                    <a:pt x="3980" y="2711"/>
                    <a:pt x="4023" y="2749"/>
                    <a:pt x="4034" y="2831"/>
                  </a:cubicBezTo>
                  <a:cubicBezTo>
                    <a:pt x="4100" y="2989"/>
                    <a:pt x="4132" y="3136"/>
                    <a:pt x="3969" y="3250"/>
                  </a:cubicBezTo>
                  <a:cubicBezTo>
                    <a:pt x="3991" y="3274"/>
                    <a:pt x="4012" y="3285"/>
                    <a:pt x="4035" y="3285"/>
                  </a:cubicBezTo>
                  <a:cubicBezTo>
                    <a:pt x="4057" y="3285"/>
                    <a:pt x="4081" y="3274"/>
                    <a:pt x="4105" y="3255"/>
                  </a:cubicBezTo>
                  <a:cubicBezTo>
                    <a:pt x="4215" y="3011"/>
                    <a:pt x="4267" y="2907"/>
                    <a:pt x="4383" y="2907"/>
                  </a:cubicBezTo>
                  <a:cubicBezTo>
                    <a:pt x="4463" y="2907"/>
                    <a:pt x="4573" y="2956"/>
                    <a:pt x="4753" y="3043"/>
                  </a:cubicBezTo>
                  <a:cubicBezTo>
                    <a:pt x="5058" y="3195"/>
                    <a:pt x="5341" y="3397"/>
                    <a:pt x="5657" y="3517"/>
                  </a:cubicBezTo>
                  <a:cubicBezTo>
                    <a:pt x="6511" y="3849"/>
                    <a:pt x="7214" y="4453"/>
                    <a:pt x="7769" y="5106"/>
                  </a:cubicBezTo>
                  <a:cubicBezTo>
                    <a:pt x="8498" y="5956"/>
                    <a:pt x="9320" y="6642"/>
                    <a:pt x="10257" y="7191"/>
                  </a:cubicBezTo>
                  <a:cubicBezTo>
                    <a:pt x="10600" y="7395"/>
                    <a:pt x="10784" y="7503"/>
                    <a:pt x="10900" y="7503"/>
                  </a:cubicBezTo>
                  <a:cubicBezTo>
                    <a:pt x="11063" y="7503"/>
                    <a:pt x="11090" y="7287"/>
                    <a:pt x="11237" y="6816"/>
                  </a:cubicBezTo>
                  <a:cubicBezTo>
                    <a:pt x="11248" y="6783"/>
                    <a:pt x="11253" y="6745"/>
                    <a:pt x="11258" y="6712"/>
                  </a:cubicBezTo>
                  <a:cubicBezTo>
                    <a:pt x="11280" y="6598"/>
                    <a:pt x="11193" y="6544"/>
                    <a:pt x="11128" y="6478"/>
                  </a:cubicBezTo>
                  <a:cubicBezTo>
                    <a:pt x="10562" y="5934"/>
                    <a:pt x="10001" y="5379"/>
                    <a:pt x="9473" y="4791"/>
                  </a:cubicBezTo>
                  <a:cubicBezTo>
                    <a:pt x="9043" y="4312"/>
                    <a:pt x="8607" y="3822"/>
                    <a:pt x="8085" y="3440"/>
                  </a:cubicBezTo>
                  <a:cubicBezTo>
                    <a:pt x="6985" y="2646"/>
                    <a:pt x="5753" y="2127"/>
                    <a:pt x="4446" y="1784"/>
                  </a:cubicBezTo>
                  <a:lnTo>
                    <a:pt x="4446" y="1784"/>
                  </a:lnTo>
                  <a:cubicBezTo>
                    <a:pt x="4913" y="1891"/>
                    <a:pt x="5390" y="1992"/>
                    <a:pt x="5831" y="2216"/>
                  </a:cubicBezTo>
                  <a:cubicBezTo>
                    <a:pt x="5869" y="2236"/>
                    <a:pt x="5911" y="2249"/>
                    <a:pt x="5953" y="2249"/>
                  </a:cubicBezTo>
                  <a:cubicBezTo>
                    <a:pt x="6000" y="2249"/>
                    <a:pt x="6049" y="2232"/>
                    <a:pt x="6092" y="2188"/>
                  </a:cubicBezTo>
                  <a:cubicBezTo>
                    <a:pt x="5602" y="1916"/>
                    <a:pt x="5150" y="1579"/>
                    <a:pt x="4573" y="1481"/>
                  </a:cubicBezTo>
                  <a:cubicBezTo>
                    <a:pt x="4339" y="1443"/>
                    <a:pt x="4094" y="1366"/>
                    <a:pt x="3876" y="1257"/>
                  </a:cubicBezTo>
                  <a:cubicBezTo>
                    <a:pt x="2864" y="751"/>
                    <a:pt x="1797" y="397"/>
                    <a:pt x="708" y="114"/>
                  </a:cubicBezTo>
                  <a:cubicBezTo>
                    <a:pt x="557" y="77"/>
                    <a:pt x="398" y="0"/>
                    <a:pt x="2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24"/>
            <p:cNvSpPr/>
            <p:nvPr/>
          </p:nvSpPr>
          <p:spPr>
            <a:xfrm>
              <a:off x="1713435" y="1849824"/>
              <a:ext cx="347551" cy="455151"/>
            </a:xfrm>
            <a:custGeom>
              <a:rect b="b" l="l" r="r" t="t"/>
              <a:pathLst>
                <a:path extrusionOk="0" h="7944" w="6066">
                  <a:moveTo>
                    <a:pt x="1" y="1"/>
                  </a:moveTo>
                  <a:lnTo>
                    <a:pt x="1" y="1"/>
                  </a:lnTo>
                  <a:cubicBezTo>
                    <a:pt x="23" y="66"/>
                    <a:pt x="39" y="137"/>
                    <a:pt x="66" y="197"/>
                  </a:cubicBezTo>
                  <a:cubicBezTo>
                    <a:pt x="1166" y="2304"/>
                    <a:pt x="2630" y="4149"/>
                    <a:pt x="4100" y="5989"/>
                  </a:cubicBezTo>
                  <a:cubicBezTo>
                    <a:pt x="4432" y="6408"/>
                    <a:pt x="4819" y="6795"/>
                    <a:pt x="5020" y="7301"/>
                  </a:cubicBezTo>
                  <a:cubicBezTo>
                    <a:pt x="5205" y="7519"/>
                    <a:pt x="5347" y="7769"/>
                    <a:pt x="5581" y="7944"/>
                  </a:cubicBezTo>
                  <a:cubicBezTo>
                    <a:pt x="5723" y="7846"/>
                    <a:pt x="5733" y="7688"/>
                    <a:pt x="5761" y="7535"/>
                  </a:cubicBezTo>
                  <a:cubicBezTo>
                    <a:pt x="5886" y="6664"/>
                    <a:pt x="6066" y="5799"/>
                    <a:pt x="5913" y="4906"/>
                  </a:cubicBezTo>
                  <a:cubicBezTo>
                    <a:pt x="5853" y="4547"/>
                    <a:pt x="5728" y="4198"/>
                    <a:pt x="5728" y="3833"/>
                  </a:cubicBezTo>
                  <a:cubicBezTo>
                    <a:pt x="5412" y="3610"/>
                    <a:pt x="5265" y="3218"/>
                    <a:pt x="4917" y="3028"/>
                  </a:cubicBezTo>
                  <a:cubicBezTo>
                    <a:pt x="3447" y="2233"/>
                    <a:pt x="2042" y="1335"/>
                    <a:pt x="671" y="382"/>
                  </a:cubicBezTo>
                  <a:cubicBezTo>
                    <a:pt x="464" y="235"/>
                    <a:pt x="268" y="50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24"/>
            <p:cNvSpPr/>
            <p:nvPr/>
          </p:nvSpPr>
          <p:spPr>
            <a:xfrm>
              <a:off x="2065622" y="2878480"/>
              <a:ext cx="749247" cy="830033"/>
            </a:xfrm>
            <a:custGeom>
              <a:rect b="b" l="l" r="r" t="t"/>
              <a:pathLst>
                <a:path extrusionOk="0" h="14487" w="13077">
                  <a:moveTo>
                    <a:pt x="6015" y="1"/>
                  </a:moveTo>
                  <a:cubicBezTo>
                    <a:pt x="5329" y="1"/>
                    <a:pt x="4657" y="129"/>
                    <a:pt x="4023" y="502"/>
                  </a:cubicBezTo>
                  <a:cubicBezTo>
                    <a:pt x="3620" y="741"/>
                    <a:pt x="3419" y="1041"/>
                    <a:pt x="3528" y="1487"/>
                  </a:cubicBezTo>
                  <a:cubicBezTo>
                    <a:pt x="3778" y="2500"/>
                    <a:pt x="4061" y="3507"/>
                    <a:pt x="4345" y="4514"/>
                  </a:cubicBezTo>
                  <a:cubicBezTo>
                    <a:pt x="4551" y="5233"/>
                    <a:pt x="4845" y="5930"/>
                    <a:pt x="4965" y="6675"/>
                  </a:cubicBezTo>
                  <a:cubicBezTo>
                    <a:pt x="5183" y="7977"/>
                    <a:pt x="5145" y="9294"/>
                    <a:pt x="5188" y="10601"/>
                  </a:cubicBezTo>
                  <a:cubicBezTo>
                    <a:pt x="5210" y="11314"/>
                    <a:pt x="4595" y="11793"/>
                    <a:pt x="4100" y="11836"/>
                  </a:cubicBezTo>
                  <a:cubicBezTo>
                    <a:pt x="3435" y="11891"/>
                    <a:pt x="3141" y="12315"/>
                    <a:pt x="3071" y="12920"/>
                  </a:cubicBezTo>
                  <a:cubicBezTo>
                    <a:pt x="3033" y="13203"/>
                    <a:pt x="2907" y="13399"/>
                    <a:pt x="2700" y="13573"/>
                  </a:cubicBezTo>
                  <a:cubicBezTo>
                    <a:pt x="2276" y="13932"/>
                    <a:pt x="1726" y="13949"/>
                    <a:pt x="1231" y="14106"/>
                  </a:cubicBezTo>
                  <a:cubicBezTo>
                    <a:pt x="1095" y="14152"/>
                    <a:pt x="950" y="14184"/>
                    <a:pt x="793" y="14184"/>
                  </a:cubicBezTo>
                  <a:cubicBezTo>
                    <a:pt x="705" y="14184"/>
                    <a:pt x="613" y="14174"/>
                    <a:pt x="517" y="14150"/>
                  </a:cubicBezTo>
                  <a:cubicBezTo>
                    <a:pt x="964" y="13791"/>
                    <a:pt x="1301" y="13388"/>
                    <a:pt x="1661" y="12952"/>
                  </a:cubicBezTo>
                  <a:cubicBezTo>
                    <a:pt x="1641" y="12949"/>
                    <a:pt x="1624" y="12947"/>
                    <a:pt x="1607" y="12947"/>
                  </a:cubicBezTo>
                  <a:cubicBezTo>
                    <a:pt x="1437" y="12947"/>
                    <a:pt x="1404" y="13111"/>
                    <a:pt x="1280" y="13116"/>
                  </a:cubicBezTo>
                  <a:cubicBezTo>
                    <a:pt x="986" y="13497"/>
                    <a:pt x="528" y="13698"/>
                    <a:pt x="234" y="14079"/>
                  </a:cubicBezTo>
                  <a:cubicBezTo>
                    <a:pt x="169" y="14166"/>
                    <a:pt x="0" y="14237"/>
                    <a:pt x="55" y="14351"/>
                  </a:cubicBezTo>
                  <a:cubicBezTo>
                    <a:pt x="109" y="14455"/>
                    <a:pt x="272" y="14460"/>
                    <a:pt x="403" y="14471"/>
                  </a:cubicBezTo>
                  <a:cubicBezTo>
                    <a:pt x="506" y="14482"/>
                    <a:pt x="609" y="14487"/>
                    <a:pt x="710" y="14487"/>
                  </a:cubicBezTo>
                  <a:cubicBezTo>
                    <a:pt x="1352" y="14487"/>
                    <a:pt x="1960" y="14290"/>
                    <a:pt x="2543" y="14036"/>
                  </a:cubicBezTo>
                  <a:cubicBezTo>
                    <a:pt x="2924" y="13872"/>
                    <a:pt x="3218" y="13562"/>
                    <a:pt x="3261" y="13105"/>
                  </a:cubicBezTo>
                  <a:cubicBezTo>
                    <a:pt x="3343" y="12261"/>
                    <a:pt x="3375" y="12207"/>
                    <a:pt x="4154" y="11989"/>
                  </a:cubicBezTo>
                  <a:cubicBezTo>
                    <a:pt x="4791" y="11815"/>
                    <a:pt x="5254" y="11488"/>
                    <a:pt x="5477" y="10818"/>
                  </a:cubicBezTo>
                  <a:cubicBezTo>
                    <a:pt x="5608" y="10421"/>
                    <a:pt x="5515" y="10051"/>
                    <a:pt x="5488" y="9675"/>
                  </a:cubicBezTo>
                  <a:cubicBezTo>
                    <a:pt x="5433" y="8973"/>
                    <a:pt x="5482" y="8309"/>
                    <a:pt x="5760" y="7655"/>
                  </a:cubicBezTo>
                  <a:cubicBezTo>
                    <a:pt x="6081" y="6910"/>
                    <a:pt x="6288" y="6120"/>
                    <a:pt x="6288" y="5309"/>
                  </a:cubicBezTo>
                  <a:cubicBezTo>
                    <a:pt x="6293" y="4574"/>
                    <a:pt x="6462" y="3894"/>
                    <a:pt x="6751" y="3229"/>
                  </a:cubicBezTo>
                  <a:cubicBezTo>
                    <a:pt x="6789" y="3148"/>
                    <a:pt x="6816" y="3055"/>
                    <a:pt x="6871" y="2979"/>
                  </a:cubicBezTo>
                  <a:cubicBezTo>
                    <a:pt x="7426" y="2157"/>
                    <a:pt x="8215" y="1656"/>
                    <a:pt x="9119" y="1286"/>
                  </a:cubicBezTo>
                  <a:cubicBezTo>
                    <a:pt x="9370" y="1181"/>
                    <a:pt x="9611" y="1131"/>
                    <a:pt x="9854" y="1131"/>
                  </a:cubicBezTo>
                  <a:cubicBezTo>
                    <a:pt x="10091" y="1131"/>
                    <a:pt x="10328" y="1178"/>
                    <a:pt x="10578" y="1270"/>
                  </a:cubicBezTo>
                  <a:cubicBezTo>
                    <a:pt x="11054" y="1448"/>
                    <a:pt x="11548" y="1587"/>
                    <a:pt x="12062" y="1587"/>
                  </a:cubicBezTo>
                  <a:cubicBezTo>
                    <a:pt x="12129" y="1587"/>
                    <a:pt x="12197" y="1585"/>
                    <a:pt x="12266" y="1580"/>
                  </a:cubicBezTo>
                  <a:cubicBezTo>
                    <a:pt x="12788" y="1547"/>
                    <a:pt x="13077" y="1231"/>
                    <a:pt x="12984" y="763"/>
                  </a:cubicBezTo>
                  <a:lnTo>
                    <a:pt x="12984" y="763"/>
                  </a:lnTo>
                  <a:cubicBezTo>
                    <a:pt x="12799" y="932"/>
                    <a:pt x="12696" y="1210"/>
                    <a:pt x="12418" y="1226"/>
                  </a:cubicBezTo>
                  <a:cubicBezTo>
                    <a:pt x="12279" y="1236"/>
                    <a:pt x="12139" y="1244"/>
                    <a:pt x="12000" y="1244"/>
                  </a:cubicBezTo>
                  <a:cubicBezTo>
                    <a:pt x="11823" y="1244"/>
                    <a:pt x="11647" y="1230"/>
                    <a:pt x="11471" y="1188"/>
                  </a:cubicBezTo>
                  <a:cubicBezTo>
                    <a:pt x="9957" y="812"/>
                    <a:pt x="8487" y="262"/>
                    <a:pt x="6936" y="66"/>
                  </a:cubicBezTo>
                  <a:cubicBezTo>
                    <a:pt x="6628" y="26"/>
                    <a:pt x="6320" y="1"/>
                    <a:pt x="60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24"/>
            <p:cNvSpPr/>
            <p:nvPr/>
          </p:nvSpPr>
          <p:spPr>
            <a:xfrm>
              <a:off x="2747135" y="3302111"/>
              <a:ext cx="304179" cy="800984"/>
            </a:xfrm>
            <a:custGeom>
              <a:rect b="b" l="l" r="r" t="t"/>
              <a:pathLst>
                <a:path extrusionOk="0" h="13980" w="5309">
                  <a:moveTo>
                    <a:pt x="1187" y="0"/>
                  </a:moveTo>
                  <a:cubicBezTo>
                    <a:pt x="1024" y="147"/>
                    <a:pt x="964" y="299"/>
                    <a:pt x="1056" y="501"/>
                  </a:cubicBezTo>
                  <a:cubicBezTo>
                    <a:pt x="958" y="637"/>
                    <a:pt x="1024" y="773"/>
                    <a:pt x="1078" y="898"/>
                  </a:cubicBezTo>
                  <a:cubicBezTo>
                    <a:pt x="1323" y="1503"/>
                    <a:pt x="1612" y="2074"/>
                    <a:pt x="2156" y="2482"/>
                  </a:cubicBezTo>
                  <a:cubicBezTo>
                    <a:pt x="2363" y="2635"/>
                    <a:pt x="2554" y="2825"/>
                    <a:pt x="2564" y="3114"/>
                  </a:cubicBezTo>
                  <a:cubicBezTo>
                    <a:pt x="2581" y="3920"/>
                    <a:pt x="2385" y="4649"/>
                    <a:pt x="1851" y="5270"/>
                  </a:cubicBezTo>
                  <a:cubicBezTo>
                    <a:pt x="1779" y="5355"/>
                    <a:pt x="1726" y="5400"/>
                    <a:pt x="1678" y="5400"/>
                  </a:cubicBezTo>
                  <a:cubicBezTo>
                    <a:pt x="1627" y="5400"/>
                    <a:pt x="1583" y="5351"/>
                    <a:pt x="1530" y="5248"/>
                  </a:cubicBezTo>
                  <a:cubicBezTo>
                    <a:pt x="1285" y="4791"/>
                    <a:pt x="1149" y="4284"/>
                    <a:pt x="920" y="3822"/>
                  </a:cubicBezTo>
                  <a:cubicBezTo>
                    <a:pt x="572" y="3125"/>
                    <a:pt x="528" y="2412"/>
                    <a:pt x="643" y="1660"/>
                  </a:cubicBezTo>
                  <a:cubicBezTo>
                    <a:pt x="670" y="1503"/>
                    <a:pt x="708" y="1328"/>
                    <a:pt x="556" y="1203"/>
                  </a:cubicBezTo>
                  <a:cubicBezTo>
                    <a:pt x="512" y="1170"/>
                    <a:pt x="473" y="1143"/>
                    <a:pt x="439" y="1143"/>
                  </a:cubicBezTo>
                  <a:cubicBezTo>
                    <a:pt x="405" y="1143"/>
                    <a:pt x="376" y="1170"/>
                    <a:pt x="354" y="1247"/>
                  </a:cubicBezTo>
                  <a:cubicBezTo>
                    <a:pt x="164" y="1933"/>
                    <a:pt x="0" y="2629"/>
                    <a:pt x="256" y="3326"/>
                  </a:cubicBezTo>
                  <a:cubicBezTo>
                    <a:pt x="752" y="4682"/>
                    <a:pt x="1356" y="5999"/>
                    <a:pt x="1949" y="7317"/>
                  </a:cubicBezTo>
                  <a:cubicBezTo>
                    <a:pt x="2456" y="8427"/>
                    <a:pt x="3223" y="9375"/>
                    <a:pt x="4029" y="10278"/>
                  </a:cubicBezTo>
                  <a:cubicBezTo>
                    <a:pt x="4356" y="10643"/>
                    <a:pt x="4650" y="11024"/>
                    <a:pt x="4775" y="11503"/>
                  </a:cubicBezTo>
                  <a:cubicBezTo>
                    <a:pt x="4900" y="12009"/>
                    <a:pt x="4851" y="12483"/>
                    <a:pt x="4454" y="12968"/>
                  </a:cubicBezTo>
                  <a:cubicBezTo>
                    <a:pt x="4448" y="12510"/>
                    <a:pt x="4486" y="12129"/>
                    <a:pt x="4290" y="11705"/>
                  </a:cubicBezTo>
                  <a:cubicBezTo>
                    <a:pt x="4214" y="11911"/>
                    <a:pt x="4170" y="12042"/>
                    <a:pt x="4121" y="12167"/>
                  </a:cubicBezTo>
                  <a:cubicBezTo>
                    <a:pt x="3925" y="12684"/>
                    <a:pt x="3670" y="13147"/>
                    <a:pt x="3212" y="13485"/>
                  </a:cubicBezTo>
                  <a:cubicBezTo>
                    <a:pt x="3050" y="13602"/>
                    <a:pt x="2878" y="13660"/>
                    <a:pt x="2711" y="13660"/>
                  </a:cubicBezTo>
                  <a:cubicBezTo>
                    <a:pt x="2453" y="13660"/>
                    <a:pt x="2206" y="13520"/>
                    <a:pt x="2031" y="13245"/>
                  </a:cubicBezTo>
                  <a:cubicBezTo>
                    <a:pt x="2695" y="13093"/>
                    <a:pt x="3250" y="12287"/>
                    <a:pt x="3027" y="11792"/>
                  </a:cubicBezTo>
                  <a:lnTo>
                    <a:pt x="3027" y="11792"/>
                  </a:lnTo>
                  <a:cubicBezTo>
                    <a:pt x="2886" y="11917"/>
                    <a:pt x="2858" y="12097"/>
                    <a:pt x="2782" y="12254"/>
                  </a:cubicBezTo>
                  <a:cubicBezTo>
                    <a:pt x="2668" y="12489"/>
                    <a:pt x="2565" y="12604"/>
                    <a:pt x="2435" y="12604"/>
                  </a:cubicBezTo>
                  <a:cubicBezTo>
                    <a:pt x="2329" y="12604"/>
                    <a:pt x="2205" y="12528"/>
                    <a:pt x="2042" y="12380"/>
                  </a:cubicBezTo>
                  <a:cubicBezTo>
                    <a:pt x="1944" y="12260"/>
                    <a:pt x="1928" y="12151"/>
                    <a:pt x="1977" y="11939"/>
                  </a:cubicBezTo>
                  <a:cubicBezTo>
                    <a:pt x="2009" y="11792"/>
                    <a:pt x="1982" y="11645"/>
                    <a:pt x="1879" y="11541"/>
                  </a:cubicBezTo>
                  <a:cubicBezTo>
                    <a:pt x="1704" y="11367"/>
                    <a:pt x="1590" y="11144"/>
                    <a:pt x="1427" y="10964"/>
                  </a:cubicBezTo>
                  <a:cubicBezTo>
                    <a:pt x="1319" y="10846"/>
                    <a:pt x="1231" y="10685"/>
                    <a:pt x="1043" y="10685"/>
                  </a:cubicBezTo>
                  <a:cubicBezTo>
                    <a:pt x="1032" y="10685"/>
                    <a:pt x="1020" y="10685"/>
                    <a:pt x="1007" y="10687"/>
                  </a:cubicBezTo>
                  <a:cubicBezTo>
                    <a:pt x="888" y="11062"/>
                    <a:pt x="1231" y="11220"/>
                    <a:pt x="1378" y="11470"/>
                  </a:cubicBezTo>
                  <a:cubicBezTo>
                    <a:pt x="1443" y="11579"/>
                    <a:pt x="1661" y="11623"/>
                    <a:pt x="1519" y="11841"/>
                  </a:cubicBezTo>
                  <a:cubicBezTo>
                    <a:pt x="1438" y="11963"/>
                    <a:pt x="1359" y="12019"/>
                    <a:pt x="1256" y="12019"/>
                  </a:cubicBezTo>
                  <a:cubicBezTo>
                    <a:pt x="1207" y="12019"/>
                    <a:pt x="1152" y="12007"/>
                    <a:pt x="1089" y="11982"/>
                  </a:cubicBezTo>
                  <a:cubicBezTo>
                    <a:pt x="1065" y="11970"/>
                    <a:pt x="1036" y="11966"/>
                    <a:pt x="1004" y="11966"/>
                  </a:cubicBezTo>
                  <a:cubicBezTo>
                    <a:pt x="950" y="11966"/>
                    <a:pt x="884" y="11977"/>
                    <a:pt x="806" y="11977"/>
                  </a:cubicBezTo>
                  <a:cubicBezTo>
                    <a:pt x="958" y="12156"/>
                    <a:pt x="1138" y="12162"/>
                    <a:pt x="1274" y="12238"/>
                  </a:cubicBezTo>
                  <a:cubicBezTo>
                    <a:pt x="1438" y="12331"/>
                    <a:pt x="1634" y="12450"/>
                    <a:pt x="1416" y="12674"/>
                  </a:cubicBezTo>
                  <a:cubicBezTo>
                    <a:pt x="1361" y="12733"/>
                    <a:pt x="1334" y="12804"/>
                    <a:pt x="1367" y="12870"/>
                  </a:cubicBezTo>
                  <a:cubicBezTo>
                    <a:pt x="1563" y="13256"/>
                    <a:pt x="1851" y="13588"/>
                    <a:pt x="2156" y="13871"/>
                  </a:cubicBezTo>
                  <a:cubicBezTo>
                    <a:pt x="2239" y="13948"/>
                    <a:pt x="2390" y="13980"/>
                    <a:pt x="2565" y="13980"/>
                  </a:cubicBezTo>
                  <a:cubicBezTo>
                    <a:pt x="2938" y="13980"/>
                    <a:pt x="3424" y="13833"/>
                    <a:pt x="3610" y="13659"/>
                  </a:cubicBezTo>
                  <a:cubicBezTo>
                    <a:pt x="3882" y="13403"/>
                    <a:pt x="4111" y="13109"/>
                    <a:pt x="4328" y="12761"/>
                  </a:cubicBezTo>
                  <a:cubicBezTo>
                    <a:pt x="4426" y="12957"/>
                    <a:pt x="4372" y="13120"/>
                    <a:pt x="4377" y="13278"/>
                  </a:cubicBezTo>
                  <a:cubicBezTo>
                    <a:pt x="4383" y="13349"/>
                    <a:pt x="4399" y="13419"/>
                    <a:pt x="4475" y="13452"/>
                  </a:cubicBezTo>
                  <a:cubicBezTo>
                    <a:pt x="4490" y="13458"/>
                    <a:pt x="4504" y="13461"/>
                    <a:pt x="4517" y="13461"/>
                  </a:cubicBezTo>
                  <a:cubicBezTo>
                    <a:pt x="4562" y="13461"/>
                    <a:pt x="4597" y="13429"/>
                    <a:pt x="4622" y="13387"/>
                  </a:cubicBezTo>
                  <a:cubicBezTo>
                    <a:pt x="4949" y="12831"/>
                    <a:pt x="5308" y="12287"/>
                    <a:pt x="5107" y="11579"/>
                  </a:cubicBezTo>
                  <a:cubicBezTo>
                    <a:pt x="4949" y="11030"/>
                    <a:pt x="4682" y="10545"/>
                    <a:pt x="4290" y="10126"/>
                  </a:cubicBezTo>
                  <a:cubicBezTo>
                    <a:pt x="3234" y="8977"/>
                    <a:pt x="2363" y="7709"/>
                    <a:pt x="1840" y="6223"/>
                  </a:cubicBezTo>
                  <a:cubicBezTo>
                    <a:pt x="1737" y="6130"/>
                    <a:pt x="1726" y="5999"/>
                    <a:pt x="1693" y="5841"/>
                  </a:cubicBezTo>
                  <a:lnTo>
                    <a:pt x="1693" y="5841"/>
                  </a:lnTo>
                  <a:cubicBezTo>
                    <a:pt x="1734" y="5855"/>
                    <a:pt x="1769" y="5860"/>
                    <a:pt x="1802" y="5860"/>
                  </a:cubicBezTo>
                  <a:cubicBezTo>
                    <a:pt x="1943" y="5860"/>
                    <a:pt x="2017" y="5747"/>
                    <a:pt x="2124" y="5645"/>
                  </a:cubicBezTo>
                  <a:cubicBezTo>
                    <a:pt x="2858" y="4921"/>
                    <a:pt x="2989" y="3990"/>
                    <a:pt x="3044" y="3038"/>
                  </a:cubicBezTo>
                  <a:cubicBezTo>
                    <a:pt x="3054" y="2858"/>
                    <a:pt x="2978" y="2717"/>
                    <a:pt x="2858" y="2597"/>
                  </a:cubicBezTo>
                  <a:cubicBezTo>
                    <a:pt x="2706" y="2444"/>
                    <a:pt x="2575" y="2276"/>
                    <a:pt x="2407" y="2150"/>
                  </a:cubicBezTo>
                  <a:cubicBezTo>
                    <a:pt x="1683" y="1622"/>
                    <a:pt x="1443" y="822"/>
                    <a:pt x="11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24"/>
            <p:cNvSpPr/>
            <p:nvPr/>
          </p:nvSpPr>
          <p:spPr>
            <a:xfrm>
              <a:off x="441792" y="3614249"/>
              <a:ext cx="1697479" cy="749361"/>
            </a:xfrm>
            <a:custGeom>
              <a:rect b="b" l="l" r="r" t="t"/>
              <a:pathLst>
                <a:path extrusionOk="0" h="13079" w="29627">
                  <a:moveTo>
                    <a:pt x="29515" y="0"/>
                  </a:moveTo>
                  <a:cubicBezTo>
                    <a:pt x="29463" y="0"/>
                    <a:pt x="29402" y="46"/>
                    <a:pt x="29344" y="83"/>
                  </a:cubicBezTo>
                  <a:cubicBezTo>
                    <a:pt x="29066" y="279"/>
                    <a:pt x="28772" y="464"/>
                    <a:pt x="28511" y="677"/>
                  </a:cubicBezTo>
                  <a:cubicBezTo>
                    <a:pt x="26959" y="1923"/>
                    <a:pt x="25462" y="3230"/>
                    <a:pt x="23911" y="4476"/>
                  </a:cubicBezTo>
                  <a:cubicBezTo>
                    <a:pt x="22283" y="5778"/>
                    <a:pt x="20617" y="7030"/>
                    <a:pt x="18821" y="8086"/>
                  </a:cubicBezTo>
                  <a:cubicBezTo>
                    <a:pt x="17759" y="8712"/>
                    <a:pt x="16654" y="9262"/>
                    <a:pt x="15527" y="9768"/>
                  </a:cubicBezTo>
                  <a:cubicBezTo>
                    <a:pt x="14090" y="10416"/>
                    <a:pt x="12707" y="11162"/>
                    <a:pt x="11248" y="11755"/>
                  </a:cubicBezTo>
                  <a:cubicBezTo>
                    <a:pt x="9600" y="12428"/>
                    <a:pt x="7942" y="12737"/>
                    <a:pt x="6249" y="12737"/>
                  </a:cubicBezTo>
                  <a:cubicBezTo>
                    <a:pt x="5382" y="12737"/>
                    <a:pt x="4505" y="12656"/>
                    <a:pt x="3616" y="12501"/>
                  </a:cubicBezTo>
                  <a:cubicBezTo>
                    <a:pt x="2774" y="12357"/>
                    <a:pt x="2094" y="11770"/>
                    <a:pt x="1229" y="11770"/>
                  </a:cubicBezTo>
                  <a:cubicBezTo>
                    <a:pt x="1210" y="11770"/>
                    <a:pt x="1191" y="11771"/>
                    <a:pt x="1171" y="11771"/>
                  </a:cubicBezTo>
                  <a:cubicBezTo>
                    <a:pt x="1375" y="11683"/>
                    <a:pt x="1721" y="11639"/>
                    <a:pt x="2051" y="11639"/>
                  </a:cubicBezTo>
                  <a:cubicBezTo>
                    <a:pt x="2232" y="11639"/>
                    <a:pt x="2408" y="11652"/>
                    <a:pt x="2554" y="11679"/>
                  </a:cubicBezTo>
                  <a:cubicBezTo>
                    <a:pt x="2907" y="11746"/>
                    <a:pt x="3152" y="11792"/>
                    <a:pt x="3332" y="11792"/>
                  </a:cubicBezTo>
                  <a:cubicBezTo>
                    <a:pt x="3740" y="11792"/>
                    <a:pt x="3823" y="11557"/>
                    <a:pt x="4095" y="10791"/>
                  </a:cubicBezTo>
                  <a:cubicBezTo>
                    <a:pt x="4133" y="10677"/>
                    <a:pt x="4187" y="10568"/>
                    <a:pt x="4073" y="10470"/>
                  </a:cubicBezTo>
                  <a:cubicBezTo>
                    <a:pt x="3888" y="10699"/>
                    <a:pt x="3763" y="10960"/>
                    <a:pt x="3654" y="11232"/>
                  </a:cubicBezTo>
                  <a:cubicBezTo>
                    <a:pt x="3575" y="11440"/>
                    <a:pt x="3477" y="11588"/>
                    <a:pt x="3285" y="11588"/>
                  </a:cubicBezTo>
                  <a:cubicBezTo>
                    <a:pt x="3225" y="11588"/>
                    <a:pt x="3156" y="11574"/>
                    <a:pt x="3077" y="11543"/>
                  </a:cubicBezTo>
                  <a:cubicBezTo>
                    <a:pt x="2859" y="11461"/>
                    <a:pt x="2619" y="11428"/>
                    <a:pt x="2385" y="11407"/>
                  </a:cubicBezTo>
                  <a:cubicBezTo>
                    <a:pt x="2240" y="11393"/>
                    <a:pt x="2095" y="11386"/>
                    <a:pt x="1952" y="11386"/>
                  </a:cubicBezTo>
                  <a:cubicBezTo>
                    <a:pt x="1345" y="11386"/>
                    <a:pt x="763" y="11518"/>
                    <a:pt x="235" y="11875"/>
                  </a:cubicBezTo>
                  <a:cubicBezTo>
                    <a:pt x="142" y="11935"/>
                    <a:pt x="1" y="12011"/>
                    <a:pt x="61" y="12147"/>
                  </a:cubicBezTo>
                  <a:cubicBezTo>
                    <a:pt x="87" y="12210"/>
                    <a:pt x="130" y="12230"/>
                    <a:pt x="178" y="12230"/>
                  </a:cubicBezTo>
                  <a:cubicBezTo>
                    <a:pt x="238" y="12230"/>
                    <a:pt x="308" y="12200"/>
                    <a:pt x="371" y="12185"/>
                  </a:cubicBezTo>
                  <a:cubicBezTo>
                    <a:pt x="632" y="12124"/>
                    <a:pt x="892" y="12081"/>
                    <a:pt x="1154" y="12081"/>
                  </a:cubicBezTo>
                  <a:cubicBezTo>
                    <a:pt x="1357" y="12081"/>
                    <a:pt x="1560" y="12107"/>
                    <a:pt x="1765" y="12169"/>
                  </a:cubicBezTo>
                  <a:cubicBezTo>
                    <a:pt x="2178" y="12294"/>
                    <a:pt x="2527" y="12566"/>
                    <a:pt x="2957" y="12664"/>
                  </a:cubicBezTo>
                  <a:cubicBezTo>
                    <a:pt x="3572" y="12806"/>
                    <a:pt x="4198" y="12904"/>
                    <a:pt x="4824" y="12985"/>
                  </a:cubicBezTo>
                  <a:cubicBezTo>
                    <a:pt x="5302" y="13049"/>
                    <a:pt x="5779" y="13079"/>
                    <a:pt x="6255" y="13079"/>
                  </a:cubicBezTo>
                  <a:cubicBezTo>
                    <a:pt x="6918" y="13079"/>
                    <a:pt x="7579" y="13021"/>
                    <a:pt x="8238" y="12920"/>
                  </a:cubicBezTo>
                  <a:cubicBezTo>
                    <a:pt x="9898" y="12670"/>
                    <a:pt x="11395" y="11935"/>
                    <a:pt x="12898" y="11238"/>
                  </a:cubicBezTo>
                  <a:cubicBezTo>
                    <a:pt x="13823" y="10813"/>
                    <a:pt x="14738" y="10367"/>
                    <a:pt x="15652" y="9920"/>
                  </a:cubicBezTo>
                  <a:cubicBezTo>
                    <a:pt x="17574" y="8968"/>
                    <a:pt x="19501" y="8037"/>
                    <a:pt x="21265" y="6806"/>
                  </a:cubicBezTo>
                  <a:cubicBezTo>
                    <a:pt x="22550" y="5914"/>
                    <a:pt x="23769" y="4934"/>
                    <a:pt x="24983" y="3948"/>
                  </a:cubicBezTo>
                  <a:cubicBezTo>
                    <a:pt x="26393" y="2811"/>
                    <a:pt x="27771" y="1629"/>
                    <a:pt x="29175" y="481"/>
                  </a:cubicBezTo>
                  <a:cubicBezTo>
                    <a:pt x="29317" y="366"/>
                    <a:pt x="29409" y="170"/>
                    <a:pt x="29627" y="143"/>
                  </a:cubicBezTo>
                  <a:cubicBezTo>
                    <a:pt x="29601" y="36"/>
                    <a:pt x="29562" y="0"/>
                    <a:pt x="295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24"/>
            <p:cNvSpPr/>
            <p:nvPr/>
          </p:nvSpPr>
          <p:spPr>
            <a:xfrm>
              <a:off x="400941" y="2606792"/>
              <a:ext cx="774858" cy="816511"/>
            </a:xfrm>
            <a:custGeom>
              <a:rect b="b" l="l" r="r" t="t"/>
              <a:pathLst>
                <a:path extrusionOk="0" h="14251" w="13524">
                  <a:moveTo>
                    <a:pt x="10209" y="0"/>
                  </a:moveTo>
                  <a:cubicBezTo>
                    <a:pt x="10164" y="0"/>
                    <a:pt x="10176" y="115"/>
                    <a:pt x="10165" y="176"/>
                  </a:cubicBezTo>
                  <a:cubicBezTo>
                    <a:pt x="10263" y="399"/>
                    <a:pt x="10241" y="606"/>
                    <a:pt x="10148" y="840"/>
                  </a:cubicBezTo>
                  <a:cubicBezTo>
                    <a:pt x="9925" y="1384"/>
                    <a:pt x="9805" y="1950"/>
                    <a:pt x="9941" y="2555"/>
                  </a:cubicBezTo>
                  <a:cubicBezTo>
                    <a:pt x="10061" y="3083"/>
                    <a:pt x="10273" y="3600"/>
                    <a:pt x="10192" y="4172"/>
                  </a:cubicBezTo>
                  <a:cubicBezTo>
                    <a:pt x="10154" y="4400"/>
                    <a:pt x="10328" y="4607"/>
                    <a:pt x="10578" y="4700"/>
                  </a:cubicBezTo>
                  <a:cubicBezTo>
                    <a:pt x="10785" y="4776"/>
                    <a:pt x="10872" y="4906"/>
                    <a:pt x="10780" y="5135"/>
                  </a:cubicBezTo>
                  <a:cubicBezTo>
                    <a:pt x="10562" y="5652"/>
                    <a:pt x="10415" y="6186"/>
                    <a:pt x="10448" y="6752"/>
                  </a:cubicBezTo>
                  <a:cubicBezTo>
                    <a:pt x="10463" y="6972"/>
                    <a:pt x="10367" y="7114"/>
                    <a:pt x="10148" y="7114"/>
                  </a:cubicBezTo>
                  <a:cubicBezTo>
                    <a:pt x="10129" y="7114"/>
                    <a:pt x="10109" y="7113"/>
                    <a:pt x="10088" y="7111"/>
                  </a:cubicBezTo>
                  <a:cubicBezTo>
                    <a:pt x="9985" y="7100"/>
                    <a:pt x="9881" y="7096"/>
                    <a:pt x="9778" y="7096"/>
                  </a:cubicBezTo>
                  <a:cubicBezTo>
                    <a:pt x="9308" y="7096"/>
                    <a:pt x="8842" y="7192"/>
                    <a:pt x="8373" y="7236"/>
                  </a:cubicBezTo>
                  <a:cubicBezTo>
                    <a:pt x="8139" y="7258"/>
                    <a:pt x="8041" y="7345"/>
                    <a:pt x="8041" y="7585"/>
                  </a:cubicBezTo>
                  <a:cubicBezTo>
                    <a:pt x="8041" y="7895"/>
                    <a:pt x="8199" y="8189"/>
                    <a:pt x="8188" y="8483"/>
                  </a:cubicBezTo>
                  <a:cubicBezTo>
                    <a:pt x="8161" y="9202"/>
                    <a:pt x="8450" y="9773"/>
                    <a:pt x="8902" y="10291"/>
                  </a:cubicBezTo>
                  <a:cubicBezTo>
                    <a:pt x="8925" y="10369"/>
                    <a:pt x="8955" y="10439"/>
                    <a:pt x="9040" y="10439"/>
                  </a:cubicBezTo>
                  <a:cubicBezTo>
                    <a:pt x="9056" y="10439"/>
                    <a:pt x="9073" y="10437"/>
                    <a:pt x="9092" y="10432"/>
                  </a:cubicBezTo>
                  <a:cubicBezTo>
                    <a:pt x="9096" y="10432"/>
                    <a:pt x="9122" y="10453"/>
                    <a:pt x="9107" y="10453"/>
                  </a:cubicBezTo>
                  <a:cubicBezTo>
                    <a:pt x="9103" y="10453"/>
                    <a:pt x="9096" y="10452"/>
                    <a:pt x="9087" y="10448"/>
                  </a:cubicBezTo>
                  <a:cubicBezTo>
                    <a:pt x="8950" y="10533"/>
                    <a:pt x="8813" y="10562"/>
                    <a:pt x="8676" y="10562"/>
                  </a:cubicBezTo>
                  <a:cubicBezTo>
                    <a:pt x="8442" y="10562"/>
                    <a:pt x="8207" y="10477"/>
                    <a:pt x="7971" y="10432"/>
                  </a:cubicBezTo>
                  <a:cubicBezTo>
                    <a:pt x="7849" y="10390"/>
                    <a:pt x="7729" y="10371"/>
                    <a:pt x="7609" y="10371"/>
                  </a:cubicBezTo>
                  <a:cubicBezTo>
                    <a:pt x="7435" y="10371"/>
                    <a:pt x="7261" y="10411"/>
                    <a:pt x="7083" y="10476"/>
                  </a:cubicBezTo>
                  <a:cubicBezTo>
                    <a:pt x="6610" y="10644"/>
                    <a:pt x="6136" y="10802"/>
                    <a:pt x="5733" y="11123"/>
                  </a:cubicBezTo>
                  <a:cubicBezTo>
                    <a:pt x="5586" y="11243"/>
                    <a:pt x="5379" y="11309"/>
                    <a:pt x="5189" y="11347"/>
                  </a:cubicBezTo>
                  <a:cubicBezTo>
                    <a:pt x="4372" y="11537"/>
                    <a:pt x="3605" y="11886"/>
                    <a:pt x="2815" y="12152"/>
                  </a:cubicBezTo>
                  <a:cubicBezTo>
                    <a:pt x="1906" y="12463"/>
                    <a:pt x="991" y="12876"/>
                    <a:pt x="305" y="13628"/>
                  </a:cubicBezTo>
                  <a:cubicBezTo>
                    <a:pt x="197" y="13747"/>
                    <a:pt x="1" y="13835"/>
                    <a:pt x="60" y="14020"/>
                  </a:cubicBezTo>
                  <a:cubicBezTo>
                    <a:pt x="124" y="14204"/>
                    <a:pt x="300" y="14250"/>
                    <a:pt x="472" y="14250"/>
                  </a:cubicBezTo>
                  <a:cubicBezTo>
                    <a:pt x="493" y="14250"/>
                    <a:pt x="514" y="14249"/>
                    <a:pt x="534" y="14248"/>
                  </a:cubicBezTo>
                  <a:cubicBezTo>
                    <a:pt x="991" y="14221"/>
                    <a:pt x="1454" y="14150"/>
                    <a:pt x="1835" y="13900"/>
                  </a:cubicBezTo>
                  <a:cubicBezTo>
                    <a:pt x="2259" y="13619"/>
                    <a:pt x="2702" y="13527"/>
                    <a:pt x="3148" y="13527"/>
                  </a:cubicBezTo>
                  <a:cubicBezTo>
                    <a:pt x="3514" y="13527"/>
                    <a:pt x="3883" y="13589"/>
                    <a:pt x="4247" y="13660"/>
                  </a:cubicBezTo>
                  <a:cubicBezTo>
                    <a:pt x="4393" y="13689"/>
                    <a:pt x="4527" y="13707"/>
                    <a:pt x="4650" y="13707"/>
                  </a:cubicBezTo>
                  <a:cubicBezTo>
                    <a:pt x="4932" y="13707"/>
                    <a:pt x="5159" y="13612"/>
                    <a:pt x="5352" y="13328"/>
                  </a:cubicBezTo>
                  <a:cubicBezTo>
                    <a:pt x="5390" y="13208"/>
                    <a:pt x="5428" y="13089"/>
                    <a:pt x="5477" y="12931"/>
                  </a:cubicBezTo>
                  <a:lnTo>
                    <a:pt x="5477" y="12931"/>
                  </a:lnTo>
                  <a:cubicBezTo>
                    <a:pt x="5253" y="13146"/>
                    <a:pt x="5128" y="13450"/>
                    <a:pt x="4822" y="13450"/>
                  </a:cubicBezTo>
                  <a:cubicBezTo>
                    <a:pt x="4764" y="13450"/>
                    <a:pt x="4700" y="13440"/>
                    <a:pt x="4628" y="13415"/>
                  </a:cubicBezTo>
                  <a:cubicBezTo>
                    <a:pt x="4139" y="13253"/>
                    <a:pt x="3656" y="13171"/>
                    <a:pt x="3180" y="13171"/>
                  </a:cubicBezTo>
                  <a:cubicBezTo>
                    <a:pt x="2458" y="13171"/>
                    <a:pt x="1751" y="13360"/>
                    <a:pt x="1062" y="13747"/>
                  </a:cubicBezTo>
                  <a:cubicBezTo>
                    <a:pt x="943" y="13812"/>
                    <a:pt x="811" y="13880"/>
                    <a:pt x="652" y="13880"/>
                  </a:cubicBezTo>
                  <a:cubicBezTo>
                    <a:pt x="623" y="13880"/>
                    <a:pt x="593" y="13878"/>
                    <a:pt x="561" y="13873"/>
                  </a:cubicBezTo>
                  <a:cubicBezTo>
                    <a:pt x="697" y="13649"/>
                    <a:pt x="910" y="13557"/>
                    <a:pt x="1095" y="13443"/>
                  </a:cubicBezTo>
                  <a:cubicBezTo>
                    <a:pt x="1895" y="12958"/>
                    <a:pt x="2586" y="12250"/>
                    <a:pt x="3610" y="12218"/>
                  </a:cubicBezTo>
                  <a:cubicBezTo>
                    <a:pt x="3670" y="12218"/>
                    <a:pt x="3735" y="12196"/>
                    <a:pt x="3779" y="12163"/>
                  </a:cubicBezTo>
                  <a:cubicBezTo>
                    <a:pt x="4138" y="11875"/>
                    <a:pt x="4579" y="11782"/>
                    <a:pt x="5009" y="11673"/>
                  </a:cubicBezTo>
                  <a:cubicBezTo>
                    <a:pt x="5450" y="11564"/>
                    <a:pt x="5826" y="11341"/>
                    <a:pt x="6218" y="11118"/>
                  </a:cubicBezTo>
                  <a:cubicBezTo>
                    <a:pt x="6690" y="10853"/>
                    <a:pt x="7176" y="10582"/>
                    <a:pt x="7710" y="10582"/>
                  </a:cubicBezTo>
                  <a:cubicBezTo>
                    <a:pt x="7921" y="10582"/>
                    <a:pt x="8140" y="10624"/>
                    <a:pt x="8368" y="10726"/>
                  </a:cubicBezTo>
                  <a:cubicBezTo>
                    <a:pt x="8458" y="10766"/>
                    <a:pt x="8546" y="10782"/>
                    <a:pt x="8633" y="10782"/>
                  </a:cubicBezTo>
                  <a:cubicBezTo>
                    <a:pt x="8822" y="10782"/>
                    <a:pt x="9006" y="10706"/>
                    <a:pt x="9185" y="10628"/>
                  </a:cubicBezTo>
                  <a:cubicBezTo>
                    <a:pt x="9364" y="10546"/>
                    <a:pt x="9408" y="10443"/>
                    <a:pt x="9223" y="10301"/>
                  </a:cubicBezTo>
                  <a:cubicBezTo>
                    <a:pt x="8896" y="10056"/>
                    <a:pt x="8651" y="9757"/>
                    <a:pt x="8520" y="9360"/>
                  </a:cubicBezTo>
                  <a:cubicBezTo>
                    <a:pt x="8335" y="8793"/>
                    <a:pt x="8504" y="8200"/>
                    <a:pt x="8330" y="7634"/>
                  </a:cubicBezTo>
                  <a:cubicBezTo>
                    <a:pt x="8286" y="7487"/>
                    <a:pt x="8417" y="7476"/>
                    <a:pt x="8526" y="7471"/>
                  </a:cubicBezTo>
                  <a:cubicBezTo>
                    <a:pt x="8961" y="7448"/>
                    <a:pt x="9392" y="7375"/>
                    <a:pt x="9825" y="7375"/>
                  </a:cubicBezTo>
                  <a:cubicBezTo>
                    <a:pt x="9907" y="7375"/>
                    <a:pt x="9990" y="7377"/>
                    <a:pt x="10072" y="7383"/>
                  </a:cubicBezTo>
                  <a:cubicBezTo>
                    <a:pt x="10100" y="7385"/>
                    <a:pt x="10126" y="7387"/>
                    <a:pt x="10152" y="7387"/>
                  </a:cubicBezTo>
                  <a:cubicBezTo>
                    <a:pt x="10463" y="7387"/>
                    <a:pt x="10585" y="7230"/>
                    <a:pt x="10595" y="6883"/>
                  </a:cubicBezTo>
                  <a:cubicBezTo>
                    <a:pt x="10600" y="6507"/>
                    <a:pt x="10567" y="6131"/>
                    <a:pt x="10665" y="5761"/>
                  </a:cubicBezTo>
                  <a:cubicBezTo>
                    <a:pt x="10867" y="5625"/>
                    <a:pt x="10981" y="5413"/>
                    <a:pt x="11095" y="5211"/>
                  </a:cubicBezTo>
                  <a:cubicBezTo>
                    <a:pt x="11226" y="4972"/>
                    <a:pt x="11193" y="4738"/>
                    <a:pt x="10948" y="4596"/>
                  </a:cubicBezTo>
                  <a:cubicBezTo>
                    <a:pt x="10622" y="4416"/>
                    <a:pt x="10567" y="4128"/>
                    <a:pt x="10622" y="3812"/>
                  </a:cubicBezTo>
                  <a:cubicBezTo>
                    <a:pt x="10676" y="3496"/>
                    <a:pt x="10622" y="3208"/>
                    <a:pt x="10508" y="2919"/>
                  </a:cubicBezTo>
                  <a:cubicBezTo>
                    <a:pt x="10459" y="2789"/>
                    <a:pt x="10442" y="2647"/>
                    <a:pt x="10399" y="2511"/>
                  </a:cubicBezTo>
                  <a:cubicBezTo>
                    <a:pt x="10246" y="1972"/>
                    <a:pt x="10437" y="1471"/>
                    <a:pt x="10540" y="927"/>
                  </a:cubicBezTo>
                  <a:cubicBezTo>
                    <a:pt x="10709" y="1417"/>
                    <a:pt x="11003" y="1809"/>
                    <a:pt x="11330" y="2179"/>
                  </a:cubicBezTo>
                  <a:cubicBezTo>
                    <a:pt x="11869" y="2772"/>
                    <a:pt x="12473" y="3295"/>
                    <a:pt x="13088" y="3807"/>
                  </a:cubicBezTo>
                  <a:cubicBezTo>
                    <a:pt x="13149" y="3856"/>
                    <a:pt x="13239" y="3935"/>
                    <a:pt x="13321" y="3935"/>
                  </a:cubicBezTo>
                  <a:cubicBezTo>
                    <a:pt x="13357" y="3935"/>
                    <a:pt x="13391" y="3921"/>
                    <a:pt x="13420" y="3883"/>
                  </a:cubicBezTo>
                  <a:cubicBezTo>
                    <a:pt x="13523" y="3758"/>
                    <a:pt x="13333" y="3676"/>
                    <a:pt x="13268" y="3573"/>
                  </a:cubicBezTo>
                  <a:cubicBezTo>
                    <a:pt x="12848" y="3181"/>
                    <a:pt x="12429" y="2789"/>
                    <a:pt x="12010" y="2391"/>
                  </a:cubicBezTo>
                  <a:cubicBezTo>
                    <a:pt x="11487" y="1896"/>
                    <a:pt x="11036" y="1352"/>
                    <a:pt x="10714" y="698"/>
                  </a:cubicBezTo>
                  <a:cubicBezTo>
                    <a:pt x="10606" y="480"/>
                    <a:pt x="10464" y="274"/>
                    <a:pt x="10312" y="83"/>
                  </a:cubicBezTo>
                  <a:cubicBezTo>
                    <a:pt x="10261" y="23"/>
                    <a:pt x="10230" y="0"/>
                    <a:pt x="102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24"/>
            <p:cNvSpPr/>
            <p:nvPr/>
          </p:nvSpPr>
          <p:spPr>
            <a:xfrm>
              <a:off x="2008843" y="451565"/>
              <a:ext cx="369667" cy="165984"/>
            </a:xfrm>
            <a:custGeom>
              <a:rect b="b" l="l" r="r" t="t"/>
              <a:pathLst>
                <a:path extrusionOk="0" h="2897" w="6452">
                  <a:moveTo>
                    <a:pt x="4464" y="1"/>
                  </a:moveTo>
                  <a:lnTo>
                    <a:pt x="4464" y="1"/>
                  </a:lnTo>
                  <a:cubicBezTo>
                    <a:pt x="4508" y="117"/>
                    <a:pt x="4462" y="136"/>
                    <a:pt x="4404" y="136"/>
                  </a:cubicBezTo>
                  <a:cubicBezTo>
                    <a:pt x="4375" y="136"/>
                    <a:pt x="4343" y="131"/>
                    <a:pt x="4317" y="131"/>
                  </a:cubicBezTo>
                  <a:cubicBezTo>
                    <a:pt x="3915" y="142"/>
                    <a:pt x="3512" y="126"/>
                    <a:pt x="3114" y="153"/>
                  </a:cubicBezTo>
                  <a:cubicBezTo>
                    <a:pt x="2913" y="168"/>
                    <a:pt x="2711" y="220"/>
                    <a:pt x="2512" y="220"/>
                  </a:cubicBezTo>
                  <a:cubicBezTo>
                    <a:pt x="2352" y="220"/>
                    <a:pt x="2192" y="186"/>
                    <a:pt x="2036" y="71"/>
                  </a:cubicBezTo>
                  <a:cubicBezTo>
                    <a:pt x="2005" y="49"/>
                    <a:pt x="1970" y="41"/>
                    <a:pt x="1932" y="41"/>
                  </a:cubicBezTo>
                  <a:cubicBezTo>
                    <a:pt x="1858" y="41"/>
                    <a:pt x="1775" y="73"/>
                    <a:pt x="1699" y="99"/>
                  </a:cubicBezTo>
                  <a:cubicBezTo>
                    <a:pt x="1073" y="300"/>
                    <a:pt x="621" y="812"/>
                    <a:pt x="0" y="1019"/>
                  </a:cubicBezTo>
                  <a:cubicBezTo>
                    <a:pt x="44" y="1038"/>
                    <a:pt x="81" y="1052"/>
                    <a:pt x="116" y="1052"/>
                  </a:cubicBezTo>
                  <a:cubicBezTo>
                    <a:pt x="128" y="1052"/>
                    <a:pt x="141" y="1050"/>
                    <a:pt x="153" y="1046"/>
                  </a:cubicBezTo>
                  <a:cubicBezTo>
                    <a:pt x="304" y="999"/>
                    <a:pt x="454" y="982"/>
                    <a:pt x="603" y="982"/>
                  </a:cubicBezTo>
                  <a:cubicBezTo>
                    <a:pt x="837" y="982"/>
                    <a:pt x="1069" y="1023"/>
                    <a:pt x="1302" y="1057"/>
                  </a:cubicBezTo>
                  <a:cubicBezTo>
                    <a:pt x="1470" y="1084"/>
                    <a:pt x="1661" y="1155"/>
                    <a:pt x="1672" y="1329"/>
                  </a:cubicBezTo>
                  <a:cubicBezTo>
                    <a:pt x="1677" y="1514"/>
                    <a:pt x="1470" y="1514"/>
                    <a:pt x="1323" y="1552"/>
                  </a:cubicBezTo>
                  <a:cubicBezTo>
                    <a:pt x="1018" y="1623"/>
                    <a:pt x="719" y="1705"/>
                    <a:pt x="316" y="1808"/>
                  </a:cubicBezTo>
                  <a:cubicBezTo>
                    <a:pt x="648" y="1879"/>
                    <a:pt x="866" y="1955"/>
                    <a:pt x="1051" y="2107"/>
                  </a:cubicBezTo>
                  <a:cubicBezTo>
                    <a:pt x="1438" y="2412"/>
                    <a:pt x="1808" y="2739"/>
                    <a:pt x="2330" y="2793"/>
                  </a:cubicBezTo>
                  <a:cubicBezTo>
                    <a:pt x="2363" y="2799"/>
                    <a:pt x="2390" y="2864"/>
                    <a:pt x="2418" y="2897"/>
                  </a:cubicBezTo>
                  <a:cubicBezTo>
                    <a:pt x="2581" y="2804"/>
                    <a:pt x="2744" y="2706"/>
                    <a:pt x="2913" y="2608"/>
                  </a:cubicBezTo>
                  <a:cubicBezTo>
                    <a:pt x="2946" y="2499"/>
                    <a:pt x="3038" y="2445"/>
                    <a:pt x="3120" y="2385"/>
                  </a:cubicBezTo>
                  <a:cubicBezTo>
                    <a:pt x="3196" y="2336"/>
                    <a:pt x="3305" y="2298"/>
                    <a:pt x="3294" y="2184"/>
                  </a:cubicBezTo>
                  <a:cubicBezTo>
                    <a:pt x="3278" y="2053"/>
                    <a:pt x="3152" y="2042"/>
                    <a:pt x="3060" y="2009"/>
                  </a:cubicBezTo>
                  <a:cubicBezTo>
                    <a:pt x="3011" y="1993"/>
                    <a:pt x="2967" y="1982"/>
                    <a:pt x="2924" y="1960"/>
                  </a:cubicBezTo>
                  <a:cubicBezTo>
                    <a:pt x="2810" y="1911"/>
                    <a:pt x="2733" y="1830"/>
                    <a:pt x="2733" y="1694"/>
                  </a:cubicBezTo>
                  <a:cubicBezTo>
                    <a:pt x="2733" y="1547"/>
                    <a:pt x="2848" y="1492"/>
                    <a:pt x="2957" y="1465"/>
                  </a:cubicBezTo>
                  <a:cubicBezTo>
                    <a:pt x="3109" y="1430"/>
                    <a:pt x="3265" y="1385"/>
                    <a:pt x="3424" y="1385"/>
                  </a:cubicBezTo>
                  <a:cubicBezTo>
                    <a:pt x="3464" y="1385"/>
                    <a:pt x="3504" y="1388"/>
                    <a:pt x="3544" y="1394"/>
                  </a:cubicBezTo>
                  <a:cubicBezTo>
                    <a:pt x="3757" y="1323"/>
                    <a:pt x="3975" y="1253"/>
                    <a:pt x="4187" y="1182"/>
                  </a:cubicBezTo>
                  <a:cubicBezTo>
                    <a:pt x="4312" y="1136"/>
                    <a:pt x="4436" y="1116"/>
                    <a:pt x="4559" y="1116"/>
                  </a:cubicBezTo>
                  <a:cubicBezTo>
                    <a:pt x="4699" y="1116"/>
                    <a:pt x="4837" y="1141"/>
                    <a:pt x="4976" y="1182"/>
                  </a:cubicBezTo>
                  <a:cubicBezTo>
                    <a:pt x="5357" y="1302"/>
                    <a:pt x="5711" y="1481"/>
                    <a:pt x="6070" y="1656"/>
                  </a:cubicBezTo>
                  <a:cubicBezTo>
                    <a:pt x="6133" y="1685"/>
                    <a:pt x="6206" y="1735"/>
                    <a:pt x="6272" y="1735"/>
                  </a:cubicBezTo>
                  <a:cubicBezTo>
                    <a:pt x="6303" y="1735"/>
                    <a:pt x="6333" y="1723"/>
                    <a:pt x="6359" y="1694"/>
                  </a:cubicBezTo>
                  <a:cubicBezTo>
                    <a:pt x="6452" y="1590"/>
                    <a:pt x="6337" y="1492"/>
                    <a:pt x="6266" y="1427"/>
                  </a:cubicBezTo>
                  <a:cubicBezTo>
                    <a:pt x="5918" y="1089"/>
                    <a:pt x="5668" y="681"/>
                    <a:pt x="5325" y="344"/>
                  </a:cubicBezTo>
                  <a:cubicBezTo>
                    <a:pt x="5096" y="77"/>
                    <a:pt x="4748" y="131"/>
                    <a:pt x="44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24"/>
            <p:cNvSpPr/>
            <p:nvPr/>
          </p:nvSpPr>
          <p:spPr>
            <a:xfrm>
              <a:off x="2906528" y="1947338"/>
              <a:ext cx="927033" cy="498925"/>
            </a:xfrm>
            <a:custGeom>
              <a:rect b="b" l="l" r="r" t="t"/>
              <a:pathLst>
                <a:path extrusionOk="0" h="8708" w="16180">
                  <a:moveTo>
                    <a:pt x="2471" y="1"/>
                  </a:moveTo>
                  <a:cubicBezTo>
                    <a:pt x="1726" y="1"/>
                    <a:pt x="981" y="132"/>
                    <a:pt x="234" y="335"/>
                  </a:cubicBezTo>
                  <a:cubicBezTo>
                    <a:pt x="147" y="357"/>
                    <a:pt x="22" y="368"/>
                    <a:pt x="11" y="471"/>
                  </a:cubicBezTo>
                  <a:cubicBezTo>
                    <a:pt x="0" y="580"/>
                    <a:pt x="98" y="656"/>
                    <a:pt x="191" y="705"/>
                  </a:cubicBezTo>
                  <a:cubicBezTo>
                    <a:pt x="282" y="763"/>
                    <a:pt x="382" y="782"/>
                    <a:pt x="487" y="782"/>
                  </a:cubicBezTo>
                  <a:cubicBezTo>
                    <a:pt x="500" y="782"/>
                    <a:pt x="514" y="782"/>
                    <a:pt x="528" y="781"/>
                  </a:cubicBezTo>
                  <a:cubicBezTo>
                    <a:pt x="801" y="770"/>
                    <a:pt x="1073" y="765"/>
                    <a:pt x="1339" y="760"/>
                  </a:cubicBezTo>
                  <a:cubicBezTo>
                    <a:pt x="1388" y="760"/>
                    <a:pt x="1438" y="754"/>
                    <a:pt x="1486" y="754"/>
                  </a:cubicBezTo>
                  <a:cubicBezTo>
                    <a:pt x="1569" y="754"/>
                    <a:pt x="1645" y="770"/>
                    <a:pt x="1693" y="852"/>
                  </a:cubicBezTo>
                  <a:cubicBezTo>
                    <a:pt x="1938" y="1266"/>
                    <a:pt x="2341" y="1315"/>
                    <a:pt x="2760" y="1348"/>
                  </a:cubicBezTo>
                  <a:cubicBezTo>
                    <a:pt x="2864" y="1358"/>
                    <a:pt x="2984" y="1358"/>
                    <a:pt x="3033" y="1505"/>
                  </a:cubicBezTo>
                  <a:cubicBezTo>
                    <a:pt x="3250" y="2121"/>
                    <a:pt x="3669" y="2572"/>
                    <a:pt x="4257" y="2834"/>
                  </a:cubicBezTo>
                  <a:cubicBezTo>
                    <a:pt x="5014" y="3166"/>
                    <a:pt x="5760" y="3525"/>
                    <a:pt x="6560" y="3754"/>
                  </a:cubicBezTo>
                  <a:cubicBezTo>
                    <a:pt x="6691" y="3607"/>
                    <a:pt x="6555" y="3580"/>
                    <a:pt x="6462" y="3541"/>
                  </a:cubicBezTo>
                  <a:cubicBezTo>
                    <a:pt x="5863" y="3302"/>
                    <a:pt x="5265" y="3073"/>
                    <a:pt x="4666" y="2823"/>
                  </a:cubicBezTo>
                  <a:cubicBezTo>
                    <a:pt x="4110" y="2589"/>
                    <a:pt x="3599" y="2284"/>
                    <a:pt x="3299" y="1723"/>
                  </a:cubicBezTo>
                  <a:cubicBezTo>
                    <a:pt x="3267" y="1658"/>
                    <a:pt x="3218" y="1598"/>
                    <a:pt x="3272" y="1533"/>
                  </a:cubicBezTo>
                  <a:cubicBezTo>
                    <a:pt x="3290" y="1506"/>
                    <a:pt x="3315" y="1498"/>
                    <a:pt x="3342" y="1498"/>
                  </a:cubicBezTo>
                  <a:cubicBezTo>
                    <a:pt x="3372" y="1498"/>
                    <a:pt x="3404" y="1508"/>
                    <a:pt x="3435" y="1516"/>
                  </a:cubicBezTo>
                  <a:cubicBezTo>
                    <a:pt x="3490" y="1533"/>
                    <a:pt x="3544" y="1554"/>
                    <a:pt x="3604" y="1554"/>
                  </a:cubicBezTo>
                  <a:cubicBezTo>
                    <a:pt x="3637" y="1554"/>
                    <a:pt x="3676" y="1560"/>
                    <a:pt x="3714" y="1560"/>
                  </a:cubicBezTo>
                  <a:cubicBezTo>
                    <a:pt x="3763" y="1560"/>
                    <a:pt x="3809" y="1550"/>
                    <a:pt x="3827" y="1500"/>
                  </a:cubicBezTo>
                  <a:cubicBezTo>
                    <a:pt x="3876" y="1375"/>
                    <a:pt x="3746" y="1353"/>
                    <a:pt x="3669" y="1315"/>
                  </a:cubicBezTo>
                  <a:cubicBezTo>
                    <a:pt x="3310" y="1135"/>
                    <a:pt x="2918" y="1054"/>
                    <a:pt x="2526" y="988"/>
                  </a:cubicBezTo>
                  <a:cubicBezTo>
                    <a:pt x="2500" y="991"/>
                    <a:pt x="2475" y="993"/>
                    <a:pt x="2451" y="993"/>
                  </a:cubicBezTo>
                  <a:cubicBezTo>
                    <a:pt x="2252" y="993"/>
                    <a:pt x="2093" y="896"/>
                    <a:pt x="1982" y="727"/>
                  </a:cubicBezTo>
                  <a:cubicBezTo>
                    <a:pt x="1841" y="503"/>
                    <a:pt x="1654" y="421"/>
                    <a:pt x="1441" y="421"/>
                  </a:cubicBezTo>
                  <a:cubicBezTo>
                    <a:pt x="1358" y="421"/>
                    <a:pt x="1271" y="433"/>
                    <a:pt x="1182" y="455"/>
                  </a:cubicBezTo>
                  <a:cubicBezTo>
                    <a:pt x="1076" y="483"/>
                    <a:pt x="973" y="506"/>
                    <a:pt x="860" y="506"/>
                  </a:cubicBezTo>
                  <a:cubicBezTo>
                    <a:pt x="799" y="506"/>
                    <a:pt x="734" y="499"/>
                    <a:pt x="664" y="482"/>
                  </a:cubicBezTo>
                  <a:cubicBezTo>
                    <a:pt x="882" y="286"/>
                    <a:pt x="1127" y="351"/>
                    <a:pt x="1339" y="313"/>
                  </a:cubicBezTo>
                  <a:cubicBezTo>
                    <a:pt x="1777" y="241"/>
                    <a:pt x="2211" y="190"/>
                    <a:pt x="2646" y="190"/>
                  </a:cubicBezTo>
                  <a:cubicBezTo>
                    <a:pt x="3097" y="190"/>
                    <a:pt x="3549" y="245"/>
                    <a:pt x="4007" y="389"/>
                  </a:cubicBezTo>
                  <a:cubicBezTo>
                    <a:pt x="4873" y="667"/>
                    <a:pt x="5673" y="1075"/>
                    <a:pt x="6495" y="1446"/>
                  </a:cubicBezTo>
                  <a:cubicBezTo>
                    <a:pt x="6996" y="1674"/>
                    <a:pt x="7502" y="1897"/>
                    <a:pt x="8008" y="2110"/>
                  </a:cubicBezTo>
                  <a:cubicBezTo>
                    <a:pt x="9173" y="2594"/>
                    <a:pt x="10257" y="3242"/>
                    <a:pt x="11405" y="3754"/>
                  </a:cubicBezTo>
                  <a:cubicBezTo>
                    <a:pt x="12848" y="4402"/>
                    <a:pt x="14008" y="5387"/>
                    <a:pt x="14645" y="6895"/>
                  </a:cubicBezTo>
                  <a:cubicBezTo>
                    <a:pt x="14960" y="7635"/>
                    <a:pt x="15467" y="8234"/>
                    <a:pt x="16120" y="8708"/>
                  </a:cubicBezTo>
                  <a:cubicBezTo>
                    <a:pt x="16180" y="8517"/>
                    <a:pt x="16022" y="8441"/>
                    <a:pt x="15924" y="8343"/>
                  </a:cubicBezTo>
                  <a:cubicBezTo>
                    <a:pt x="15439" y="7880"/>
                    <a:pt x="15075" y="7341"/>
                    <a:pt x="14781" y="6742"/>
                  </a:cubicBezTo>
                  <a:cubicBezTo>
                    <a:pt x="14530" y="6247"/>
                    <a:pt x="14296" y="5746"/>
                    <a:pt x="13991" y="5284"/>
                  </a:cubicBezTo>
                  <a:cubicBezTo>
                    <a:pt x="13583" y="4674"/>
                    <a:pt x="12930" y="4336"/>
                    <a:pt x="12331" y="3950"/>
                  </a:cubicBezTo>
                  <a:cubicBezTo>
                    <a:pt x="11503" y="3416"/>
                    <a:pt x="10556" y="3122"/>
                    <a:pt x="9712" y="2632"/>
                  </a:cubicBezTo>
                  <a:cubicBezTo>
                    <a:pt x="8928" y="2175"/>
                    <a:pt x="8095" y="1816"/>
                    <a:pt x="7257" y="1473"/>
                  </a:cubicBezTo>
                  <a:cubicBezTo>
                    <a:pt x="6538" y="1184"/>
                    <a:pt x="5809" y="923"/>
                    <a:pt x="5145" y="504"/>
                  </a:cubicBezTo>
                  <a:cubicBezTo>
                    <a:pt x="4889" y="444"/>
                    <a:pt x="4622" y="411"/>
                    <a:pt x="4377" y="324"/>
                  </a:cubicBezTo>
                  <a:cubicBezTo>
                    <a:pt x="3741" y="96"/>
                    <a:pt x="3106" y="1"/>
                    <a:pt x="24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24"/>
            <p:cNvSpPr/>
            <p:nvPr/>
          </p:nvSpPr>
          <p:spPr>
            <a:xfrm>
              <a:off x="2529418" y="3067492"/>
              <a:ext cx="292606" cy="842294"/>
            </a:xfrm>
            <a:custGeom>
              <a:rect b="b" l="l" r="r" t="t"/>
              <a:pathLst>
                <a:path extrusionOk="0" h="14701" w="5107">
                  <a:moveTo>
                    <a:pt x="54" y="0"/>
                  </a:moveTo>
                  <a:cubicBezTo>
                    <a:pt x="0" y="0"/>
                    <a:pt x="3" y="63"/>
                    <a:pt x="39" y="197"/>
                  </a:cubicBezTo>
                  <a:cubicBezTo>
                    <a:pt x="284" y="1079"/>
                    <a:pt x="387" y="1977"/>
                    <a:pt x="327" y="2892"/>
                  </a:cubicBezTo>
                  <a:cubicBezTo>
                    <a:pt x="327" y="2963"/>
                    <a:pt x="333" y="3033"/>
                    <a:pt x="333" y="3104"/>
                  </a:cubicBezTo>
                  <a:cubicBezTo>
                    <a:pt x="338" y="3997"/>
                    <a:pt x="431" y="4884"/>
                    <a:pt x="224" y="5783"/>
                  </a:cubicBezTo>
                  <a:cubicBezTo>
                    <a:pt x="104" y="6284"/>
                    <a:pt x="158" y="6822"/>
                    <a:pt x="147" y="7345"/>
                  </a:cubicBezTo>
                  <a:cubicBezTo>
                    <a:pt x="147" y="7487"/>
                    <a:pt x="186" y="7639"/>
                    <a:pt x="338" y="7694"/>
                  </a:cubicBezTo>
                  <a:cubicBezTo>
                    <a:pt x="365" y="7703"/>
                    <a:pt x="389" y="7708"/>
                    <a:pt x="412" y="7708"/>
                  </a:cubicBezTo>
                  <a:cubicBezTo>
                    <a:pt x="527" y="7708"/>
                    <a:pt x="594" y="7592"/>
                    <a:pt x="675" y="7492"/>
                  </a:cubicBezTo>
                  <a:cubicBezTo>
                    <a:pt x="801" y="7977"/>
                    <a:pt x="882" y="8439"/>
                    <a:pt x="1116" y="8853"/>
                  </a:cubicBezTo>
                  <a:cubicBezTo>
                    <a:pt x="1193" y="8986"/>
                    <a:pt x="1265" y="9100"/>
                    <a:pt x="1363" y="9100"/>
                  </a:cubicBezTo>
                  <a:cubicBezTo>
                    <a:pt x="1426" y="9100"/>
                    <a:pt x="1499" y="9054"/>
                    <a:pt x="1590" y="8935"/>
                  </a:cubicBezTo>
                  <a:cubicBezTo>
                    <a:pt x="1737" y="9452"/>
                    <a:pt x="1906" y="9909"/>
                    <a:pt x="2118" y="10356"/>
                  </a:cubicBezTo>
                  <a:cubicBezTo>
                    <a:pt x="2200" y="10524"/>
                    <a:pt x="2281" y="10715"/>
                    <a:pt x="2483" y="10758"/>
                  </a:cubicBezTo>
                  <a:cubicBezTo>
                    <a:pt x="2504" y="10763"/>
                    <a:pt x="2523" y="10766"/>
                    <a:pt x="2540" y="10766"/>
                  </a:cubicBezTo>
                  <a:cubicBezTo>
                    <a:pt x="2715" y="10766"/>
                    <a:pt x="2712" y="10531"/>
                    <a:pt x="2831" y="10426"/>
                  </a:cubicBezTo>
                  <a:cubicBezTo>
                    <a:pt x="3136" y="10889"/>
                    <a:pt x="3403" y="11346"/>
                    <a:pt x="3719" y="11766"/>
                  </a:cubicBezTo>
                  <a:cubicBezTo>
                    <a:pt x="4377" y="12637"/>
                    <a:pt x="4650" y="13644"/>
                    <a:pt x="4807" y="14700"/>
                  </a:cubicBezTo>
                  <a:cubicBezTo>
                    <a:pt x="4814" y="14700"/>
                    <a:pt x="4820" y="14701"/>
                    <a:pt x="4826" y="14701"/>
                  </a:cubicBezTo>
                  <a:cubicBezTo>
                    <a:pt x="4968" y="14701"/>
                    <a:pt x="5000" y="14581"/>
                    <a:pt x="5036" y="14477"/>
                  </a:cubicBezTo>
                  <a:cubicBezTo>
                    <a:pt x="5101" y="14275"/>
                    <a:pt x="5107" y="14063"/>
                    <a:pt x="5069" y="13851"/>
                  </a:cubicBezTo>
                  <a:cubicBezTo>
                    <a:pt x="4949" y="13181"/>
                    <a:pt x="4688" y="12571"/>
                    <a:pt x="4296" y="12016"/>
                  </a:cubicBezTo>
                  <a:cubicBezTo>
                    <a:pt x="4165" y="11836"/>
                    <a:pt x="4056" y="11640"/>
                    <a:pt x="3942" y="11450"/>
                  </a:cubicBezTo>
                  <a:cubicBezTo>
                    <a:pt x="3681" y="11031"/>
                    <a:pt x="3452" y="10590"/>
                    <a:pt x="3142" y="10209"/>
                  </a:cubicBezTo>
                  <a:cubicBezTo>
                    <a:pt x="3044" y="10087"/>
                    <a:pt x="2938" y="9956"/>
                    <a:pt x="2784" y="9956"/>
                  </a:cubicBezTo>
                  <a:cubicBezTo>
                    <a:pt x="2731" y="9956"/>
                    <a:pt x="2673" y="9971"/>
                    <a:pt x="2608" y="10007"/>
                  </a:cubicBezTo>
                  <a:cubicBezTo>
                    <a:pt x="2569" y="10029"/>
                    <a:pt x="2537" y="10038"/>
                    <a:pt x="2510" y="10038"/>
                  </a:cubicBezTo>
                  <a:cubicBezTo>
                    <a:pt x="2426" y="10038"/>
                    <a:pt x="2389" y="9952"/>
                    <a:pt x="2352" y="9866"/>
                  </a:cubicBezTo>
                  <a:cubicBezTo>
                    <a:pt x="2173" y="9419"/>
                    <a:pt x="2004" y="8967"/>
                    <a:pt x="1922" y="8488"/>
                  </a:cubicBezTo>
                  <a:cubicBezTo>
                    <a:pt x="1895" y="8336"/>
                    <a:pt x="1884" y="8173"/>
                    <a:pt x="1715" y="8102"/>
                  </a:cubicBezTo>
                  <a:cubicBezTo>
                    <a:pt x="1674" y="8085"/>
                    <a:pt x="1634" y="8078"/>
                    <a:pt x="1596" y="8078"/>
                  </a:cubicBezTo>
                  <a:cubicBezTo>
                    <a:pt x="1471" y="8078"/>
                    <a:pt x="1368" y="8161"/>
                    <a:pt x="1280" y="8287"/>
                  </a:cubicBezTo>
                  <a:cubicBezTo>
                    <a:pt x="1171" y="7906"/>
                    <a:pt x="1111" y="7563"/>
                    <a:pt x="1057" y="7209"/>
                  </a:cubicBezTo>
                  <a:cubicBezTo>
                    <a:pt x="1013" y="6959"/>
                    <a:pt x="969" y="6686"/>
                    <a:pt x="659" y="6610"/>
                  </a:cubicBezTo>
                  <a:cubicBezTo>
                    <a:pt x="539" y="6577"/>
                    <a:pt x="583" y="6512"/>
                    <a:pt x="594" y="6452"/>
                  </a:cubicBezTo>
                  <a:cubicBezTo>
                    <a:pt x="730" y="5875"/>
                    <a:pt x="714" y="5287"/>
                    <a:pt x="757" y="4699"/>
                  </a:cubicBezTo>
                  <a:cubicBezTo>
                    <a:pt x="812" y="3926"/>
                    <a:pt x="888" y="3153"/>
                    <a:pt x="855" y="2380"/>
                  </a:cubicBezTo>
                  <a:cubicBezTo>
                    <a:pt x="822" y="1743"/>
                    <a:pt x="757" y="1112"/>
                    <a:pt x="550" y="502"/>
                  </a:cubicBezTo>
                  <a:cubicBezTo>
                    <a:pt x="485" y="311"/>
                    <a:pt x="420" y="121"/>
                    <a:pt x="196" y="56"/>
                  </a:cubicBezTo>
                  <a:cubicBezTo>
                    <a:pt x="129" y="19"/>
                    <a:pt x="83" y="0"/>
                    <a:pt x="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24"/>
            <p:cNvSpPr/>
            <p:nvPr/>
          </p:nvSpPr>
          <p:spPr>
            <a:xfrm>
              <a:off x="369487" y="3609436"/>
              <a:ext cx="782936" cy="162603"/>
            </a:xfrm>
            <a:custGeom>
              <a:rect b="b" l="l" r="r" t="t"/>
              <a:pathLst>
                <a:path extrusionOk="0" h="2838" w="13665">
                  <a:moveTo>
                    <a:pt x="76" y="1"/>
                  </a:moveTo>
                  <a:cubicBezTo>
                    <a:pt x="0" y="1"/>
                    <a:pt x="64" y="114"/>
                    <a:pt x="32" y="151"/>
                  </a:cubicBezTo>
                  <a:cubicBezTo>
                    <a:pt x="98" y="396"/>
                    <a:pt x="261" y="592"/>
                    <a:pt x="392" y="804"/>
                  </a:cubicBezTo>
                  <a:cubicBezTo>
                    <a:pt x="446" y="891"/>
                    <a:pt x="582" y="978"/>
                    <a:pt x="675" y="978"/>
                  </a:cubicBezTo>
                  <a:cubicBezTo>
                    <a:pt x="1274" y="984"/>
                    <a:pt x="1823" y="1218"/>
                    <a:pt x="2395" y="1343"/>
                  </a:cubicBezTo>
                  <a:cubicBezTo>
                    <a:pt x="3076" y="1501"/>
                    <a:pt x="3789" y="1534"/>
                    <a:pt x="4447" y="1811"/>
                  </a:cubicBezTo>
                  <a:cubicBezTo>
                    <a:pt x="4909" y="2007"/>
                    <a:pt x="5384" y="2095"/>
                    <a:pt x="5868" y="2095"/>
                  </a:cubicBezTo>
                  <a:cubicBezTo>
                    <a:pt x="6070" y="2095"/>
                    <a:pt x="6273" y="2080"/>
                    <a:pt x="6478" y="2051"/>
                  </a:cubicBezTo>
                  <a:cubicBezTo>
                    <a:pt x="6897" y="1991"/>
                    <a:pt x="7315" y="1976"/>
                    <a:pt x="7732" y="1976"/>
                  </a:cubicBezTo>
                  <a:cubicBezTo>
                    <a:pt x="8112" y="1976"/>
                    <a:pt x="8492" y="1988"/>
                    <a:pt x="8873" y="1991"/>
                  </a:cubicBezTo>
                  <a:cubicBezTo>
                    <a:pt x="9023" y="1990"/>
                    <a:pt x="9172" y="1989"/>
                    <a:pt x="9321" y="1989"/>
                  </a:cubicBezTo>
                  <a:cubicBezTo>
                    <a:pt x="10598" y="1989"/>
                    <a:pt x="11874" y="2038"/>
                    <a:pt x="13142" y="2252"/>
                  </a:cubicBezTo>
                  <a:cubicBezTo>
                    <a:pt x="12377" y="2475"/>
                    <a:pt x="11614" y="2698"/>
                    <a:pt x="10815" y="2698"/>
                  </a:cubicBezTo>
                  <a:cubicBezTo>
                    <a:pt x="10442" y="2698"/>
                    <a:pt x="10061" y="2649"/>
                    <a:pt x="9668" y="2530"/>
                  </a:cubicBezTo>
                  <a:lnTo>
                    <a:pt x="9668" y="2530"/>
                  </a:lnTo>
                  <a:cubicBezTo>
                    <a:pt x="9739" y="2601"/>
                    <a:pt x="9745" y="2611"/>
                    <a:pt x="9755" y="2617"/>
                  </a:cubicBezTo>
                  <a:cubicBezTo>
                    <a:pt x="10180" y="2779"/>
                    <a:pt x="10603" y="2837"/>
                    <a:pt x="11025" y="2837"/>
                  </a:cubicBezTo>
                  <a:cubicBezTo>
                    <a:pt x="11734" y="2837"/>
                    <a:pt x="12440" y="2674"/>
                    <a:pt x="13147" y="2568"/>
                  </a:cubicBezTo>
                  <a:cubicBezTo>
                    <a:pt x="13245" y="2552"/>
                    <a:pt x="13343" y="2486"/>
                    <a:pt x="13425" y="2421"/>
                  </a:cubicBezTo>
                  <a:cubicBezTo>
                    <a:pt x="13539" y="2334"/>
                    <a:pt x="13664" y="2230"/>
                    <a:pt x="13637" y="2078"/>
                  </a:cubicBezTo>
                  <a:cubicBezTo>
                    <a:pt x="13610" y="1926"/>
                    <a:pt x="13452" y="1926"/>
                    <a:pt x="13327" y="1898"/>
                  </a:cubicBezTo>
                  <a:cubicBezTo>
                    <a:pt x="12156" y="1648"/>
                    <a:pt x="10969" y="1632"/>
                    <a:pt x="9788" y="1632"/>
                  </a:cubicBezTo>
                  <a:cubicBezTo>
                    <a:pt x="9694" y="1632"/>
                    <a:pt x="9598" y="1634"/>
                    <a:pt x="9503" y="1634"/>
                  </a:cubicBezTo>
                  <a:cubicBezTo>
                    <a:pt x="9384" y="1634"/>
                    <a:pt x="9266" y="1630"/>
                    <a:pt x="9151" y="1615"/>
                  </a:cubicBezTo>
                  <a:cubicBezTo>
                    <a:pt x="8839" y="1570"/>
                    <a:pt x="8526" y="1553"/>
                    <a:pt x="8214" y="1553"/>
                  </a:cubicBezTo>
                  <a:cubicBezTo>
                    <a:pt x="7623" y="1553"/>
                    <a:pt x="7033" y="1614"/>
                    <a:pt x="6445" y="1664"/>
                  </a:cubicBezTo>
                  <a:cubicBezTo>
                    <a:pt x="6194" y="1686"/>
                    <a:pt x="5944" y="1702"/>
                    <a:pt x="5696" y="1702"/>
                  </a:cubicBezTo>
                  <a:cubicBezTo>
                    <a:pt x="5328" y="1702"/>
                    <a:pt x="4962" y="1667"/>
                    <a:pt x="4594" y="1566"/>
                  </a:cubicBezTo>
                  <a:cubicBezTo>
                    <a:pt x="3762" y="1343"/>
                    <a:pt x="2918" y="1142"/>
                    <a:pt x="2068" y="984"/>
                  </a:cubicBezTo>
                  <a:cubicBezTo>
                    <a:pt x="1393" y="859"/>
                    <a:pt x="642" y="831"/>
                    <a:pt x="234" y="113"/>
                  </a:cubicBezTo>
                  <a:cubicBezTo>
                    <a:pt x="212" y="69"/>
                    <a:pt x="174" y="31"/>
                    <a:pt x="136" y="15"/>
                  </a:cubicBezTo>
                  <a:cubicBezTo>
                    <a:pt x="110" y="5"/>
                    <a:pt x="90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24"/>
            <p:cNvSpPr/>
            <p:nvPr/>
          </p:nvSpPr>
          <p:spPr>
            <a:xfrm>
              <a:off x="708152" y="3807043"/>
              <a:ext cx="483570" cy="378720"/>
            </a:xfrm>
            <a:custGeom>
              <a:rect b="b" l="l" r="r" t="t"/>
              <a:pathLst>
                <a:path extrusionOk="0" h="6610" w="8440">
                  <a:moveTo>
                    <a:pt x="2679" y="1"/>
                  </a:moveTo>
                  <a:lnTo>
                    <a:pt x="2679" y="1"/>
                  </a:lnTo>
                  <a:cubicBezTo>
                    <a:pt x="2260" y="1030"/>
                    <a:pt x="2717" y="2266"/>
                    <a:pt x="3333" y="2696"/>
                  </a:cubicBezTo>
                  <a:cubicBezTo>
                    <a:pt x="3148" y="3055"/>
                    <a:pt x="2799" y="3251"/>
                    <a:pt x="2532" y="3529"/>
                  </a:cubicBezTo>
                  <a:cubicBezTo>
                    <a:pt x="2353" y="3719"/>
                    <a:pt x="2255" y="3915"/>
                    <a:pt x="2369" y="4165"/>
                  </a:cubicBezTo>
                  <a:cubicBezTo>
                    <a:pt x="2500" y="4465"/>
                    <a:pt x="2701" y="4688"/>
                    <a:pt x="3039" y="4781"/>
                  </a:cubicBezTo>
                  <a:cubicBezTo>
                    <a:pt x="3214" y="4833"/>
                    <a:pt x="3390" y="4855"/>
                    <a:pt x="3564" y="4855"/>
                  </a:cubicBezTo>
                  <a:cubicBezTo>
                    <a:pt x="3859" y="4855"/>
                    <a:pt x="4149" y="4792"/>
                    <a:pt x="4427" y="4710"/>
                  </a:cubicBezTo>
                  <a:cubicBezTo>
                    <a:pt x="5200" y="4487"/>
                    <a:pt x="5989" y="4503"/>
                    <a:pt x="6795" y="4421"/>
                  </a:cubicBezTo>
                  <a:lnTo>
                    <a:pt x="6795" y="4421"/>
                  </a:lnTo>
                  <a:cubicBezTo>
                    <a:pt x="6136" y="5064"/>
                    <a:pt x="5287" y="5271"/>
                    <a:pt x="4476" y="5543"/>
                  </a:cubicBezTo>
                  <a:cubicBezTo>
                    <a:pt x="4199" y="5634"/>
                    <a:pt x="3919" y="5685"/>
                    <a:pt x="3630" y="5685"/>
                  </a:cubicBezTo>
                  <a:cubicBezTo>
                    <a:pt x="3521" y="5685"/>
                    <a:pt x="3411" y="5677"/>
                    <a:pt x="3300" y="5663"/>
                  </a:cubicBezTo>
                  <a:cubicBezTo>
                    <a:pt x="3122" y="5639"/>
                    <a:pt x="2936" y="5614"/>
                    <a:pt x="2754" y="5614"/>
                  </a:cubicBezTo>
                  <a:cubicBezTo>
                    <a:pt x="2557" y="5614"/>
                    <a:pt x="2364" y="5643"/>
                    <a:pt x="2189" y="5733"/>
                  </a:cubicBezTo>
                  <a:cubicBezTo>
                    <a:pt x="1612" y="6033"/>
                    <a:pt x="1052" y="6343"/>
                    <a:pt x="393" y="6398"/>
                  </a:cubicBezTo>
                  <a:cubicBezTo>
                    <a:pt x="257" y="6408"/>
                    <a:pt x="132" y="6495"/>
                    <a:pt x="1" y="6550"/>
                  </a:cubicBezTo>
                  <a:cubicBezTo>
                    <a:pt x="60" y="6599"/>
                    <a:pt x="127" y="6610"/>
                    <a:pt x="194" y="6610"/>
                  </a:cubicBezTo>
                  <a:cubicBezTo>
                    <a:pt x="231" y="6610"/>
                    <a:pt x="269" y="6606"/>
                    <a:pt x="306" y="6604"/>
                  </a:cubicBezTo>
                  <a:cubicBezTo>
                    <a:pt x="507" y="6592"/>
                    <a:pt x="718" y="6542"/>
                    <a:pt x="918" y="6542"/>
                  </a:cubicBezTo>
                  <a:cubicBezTo>
                    <a:pt x="982" y="6542"/>
                    <a:pt x="1045" y="6548"/>
                    <a:pt x="1106" y="6561"/>
                  </a:cubicBezTo>
                  <a:cubicBezTo>
                    <a:pt x="1161" y="6571"/>
                    <a:pt x="1211" y="6576"/>
                    <a:pt x="1258" y="6576"/>
                  </a:cubicBezTo>
                  <a:cubicBezTo>
                    <a:pt x="1438" y="6576"/>
                    <a:pt x="1563" y="6501"/>
                    <a:pt x="1689" y="6354"/>
                  </a:cubicBezTo>
                  <a:cubicBezTo>
                    <a:pt x="1933" y="6077"/>
                    <a:pt x="2246" y="5962"/>
                    <a:pt x="2610" y="5962"/>
                  </a:cubicBezTo>
                  <a:cubicBezTo>
                    <a:pt x="2619" y="5962"/>
                    <a:pt x="2627" y="5962"/>
                    <a:pt x="2636" y="5962"/>
                  </a:cubicBezTo>
                  <a:cubicBezTo>
                    <a:pt x="2850" y="5966"/>
                    <a:pt x="3069" y="5981"/>
                    <a:pt x="3288" y="5981"/>
                  </a:cubicBezTo>
                  <a:cubicBezTo>
                    <a:pt x="3341" y="5981"/>
                    <a:pt x="3394" y="5980"/>
                    <a:pt x="3447" y="5978"/>
                  </a:cubicBezTo>
                  <a:cubicBezTo>
                    <a:pt x="4514" y="5940"/>
                    <a:pt x="5499" y="5597"/>
                    <a:pt x="6392" y="5042"/>
                  </a:cubicBezTo>
                  <a:cubicBezTo>
                    <a:pt x="7105" y="4601"/>
                    <a:pt x="7797" y="4133"/>
                    <a:pt x="8439" y="3550"/>
                  </a:cubicBezTo>
                  <a:cubicBezTo>
                    <a:pt x="8387" y="3535"/>
                    <a:pt x="8337" y="3528"/>
                    <a:pt x="8290" y="3528"/>
                  </a:cubicBezTo>
                  <a:cubicBezTo>
                    <a:pt x="8069" y="3528"/>
                    <a:pt x="7892" y="3672"/>
                    <a:pt x="7704" y="3757"/>
                  </a:cubicBezTo>
                  <a:cubicBezTo>
                    <a:pt x="7199" y="3997"/>
                    <a:pt x="6704" y="4289"/>
                    <a:pt x="6128" y="4289"/>
                  </a:cubicBezTo>
                  <a:cubicBezTo>
                    <a:pt x="6089" y="4289"/>
                    <a:pt x="6050" y="4288"/>
                    <a:pt x="6011" y="4285"/>
                  </a:cubicBezTo>
                  <a:cubicBezTo>
                    <a:pt x="5924" y="4279"/>
                    <a:pt x="5837" y="4276"/>
                    <a:pt x="5750" y="4276"/>
                  </a:cubicBezTo>
                  <a:cubicBezTo>
                    <a:pt x="5308" y="4276"/>
                    <a:pt x="4876" y="4351"/>
                    <a:pt x="4443" y="4438"/>
                  </a:cubicBezTo>
                  <a:cubicBezTo>
                    <a:pt x="4166" y="4496"/>
                    <a:pt x="3882" y="4567"/>
                    <a:pt x="3595" y="4567"/>
                  </a:cubicBezTo>
                  <a:cubicBezTo>
                    <a:pt x="3427" y="4567"/>
                    <a:pt x="3257" y="4542"/>
                    <a:pt x="3088" y="4476"/>
                  </a:cubicBezTo>
                  <a:cubicBezTo>
                    <a:pt x="2598" y="4280"/>
                    <a:pt x="2516" y="3899"/>
                    <a:pt x="2924" y="3583"/>
                  </a:cubicBezTo>
                  <a:cubicBezTo>
                    <a:pt x="3186" y="3382"/>
                    <a:pt x="3409" y="3142"/>
                    <a:pt x="3605" y="2881"/>
                  </a:cubicBezTo>
                  <a:cubicBezTo>
                    <a:pt x="3921" y="2472"/>
                    <a:pt x="3899" y="2396"/>
                    <a:pt x="3403" y="2304"/>
                  </a:cubicBezTo>
                  <a:cubicBezTo>
                    <a:pt x="3235" y="2276"/>
                    <a:pt x="3115" y="2206"/>
                    <a:pt x="3131" y="2048"/>
                  </a:cubicBezTo>
                  <a:cubicBezTo>
                    <a:pt x="3158" y="1754"/>
                    <a:pt x="3001" y="1563"/>
                    <a:pt x="2821" y="1373"/>
                  </a:cubicBezTo>
                  <a:cubicBezTo>
                    <a:pt x="2679" y="921"/>
                    <a:pt x="2690" y="458"/>
                    <a:pt x="26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24"/>
            <p:cNvSpPr/>
            <p:nvPr/>
          </p:nvSpPr>
          <p:spPr>
            <a:xfrm>
              <a:off x="3124245" y="1674447"/>
              <a:ext cx="647892" cy="309565"/>
            </a:xfrm>
            <a:custGeom>
              <a:rect b="b" l="l" r="r" t="t"/>
              <a:pathLst>
                <a:path extrusionOk="0" h="5403" w="11308">
                  <a:moveTo>
                    <a:pt x="2288" y="0"/>
                  </a:moveTo>
                  <a:cubicBezTo>
                    <a:pt x="2189" y="0"/>
                    <a:pt x="2083" y="19"/>
                    <a:pt x="1987" y="40"/>
                  </a:cubicBezTo>
                  <a:cubicBezTo>
                    <a:pt x="1100" y="247"/>
                    <a:pt x="588" y="928"/>
                    <a:pt x="76" y="1603"/>
                  </a:cubicBezTo>
                  <a:cubicBezTo>
                    <a:pt x="49" y="1641"/>
                    <a:pt x="33" y="1685"/>
                    <a:pt x="22" y="1728"/>
                  </a:cubicBezTo>
                  <a:cubicBezTo>
                    <a:pt x="0" y="1799"/>
                    <a:pt x="6" y="1875"/>
                    <a:pt x="76" y="1913"/>
                  </a:cubicBezTo>
                  <a:cubicBezTo>
                    <a:pt x="100" y="1927"/>
                    <a:pt x="124" y="1933"/>
                    <a:pt x="146" y="1933"/>
                  </a:cubicBezTo>
                  <a:cubicBezTo>
                    <a:pt x="194" y="1933"/>
                    <a:pt x="235" y="1904"/>
                    <a:pt x="261" y="1859"/>
                  </a:cubicBezTo>
                  <a:cubicBezTo>
                    <a:pt x="566" y="1320"/>
                    <a:pt x="1122" y="1211"/>
                    <a:pt x="1650" y="1075"/>
                  </a:cubicBezTo>
                  <a:cubicBezTo>
                    <a:pt x="1886" y="1013"/>
                    <a:pt x="2039" y="975"/>
                    <a:pt x="2155" y="975"/>
                  </a:cubicBezTo>
                  <a:cubicBezTo>
                    <a:pt x="2376" y="975"/>
                    <a:pt x="2455" y="1118"/>
                    <a:pt x="2706" y="1516"/>
                  </a:cubicBezTo>
                  <a:cubicBezTo>
                    <a:pt x="2894" y="1813"/>
                    <a:pt x="3021" y="2220"/>
                    <a:pt x="3472" y="2220"/>
                  </a:cubicBezTo>
                  <a:cubicBezTo>
                    <a:pt x="3492" y="2220"/>
                    <a:pt x="3512" y="2220"/>
                    <a:pt x="3533" y="2218"/>
                  </a:cubicBezTo>
                  <a:cubicBezTo>
                    <a:pt x="3702" y="2131"/>
                    <a:pt x="3653" y="2077"/>
                    <a:pt x="3517" y="1989"/>
                  </a:cubicBezTo>
                  <a:cubicBezTo>
                    <a:pt x="3299" y="1837"/>
                    <a:pt x="3103" y="1652"/>
                    <a:pt x="3038" y="1374"/>
                  </a:cubicBezTo>
                  <a:cubicBezTo>
                    <a:pt x="3000" y="1331"/>
                    <a:pt x="2951" y="1293"/>
                    <a:pt x="2918" y="1244"/>
                  </a:cubicBezTo>
                  <a:cubicBezTo>
                    <a:pt x="2690" y="900"/>
                    <a:pt x="2418" y="726"/>
                    <a:pt x="2101" y="726"/>
                  </a:cubicBezTo>
                  <a:cubicBezTo>
                    <a:pt x="1971" y="726"/>
                    <a:pt x="1833" y="755"/>
                    <a:pt x="1688" y="814"/>
                  </a:cubicBezTo>
                  <a:cubicBezTo>
                    <a:pt x="1556" y="866"/>
                    <a:pt x="1417" y="908"/>
                    <a:pt x="1263" y="908"/>
                  </a:cubicBezTo>
                  <a:cubicBezTo>
                    <a:pt x="1226" y="908"/>
                    <a:pt x="1188" y="906"/>
                    <a:pt x="1149" y="901"/>
                  </a:cubicBezTo>
                  <a:cubicBezTo>
                    <a:pt x="1368" y="563"/>
                    <a:pt x="1735" y="379"/>
                    <a:pt x="2172" y="379"/>
                  </a:cubicBezTo>
                  <a:cubicBezTo>
                    <a:pt x="2257" y="379"/>
                    <a:pt x="2344" y="386"/>
                    <a:pt x="2434" y="400"/>
                  </a:cubicBezTo>
                  <a:cubicBezTo>
                    <a:pt x="3631" y="601"/>
                    <a:pt x="4851" y="688"/>
                    <a:pt x="5999" y="1151"/>
                  </a:cubicBezTo>
                  <a:cubicBezTo>
                    <a:pt x="6691" y="1434"/>
                    <a:pt x="7464" y="1538"/>
                    <a:pt x="8008" y="2109"/>
                  </a:cubicBezTo>
                  <a:cubicBezTo>
                    <a:pt x="8384" y="2496"/>
                    <a:pt x="8743" y="2904"/>
                    <a:pt x="9086" y="3323"/>
                  </a:cubicBezTo>
                  <a:cubicBezTo>
                    <a:pt x="9680" y="4053"/>
                    <a:pt x="10262" y="4788"/>
                    <a:pt x="11035" y="5343"/>
                  </a:cubicBezTo>
                  <a:cubicBezTo>
                    <a:pt x="11090" y="5354"/>
                    <a:pt x="11144" y="5365"/>
                    <a:pt x="11307" y="5403"/>
                  </a:cubicBezTo>
                  <a:cubicBezTo>
                    <a:pt x="10164" y="4314"/>
                    <a:pt x="9342" y="3084"/>
                    <a:pt x="8357" y="1995"/>
                  </a:cubicBezTo>
                  <a:cubicBezTo>
                    <a:pt x="8221" y="1815"/>
                    <a:pt x="8030" y="1701"/>
                    <a:pt x="7845" y="1570"/>
                  </a:cubicBezTo>
                  <a:cubicBezTo>
                    <a:pt x="6963" y="939"/>
                    <a:pt x="5891" y="786"/>
                    <a:pt x="4894" y="465"/>
                  </a:cubicBezTo>
                  <a:cubicBezTo>
                    <a:pt x="4105" y="209"/>
                    <a:pt x="3245" y="258"/>
                    <a:pt x="2439" y="19"/>
                  </a:cubicBezTo>
                  <a:cubicBezTo>
                    <a:pt x="2392" y="5"/>
                    <a:pt x="2341" y="0"/>
                    <a:pt x="22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24"/>
            <p:cNvSpPr/>
            <p:nvPr/>
          </p:nvSpPr>
          <p:spPr>
            <a:xfrm>
              <a:off x="1539433" y="2292420"/>
              <a:ext cx="526541" cy="303606"/>
            </a:xfrm>
            <a:custGeom>
              <a:rect b="b" l="l" r="r" t="t"/>
              <a:pathLst>
                <a:path extrusionOk="0" h="5299" w="9190">
                  <a:moveTo>
                    <a:pt x="1054" y="0"/>
                  </a:moveTo>
                  <a:cubicBezTo>
                    <a:pt x="976" y="0"/>
                    <a:pt x="921" y="83"/>
                    <a:pt x="866" y="142"/>
                  </a:cubicBezTo>
                  <a:cubicBezTo>
                    <a:pt x="811" y="208"/>
                    <a:pt x="762" y="268"/>
                    <a:pt x="713" y="338"/>
                  </a:cubicBezTo>
                  <a:cubicBezTo>
                    <a:pt x="125" y="1117"/>
                    <a:pt x="0" y="2021"/>
                    <a:pt x="6" y="2962"/>
                  </a:cubicBezTo>
                  <a:cubicBezTo>
                    <a:pt x="41" y="2962"/>
                    <a:pt x="56" y="3050"/>
                    <a:pt x="89" y="3050"/>
                  </a:cubicBezTo>
                  <a:cubicBezTo>
                    <a:pt x="101" y="3050"/>
                    <a:pt x="117" y="3037"/>
                    <a:pt x="136" y="3001"/>
                  </a:cubicBezTo>
                  <a:cubicBezTo>
                    <a:pt x="207" y="2859"/>
                    <a:pt x="202" y="2701"/>
                    <a:pt x="207" y="2549"/>
                  </a:cubicBezTo>
                  <a:cubicBezTo>
                    <a:pt x="223" y="2075"/>
                    <a:pt x="343" y="1629"/>
                    <a:pt x="490" y="1248"/>
                  </a:cubicBezTo>
                  <a:cubicBezTo>
                    <a:pt x="898" y="2091"/>
                    <a:pt x="893" y="3093"/>
                    <a:pt x="1258" y="3986"/>
                  </a:cubicBezTo>
                  <a:cubicBezTo>
                    <a:pt x="1410" y="3730"/>
                    <a:pt x="1258" y="3485"/>
                    <a:pt x="1290" y="3180"/>
                  </a:cubicBezTo>
                  <a:lnTo>
                    <a:pt x="1290" y="3180"/>
                  </a:lnTo>
                  <a:cubicBezTo>
                    <a:pt x="1448" y="3316"/>
                    <a:pt x="1606" y="3398"/>
                    <a:pt x="1682" y="3529"/>
                  </a:cubicBezTo>
                  <a:cubicBezTo>
                    <a:pt x="1922" y="3937"/>
                    <a:pt x="2276" y="4225"/>
                    <a:pt x="2641" y="4508"/>
                  </a:cubicBezTo>
                  <a:cubicBezTo>
                    <a:pt x="2756" y="4598"/>
                    <a:pt x="2878" y="4674"/>
                    <a:pt x="3011" y="4674"/>
                  </a:cubicBezTo>
                  <a:cubicBezTo>
                    <a:pt x="3048" y="4674"/>
                    <a:pt x="3086" y="4668"/>
                    <a:pt x="3125" y="4655"/>
                  </a:cubicBezTo>
                  <a:cubicBezTo>
                    <a:pt x="3192" y="4633"/>
                    <a:pt x="3251" y="4623"/>
                    <a:pt x="3303" y="4623"/>
                  </a:cubicBezTo>
                  <a:cubicBezTo>
                    <a:pt x="3482" y="4623"/>
                    <a:pt x="3587" y="4744"/>
                    <a:pt x="3675" y="4933"/>
                  </a:cubicBezTo>
                  <a:cubicBezTo>
                    <a:pt x="3771" y="5148"/>
                    <a:pt x="3927" y="5239"/>
                    <a:pt x="4112" y="5239"/>
                  </a:cubicBezTo>
                  <a:cubicBezTo>
                    <a:pt x="4189" y="5239"/>
                    <a:pt x="4271" y="5223"/>
                    <a:pt x="4355" y="5194"/>
                  </a:cubicBezTo>
                  <a:cubicBezTo>
                    <a:pt x="4595" y="5113"/>
                    <a:pt x="4824" y="5015"/>
                    <a:pt x="5003" y="4802"/>
                  </a:cubicBezTo>
                  <a:cubicBezTo>
                    <a:pt x="5170" y="4600"/>
                    <a:pt x="5503" y="4490"/>
                    <a:pt x="5804" y="4490"/>
                  </a:cubicBezTo>
                  <a:cubicBezTo>
                    <a:pt x="5964" y="4490"/>
                    <a:pt x="6115" y="4521"/>
                    <a:pt x="6228" y="4585"/>
                  </a:cubicBezTo>
                  <a:cubicBezTo>
                    <a:pt x="6451" y="4770"/>
                    <a:pt x="6642" y="4998"/>
                    <a:pt x="6876" y="5173"/>
                  </a:cubicBezTo>
                  <a:cubicBezTo>
                    <a:pt x="6993" y="5258"/>
                    <a:pt x="7115" y="5298"/>
                    <a:pt x="7229" y="5298"/>
                  </a:cubicBezTo>
                  <a:cubicBezTo>
                    <a:pt x="7443" y="5298"/>
                    <a:pt x="7631" y="5156"/>
                    <a:pt x="7720" y="4900"/>
                  </a:cubicBezTo>
                  <a:cubicBezTo>
                    <a:pt x="7763" y="4781"/>
                    <a:pt x="7791" y="4655"/>
                    <a:pt x="7769" y="4519"/>
                  </a:cubicBezTo>
                  <a:cubicBezTo>
                    <a:pt x="7790" y="4345"/>
                    <a:pt x="7779" y="4145"/>
                    <a:pt x="7947" y="4145"/>
                  </a:cubicBezTo>
                  <a:cubicBezTo>
                    <a:pt x="7999" y="4145"/>
                    <a:pt x="8068" y="4164"/>
                    <a:pt x="8161" y="4209"/>
                  </a:cubicBezTo>
                  <a:cubicBezTo>
                    <a:pt x="8199" y="4226"/>
                    <a:pt x="8231" y="4234"/>
                    <a:pt x="8260" y="4234"/>
                  </a:cubicBezTo>
                  <a:cubicBezTo>
                    <a:pt x="8382" y="4234"/>
                    <a:pt x="8420" y="4089"/>
                    <a:pt x="8411" y="3948"/>
                  </a:cubicBezTo>
                  <a:cubicBezTo>
                    <a:pt x="8389" y="3518"/>
                    <a:pt x="8324" y="3088"/>
                    <a:pt x="8193" y="2674"/>
                  </a:cubicBezTo>
                  <a:cubicBezTo>
                    <a:pt x="8134" y="2493"/>
                    <a:pt x="8175" y="2446"/>
                    <a:pt x="8274" y="2446"/>
                  </a:cubicBezTo>
                  <a:cubicBezTo>
                    <a:pt x="8312" y="2446"/>
                    <a:pt x="8358" y="2453"/>
                    <a:pt x="8411" y="2462"/>
                  </a:cubicBezTo>
                  <a:cubicBezTo>
                    <a:pt x="8656" y="2505"/>
                    <a:pt x="8738" y="2766"/>
                    <a:pt x="8956" y="2832"/>
                  </a:cubicBezTo>
                  <a:cubicBezTo>
                    <a:pt x="9001" y="2850"/>
                    <a:pt x="9044" y="2866"/>
                    <a:pt x="9087" y="2866"/>
                  </a:cubicBezTo>
                  <a:cubicBezTo>
                    <a:pt x="9122" y="2866"/>
                    <a:pt x="9156" y="2856"/>
                    <a:pt x="9190" y="2826"/>
                  </a:cubicBezTo>
                  <a:cubicBezTo>
                    <a:pt x="9070" y="2696"/>
                    <a:pt x="8966" y="2554"/>
                    <a:pt x="8830" y="2445"/>
                  </a:cubicBezTo>
                  <a:cubicBezTo>
                    <a:pt x="8690" y="2336"/>
                    <a:pt x="8514" y="2258"/>
                    <a:pt x="8345" y="2258"/>
                  </a:cubicBezTo>
                  <a:cubicBezTo>
                    <a:pt x="8278" y="2258"/>
                    <a:pt x="8212" y="2270"/>
                    <a:pt x="8150" y="2298"/>
                  </a:cubicBezTo>
                  <a:cubicBezTo>
                    <a:pt x="7916" y="2402"/>
                    <a:pt x="8014" y="2663"/>
                    <a:pt x="8068" y="2864"/>
                  </a:cubicBezTo>
                  <a:cubicBezTo>
                    <a:pt x="8123" y="3071"/>
                    <a:pt x="8134" y="3284"/>
                    <a:pt x="8139" y="3496"/>
                  </a:cubicBezTo>
                  <a:cubicBezTo>
                    <a:pt x="8144" y="3658"/>
                    <a:pt x="8164" y="3804"/>
                    <a:pt x="7989" y="3804"/>
                  </a:cubicBezTo>
                  <a:cubicBezTo>
                    <a:pt x="7958" y="3804"/>
                    <a:pt x="7922" y="3800"/>
                    <a:pt x="7878" y="3790"/>
                  </a:cubicBezTo>
                  <a:cubicBezTo>
                    <a:pt x="7865" y="3787"/>
                    <a:pt x="7852" y="3786"/>
                    <a:pt x="7840" y="3786"/>
                  </a:cubicBezTo>
                  <a:cubicBezTo>
                    <a:pt x="7736" y="3786"/>
                    <a:pt x="7666" y="3884"/>
                    <a:pt x="7622" y="3991"/>
                  </a:cubicBezTo>
                  <a:cubicBezTo>
                    <a:pt x="7535" y="4198"/>
                    <a:pt x="7469" y="4405"/>
                    <a:pt x="7415" y="4623"/>
                  </a:cubicBezTo>
                  <a:cubicBezTo>
                    <a:pt x="7368" y="4816"/>
                    <a:pt x="7314" y="4908"/>
                    <a:pt x="7229" y="4908"/>
                  </a:cubicBezTo>
                  <a:cubicBezTo>
                    <a:pt x="7165" y="4908"/>
                    <a:pt x="7083" y="4857"/>
                    <a:pt x="6974" y="4759"/>
                  </a:cubicBezTo>
                  <a:cubicBezTo>
                    <a:pt x="6538" y="4364"/>
                    <a:pt x="6160" y="4166"/>
                    <a:pt x="5783" y="4166"/>
                  </a:cubicBezTo>
                  <a:cubicBezTo>
                    <a:pt x="5403" y="4166"/>
                    <a:pt x="5024" y="4368"/>
                    <a:pt x="4589" y="4770"/>
                  </a:cubicBezTo>
                  <a:cubicBezTo>
                    <a:pt x="4461" y="4889"/>
                    <a:pt x="4335" y="4949"/>
                    <a:pt x="4219" y="4949"/>
                  </a:cubicBezTo>
                  <a:cubicBezTo>
                    <a:pt x="4080" y="4949"/>
                    <a:pt x="3955" y="4863"/>
                    <a:pt x="3855" y="4688"/>
                  </a:cubicBezTo>
                  <a:cubicBezTo>
                    <a:pt x="3724" y="4460"/>
                    <a:pt x="3560" y="4327"/>
                    <a:pt x="3336" y="4327"/>
                  </a:cubicBezTo>
                  <a:cubicBezTo>
                    <a:pt x="3271" y="4327"/>
                    <a:pt x="3201" y="4338"/>
                    <a:pt x="3125" y="4362"/>
                  </a:cubicBezTo>
                  <a:cubicBezTo>
                    <a:pt x="3091" y="4373"/>
                    <a:pt x="3058" y="4380"/>
                    <a:pt x="3025" y="4380"/>
                  </a:cubicBezTo>
                  <a:cubicBezTo>
                    <a:pt x="2969" y="4380"/>
                    <a:pt x="2915" y="4361"/>
                    <a:pt x="2864" y="4323"/>
                  </a:cubicBezTo>
                  <a:cubicBezTo>
                    <a:pt x="2537" y="4073"/>
                    <a:pt x="2183" y="3850"/>
                    <a:pt x="1982" y="3474"/>
                  </a:cubicBezTo>
                  <a:cubicBezTo>
                    <a:pt x="1916" y="3360"/>
                    <a:pt x="1857" y="3213"/>
                    <a:pt x="1731" y="3191"/>
                  </a:cubicBezTo>
                  <a:cubicBezTo>
                    <a:pt x="1203" y="3093"/>
                    <a:pt x="1171" y="2685"/>
                    <a:pt x="1111" y="2276"/>
                  </a:cubicBezTo>
                  <a:cubicBezTo>
                    <a:pt x="1073" y="2048"/>
                    <a:pt x="996" y="1819"/>
                    <a:pt x="915" y="1601"/>
                  </a:cubicBezTo>
                  <a:cubicBezTo>
                    <a:pt x="811" y="1329"/>
                    <a:pt x="811" y="1090"/>
                    <a:pt x="969" y="834"/>
                  </a:cubicBezTo>
                  <a:cubicBezTo>
                    <a:pt x="1067" y="676"/>
                    <a:pt x="1122" y="491"/>
                    <a:pt x="1171" y="311"/>
                  </a:cubicBezTo>
                  <a:cubicBezTo>
                    <a:pt x="1198" y="219"/>
                    <a:pt x="1231" y="83"/>
                    <a:pt x="1127" y="23"/>
                  </a:cubicBezTo>
                  <a:cubicBezTo>
                    <a:pt x="1101" y="7"/>
                    <a:pt x="1077" y="0"/>
                    <a:pt x="10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24"/>
            <p:cNvSpPr/>
            <p:nvPr/>
          </p:nvSpPr>
          <p:spPr>
            <a:xfrm>
              <a:off x="2810560" y="3182768"/>
              <a:ext cx="456297" cy="154353"/>
            </a:xfrm>
            <a:custGeom>
              <a:rect b="b" l="l" r="r" t="t"/>
              <a:pathLst>
                <a:path extrusionOk="0" h="2694" w="7964">
                  <a:moveTo>
                    <a:pt x="226" y="1"/>
                  </a:moveTo>
                  <a:cubicBezTo>
                    <a:pt x="187" y="1"/>
                    <a:pt x="146" y="8"/>
                    <a:pt x="102" y="25"/>
                  </a:cubicBezTo>
                  <a:cubicBezTo>
                    <a:pt x="97" y="31"/>
                    <a:pt x="89" y="33"/>
                    <a:pt x="79" y="33"/>
                  </a:cubicBezTo>
                  <a:cubicBezTo>
                    <a:pt x="67" y="33"/>
                    <a:pt x="52" y="30"/>
                    <a:pt x="40" y="30"/>
                  </a:cubicBezTo>
                  <a:cubicBezTo>
                    <a:pt x="16" y="30"/>
                    <a:pt x="0" y="40"/>
                    <a:pt x="26" y="96"/>
                  </a:cubicBezTo>
                  <a:cubicBezTo>
                    <a:pt x="576" y="564"/>
                    <a:pt x="1136" y="1011"/>
                    <a:pt x="1926" y="1288"/>
                  </a:cubicBezTo>
                  <a:cubicBezTo>
                    <a:pt x="1387" y="1468"/>
                    <a:pt x="957" y="1609"/>
                    <a:pt x="527" y="1762"/>
                  </a:cubicBezTo>
                  <a:cubicBezTo>
                    <a:pt x="439" y="1795"/>
                    <a:pt x="271" y="1773"/>
                    <a:pt x="303" y="1920"/>
                  </a:cubicBezTo>
                  <a:cubicBezTo>
                    <a:pt x="319" y="1994"/>
                    <a:pt x="379" y="2009"/>
                    <a:pt x="445" y="2009"/>
                  </a:cubicBezTo>
                  <a:cubicBezTo>
                    <a:pt x="491" y="2009"/>
                    <a:pt x="541" y="2001"/>
                    <a:pt x="581" y="2001"/>
                  </a:cubicBezTo>
                  <a:cubicBezTo>
                    <a:pt x="935" y="2001"/>
                    <a:pt x="1272" y="1892"/>
                    <a:pt x="1555" y="1724"/>
                  </a:cubicBezTo>
                  <a:cubicBezTo>
                    <a:pt x="1820" y="1564"/>
                    <a:pt x="2080" y="1507"/>
                    <a:pt x="2337" y="1507"/>
                  </a:cubicBezTo>
                  <a:cubicBezTo>
                    <a:pt x="2704" y="1507"/>
                    <a:pt x="3066" y="1624"/>
                    <a:pt x="3434" y="1729"/>
                  </a:cubicBezTo>
                  <a:cubicBezTo>
                    <a:pt x="4303" y="1980"/>
                    <a:pt x="5199" y="2002"/>
                    <a:pt x="6120" y="2002"/>
                  </a:cubicBezTo>
                  <a:cubicBezTo>
                    <a:pt x="6318" y="2002"/>
                    <a:pt x="6517" y="2001"/>
                    <a:pt x="6716" y="2001"/>
                  </a:cubicBezTo>
                  <a:cubicBezTo>
                    <a:pt x="6602" y="2181"/>
                    <a:pt x="6515" y="2317"/>
                    <a:pt x="6433" y="2448"/>
                  </a:cubicBezTo>
                  <a:cubicBezTo>
                    <a:pt x="6395" y="2513"/>
                    <a:pt x="6363" y="2578"/>
                    <a:pt x="6422" y="2638"/>
                  </a:cubicBezTo>
                  <a:cubicBezTo>
                    <a:pt x="6454" y="2673"/>
                    <a:pt x="6495" y="2693"/>
                    <a:pt x="6534" y="2693"/>
                  </a:cubicBezTo>
                  <a:cubicBezTo>
                    <a:pt x="6563" y="2693"/>
                    <a:pt x="6590" y="2683"/>
                    <a:pt x="6613" y="2660"/>
                  </a:cubicBezTo>
                  <a:cubicBezTo>
                    <a:pt x="6869" y="2415"/>
                    <a:pt x="7212" y="2448"/>
                    <a:pt x="7522" y="2372"/>
                  </a:cubicBezTo>
                  <a:cubicBezTo>
                    <a:pt x="7587" y="2290"/>
                    <a:pt x="7729" y="2312"/>
                    <a:pt x="7773" y="2176"/>
                  </a:cubicBezTo>
                  <a:cubicBezTo>
                    <a:pt x="7604" y="2018"/>
                    <a:pt x="7381" y="2094"/>
                    <a:pt x="7190" y="2050"/>
                  </a:cubicBezTo>
                  <a:cubicBezTo>
                    <a:pt x="7397" y="1762"/>
                    <a:pt x="7756" y="1653"/>
                    <a:pt x="7963" y="1370"/>
                  </a:cubicBezTo>
                  <a:cubicBezTo>
                    <a:pt x="7915" y="1251"/>
                    <a:pt x="7847" y="1212"/>
                    <a:pt x="7775" y="1212"/>
                  </a:cubicBezTo>
                  <a:cubicBezTo>
                    <a:pt x="7693" y="1212"/>
                    <a:pt x="7605" y="1264"/>
                    <a:pt x="7538" y="1305"/>
                  </a:cubicBezTo>
                  <a:cubicBezTo>
                    <a:pt x="7293" y="1451"/>
                    <a:pt x="7042" y="1517"/>
                    <a:pt x="6775" y="1517"/>
                  </a:cubicBezTo>
                  <a:cubicBezTo>
                    <a:pt x="6674" y="1517"/>
                    <a:pt x="6572" y="1507"/>
                    <a:pt x="6466" y="1490"/>
                  </a:cubicBezTo>
                  <a:cubicBezTo>
                    <a:pt x="6401" y="1479"/>
                    <a:pt x="6334" y="1469"/>
                    <a:pt x="6266" y="1469"/>
                  </a:cubicBezTo>
                  <a:cubicBezTo>
                    <a:pt x="6162" y="1469"/>
                    <a:pt x="6059" y="1492"/>
                    <a:pt x="5971" y="1571"/>
                  </a:cubicBezTo>
                  <a:cubicBezTo>
                    <a:pt x="5834" y="1573"/>
                    <a:pt x="5698" y="1574"/>
                    <a:pt x="5562" y="1574"/>
                  </a:cubicBezTo>
                  <a:cubicBezTo>
                    <a:pt x="5227" y="1574"/>
                    <a:pt x="4894" y="1565"/>
                    <a:pt x="4561" y="1522"/>
                  </a:cubicBezTo>
                  <a:cubicBezTo>
                    <a:pt x="3145" y="1332"/>
                    <a:pt x="1817" y="918"/>
                    <a:pt x="597" y="161"/>
                  </a:cubicBezTo>
                  <a:cubicBezTo>
                    <a:pt x="479" y="89"/>
                    <a:pt x="364" y="1"/>
                    <a:pt x="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24"/>
            <p:cNvSpPr/>
            <p:nvPr/>
          </p:nvSpPr>
          <p:spPr>
            <a:xfrm>
              <a:off x="4191291" y="2796492"/>
              <a:ext cx="675966" cy="345145"/>
            </a:xfrm>
            <a:custGeom>
              <a:rect b="b" l="l" r="r" t="t"/>
              <a:pathLst>
                <a:path extrusionOk="0" h="6024" w="11798">
                  <a:moveTo>
                    <a:pt x="89" y="1"/>
                  </a:moveTo>
                  <a:cubicBezTo>
                    <a:pt x="47" y="1"/>
                    <a:pt x="10" y="28"/>
                    <a:pt x="0" y="120"/>
                  </a:cubicBezTo>
                  <a:cubicBezTo>
                    <a:pt x="22" y="278"/>
                    <a:pt x="136" y="322"/>
                    <a:pt x="278" y="327"/>
                  </a:cubicBezTo>
                  <a:cubicBezTo>
                    <a:pt x="299" y="276"/>
                    <a:pt x="323" y="259"/>
                    <a:pt x="347" y="259"/>
                  </a:cubicBezTo>
                  <a:cubicBezTo>
                    <a:pt x="390" y="259"/>
                    <a:pt x="434" y="311"/>
                    <a:pt x="468" y="322"/>
                  </a:cubicBezTo>
                  <a:cubicBezTo>
                    <a:pt x="793" y="418"/>
                    <a:pt x="1123" y="479"/>
                    <a:pt x="1454" y="479"/>
                  </a:cubicBezTo>
                  <a:cubicBezTo>
                    <a:pt x="1590" y="479"/>
                    <a:pt x="1726" y="469"/>
                    <a:pt x="1862" y="447"/>
                  </a:cubicBezTo>
                  <a:cubicBezTo>
                    <a:pt x="2483" y="343"/>
                    <a:pt x="3098" y="311"/>
                    <a:pt x="3724" y="300"/>
                  </a:cubicBezTo>
                  <a:cubicBezTo>
                    <a:pt x="3758" y="299"/>
                    <a:pt x="3792" y="299"/>
                    <a:pt x="3827" y="299"/>
                  </a:cubicBezTo>
                  <a:cubicBezTo>
                    <a:pt x="5216" y="299"/>
                    <a:pt x="6436" y="835"/>
                    <a:pt x="7573" y="1563"/>
                  </a:cubicBezTo>
                  <a:cubicBezTo>
                    <a:pt x="8144" y="1933"/>
                    <a:pt x="8629" y="2423"/>
                    <a:pt x="9244" y="2739"/>
                  </a:cubicBezTo>
                  <a:cubicBezTo>
                    <a:pt x="9821" y="3033"/>
                    <a:pt x="10208" y="3495"/>
                    <a:pt x="10398" y="4121"/>
                  </a:cubicBezTo>
                  <a:cubicBezTo>
                    <a:pt x="10561" y="4660"/>
                    <a:pt x="10491" y="5221"/>
                    <a:pt x="10534" y="5766"/>
                  </a:cubicBezTo>
                  <a:cubicBezTo>
                    <a:pt x="10540" y="5853"/>
                    <a:pt x="10496" y="5967"/>
                    <a:pt x="10616" y="6011"/>
                  </a:cubicBezTo>
                  <a:cubicBezTo>
                    <a:pt x="10641" y="6020"/>
                    <a:pt x="10665" y="6024"/>
                    <a:pt x="10688" y="6024"/>
                  </a:cubicBezTo>
                  <a:cubicBezTo>
                    <a:pt x="10770" y="6024"/>
                    <a:pt x="10835" y="5968"/>
                    <a:pt x="10899" y="5913"/>
                  </a:cubicBezTo>
                  <a:cubicBezTo>
                    <a:pt x="11650" y="5248"/>
                    <a:pt x="11797" y="4094"/>
                    <a:pt x="11247" y="3229"/>
                  </a:cubicBezTo>
                  <a:lnTo>
                    <a:pt x="11247" y="3229"/>
                  </a:lnTo>
                  <a:cubicBezTo>
                    <a:pt x="11144" y="3316"/>
                    <a:pt x="11182" y="3414"/>
                    <a:pt x="11220" y="3517"/>
                  </a:cubicBezTo>
                  <a:cubicBezTo>
                    <a:pt x="11362" y="3893"/>
                    <a:pt x="11351" y="4279"/>
                    <a:pt x="11313" y="4666"/>
                  </a:cubicBezTo>
                  <a:cubicBezTo>
                    <a:pt x="11280" y="5025"/>
                    <a:pt x="11133" y="5341"/>
                    <a:pt x="10796" y="5640"/>
                  </a:cubicBezTo>
                  <a:cubicBezTo>
                    <a:pt x="10850" y="5129"/>
                    <a:pt x="10823" y="4693"/>
                    <a:pt x="10730" y="4268"/>
                  </a:cubicBezTo>
                  <a:cubicBezTo>
                    <a:pt x="10545" y="3387"/>
                    <a:pt x="9963" y="2799"/>
                    <a:pt x="9206" y="2390"/>
                  </a:cubicBezTo>
                  <a:cubicBezTo>
                    <a:pt x="8819" y="2183"/>
                    <a:pt x="8444" y="1982"/>
                    <a:pt x="8112" y="1693"/>
                  </a:cubicBezTo>
                  <a:cubicBezTo>
                    <a:pt x="6782" y="540"/>
                    <a:pt x="5255" y="72"/>
                    <a:pt x="3604" y="72"/>
                  </a:cubicBezTo>
                  <a:cubicBezTo>
                    <a:pt x="3261" y="72"/>
                    <a:pt x="2912" y="93"/>
                    <a:pt x="2559" y="131"/>
                  </a:cubicBezTo>
                  <a:cubicBezTo>
                    <a:pt x="2132" y="178"/>
                    <a:pt x="1708" y="245"/>
                    <a:pt x="1287" y="245"/>
                  </a:cubicBezTo>
                  <a:cubicBezTo>
                    <a:pt x="934" y="245"/>
                    <a:pt x="584" y="199"/>
                    <a:pt x="234" y="55"/>
                  </a:cubicBezTo>
                  <a:cubicBezTo>
                    <a:pt x="204" y="43"/>
                    <a:pt x="142" y="1"/>
                    <a:pt x="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24"/>
            <p:cNvSpPr/>
            <p:nvPr/>
          </p:nvSpPr>
          <p:spPr>
            <a:xfrm>
              <a:off x="2008843" y="2069432"/>
              <a:ext cx="230555" cy="578336"/>
            </a:xfrm>
            <a:custGeom>
              <a:rect b="b" l="l" r="r" t="t"/>
              <a:pathLst>
                <a:path extrusionOk="0" h="10094" w="4024">
                  <a:moveTo>
                    <a:pt x="572" y="0"/>
                  </a:moveTo>
                  <a:cubicBezTo>
                    <a:pt x="447" y="109"/>
                    <a:pt x="523" y="235"/>
                    <a:pt x="539" y="354"/>
                  </a:cubicBezTo>
                  <a:cubicBezTo>
                    <a:pt x="632" y="877"/>
                    <a:pt x="730" y="1394"/>
                    <a:pt x="714" y="1922"/>
                  </a:cubicBezTo>
                  <a:cubicBezTo>
                    <a:pt x="692" y="2663"/>
                    <a:pt x="539" y="3387"/>
                    <a:pt x="425" y="4111"/>
                  </a:cubicBezTo>
                  <a:cubicBezTo>
                    <a:pt x="371" y="4318"/>
                    <a:pt x="305" y="4514"/>
                    <a:pt x="186" y="4693"/>
                  </a:cubicBezTo>
                  <a:cubicBezTo>
                    <a:pt x="0" y="4971"/>
                    <a:pt x="82" y="5178"/>
                    <a:pt x="365" y="5319"/>
                  </a:cubicBezTo>
                  <a:cubicBezTo>
                    <a:pt x="545" y="5412"/>
                    <a:pt x="724" y="5493"/>
                    <a:pt x="899" y="5586"/>
                  </a:cubicBezTo>
                  <a:cubicBezTo>
                    <a:pt x="1421" y="5874"/>
                    <a:pt x="1911" y="6217"/>
                    <a:pt x="2113" y="6805"/>
                  </a:cubicBezTo>
                  <a:cubicBezTo>
                    <a:pt x="2309" y="7382"/>
                    <a:pt x="2494" y="7960"/>
                    <a:pt x="2831" y="8477"/>
                  </a:cubicBezTo>
                  <a:cubicBezTo>
                    <a:pt x="2951" y="8662"/>
                    <a:pt x="3027" y="8874"/>
                    <a:pt x="3076" y="9092"/>
                  </a:cubicBezTo>
                  <a:cubicBezTo>
                    <a:pt x="3093" y="9152"/>
                    <a:pt x="3152" y="9228"/>
                    <a:pt x="3054" y="9272"/>
                  </a:cubicBezTo>
                  <a:cubicBezTo>
                    <a:pt x="3032" y="9280"/>
                    <a:pt x="3010" y="9284"/>
                    <a:pt x="2989" y="9284"/>
                  </a:cubicBezTo>
                  <a:cubicBezTo>
                    <a:pt x="2942" y="9284"/>
                    <a:pt x="2898" y="9264"/>
                    <a:pt x="2864" y="9223"/>
                  </a:cubicBezTo>
                  <a:cubicBezTo>
                    <a:pt x="2483" y="8694"/>
                    <a:pt x="1917" y="8292"/>
                    <a:pt x="1693" y="7649"/>
                  </a:cubicBezTo>
                  <a:cubicBezTo>
                    <a:pt x="1557" y="7257"/>
                    <a:pt x="1351" y="6942"/>
                    <a:pt x="997" y="6718"/>
                  </a:cubicBezTo>
                  <a:lnTo>
                    <a:pt x="763" y="6724"/>
                  </a:lnTo>
                  <a:cubicBezTo>
                    <a:pt x="915" y="6903"/>
                    <a:pt x="1144" y="7023"/>
                    <a:pt x="1220" y="7257"/>
                  </a:cubicBezTo>
                  <a:cubicBezTo>
                    <a:pt x="1432" y="7932"/>
                    <a:pt x="1840" y="8488"/>
                    <a:pt x="2298" y="9016"/>
                  </a:cubicBezTo>
                  <a:cubicBezTo>
                    <a:pt x="2684" y="9457"/>
                    <a:pt x="3044" y="9930"/>
                    <a:pt x="3670" y="10072"/>
                  </a:cubicBezTo>
                  <a:cubicBezTo>
                    <a:pt x="3720" y="10083"/>
                    <a:pt x="3768" y="10094"/>
                    <a:pt x="3812" y="10094"/>
                  </a:cubicBezTo>
                  <a:cubicBezTo>
                    <a:pt x="3878" y="10094"/>
                    <a:pt x="3933" y="10069"/>
                    <a:pt x="3969" y="9985"/>
                  </a:cubicBezTo>
                  <a:cubicBezTo>
                    <a:pt x="4024" y="9843"/>
                    <a:pt x="3926" y="9734"/>
                    <a:pt x="3806" y="9718"/>
                  </a:cubicBezTo>
                  <a:cubicBezTo>
                    <a:pt x="3436" y="9674"/>
                    <a:pt x="3387" y="9402"/>
                    <a:pt x="3332" y="9119"/>
                  </a:cubicBezTo>
                  <a:cubicBezTo>
                    <a:pt x="3278" y="8852"/>
                    <a:pt x="3180" y="8596"/>
                    <a:pt x="3027" y="8373"/>
                  </a:cubicBezTo>
                  <a:cubicBezTo>
                    <a:pt x="2733" y="7938"/>
                    <a:pt x="2565" y="7448"/>
                    <a:pt x="2418" y="6952"/>
                  </a:cubicBezTo>
                  <a:cubicBezTo>
                    <a:pt x="2281" y="6517"/>
                    <a:pt x="2053" y="6147"/>
                    <a:pt x="1710" y="5836"/>
                  </a:cubicBezTo>
                  <a:cubicBezTo>
                    <a:pt x="1361" y="5526"/>
                    <a:pt x="948" y="5336"/>
                    <a:pt x="534" y="5140"/>
                  </a:cubicBezTo>
                  <a:cubicBezTo>
                    <a:pt x="343" y="5047"/>
                    <a:pt x="273" y="4949"/>
                    <a:pt x="430" y="4769"/>
                  </a:cubicBezTo>
                  <a:cubicBezTo>
                    <a:pt x="561" y="4622"/>
                    <a:pt x="605" y="4437"/>
                    <a:pt x="648" y="4252"/>
                  </a:cubicBezTo>
                  <a:cubicBezTo>
                    <a:pt x="763" y="3762"/>
                    <a:pt x="833" y="3267"/>
                    <a:pt x="888" y="2766"/>
                  </a:cubicBezTo>
                  <a:cubicBezTo>
                    <a:pt x="997" y="1819"/>
                    <a:pt x="931" y="893"/>
                    <a:pt x="5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24"/>
            <p:cNvSpPr/>
            <p:nvPr/>
          </p:nvSpPr>
          <p:spPr>
            <a:xfrm>
              <a:off x="3793899" y="2638131"/>
              <a:ext cx="571804" cy="274844"/>
            </a:xfrm>
            <a:custGeom>
              <a:rect b="b" l="l" r="r" t="t"/>
              <a:pathLst>
                <a:path extrusionOk="0" h="4797" w="9980">
                  <a:moveTo>
                    <a:pt x="371" y="0"/>
                  </a:moveTo>
                  <a:cubicBezTo>
                    <a:pt x="246" y="0"/>
                    <a:pt x="123" y="30"/>
                    <a:pt x="0" y="102"/>
                  </a:cubicBezTo>
                  <a:cubicBezTo>
                    <a:pt x="534" y="309"/>
                    <a:pt x="1089" y="462"/>
                    <a:pt x="1596" y="745"/>
                  </a:cubicBezTo>
                  <a:cubicBezTo>
                    <a:pt x="2494" y="1251"/>
                    <a:pt x="3272" y="1953"/>
                    <a:pt x="4203" y="2410"/>
                  </a:cubicBezTo>
                  <a:cubicBezTo>
                    <a:pt x="4328" y="2476"/>
                    <a:pt x="4415" y="2628"/>
                    <a:pt x="4519" y="2737"/>
                  </a:cubicBezTo>
                  <a:cubicBezTo>
                    <a:pt x="4905" y="3162"/>
                    <a:pt x="5265" y="3652"/>
                    <a:pt x="5766" y="3924"/>
                  </a:cubicBezTo>
                  <a:cubicBezTo>
                    <a:pt x="6737" y="4448"/>
                    <a:pt x="7763" y="4796"/>
                    <a:pt x="8856" y="4796"/>
                  </a:cubicBezTo>
                  <a:cubicBezTo>
                    <a:pt x="9147" y="4796"/>
                    <a:pt x="9444" y="4771"/>
                    <a:pt x="9745" y="4719"/>
                  </a:cubicBezTo>
                  <a:cubicBezTo>
                    <a:pt x="9838" y="4702"/>
                    <a:pt x="9941" y="4724"/>
                    <a:pt x="9963" y="4594"/>
                  </a:cubicBezTo>
                  <a:cubicBezTo>
                    <a:pt x="9979" y="4479"/>
                    <a:pt x="9898" y="4425"/>
                    <a:pt x="9821" y="4370"/>
                  </a:cubicBezTo>
                  <a:cubicBezTo>
                    <a:pt x="9707" y="4278"/>
                    <a:pt x="9571" y="4251"/>
                    <a:pt x="9429" y="4223"/>
                  </a:cubicBezTo>
                  <a:cubicBezTo>
                    <a:pt x="9190" y="4180"/>
                    <a:pt x="8956" y="4109"/>
                    <a:pt x="8722" y="4038"/>
                  </a:cubicBezTo>
                  <a:cubicBezTo>
                    <a:pt x="8123" y="3859"/>
                    <a:pt x="7720" y="3396"/>
                    <a:pt x="7214" y="3091"/>
                  </a:cubicBezTo>
                  <a:cubicBezTo>
                    <a:pt x="7121" y="3020"/>
                    <a:pt x="7029" y="2955"/>
                    <a:pt x="6936" y="2884"/>
                  </a:cubicBezTo>
                  <a:cubicBezTo>
                    <a:pt x="6878" y="2863"/>
                    <a:pt x="6820" y="2804"/>
                    <a:pt x="6761" y="2804"/>
                  </a:cubicBezTo>
                  <a:cubicBezTo>
                    <a:pt x="6743" y="2804"/>
                    <a:pt x="6725" y="2810"/>
                    <a:pt x="6707" y="2824"/>
                  </a:cubicBezTo>
                  <a:cubicBezTo>
                    <a:pt x="6609" y="2906"/>
                    <a:pt x="6697" y="3009"/>
                    <a:pt x="6735" y="3080"/>
                  </a:cubicBezTo>
                  <a:cubicBezTo>
                    <a:pt x="6778" y="3173"/>
                    <a:pt x="6854" y="3254"/>
                    <a:pt x="6936" y="3320"/>
                  </a:cubicBezTo>
                  <a:cubicBezTo>
                    <a:pt x="7584" y="3820"/>
                    <a:pt x="8210" y="4359"/>
                    <a:pt x="9048" y="4545"/>
                  </a:cubicBezTo>
                  <a:cubicBezTo>
                    <a:pt x="8963" y="4550"/>
                    <a:pt x="8878" y="4553"/>
                    <a:pt x="8794" y="4553"/>
                  </a:cubicBezTo>
                  <a:cubicBezTo>
                    <a:pt x="8410" y="4553"/>
                    <a:pt x="8036" y="4497"/>
                    <a:pt x="7666" y="4430"/>
                  </a:cubicBezTo>
                  <a:cubicBezTo>
                    <a:pt x="6620" y="4234"/>
                    <a:pt x="5678" y="3853"/>
                    <a:pt x="5009" y="2971"/>
                  </a:cubicBezTo>
                  <a:cubicBezTo>
                    <a:pt x="4933" y="2873"/>
                    <a:pt x="4846" y="2775"/>
                    <a:pt x="4764" y="2672"/>
                  </a:cubicBezTo>
                  <a:cubicBezTo>
                    <a:pt x="4573" y="2449"/>
                    <a:pt x="4394" y="2209"/>
                    <a:pt x="4100" y="2111"/>
                  </a:cubicBezTo>
                  <a:cubicBezTo>
                    <a:pt x="3860" y="2024"/>
                    <a:pt x="3659" y="1888"/>
                    <a:pt x="3468" y="1735"/>
                  </a:cubicBezTo>
                  <a:cubicBezTo>
                    <a:pt x="2624" y="1066"/>
                    <a:pt x="1781" y="407"/>
                    <a:pt x="741" y="70"/>
                  </a:cubicBezTo>
                  <a:cubicBezTo>
                    <a:pt x="613" y="27"/>
                    <a:pt x="491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4"/>
            <p:cNvSpPr/>
            <p:nvPr/>
          </p:nvSpPr>
          <p:spPr>
            <a:xfrm>
              <a:off x="2856911" y="3292486"/>
              <a:ext cx="215257" cy="435958"/>
            </a:xfrm>
            <a:custGeom>
              <a:rect b="b" l="l" r="r" t="t"/>
              <a:pathLst>
                <a:path extrusionOk="0" h="7609" w="3757">
                  <a:moveTo>
                    <a:pt x="2484" y="0"/>
                  </a:moveTo>
                  <a:cubicBezTo>
                    <a:pt x="2442" y="0"/>
                    <a:pt x="2424" y="63"/>
                    <a:pt x="2401" y="103"/>
                  </a:cubicBezTo>
                  <a:cubicBezTo>
                    <a:pt x="2091" y="549"/>
                    <a:pt x="2053" y="1050"/>
                    <a:pt x="2162" y="1556"/>
                  </a:cubicBezTo>
                  <a:cubicBezTo>
                    <a:pt x="2309" y="2231"/>
                    <a:pt x="2625" y="2857"/>
                    <a:pt x="2842" y="3516"/>
                  </a:cubicBezTo>
                  <a:cubicBezTo>
                    <a:pt x="3060" y="4158"/>
                    <a:pt x="3398" y="4752"/>
                    <a:pt x="3523" y="5432"/>
                  </a:cubicBezTo>
                  <a:cubicBezTo>
                    <a:pt x="3643" y="6107"/>
                    <a:pt x="3485" y="6450"/>
                    <a:pt x="2891" y="6799"/>
                  </a:cubicBezTo>
                  <a:cubicBezTo>
                    <a:pt x="2565" y="6995"/>
                    <a:pt x="2184" y="6880"/>
                    <a:pt x="1873" y="7087"/>
                  </a:cubicBezTo>
                  <a:cubicBezTo>
                    <a:pt x="1802" y="7133"/>
                    <a:pt x="1728" y="7225"/>
                    <a:pt x="1620" y="7225"/>
                  </a:cubicBezTo>
                  <a:cubicBezTo>
                    <a:pt x="1588" y="7225"/>
                    <a:pt x="1553" y="7216"/>
                    <a:pt x="1514" y="7196"/>
                  </a:cubicBezTo>
                  <a:cubicBezTo>
                    <a:pt x="1574" y="7066"/>
                    <a:pt x="1639" y="6946"/>
                    <a:pt x="1694" y="6815"/>
                  </a:cubicBezTo>
                  <a:cubicBezTo>
                    <a:pt x="1797" y="6592"/>
                    <a:pt x="1890" y="6369"/>
                    <a:pt x="1808" y="6102"/>
                  </a:cubicBezTo>
                  <a:cubicBezTo>
                    <a:pt x="1743" y="5906"/>
                    <a:pt x="1656" y="5775"/>
                    <a:pt x="1438" y="5726"/>
                  </a:cubicBezTo>
                  <a:cubicBezTo>
                    <a:pt x="1410" y="5719"/>
                    <a:pt x="1384" y="5716"/>
                    <a:pt x="1361" y="5716"/>
                  </a:cubicBezTo>
                  <a:cubicBezTo>
                    <a:pt x="1200" y="5716"/>
                    <a:pt x="1148" y="5866"/>
                    <a:pt x="1062" y="5966"/>
                  </a:cubicBezTo>
                  <a:cubicBezTo>
                    <a:pt x="891" y="6158"/>
                    <a:pt x="710" y="6311"/>
                    <a:pt x="471" y="6311"/>
                  </a:cubicBezTo>
                  <a:cubicBezTo>
                    <a:pt x="398" y="6311"/>
                    <a:pt x="320" y="6297"/>
                    <a:pt x="235" y="6265"/>
                  </a:cubicBezTo>
                  <a:cubicBezTo>
                    <a:pt x="200" y="6251"/>
                    <a:pt x="166" y="6243"/>
                    <a:pt x="135" y="6243"/>
                  </a:cubicBezTo>
                  <a:cubicBezTo>
                    <a:pt x="68" y="6243"/>
                    <a:pt x="15" y="6281"/>
                    <a:pt x="1" y="6385"/>
                  </a:cubicBezTo>
                  <a:cubicBezTo>
                    <a:pt x="28" y="6472"/>
                    <a:pt x="77" y="6516"/>
                    <a:pt x="169" y="6537"/>
                  </a:cubicBezTo>
                  <a:cubicBezTo>
                    <a:pt x="260" y="6560"/>
                    <a:pt x="346" y="6570"/>
                    <a:pt x="428" y="6570"/>
                  </a:cubicBezTo>
                  <a:cubicBezTo>
                    <a:pt x="787" y="6570"/>
                    <a:pt x="1064" y="6369"/>
                    <a:pt x="1313" y="6086"/>
                  </a:cubicBezTo>
                  <a:cubicBezTo>
                    <a:pt x="1348" y="6041"/>
                    <a:pt x="1377" y="5978"/>
                    <a:pt x="1434" y="5978"/>
                  </a:cubicBezTo>
                  <a:cubicBezTo>
                    <a:pt x="1447" y="5978"/>
                    <a:pt x="1460" y="5981"/>
                    <a:pt x="1476" y="5988"/>
                  </a:cubicBezTo>
                  <a:cubicBezTo>
                    <a:pt x="1547" y="6015"/>
                    <a:pt x="1547" y="6097"/>
                    <a:pt x="1552" y="6167"/>
                  </a:cubicBezTo>
                  <a:cubicBezTo>
                    <a:pt x="1563" y="6418"/>
                    <a:pt x="1460" y="6614"/>
                    <a:pt x="1313" y="6810"/>
                  </a:cubicBezTo>
                  <a:cubicBezTo>
                    <a:pt x="1177" y="7006"/>
                    <a:pt x="1046" y="7262"/>
                    <a:pt x="1187" y="7490"/>
                  </a:cubicBezTo>
                  <a:cubicBezTo>
                    <a:pt x="1245" y="7579"/>
                    <a:pt x="1315" y="7609"/>
                    <a:pt x="1392" y="7609"/>
                  </a:cubicBezTo>
                  <a:cubicBezTo>
                    <a:pt x="1511" y="7609"/>
                    <a:pt x="1645" y="7536"/>
                    <a:pt x="1764" y="7507"/>
                  </a:cubicBezTo>
                  <a:cubicBezTo>
                    <a:pt x="2091" y="7414"/>
                    <a:pt x="2391" y="7267"/>
                    <a:pt x="2739" y="7207"/>
                  </a:cubicBezTo>
                  <a:cubicBezTo>
                    <a:pt x="3354" y="7098"/>
                    <a:pt x="3626" y="6744"/>
                    <a:pt x="3681" y="6113"/>
                  </a:cubicBezTo>
                  <a:cubicBezTo>
                    <a:pt x="3757" y="5231"/>
                    <a:pt x="3577" y="4393"/>
                    <a:pt x="3245" y="3576"/>
                  </a:cubicBezTo>
                  <a:cubicBezTo>
                    <a:pt x="2810" y="2487"/>
                    <a:pt x="2233" y="1420"/>
                    <a:pt x="2559" y="173"/>
                  </a:cubicBezTo>
                  <a:cubicBezTo>
                    <a:pt x="2543" y="119"/>
                    <a:pt x="2548" y="32"/>
                    <a:pt x="2516" y="10"/>
                  </a:cubicBezTo>
                  <a:cubicBezTo>
                    <a:pt x="2504" y="3"/>
                    <a:pt x="2494" y="0"/>
                    <a:pt x="24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24"/>
            <p:cNvSpPr/>
            <p:nvPr/>
          </p:nvSpPr>
          <p:spPr>
            <a:xfrm>
              <a:off x="3325691" y="3341701"/>
              <a:ext cx="369094" cy="120491"/>
            </a:xfrm>
            <a:custGeom>
              <a:rect b="b" l="l" r="r" t="t"/>
              <a:pathLst>
                <a:path extrusionOk="0" h="2103" w="6442">
                  <a:moveTo>
                    <a:pt x="1" y="0"/>
                  </a:moveTo>
                  <a:cubicBezTo>
                    <a:pt x="83" y="229"/>
                    <a:pt x="251" y="256"/>
                    <a:pt x="387" y="278"/>
                  </a:cubicBezTo>
                  <a:cubicBezTo>
                    <a:pt x="769" y="343"/>
                    <a:pt x="1155" y="381"/>
                    <a:pt x="1536" y="436"/>
                  </a:cubicBezTo>
                  <a:cubicBezTo>
                    <a:pt x="2010" y="507"/>
                    <a:pt x="2489" y="556"/>
                    <a:pt x="2924" y="784"/>
                  </a:cubicBezTo>
                  <a:cubicBezTo>
                    <a:pt x="3561" y="1116"/>
                    <a:pt x="4070" y="1707"/>
                    <a:pt x="4875" y="1707"/>
                  </a:cubicBezTo>
                  <a:cubicBezTo>
                    <a:pt x="4903" y="1707"/>
                    <a:pt x="4932" y="1706"/>
                    <a:pt x="4960" y="1704"/>
                  </a:cubicBezTo>
                  <a:lnTo>
                    <a:pt x="4960" y="1704"/>
                  </a:lnTo>
                  <a:cubicBezTo>
                    <a:pt x="4858" y="1834"/>
                    <a:pt x="4773" y="1902"/>
                    <a:pt x="4677" y="1902"/>
                  </a:cubicBezTo>
                  <a:cubicBezTo>
                    <a:pt x="4621" y="1902"/>
                    <a:pt x="4561" y="1878"/>
                    <a:pt x="4492" y="1830"/>
                  </a:cubicBezTo>
                  <a:cubicBezTo>
                    <a:pt x="4302" y="1693"/>
                    <a:pt x="4057" y="1650"/>
                    <a:pt x="3823" y="1639"/>
                  </a:cubicBezTo>
                  <a:cubicBezTo>
                    <a:pt x="2707" y="1568"/>
                    <a:pt x="1634" y="1367"/>
                    <a:pt x="698" y="697"/>
                  </a:cubicBezTo>
                  <a:cubicBezTo>
                    <a:pt x="631" y="651"/>
                    <a:pt x="547" y="573"/>
                    <a:pt x="456" y="573"/>
                  </a:cubicBezTo>
                  <a:cubicBezTo>
                    <a:pt x="406" y="573"/>
                    <a:pt x="354" y="596"/>
                    <a:pt x="300" y="659"/>
                  </a:cubicBezTo>
                  <a:cubicBezTo>
                    <a:pt x="905" y="1198"/>
                    <a:pt x="1580" y="1585"/>
                    <a:pt x="2396" y="1715"/>
                  </a:cubicBezTo>
                  <a:cubicBezTo>
                    <a:pt x="2739" y="1764"/>
                    <a:pt x="3077" y="1884"/>
                    <a:pt x="3420" y="1938"/>
                  </a:cubicBezTo>
                  <a:cubicBezTo>
                    <a:pt x="3784" y="2001"/>
                    <a:pt x="4166" y="2103"/>
                    <a:pt x="4528" y="2103"/>
                  </a:cubicBezTo>
                  <a:cubicBezTo>
                    <a:pt x="4610" y="2103"/>
                    <a:pt x="4691" y="2097"/>
                    <a:pt x="4770" y="2085"/>
                  </a:cubicBezTo>
                  <a:cubicBezTo>
                    <a:pt x="5260" y="2009"/>
                    <a:pt x="5750" y="1966"/>
                    <a:pt x="6245" y="1928"/>
                  </a:cubicBezTo>
                  <a:cubicBezTo>
                    <a:pt x="6300" y="1917"/>
                    <a:pt x="6381" y="1922"/>
                    <a:pt x="6403" y="1884"/>
                  </a:cubicBezTo>
                  <a:cubicBezTo>
                    <a:pt x="6441" y="1830"/>
                    <a:pt x="6370" y="1781"/>
                    <a:pt x="6321" y="1753"/>
                  </a:cubicBezTo>
                  <a:cubicBezTo>
                    <a:pt x="6071" y="1617"/>
                    <a:pt x="5804" y="1547"/>
                    <a:pt x="5527" y="1487"/>
                  </a:cubicBezTo>
                  <a:cubicBezTo>
                    <a:pt x="5026" y="1383"/>
                    <a:pt x="4460" y="1421"/>
                    <a:pt x="4040" y="1111"/>
                  </a:cubicBezTo>
                  <a:cubicBezTo>
                    <a:pt x="3442" y="665"/>
                    <a:pt x="2816" y="333"/>
                    <a:pt x="2070" y="245"/>
                  </a:cubicBezTo>
                  <a:cubicBezTo>
                    <a:pt x="1389" y="169"/>
                    <a:pt x="709" y="88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24"/>
            <p:cNvSpPr/>
            <p:nvPr/>
          </p:nvSpPr>
          <p:spPr>
            <a:xfrm>
              <a:off x="1426506" y="2515752"/>
              <a:ext cx="210903" cy="421176"/>
            </a:xfrm>
            <a:custGeom>
              <a:rect b="b" l="l" r="r" t="t"/>
              <a:pathLst>
                <a:path extrusionOk="0" h="7351" w="3681">
                  <a:moveTo>
                    <a:pt x="2017" y="1"/>
                  </a:moveTo>
                  <a:cubicBezTo>
                    <a:pt x="1752" y="1"/>
                    <a:pt x="1921" y="241"/>
                    <a:pt x="1835" y="344"/>
                  </a:cubicBezTo>
                  <a:cubicBezTo>
                    <a:pt x="1775" y="719"/>
                    <a:pt x="1666" y="1041"/>
                    <a:pt x="1312" y="1275"/>
                  </a:cubicBezTo>
                  <a:cubicBezTo>
                    <a:pt x="964" y="1498"/>
                    <a:pt x="757" y="1814"/>
                    <a:pt x="812" y="2309"/>
                  </a:cubicBezTo>
                  <a:cubicBezTo>
                    <a:pt x="877" y="2946"/>
                    <a:pt x="1116" y="3496"/>
                    <a:pt x="1427" y="4029"/>
                  </a:cubicBezTo>
                  <a:cubicBezTo>
                    <a:pt x="1764" y="4606"/>
                    <a:pt x="2113" y="5173"/>
                    <a:pt x="2461" y="5744"/>
                  </a:cubicBezTo>
                  <a:cubicBezTo>
                    <a:pt x="2499" y="5809"/>
                    <a:pt x="2597" y="5869"/>
                    <a:pt x="2477" y="5940"/>
                  </a:cubicBezTo>
                  <a:cubicBezTo>
                    <a:pt x="2447" y="5959"/>
                    <a:pt x="2418" y="5968"/>
                    <a:pt x="2391" y="5968"/>
                  </a:cubicBezTo>
                  <a:cubicBezTo>
                    <a:pt x="2340" y="5968"/>
                    <a:pt x="2297" y="5937"/>
                    <a:pt x="2265" y="5880"/>
                  </a:cubicBezTo>
                  <a:cubicBezTo>
                    <a:pt x="2009" y="5445"/>
                    <a:pt x="1563" y="5113"/>
                    <a:pt x="1372" y="4677"/>
                  </a:cubicBezTo>
                  <a:cubicBezTo>
                    <a:pt x="1067" y="3980"/>
                    <a:pt x="605" y="3392"/>
                    <a:pt x="262" y="2728"/>
                  </a:cubicBezTo>
                  <a:cubicBezTo>
                    <a:pt x="213" y="2630"/>
                    <a:pt x="186" y="2505"/>
                    <a:pt x="55" y="2461"/>
                  </a:cubicBezTo>
                  <a:lnTo>
                    <a:pt x="55" y="2461"/>
                  </a:lnTo>
                  <a:cubicBezTo>
                    <a:pt x="0" y="2559"/>
                    <a:pt x="55" y="2647"/>
                    <a:pt x="93" y="2728"/>
                  </a:cubicBezTo>
                  <a:cubicBezTo>
                    <a:pt x="431" y="3409"/>
                    <a:pt x="942" y="3997"/>
                    <a:pt x="1171" y="4737"/>
                  </a:cubicBezTo>
                  <a:cubicBezTo>
                    <a:pt x="1193" y="4813"/>
                    <a:pt x="1253" y="4884"/>
                    <a:pt x="1307" y="4944"/>
                  </a:cubicBezTo>
                  <a:cubicBezTo>
                    <a:pt x="1944" y="5630"/>
                    <a:pt x="2456" y="6419"/>
                    <a:pt x="3065" y="7132"/>
                  </a:cubicBezTo>
                  <a:cubicBezTo>
                    <a:pt x="3170" y="7256"/>
                    <a:pt x="3283" y="7351"/>
                    <a:pt x="3445" y="7351"/>
                  </a:cubicBezTo>
                  <a:cubicBezTo>
                    <a:pt x="3468" y="7351"/>
                    <a:pt x="3492" y="7349"/>
                    <a:pt x="3517" y="7345"/>
                  </a:cubicBezTo>
                  <a:cubicBezTo>
                    <a:pt x="3681" y="7105"/>
                    <a:pt x="3506" y="6920"/>
                    <a:pt x="3403" y="6730"/>
                  </a:cubicBezTo>
                  <a:cubicBezTo>
                    <a:pt x="2859" y="5744"/>
                    <a:pt x="2249" y="4791"/>
                    <a:pt x="1661" y="3828"/>
                  </a:cubicBezTo>
                  <a:cubicBezTo>
                    <a:pt x="1367" y="3343"/>
                    <a:pt x="1242" y="2810"/>
                    <a:pt x="1144" y="2265"/>
                  </a:cubicBezTo>
                  <a:cubicBezTo>
                    <a:pt x="1106" y="2042"/>
                    <a:pt x="1171" y="1857"/>
                    <a:pt x="1383" y="1721"/>
                  </a:cubicBezTo>
                  <a:cubicBezTo>
                    <a:pt x="1895" y="1400"/>
                    <a:pt x="2102" y="910"/>
                    <a:pt x="2124" y="322"/>
                  </a:cubicBezTo>
                  <a:cubicBezTo>
                    <a:pt x="2118" y="229"/>
                    <a:pt x="2102" y="137"/>
                    <a:pt x="2031" y="61"/>
                  </a:cubicBezTo>
                  <a:cubicBezTo>
                    <a:pt x="2031" y="44"/>
                    <a:pt x="2031" y="23"/>
                    <a:pt x="2026" y="1"/>
                  </a:cubicBezTo>
                  <a:cubicBezTo>
                    <a:pt x="2023" y="1"/>
                    <a:pt x="2020" y="1"/>
                    <a:pt x="201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24"/>
            <p:cNvSpPr/>
            <p:nvPr/>
          </p:nvSpPr>
          <p:spPr>
            <a:xfrm>
              <a:off x="3326665" y="1807426"/>
              <a:ext cx="262354" cy="223852"/>
            </a:xfrm>
            <a:custGeom>
              <a:rect b="b" l="l" r="r" t="t"/>
              <a:pathLst>
                <a:path extrusionOk="0" h="3907" w="4579">
                  <a:moveTo>
                    <a:pt x="568" y="1"/>
                  </a:moveTo>
                  <a:cubicBezTo>
                    <a:pt x="525" y="1"/>
                    <a:pt x="468" y="42"/>
                    <a:pt x="419" y="126"/>
                  </a:cubicBezTo>
                  <a:cubicBezTo>
                    <a:pt x="262" y="621"/>
                    <a:pt x="425" y="1242"/>
                    <a:pt x="1035" y="1459"/>
                  </a:cubicBezTo>
                  <a:cubicBezTo>
                    <a:pt x="2113" y="1857"/>
                    <a:pt x="2946" y="2619"/>
                    <a:pt x="3762" y="3414"/>
                  </a:cubicBezTo>
                  <a:cubicBezTo>
                    <a:pt x="3637" y="3524"/>
                    <a:pt x="3508" y="3579"/>
                    <a:pt x="3374" y="3579"/>
                  </a:cubicBezTo>
                  <a:cubicBezTo>
                    <a:pt x="3270" y="3579"/>
                    <a:pt x="3164" y="3546"/>
                    <a:pt x="3054" y="3479"/>
                  </a:cubicBezTo>
                  <a:cubicBezTo>
                    <a:pt x="2793" y="3321"/>
                    <a:pt x="2526" y="3169"/>
                    <a:pt x="2336" y="2935"/>
                  </a:cubicBezTo>
                  <a:cubicBezTo>
                    <a:pt x="2104" y="2646"/>
                    <a:pt x="1834" y="2519"/>
                    <a:pt x="1529" y="2519"/>
                  </a:cubicBezTo>
                  <a:cubicBezTo>
                    <a:pt x="1398" y="2519"/>
                    <a:pt x="1260" y="2542"/>
                    <a:pt x="1116" y="2586"/>
                  </a:cubicBezTo>
                  <a:cubicBezTo>
                    <a:pt x="1024" y="2619"/>
                    <a:pt x="888" y="2576"/>
                    <a:pt x="860" y="2717"/>
                  </a:cubicBezTo>
                  <a:cubicBezTo>
                    <a:pt x="828" y="2859"/>
                    <a:pt x="953" y="2935"/>
                    <a:pt x="1046" y="2989"/>
                  </a:cubicBezTo>
                  <a:cubicBezTo>
                    <a:pt x="1285" y="3142"/>
                    <a:pt x="1421" y="3359"/>
                    <a:pt x="1525" y="3637"/>
                  </a:cubicBezTo>
                  <a:cubicBezTo>
                    <a:pt x="1142" y="3637"/>
                    <a:pt x="827" y="3430"/>
                    <a:pt x="468" y="3430"/>
                  </a:cubicBezTo>
                  <a:cubicBezTo>
                    <a:pt x="459" y="3430"/>
                    <a:pt x="450" y="3430"/>
                    <a:pt x="441" y="3430"/>
                  </a:cubicBezTo>
                  <a:cubicBezTo>
                    <a:pt x="294" y="3414"/>
                    <a:pt x="147" y="3403"/>
                    <a:pt x="0" y="3392"/>
                  </a:cubicBezTo>
                  <a:lnTo>
                    <a:pt x="0" y="3392"/>
                  </a:lnTo>
                  <a:cubicBezTo>
                    <a:pt x="501" y="3572"/>
                    <a:pt x="991" y="3811"/>
                    <a:pt x="1519" y="3898"/>
                  </a:cubicBezTo>
                  <a:cubicBezTo>
                    <a:pt x="1549" y="3904"/>
                    <a:pt x="1576" y="3906"/>
                    <a:pt x="1602" y="3906"/>
                  </a:cubicBezTo>
                  <a:cubicBezTo>
                    <a:pt x="1785" y="3906"/>
                    <a:pt x="1852" y="3772"/>
                    <a:pt x="1775" y="3566"/>
                  </a:cubicBezTo>
                  <a:cubicBezTo>
                    <a:pt x="1666" y="3278"/>
                    <a:pt x="1454" y="3060"/>
                    <a:pt x="1220" y="2820"/>
                  </a:cubicBezTo>
                  <a:cubicBezTo>
                    <a:pt x="1316" y="2803"/>
                    <a:pt x="1404" y="2793"/>
                    <a:pt x="1487" y="2793"/>
                  </a:cubicBezTo>
                  <a:cubicBezTo>
                    <a:pt x="1686" y="2793"/>
                    <a:pt x="1855" y="2849"/>
                    <a:pt x="2020" y="2984"/>
                  </a:cubicBezTo>
                  <a:cubicBezTo>
                    <a:pt x="2363" y="3267"/>
                    <a:pt x="2679" y="3615"/>
                    <a:pt x="3131" y="3697"/>
                  </a:cubicBezTo>
                  <a:cubicBezTo>
                    <a:pt x="3253" y="3720"/>
                    <a:pt x="3377" y="3726"/>
                    <a:pt x="3502" y="3726"/>
                  </a:cubicBezTo>
                  <a:cubicBezTo>
                    <a:pt x="3651" y="3726"/>
                    <a:pt x="3800" y="3717"/>
                    <a:pt x="3950" y="3717"/>
                  </a:cubicBezTo>
                  <a:cubicBezTo>
                    <a:pt x="4160" y="3717"/>
                    <a:pt x="4371" y="3734"/>
                    <a:pt x="4579" y="3817"/>
                  </a:cubicBezTo>
                  <a:cubicBezTo>
                    <a:pt x="4214" y="3545"/>
                    <a:pt x="3920" y="3212"/>
                    <a:pt x="3621" y="2891"/>
                  </a:cubicBezTo>
                  <a:cubicBezTo>
                    <a:pt x="3011" y="2260"/>
                    <a:pt x="2325" y="1726"/>
                    <a:pt x="1525" y="1372"/>
                  </a:cubicBezTo>
                  <a:cubicBezTo>
                    <a:pt x="969" y="1127"/>
                    <a:pt x="507" y="899"/>
                    <a:pt x="632" y="158"/>
                  </a:cubicBezTo>
                  <a:cubicBezTo>
                    <a:pt x="649" y="54"/>
                    <a:pt x="617" y="1"/>
                    <a:pt x="5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24"/>
            <p:cNvSpPr/>
            <p:nvPr/>
          </p:nvSpPr>
          <p:spPr>
            <a:xfrm>
              <a:off x="816724" y="3304346"/>
              <a:ext cx="232446" cy="172744"/>
            </a:xfrm>
            <a:custGeom>
              <a:rect b="b" l="l" r="r" t="t"/>
              <a:pathLst>
                <a:path extrusionOk="0" h="3015" w="4057">
                  <a:moveTo>
                    <a:pt x="223" y="0"/>
                  </a:moveTo>
                  <a:cubicBezTo>
                    <a:pt x="151" y="0"/>
                    <a:pt x="76" y="12"/>
                    <a:pt x="0" y="37"/>
                  </a:cubicBezTo>
                  <a:cubicBezTo>
                    <a:pt x="316" y="299"/>
                    <a:pt x="648" y="533"/>
                    <a:pt x="937" y="832"/>
                  </a:cubicBezTo>
                  <a:cubicBezTo>
                    <a:pt x="1253" y="1153"/>
                    <a:pt x="1639" y="1376"/>
                    <a:pt x="2075" y="1507"/>
                  </a:cubicBezTo>
                  <a:cubicBezTo>
                    <a:pt x="2510" y="1638"/>
                    <a:pt x="2940" y="1790"/>
                    <a:pt x="3338" y="2019"/>
                  </a:cubicBezTo>
                  <a:cubicBezTo>
                    <a:pt x="3419" y="2062"/>
                    <a:pt x="3555" y="2095"/>
                    <a:pt x="3408" y="2242"/>
                  </a:cubicBezTo>
                  <a:cubicBezTo>
                    <a:pt x="3055" y="2599"/>
                    <a:pt x="2629" y="2785"/>
                    <a:pt x="2185" y="2785"/>
                  </a:cubicBezTo>
                  <a:cubicBezTo>
                    <a:pt x="1911" y="2785"/>
                    <a:pt x="1630" y="2714"/>
                    <a:pt x="1356" y="2569"/>
                  </a:cubicBezTo>
                  <a:lnTo>
                    <a:pt x="1356" y="2569"/>
                  </a:lnTo>
                  <a:cubicBezTo>
                    <a:pt x="1476" y="2906"/>
                    <a:pt x="1786" y="2950"/>
                    <a:pt x="2069" y="2993"/>
                  </a:cubicBezTo>
                  <a:cubicBezTo>
                    <a:pt x="2159" y="3008"/>
                    <a:pt x="2247" y="3015"/>
                    <a:pt x="2333" y="3015"/>
                  </a:cubicBezTo>
                  <a:cubicBezTo>
                    <a:pt x="2893" y="3015"/>
                    <a:pt x="3375" y="2728"/>
                    <a:pt x="3833" y="2422"/>
                  </a:cubicBezTo>
                  <a:cubicBezTo>
                    <a:pt x="4056" y="2269"/>
                    <a:pt x="4040" y="1975"/>
                    <a:pt x="3833" y="1774"/>
                  </a:cubicBezTo>
                  <a:cubicBezTo>
                    <a:pt x="3626" y="1572"/>
                    <a:pt x="3365" y="1458"/>
                    <a:pt x="3104" y="1360"/>
                  </a:cubicBezTo>
                  <a:cubicBezTo>
                    <a:pt x="2298" y="1061"/>
                    <a:pt x="1503" y="761"/>
                    <a:pt x="806" y="228"/>
                  </a:cubicBezTo>
                  <a:cubicBezTo>
                    <a:pt x="650" y="105"/>
                    <a:pt x="445" y="0"/>
                    <a:pt x="2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24"/>
            <p:cNvSpPr/>
            <p:nvPr/>
          </p:nvSpPr>
          <p:spPr>
            <a:xfrm>
              <a:off x="3650091" y="1801811"/>
              <a:ext cx="514108" cy="138253"/>
            </a:xfrm>
            <a:custGeom>
              <a:rect b="b" l="l" r="r" t="t"/>
              <a:pathLst>
                <a:path extrusionOk="0" h="2413" w="8973">
                  <a:moveTo>
                    <a:pt x="838" y="1"/>
                  </a:moveTo>
                  <a:cubicBezTo>
                    <a:pt x="553" y="1"/>
                    <a:pt x="297" y="41"/>
                    <a:pt x="1" y="120"/>
                  </a:cubicBezTo>
                  <a:cubicBezTo>
                    <a:pt x="142" y="153"/>
                    <a:pt x="257" y="191"/>
                    <a:pt x="371" y="202"/>
                  </a:cubicBezTo>
                  <a:cubicBezTo>
                    <a:pt x="834" y="262"/>
                    <a:pt x="1296" y="327"/>
                    <a:pt x="1765" y="371"/>
                  </a:cubicBezTo>
                  <a:cubicBezTo>
                    <a:pt x="2478" y="436"/>
                    <a:pt x="3147" y="703"/>
                    <a:pt x="3855" y="801"/>
                  </a:cubicBezTo>
                  <a:cubicBezTo>
                    <a:pt x="3966" y="816"/>
                    <a:pt x="4078" y="819"/>
                    <a:pt x="4190" y="819"/>
                  </a:cubicBezTo>
                  <a:cubicBezTo>
                    <a:pt x="4252" y="819"/>
                    <a:pt x="4314" y="818"/>
                    <a:pt x="4375" y="818"/>
                  </a:cubicBezTo>
                  <a:cubicBezTo>
                    <a:pt x="4565" y="818"/>
                    <a:pt x="4754" y="825"/>
                    <a:pt x="4938" y="888"/>
                  </a:cubicBezTo>
                  <a:cubicBezTo>
                    <a:pt x="5984" y="1242"/>
                    <a:pt x="6947" y="1781"/>
                    <a:pt x="7971" y="2194"/>
                  </a:cubicBezTo>
                  <a:cubicBezTo>
                    <a:pt x="8303" y="2331"/>
                    <a:pt x="8619" y="2396"/>
                    <a:pt x="8972" y="2412"/>
                  </a:cubicBezTo>
                  <a:cubicBezTo>
                    <a:pt x="8629" y="2200"/>
                    <a:pt x="8259" y="2037"/>
                    <a:pt x="7905" y="1851"/>
                  </a:cubicBezTo>
                  <a:cubicBezTo>
                    <a:pt x="7535" y="1655"/>
                    <a:pt x="7138" y="1514"/>
                    <a:pt x="6746" y="1351"/>
                  </a:cubicBezTo>
                  <a:cubicBezTo>
                    <a:pt x="5701" y="730"/>
                    <a:pt x="4530" y="567"/>
                    <a:pt x="3354" y="414"/>
                  </a:cubicBezTo>
                  <a:cubicBezTo>
                    <a:pt x="2935" y="333"/>
                    <a:pt x="2505" y="262"/>
                    <a:pt x="2086" y="169"/>
                  </a:cubicBezTo>
                  <a:cubicBezTo>
                    <a:pt x="1554" y="57"/>
                    <a:pt x="1176" y="1"/>
                    <a:pt x="8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24"/>
            <p:cNvSpPr/>
            <p:nvPr/>
          </p:nvSpPr>
          <p:spPr>
            <a:xfrm>
              <a:off x="4523769" y="2198572"/>
              <a:ext cx="201564" cy="446213"/>
            </a:xfrm>
            <a:custGeom>
              <a:rect b="b" l="l" r="r" t="t"/>
              <a:pathLst>
                <a:path extrusionOk="0" h="7788" w="3518">
                  <a:moveTo>
                    <a:pt x="93" y="0"/>
                  </a:moveTo>
                  <a:cubicBezTo>
                    <a:pt x="0" y="349"/>
                    <a:pt x="82" y="621"/>
                    <a:pt x="371" y="844"/>
                  </a:cubicBezTo>
                  <a:cubicBezTo>
                    <a:pt x="539" y="969"/>
                    <a:pt x="686" y="1127"/>
                    <a:pt x="844" y="1263"/>
                  </a:cubicBezTo>
                  <a:cubicBezTo>
                    <a:pt x="1394" y="1721"/>
                    <a:pt x="1786" y="2298"/>
                    <a:pt x="1830" y="3027"/>
                  </a:cubicBezTo>
                  <a:cubicBezTo>
                    <a:pt x="1868" y="3762"/>
                    <a:pt x="2211" y="4350"/>
                    <a:pt x="2559" y="4971"/>
                  </a:cubicBezTo>
                  <a:cubicBezTo>
                    <a:pt x="2940" y="5640"/>
                    <a:pt x="3463" y="6337"/>
                    <a:pt x="2826" y="7159"/>
                  </a:cubicBezTo>
                  <a:cubicBezTo>
                    <a:pt x="2711" y="7306"/>
                    <a:pt x="2505" y="7480"/>
                    <a:pt x="2624" y="7676"/>
                  </a:cubicBezTo>
                  <a:cubicBezTo>
                    <a:pt x="2676" y="7761"/>
                    <a:pt x="2740" y="7788"/>
                    <a:pt x="2809" y="7788"/>
                  </a:cubicBezTo>
                  <a:cubicBezTo>
                    <a:pt x="2929" y="7788"/>
                    <a:pt x="3066" y="7708"/>
                    <a:pt x="3190" y="7708"/>
                  </a:cubicBezTo>
                  <a:cubicBezTo>
                    <a:pt x="3198" y="7708"/>
                    <a:pt x="3205" y="7708"/>
                    <a:pt x="3212" y="7709"/>
                  </a:cubicBezTo>
                  <a:cubicBezTo>
                    <a:pt x="3213" y="7709"/>
                    <a:pt x="3214" y="7710"/>
                    <a:pt x="3215" y="7710"/>
                  </a:cubicBezTo>
                  <a:cubicBezTo>
                    <a:pt x="3226" y="7710"/>
                    <a:pt x="3241" y="7686"/>
                    <a:pt x="3256" y="7671"/>
                  </a:cubicBezTo>
                  <a:cubicBezTo>
                    <a:pt x="3219" y="7647"/>
                    <a:pt x="3175" y="7643"/>
                    <a:pt x="3130" y="7643"/>
                  </a:cubicBezTo>
                  <a:cubicBezTo>
                    <a:pt x="3110" y="7643"/>
                    <a:pt x="3089" y="7644"/>
                    <a:pt x="3069" y="7644"/>
                  </a:cubicBezTo>
                  <a:cubicBezTo>
                    <a:pt x="3004" y="7644"/>
                    <a:pt x="2943" y="7635"/>
                    <a:pt x="2902" y="7567"/>
                  </a:cubicBezTo>
                  <a:cubicBezTo>
                    <a:pt x="3033" y="7339"/>
                    <a:pt x="3158" y="7105"/>
                    <a:pt x="3294" y="6876"/>
                  </a:cubicBezTo>
                  <a:cubicBezTo>
                    <a:pt x="3403" y="6685"/>
                    <a:pt x="3517" y="6484"/>
                    <a:pt x="3441" y="6277"/>
                  </a:cubicBezTo>
                  <a:cubicBezTo>
                    <a:pt x="3245" y="5755"/>
                    <a:pt x="3103" y="5205"/>
                    <a:pt x="2771" y="4737"/>
                  </a:cubicBezTo>
                  <a:cubicBezTo>
                    <a:pt x="2412" y="4236"/>
                    <a:pt x="2173" y="3686"/>
                    <a:pt x="2096" y="3065"/>
                  </a:cubicBezTo>
                  <a:cubicBezTo>
                    <a:pt x="2015" y="2347"/>
                    <a:pt x="1742" y="1731"/>
                    <a:pt x="1154" y="1274"/>
                  </a:cubicBezTo>
                  <a:cubicBezTo>
                    <a:pt x="817" y="1013"/>
                    <a:pt x="512" y="713"/>
                    <a:pt x="191" y="430"/>
                  </a:cubicBezTo>
                  <a:cubicBezTo>
                    <a:pt x="66" y="311"/>
                    <a:pt x="191" y="131"/>
                    <a:pt x="93" y="0"/>
                  </a:cubicBez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24"/>
            <p:cNvSpPr/>
            <p:nvPr/>
          </p:nvSpPr>
          <p:spPr>
            <a:xfrm>
              <a:off x="4268008" y="2170785"/>
              <a:ext cx="271120" cy="389320"/>
            </a:xfrm>
            <a:custGeom>
              <a:rect b="b" l="l" r="r" t="t"/>
              <a:pathLst>
                <a:path extrusionOk="0" h="6795" w="4732">
                  <a:moveTo>
                    <a:pt x="4731" y="1"/>
                  </a:moveTo>
                  <a:lnTo>
                    <a:pt x="4731" y="1"/>
                  </a:lnTo>
                  <a:cubicBezTo>
                    <a:pt x="4285" y="93"/>
                    <a:pt x="3980" y="420"/>
                    <a:pt x="3626" y="665"/>
                  </a:cubicBezTo>
                  <a:cubicBezTo>
                    <a:pt x="2592" y="1378"/>
                    <a:pt x="1677" y="2211"/>
                    <a:pt x="1171" y="3398"/>
                  </a:cubicBezTo>
                  <a:cubicBezTo>
                    <a:pt x="850" y="4149"/>
                    <a:pt x="436" y="4862"/>
                    <a:pt x="213" y="5657"/>
                  </a:cubicBezTo>
                  <a:cubicBezTo>
                    <a:pt x="251" y="6016"/>
                    <a:pt x="0" y="6343"/>
                    <a:pt x="109" y="6795"/>
                  </a:cubicBezTo>
                  <a:cubicBezTo>
                    <a:pt x="430" y="5358"/>
                    <a:pt x="1133" y="4171"/>
                    <a:pt x="1753" y="2946"/>
                  </a:cubicBezTo>
                  <a:cubicBezTo>
                    <a:pt x="2036" y="2385"/>
                    <a:pt x="2488" y="1944"/>
                    <a:pt x="2978" y="1547"/>
                  </a:cubicBezTo>
                  <a:cubicBezTo>
                    <a:pt x="3561" y="1073"/>
                    <a:pt x="4214" y="692"/>
                    <a:pt x="4726" y="131"/>
                  </a:cubicBezTo>
                  <a:cubicBezTo>
                    <a:pt x="4726" y="88"/>
                    <a:pt x="4731" y="44"/>
                    <a:pt x="47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24"/>
            <p:cNvSpPr/>
            <p:nvPr/>
          </p:nvSpPr>
          <p:spPr>
            <a:xfrm>
              <a:off x="3347864" y="2458171"/>
              <a:ext cx="442031" cy="167130"/>
            </a:xfrm>
            <a:custGeom>
              <a:rect b="b" l="l" r="r" t="t"/>
              <a:pathLst>
                <a:path extrusionOk="0" h="2917" w="7715">
                  <a:moveTo>
                    <a:pt x="201" y="0"/>
                  </a:moveTo>
                  <a:cubicBezTo>
                    <a:pt x="135" y="0"/>
                    <a:pt x="68" y="3"/>
                    <a:pt x="0" y="10"/>
                  </a:cubicBezTo>
                  <a:cubicBezTo>
                    <a:pt x="33" y="233"/>
                    <a:pt x="240" y="216"/>
                    <a:pt x="382" y="249"/>
                  </a:cubicBezTo>
                  <a:cubicBezTo>
                    <a:pt x="953" y="396"/>
                    <a:pt x="1481" y="641"/>
                    <a:pt x="2009" y="902"/>
                  </a:cubicBezTo>
                  <a:cubicBezTo>
                    <a:pt x="2902" y="1343"/>
                    <a:pt x="3806" y="1762"/>
                    <a:pt x="4693" y="2214"/>
                  </a:cubicBezTo>
                  <a:cubicBezTo>
                    <a:pt x="5129" y="2438"/>
                    <a:pt x="5635" y="2410"/>
                    <a:pt x="6060" y="2639"/>
                  </a:cubicBezTo>
                  <a:cubicBezTo>
                    <a:pt x="6473" y="2791"/>
                    <a:pt x="6920" y="2802"/>
                    <a:pt x="7339" y="2917"/>
                  </a:cubicBezTo>
                  <a:cubicBezTo>
                    <a:pt x="7442" y="2900"/>
                    <a:pt x="7551" y="2884"/>
                    <a:pt x="7715" y="2862"/>
                  </a:cubicBezTo>
                  <a:cubicBezTo>
                    <a:pt x="7410" y="2677"/>
                    <a:pt x="7143" y="2612"/>
                    <a:pt x="6871" y="2546"/>
                  </a:cubicBezTo>
                  <a:cubicBezTo>
                    <a:pt x="5934" y="2323"/>
                    <a:pt x="4982" y="2122"/>
                    <a:pt x="4143" y="1643"/>
                  </a:cubicBezTo>
                  <a:cubicBezTo>
                    <a:pt x="3283" y="1153"/>
                    <a:pt x="2374" y="777"/>
                    <a:pt x="1492" y="342"/>
                  </a:cubicBezTo>
                  <a:cubicBezTo>
                    <a:pt x="1088" y="142"/>
                    <a:pt x="659" y="0"/>
                    <a:pt x="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24"/>
            <p:cNvSpPr/>
            <p:nvPr/>
          </p:nvSpPr>
          <p:spPr>
            <a:xfrm>
              <a:off x="313911" y="3405756"/>
              <a:ext cx="519093" cy="67895"/>
            </a:xfrm>
            <a:custGeom>
              <a:rect b="b" l="l" r="r" t="t"/>
              <a:pathLst>
                <a:path extrusionOk="0" h="1185" w="9060">
                  <a:moveTo>
                    <a:pt x="8571" y="1"/>
                  </a:moveTo>
                  <a:cubicBezTo>
                    <a:pt x="8371" y="1"/>
                    <a:pt x="8193" y="104"/>
                    <a:pt x="8003" y="162"/>
                  </a:cubicBezTo>
                  <a:cubicBezTo>
                    <a:pt x="7682" y="282"/>
                    <a:pt x="7345" y="352"/>
                    <a:pt x="7002" y="374"/>
                  </a:cubicBezTo>
                  <a:cubicBezTo>
                    <a:pt x="6033" y="429"/>
                    <a:pt x="5069" y="586"/>
                    <a:pt x="4100" y="695"/>
                  </a:cubicBezTo>
                  <a:cubicBezTo>
                    <a:pt x="3579" y="757"/>
                    <a:pt x="3061" y="867"/>
                    <a:pt x="2534" y="867"/>
                  </a:cubicBezTo>
                  <a:cubicBezTo>
                    <a:pt x="2323" y="867"/>
                    <a:pt x="2110" y="849"/>
                    <a:pt x="1895" y="804"/>
                  </a:cubicBezTo>
                  <a:cubicBezTo>
                    <a:pt x="1578" y="740"/>
                    <a:pt x="1253" y="672"/>
                    <a:pt x="927" y="672"/>
                  </a:cubicBezTo>
                  <a:cubicBezTo>
                    <a:pt x="867" y="672"/>
                    <a:pt x="807" y="674"/>
                    <a:pt x="747" y="679"/>
                  </a:cubicBezTo>
                  <a:cubicBezTo>
                    <a:pt x="453" y="706"/>
                    <a:pt x="120" y="701"/>
                    <a:pt x="1" y="1076"/>
                  </a:cubicBezTo>
                  <a:cubicBezTo>
                    <a:pt x="7" y="1152"/>
                    <a:pt x="26" y="1184"/>
                    <a:pt x="55" y="1184"/>
                  </a:cubicBezTo>
                  <a:cubicBezTo>
                    <a:pt x="81" y="1184"/>
                    <a:pt x="112" y="1160"/>
                    <a:pt x="148" y="1120"/>
                  </a:cubicBezTo>
                  <a:cubicBezTo>
                    <a:pt x="313" y="924"/>
                    <a:pt x="529" y="850"/>
                    <a:pt x="747" y="850"/>
                  </a:cubicBezTo>
                  <a:cubicBezTo>
                    <a:pt x="838" y="850"/>
                    <a:pt x="930" y="863"/>
                    <a:pt x="1019" y="886"/>
                  </a:cubicBezTo>
                  <a:cubicBezTo>
                    <a:pt x="1567" y="1019"/>
                    <a:pt x="2116" y="1089"/>
                    <a:pt x="2669" y="1089"/>
                  </a:cubicBezTo>
                  <a:cubicBezTo>
                    <a:pt x="2977" y="1089"/>
                    <a:pt x="3287" y="1067"/>
                    <a:pt x="3599" y="1022"/>
                  </a:cubicBezTo>
                  <a:cubicBezTo>
                    <a:pt x="4497" y="886"/>
                    <a:pt x="5401" y="750"/>
                    <a:pt x="6310" y="679"/>
                  </a:cubicBezTo>
                  <a:cubicBezTo>
                    <a:pt x="7258" y="608"/>
                    <a:pt x="8107" y="107"/>
                    <a:pt x="9060" y="107"/>
                  </a:cubicBezTo>
                  <a:cubicBezTo>
                    <a:pt x="8945" y="80"/>
                    <a:pt x="8831" y="47"/>
                    <a:pt x="8717" y="20"/>
                  </a:cubicBezTo>
                  <a:cubicBezTo>
                    <a:pt x="8667" y="7"/>
                    <a:pt x="8618" y="1"/>
                    <a:pt x="85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24"/>
            <p:cNvSpPr/>
            <p:nvPr/>
          </p:nvSpPr>
          <p:spPr>
            <a:xfrm>
              <a:off x="1097122" y="2563821"/>
              <a:ext cx="321654" cy="181453"/>
            </a:xfrm>
            <a:custGeom>
              <a:rect b="b" l="l" r="r" t="t"/>
              <a:pathLst>
                <a:path extrusionOk="0" h="3167" w="5614">
                  <a:moveTo>
                    <a:pt x="1" y="0"/>
                  </a:moveTo>
                  <a:lnTo>
                    <a:pt x="1" y="0"/>
                  </a:lnTo>
                  <a:cubicBezTo>
                    <a:pt x="137" y="365"/>
                    <a:pt x="518" y="490"/>
                    <a:pt x="752" y="768"/>
                  </a:cubicBezTo>
                  <a:cubicBezTo>
                    <a:pt x="972" y="1022"/>
                    <a:pt x="1242" y="1131"/>
                    <a:pt x="1559" y="1131"/>
                  </a:cubicBezTo>
                  <a:cubicBezTo>
                    <a:pt x="1649" y="1131"/>
                    <a:pt x="1743" y="1122"/>
                    <a:pt x="1841" y="1105"/>
                  </a:cubicBezTo>
                  <a:cubicBezTo>
                    <a:pt x="2005" y="1074"/>
                    <a:pt x="2168" y="1057"/>
                    <a:pt x="2330" y="1057"/>
                  </a:cubicBezTo>
                  <a:cubicBezTo>
                    <a:pt x="2651" y="1057"/>
                    <a:pt x="2969" y="1124"/>
                    <a:pt x="3283" y="1279"/>
                  </a:cubicBezTo>
                  <a:cubicBezTo>
                    <a:pt x="3556" y="1410"/>
                    <a:pt x="3735" y="1699"/>
                    <a:pt x="4024" y="1737"/>
                  </a:cubicBezTo>
                  <a:cubicBezTo>
                    <a:pt x="4416" y="1786"/>
                    <a:pt x="4519" y="2036"/>
                    <a:pt x="4601" y="2346"/>
                  </a:cubicBezTo>
                  <a:cubicBezTo>
                    <a:pt x="4661" y="2570"/>
                    <a:pt x="4726" y="2798"/>
                    <a:pt x="4802" y="3016"/>
                  </a:cubicBezTo>
                  <a:cubicBezTo>
                    <a:pt x="4831" y="3095"/>
                    <a:pt x="4885" y="3166"/>
                    <a:pt x="4951" y="3166"/>
                  </a:cubicBezTo>
                  <a:cubicBezTo>
                    <a:pt x="4986" y="3166"/>
                    <a:pt x="5024" y="3146"/>
                    <a:pt x="5064" y="3098"/>
                  </a:cubicBezTo>
                  <a:cubicBezTo>
                    <a:pt x="5374" y="2717"/>
                    <a:pt x="5613" y="2303"/>
                    <a:pt x="5581" y="1786"/>
                  </a:cubicBezTo>
                  <a:cubicBezTo>
                    <a:pt x="5575" y="1724"/>
                    <a:pt x="5562" y="1705"/>
                    <a:pt x="5547" y="1705"/>
                  </a:cubicBezTo>
                  <a:cubicBezTo>
                    <a:pt x="5522" y="1705"/>
                    <a:pt x="5488" y="1759"/>
                    <a:pt x="5461" y="1769"/>
                  </a:cubicBezTo>
                  <a:cubicBezTo>
                    <a:pt x="5379" y="2102"/>
                    <a:pt x="5341" y="2455"/>
                    <a:pt x="5042" y="2700"/>
                  </a:cubicBezTo>
                  <a:cubicBezTo>
                    <a:pt x="5015" y="2657"/>
                    <a:pt x="4987" y="2630"/>
                    <a:pt x="4976" y="2597"/>
                  </a:cubicBezTo>
                  <a:cubicBezTo>
                    <a:pt x="4857" y="2036"/>
                    <a:pt x="4748" y="1470"/>
                    <a:pt x="4007" y="1421"/>
                  </a:cubicBezTo>
                  <a:cubicBezTo>
                    <a:pt x="3986" y="1421"/>
                    <a:pt x="3964" y="1399"/>
                    <a:pt x="3947" y="1383"/>
                  </a:cubicBezTo>
                  <a:cubicBezTo>
                    <a:pt x="3475" y="958"/>
                    <a:pt x="2926" y="829"/>
                    <a:pt x="2356" y="829"/>
                  </a:cubicBezTo>
                  <a:cubicBezTo>
                    <a:pt x="2152" y="829"/>
                    <a:pt x="1944" y="845"/>
                    <a:pt x="1737" y="871"/>
                  </a:cubicBezTo>
                  <a:cubicBezTo>
                    <a:pt x="1673" y="879"/>
                    <a:pt x="1613" y="883"/>
                    <a:pt x="1556" y="883"/>
                  </a:cubicBezTo>
                  <a:cubicBezTo>
                    <a:pt x="1300" y="883"/>
                    <a:pt x="1102" y="801"/>
                    <a:pt x="915" y="610"/>
                  </a:cubicBezTo>
                  <a:cubicBezTo>
                    <a:pt x="659" y="338"/>
                    <a:pt x="376" y="98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24"/>
            <p:cNvSpPr/>
            <p:nvPr/>
          </p:nvSpPr>
          <p:spPr>
            <a:xfrm>
              <a:off x="3281002" y="2604042"/>
              <a:ext cx="358266" cy="81473"/>
            </a:xfrm>
            <a:custGeom>
              <a:rect b="b" l="l" r="r" t="t"/>
              <a:pathLst>
                <a:path extrusionOk="0" h="1422" w="6253">
                  <a:moveTo>
                    <a:pt x="5559" y="0"/>
                  </a:moveTo>
                  <a:cubicBezTo>
                    <a:pt x="5550" y="0"/>
                    <a:pt x="5542" y="0"/>
                    <a:pt x="5534" y="0"/>
                  </a:cubicBezTo>
                  <a:cubicBezTo>
                    <a:pt x="4042" y="44"/>
                    <a:pt x="2583" y="300"/>
                    <a:pt x="1151" y="708"/>
                  </a:cubicBezTo>
                  <a:cubicBezTo>
                    <a:pt x="786" y="812"/>
                    <a:pt x="471" y="1024"/>
                    <a:pt x="166" y="1247"/>
                  </a:cubicBezTo>
                  <a:cubicBezTo>
                    <a:pt x="0" y="1371"/>
                    <a:pt x="81" y="1422"/>
                    <a:pt x="225" y="1422"/>
                  </a:cubicBezTo>
                  <a:cubicBezTo>
                    <a:pt x="232" y="1422"/>
                    <a:pt x="240" y="1422"/>
                    <a:pt x="247" y="1421"/>
                  </a:cubicBezTo>
                  <a:cubicBezTo>
                    <a:pt x="901" y="1122"/>
                    <a:pt x="1581" y="888"/>
                    <a:pt x="2273" y="714"/>
                  </a:cubicBezTo>
                  <a:cubicBezTo>
                    <a:pt x="3412" y="437"/>
                    <a:pt x="4572" y="265"/>
                    <a:pt x="5747" y="265"/>
                  </a:cubicBezTo>
                  <a:cubicBezTo>
                    <a:pt x="5891" y="265"/>
                    <a:pt x="6036" y="267"/>
                    <a:pt x="6181" y="273"/>
                  </a:cubicBezTo>
                  <a:cubicBezTo>
                    <a:pt x="6252" y="158"/>
                    <a:pt x="6160" y="126"/>
                    <a:pt x="6083" y="104"/>
                  </a:cubicBezTo>
                  <a:cubicBezTo>
                    <a:pt x="5911" y="57"/>
                    <a:pt x="5744" y="0"/>
                    <a:pt x="55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24"/>
            <p:cNvSpPr/>
            <p:nvPr/>
          </p:nvSpPr>
          <p:spPr>
            <a:xfrm>
              <a:off x="4208422" y="1905972"/>
              <a:ext cx="229925" cy="147936"/>
            </a:xfrm>
            <a:custGeom>
              <a:rect b="b" l="l" r="r" t="t"/>
              <a:pathLst>
                <a:path extrusionOk="0" h="2582" w="4013">
                  <a:moveTo>
                    <a:pt x="780" y="0"/>
                  </a:moveTo>
                  <a:cubicBezTo>
                    <a:pt x="558" y="0"/>
                    <a:pt x="340" y="98"/>
                    <a:pt x="186" y="295"/>
                  </a:cubicBezTo>
                  <a:cubicBezTo>
                    <a:pt x="126" y="464"/>
                    <a:pt x="66" y="632"/>
                    <a:pt x="0" y="801"/>
                  </a:cubicBezTo>
                  <a:cubicBezTo>
                    <a:pt x="104" y="730"/>
                    <a:pt x="180" y="649"/>
                    <a:pt x="235" y="551"/>
                  </a:cubicBezTo>
                  <a:cubicBezTo>
                    <a:pt x="319" y="396"/>
                    <a:pt x="414" y="329"/>
                    <a:pt x="517" y="329"/>
                  </a:cubicBezTo>
                  <a:cubicBezTo>
                    <a:pt x="607" y="329"/>
                    <a:pt x="702" y="380"/>
                    <a:pt x="801" y="469"/>
                  </a:cubicBezTo>
                  <a:cubicBezTo>
                    <a:pt x="1040" y="687"/>
                    <a:pt x="1198" y="964"/>
                    <a:pt x="1329" y="1253"/>
                  </a:cubicBezTo>
                  <a:cubicBezTo>
                    <a:pt x="1454" y="1514"/>
                    <a:pt x="1645" y="1705"/>
                    <a:pt x="1873" y="1879"/>
                  </a:cubicBezTo>
                  <a:cubicBezTo>
                    <a:pt x="2423" y="2293"/>
                    <a:pt x="3098" y="2336"/>
                    <a:pt x="3713" y="2554"/>
                  </a:cubicBezTo>
                  <a:cubicBezTo>
                    <a:pt x="3752" y="2567"/>
                    <a:pt x="3803" y="2582"/>
                    <a:pt x="3852" y="2582"/>
                  </a:cubicBezTo>
                  <a:cubicBezTo>
                    <a:pt x="3927" y="2582"/>
                    <a:pt x="3996" y="2548"/>
                    <a:pt x="4013" y="2423"/>
                  </a:cubicBezTo>
                  <a:cubicBezTo>
                    <a:pt x="3572" y="2265"/>
                    <a:pt x="3131" y="2113"/>
                    <a:pt x="2695" y="1950"/>
                  </a:cubicBezTo>
                  <a:cubicBezTo>
                    <a:pt x="2178" y="1754"/>
                    <a:pt x="1677" y="1531"/>
                    <a:pt x="1666" y="856"/>
                  </a:cubicBezTo>
                  <a:cubicBezTo>
                    <a:pt x="1661" y="779"/>
                    <a:pt x="1623" y="703"/>
                    <a:pt x="1596" y="627"/>
                  </a:cubicBezTo>
                  <a:cubicBezTo>
                    <a:pt x="1437" y="210"/>
                    <a:pt x="1104" y="0"/>
                    <a:pt x="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24"/>
            <p:cNvSpPr/>
            <p:nvPr/>
          </p:nvSpPr>
          <p:spPr>
            <a:xfrm>
              <a:off x="948043" y="2379850"/>
              <a:ext cx="120892" cy="213309"/>
            </a:xfrm>
            <a:custGeom>
              <a:rect b="b" l="l" r="r" t="t"/>
              <a:pathLst>
                <a:path extrusionOk="0" h="3723" w="2110">
                  <a:moveTo>
                    <a:pt x="603" y="0"/>
                  </a:moveTo>
                  <a:cubicBezTo>
                    <a:pt x="489" y="0"/>
                    <a:pt x="402" y="139"/>
                    <a:pt x="343" y="255"/>
                  </a:cubicBezTo>
                  <a:cubicBezTo>
                    <a:pt x="316" y="320"/>
                    <a:pt x="289" y="386"/>
                    <a:pt x="267" y="451"/>
                  </a:cubicBezTo>
                  <a:cubicBezTo>
                    <a:pt x="0" y="1355"/>
                    <a:pt x="126" y="2253"/>
                    <a:pt x="322" y="3151"/>
                  </a:cubicBezTo>
                  <a:cubicBezTo>
                    <a:pt x="512" y="3255"/>
                    <a:pt x="409" y="3516"/>
                    <a:pt x="643" y="3723"/>
                  </a:cubicBezTo>
                  <a:cubicBezTo>
                    <a:pt x="583" y="2819"/>
                    <a:pt x="98" y="2046"/>
                    <a:pt x="338" y="1121"/>
                  </a:cubicBezTo>
                  <a:lnTo>
                    <a:pt x="338" y="1121"/>
                  </a:lnTo>
                  <a:cubicBezTo>
                    <a:pt x="616" y="1671"/>
                    <a:pt x="937" y="2106"/>
                    <a:pt x="1122" y="2623"/>
                  </a:cubicBezTo>
                  <a:cubicBezTo>
                    <a:pt x="1242" y="2966"/>
                    <a:pt x="1465" y="3211"/>
                    <a:pt x="1808" y="3325"/>
                  </a:cubicBezTo>
                  <a:cubicBezTo>
                    <a:pt x="1856" y="3342"/>
                    <a:pt x="1927" y="3366"/>
                    <a:pt x="1984" y="3366"/>
                  </a:cubicBezTo>
                  <a:cubicBezTo>
                    <a:pt x="2061" y="3366"/>
                    <a:pt x="2110" y="3320"/>
                    <a:pt x="2031" y="3140"/>
                  </a:cubicBezTo>
                  <a:cubicBezTo>
                    <a:pt x="1851" y="3075"/>
                    <a:pt x="1715" y="2955"/>
                    <a:pt x="1612" y="2792"/>
                  </a:cubicBezTo>
                  <a:cubicBezTo>
                    <a:pt x="1231" y="2188"/>
                    <a:pt x="899" y="1556"/>
                    <a:pt x="583" y="914"/>
                  </a:cubicBezTo>
                  <a:cubicBezTo>
                    <a:pt x="501" y="734"/>
                    <a:pt x="458" y="560"/>
                    <a:pt x="621" y="391"/>
                  </a:cubicBezTo>
                  <a:cubicBezTo>
                    <a:pt x="719" y="288"/>
                    <a:pt x="861" y="124"/>
                    <a:pt x="681" y="21"/>
                  </a:cubicBezTo>
                  <a:cubicBezTo>
                    <a:pt x="654" y="6"/>
                    <a:pt x="628" y="0"/>
                    <a:pt x="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24"/>
            <p:cNvSpPr/>
            <p:nvPr/>
          </p:nvSpPr>
          <p:spPr>
            <a:xfrm>
              <a:off x="3095827" y="2137382"/>
              <a:ext cx="190678" cy="109777"/>
            </a:xfrm>
            <a:custGeom>
              <a:rect b="b" l="l" r="r" t="t"/>
              <a:pathLst>
                <a:path extrusionOk="0" h="1916" w="3328">
                  <a:moveTo>
                    <a:pt x="514" y="0"/>
                  </a:moveTo>
                  <a:cubicBezTo>
                    <a:pt x="364" y="0"/>
                    <a:pt x="247" y="79"/>
                    <a:pt x="164" y="241"/>
                  </a:cubicBezTo>
                  <a:cubicBezTo>
                    <a:pt x="77" y="415"/>
                    <a:pt x="33" y="595"/>
                    <a:pt x="28" y="785"/>
                  </a:cubicBezTo>
                  <a:cubicBezTo>
                    <a:pt x="23" y="1161"/>
                    <a:pt x="12" y="1536"/>
                    <a:pt x="1" y="1912"/>
                  </a:cubicBezTo>
                  <a:cubicBezTo>
                    <a:pt x="29" y="1914"/>
                    <a:pt x="55" y="1915"/>
                    <a:pt x="78" y="1915"/>
                  </a:cubicBezTo>
                  <a:cubicBezTo>
                    <a:pt x="233" y="1915"/>
                    <a:pt x="279" y="1862"/>
                    <a:pt x="284" y="1673"/>
                  </a:cubicBezTo>
                  <a:cubicBezTo>
                    <a:pt x="284" y="1428"/>
                    <a:pt x="327" y="1188"/>
                    <a:pt x="355" y="943"/>
                  </a:cubicBezTo>
                  <a:cubicBezTo>
                    <a:pt x="403" y="520"/>
                    <a:pt x="446" y="349"/>
                    <a:pt x="567" y="349"/>
                  </a:cubicBezTo>
                  <a:cubicBezTo>
                    <a:pt x="664" y="349"/>
                    <a:pt x="812" y="459"/>
                    <a:pt x="1051" y="638"/>
                  </a:cubicBezTo>
                  <a:cubicBezTo>
                    <a:pt x="1536" y="997"/>
                    <a:pt x="2037" y="1161"/>
                    <a:pt x="2608" y="1177"/>
                  </a:cubicBezTo>
                  <a:cubicBezTo>
                    <a:pt x="2650" y="1179"/>
                    <a:pt x="2692" y="1180"/>
                    <a:pt x="2734" y="1180"/>
                  </a:cubicBezTo>
                  <a:cubicBezTo>
                    <a:pt x="2967" y="1180"/>
                    <a:pt x="3207" y="1138"/>
                    <a:pt x="3327" y="861"/>
                  </a:cubicBezTo>
                  <a:cubicBezTo>
                    <a:pt x="3278" y="861"/>
                    <a:pt x="3234" y="861"/>
                    <a:pt x="3191" y="856"/>
                  </a:cubicBezTo>
                  <a:cubicBezTo>
                    <a:pt x="3066" y="880"/>
                    <a:pt x="2944" y="890"/>
                    <a:pt x="2824" y="890"/>
                  </a:cubicBezTo>
                  <a:cubicBezTo>
                    <a:pt x="2310" y="890"/>
                    <a:pt x="1844" y="690"/>
                    <a:pt x="1389" y="442"/>
                  </a:cubicBezTo>
                  <a:cubicBezTo>
                    <a:pt x="1155" y="317"/>
                    <a:pt x="953" y="126"/>
                    <a:pt x="698" y="34"/>
                  </a:cubicBezTo>
                  <a:cubicBezTo>
                    <a:pt x="632" y="11"/>
                    <a:pt x="570" y="0"/>
                    <a:pt x="5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4"/>
            <p:cNvSpPr/>
            <p:nvPr/>
          </p:nvSpPr>
          <p:spPr>
            <a:xfrm>
              <a:off x="2775496" y="3755937"/>
              <a:ext cx="97688" cy="255478"/>
            </a:xfrm>
            <a:custGeom>
              <a:rect b="b" l="l" r="r" t="t"/>
              <a:pathLst>
                <a:path extrusionOk="0" h="4459" w="1705">
                  <a:moveTo>
                    <a:pt x="1" y="0"/>
                  </a:moveTo>
                  <a:lnTo>
                    <a:pt x="1" y="0"/>
                  </a:lnTo>
                  <a:cubicBezTo>
                    <a:pt x="191" y="490"/>
                    <a:pt x="463" y="947"/>
                    <a:pt x="589" y="1459"/>
                  </a:cubicBezTo>
                  <a:cubicBezTo>
                    <a:pt x="698" y="1873"/>
                    <a:pt x="828" y="2292"/>
                    <a:pt x="512" y="2684"/>
                  </a:cubicBezTo>
                  <a:cubicBezTo>
                    <a:pt x="512" y="2711"/>
                    <a:pt x="512" y="2738"/>
                    <a:pt x="512" y="2766"/>
                  </a:cubicBezTo>
                  <a:cubicBezTo>
                    <a:pt x="806" y="2967"/>
                    <a:pt x="970" y="3294"/>
                    <a:pt x="1204" y="3549"/>
                  </a:cubicBezTo>
                  <a:cubicBezTo>
                    <a:pt x="1482" y="3860"/>
                    <a:pt x="1498" y="3980"/>
                    <a:pt x="1204" y="4290"/>
                  </a:cubicBezTo>
                  <a:cubicBezTo>
                    <a:pt x="1318" y="4344"/>
                    <a:pt x="1433" y="4404"/>
                    <a:pt x="1552" y="4459"/>
                  </a:cubicBezTo>
                  <a:cubicBezTo>
                    <a:pt x="1705" y="4230"/>
                    <a:pt x="1650" y="3980"/>
                    <a:pt x="1596" y="3751"/>
                  </a:cubicBezTo>
                  <a:cubicBezTo>
                    <a:pt x="1351" y="2793"/>
                    <a:pt x="970" y="1878"/>
                    <a:pt x="643" y="947"/>
                  </a:cubicBezTo>
                  <a:cubicBezTo>
                    <a:pt x="518" y="588"/>
                    <a:pt x="306" y="256"/>
                    <a:pt x="1" y="0"/>
                  </a:cubicBezTo>
                  <a:close/>
                </a:path>
              </a:pathLst>
            </a:custGeom>
            <a:solidFill>
              <a:srgbClr val="31313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4"/>
            <p:cNvSpPr/>
            <p:nvPr/>
          </p:nvSpPr>
          <p:spPr>
            <a:xfrm>
              <a:off x="2743984" y="2106042"/>
              <a:ext cx="139972" cy="202079"/>
            </a:xfrm>
            <a:custGeom>
              <a:rect b="b" l="l" r="r" t="t"/>
              <a:pathLst>
                <a:path extrusionOk="0" h="3527" w="2443">
                  <a:moveTo>
                    <a:pt x="2171" y="1"/>
                  </a:moveTo>
                  <a:cubicBezTo>
                    <a:pt x="2012" y="1"/>
                    <a:pt x="1927" y="151"/>
                    <a:pt x="1868" y="336"/>
                  </a:cubicBezTo>
                  <a:cubicBezTo>
                    <a:pt x="1825" y="467"/>
                    <a:pt x="1819" y="614"/>
                    <a:pt x="1808" y="750"/>
                  </a:cubicBezTo>
                  <a:cubicBezTo>
                    <a:pt x="1797" y="837"/>
                    <a:pt x="1792" y="946"/>
                    <a:pt x="1699" y="951"/>
                  </a:cubicBezTo>
                  <a:cubicBezTo>
                    <a:pt x="1465" y="973"/>
                    <a:pt x="1416" y="1169"/>
                    <a:pt x="1313" y="1316"/>
                  </a:cubicBezTo>
                  <a:cubicBezTo>
                    <a:pt x="1169" y="1513"/>
                    <a:pt x="989" y="1632"/>
                    <a:pt x="737" y="1632"/>
                  </a:cubicBezTo>
                  <a:cubicBezTo>
                    <a:pt x="731" y="1632"/>
                    <a:pt x="725" y="1632"/>
                    <a:pt x="720" y="1632"/>
                  </a:cubicBezTo>
                  <a:cubicBezTo>
                    <a:pt x="583" y="1632"/>
                    <a:pt x="442" y="1664"/>
                    <a:pt x="300" y="1686"/>
                  </a:cubicBezTo>
                  <a:cubicBezTo>
                    <a:pt x="39" y="1724"/>
                    <a:pt x="1" y="1915"/>
                    <a:pt x="77" y="2105"/>
                  </a:cubicBezTo>
                  <a:cubicBezTo>
                    <a:pt x="191" y="2394"/>
                    <a:pt x="344" y="2693"/>
                    <a:pt x="611" y="2867"/>
                  </a:cubicBezTo>
                  <a:cubicBezTo>
                    <a:pt x="883" y="3047"/>
                    <a:pt x="1090" y="3270"/>
                    <a:pt x="1275" y="3526"/>
                  </a:cubicBezTo>
                  <a:cubicBezTo>
                    <a:pt x="1422" y="3140"/>
                    <a:pt x="1133" y="2944"/>
                    <a:pt x="905" y="2737"/>
                  </a:cubicBezTo>
                  <a:cubicBezTo>
                    <a:pt x="730" y="2579"/>
                    <a:pt x="540" y="2443"/>
                    <a:pt x="420" y="2230"/>
                  </a:cubicBezTo>
                  <a:cubicBezTo>
                    <a:pt x="377" y="2143"/>
                    <a:pt x="262" y="2073"/>
                    <a:pt x="328" y="1958"/>
                  </a:cubicBezTo>
                  <a:cubicBezTo>
                    <a:pt x="357" y="1905"/>
                    <a:pt x="406" y="1892"/>
                    <a:pt x="458" y="1892"/>
                  </a:cubicBezTo>
                  <a:cubicBezTo>
                    <a:pt x="502" y="1892"/>
                    <a:pt x="549" y="1901"/>
                    <a:pt x="589" y="1904"/>
                  </a:cubicBezTo>
                  <a:cubicBezTo>
                    <a:pt x="615" y="1906"/>
                    <a:pt x="641" y="1906"/>
                    <a:pt x="667" y="1906"/>
                  </a:cubicBezTo>
                  <a:cubicBezTo>
                    <a:pt x="1046" y="1906"/>
                    <a:pt x="1327" y="1719"/>
                    <a:pt x="1542" y="1408"/>
                  </a:cubicBezTo>
                  <a:cubicBezTo>
                    <a:pt x="1601" y="1321"/>
                    <a:pt x="1650" y="1207"/>
                    <a:pt x="1765" y="1202"/>
                  </a:cubicBezTo>
                  <a:cubicBezTo>
                    <a:pt x="2042" y="1191"/>
                    <a:pt x="2048" y="1006"/>
                    <a:pt x="2042" y="810"/>
                  </a:cubicBezTo>
                  <a:cubicBezTo>
                    <a:pt x="2042" y="679"/>
                    <a:pt x="2021" y="543"/>
                    <a:pt x="2053" y="423"/>
                  </a:cubicBezTo>
                  <a:cubicBezTo>
                    <a:pt x="2087" y="314"/>
                    <a:pt x="2088" y="139"/>
                    <a:pt x="2224" y="139"/>
                  </a:cubicBezTo>
                  <a:cubicBezTo>
                    <a:pt x="2266" y="139"/>
                    <a:pt x="2320" y="155"/>
                    <a:pt x="2391" y="194"/>
                  </a:cubicBezTo>
                  <a:cubicBezTo>
                    <a:pt x="2406" y="204"/>
                    <a:pt x="2415" y="207"/>
                    <a:pt x="2420" y="207"/>
                  </a:cubicBezTo>
                  <a:cubicBezTo>
                    <a:pt x="2443" y="207"/>
                    <a:pt x="2355" y="111"/>
                    <a:pt x="2391" y="75"/>
                  </a:cubicBezTo>
                  <a:cubicBezTo>
                    <a:pt x="2304" y="23"/>
                    <a:pt x="2232" y="1"/>
                    <a:pt x="21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4"/>
            <p:cNvSpPr/>
            <p:nvPr/>
          </p:nvSpPr>
          <p:spPr>
            <a:xfrm>
              <a:off x="202875" y="3439961"/>
              <a:ext cx="161629" cy="154467"/>
            </a:xfrm>
            <a:custGeom>
              <a:rect b="b" l="l" r="r" t="t"/>
              <a:pathLst>
                <a:path extrusionOk="0" h="2696" w="2821">
                  <a:moveTo>
                    <a:pt x="191" y="0"/>
                  </a:moveTo>
                  <a:cubicBezTo>
                    <a:pt x="120" y="240"/>
                    <a:pt x="131" y="490"/>
                    <a:pt x="93" y="730"/>
                  </a:cubicBezTo>
                  <a:cubicBezTo>
                    <a:pt x="1" y="1350"/>
                    <a:pt x="180" y="1748"/>
                    <a:pt x="752" y="1971"/>
                  </a:cubicBezTo>
                  <a:cubicBezTo>
                    <a:pt x="1427" y="2232"/>
                    <a:pt x="2113" y="2456"/>
                    <a:pt x="2793" y="2695"/>
                  </a:cubicBezTo>
                  <a:cubicBezTo>
                    <a:pt x="2821" y="2543"/>
                    <a:pt x="2734" y="2439"/>
                    <a:pt x="2652" y="2330"/>
                  </a:cubicBezTo>
                  <a:cubicBezTo>
                    <a:pt x="2162" y="2080"/>
                    <a:pt x="1639" y="1906"/>
                    <a:pt x="1117" y="1753"/>
                  </a:cubicBezTo>
                  <a:cubicBezTo>
                    <a:pt x="589" y="1606"/>
                    <a:pt x="316" y="1263"/>
                    <a:pt x="322" y="724"/>
                  </a:cubicBezTo>
                  <a:cubicBezTo>
                    <a:pt x="327" y="468"/>
                    <a:pt x="251" y="240"/>
                    <a:pt x="1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24"/>
            <p:cNvSpPr/>
            <p:nvPr/>
          </p:nvSpPr>
          <p:spPr>
            <a:xfrm>
              <a:off x="2248676" y="471216"/>
              <a:ext cx="155728" cy="104621"/>
            </a:xfrm>
            <a:custGeom>
              <a:rect b="b" l="l" r="r" t="t"/>
              <a:pathLst>
                <a:path extrusionOk="0" h="1826" w="2718">
                  <a:moveTo>
                    <a:pt x="1139" y="1"/>
                  </a:moveTo>
                  <a:cubicBezTo>
                    <a:pt x="1052" y="88"/>
                    <a:pt x="1150" y="120"/>
                    <a:pt x="1188" y="164"/>
                  </a:cubicBezTo>
                  <a:cubicBezTo>
                    <a:pt x="1503" y="550"/>
                    <a:pt x="1797" y="953"/>
                    <a:pt x="2151" y="1313"/>
                  </a:cubicBezTo>
                  <a:cubicBezTo>
                    <a:pt x="1678" y="1155"/>
                    <a:pt x="1275" y="855"/>
                    <a:pt x="790" y="757"/>
                  </a:cubicBezTo>
                  <a:cubicBezTo>
                    <a:pt x="653" y="729"/>
                    <a:pt x="512" y="690"/>
                    <a:pt x="374" y="690"/>
                  </a:cubicBezTo>
                  <a:cubicBezTo>
                    <a:pt x="244" y="690"/>
                    <a:pt x="117" y="725"/>
                    <a:pt x="1" y="839"/>
                  </a:cubicBezTo>
                  <a:cubicBezTo>
                    <a:pt x="70" y="846"/>
                    <a:pt x="140" y="847"/>
                    <a:pt x="211" y="847"/>
                  </a:cubicBezTo>
                  <a:cubicBezTo>
                    <a:pt x="236" y="847"/>
                    <a:pt x="261" y="847"/>
                    <a:pt x="287" y="847"/>
                  </a:cubicBezTo>
                  <a:cubicBezTo>
                    <a:pt x="450" y="847"/>
                    <a:pt x="612" y="852"/>
                    <a:pt x="763" y="931"/>
                  </a:cubicBezTo>
                  <a:cubicBezTo>
                    <a:pt x="1318" y="1220"/>
                    <a:pt x="1944" y="1367"/>
                    <a:pt x="2462" y="1737"/>
                  </a:cubicBezTo>
                  <a:cubicBezTo>
                    <a:pt x="2500" y="1764"/>
                    <a:pt x="2544" y="1826"/>
                    <a:pt x="2595" y="1826"/>
                  </a:cubicBezTo>
                  <a:cubicBezTo>
                    <a:pt x="2616" y="1826"/>
                    <a:pt x="2639" y="1815"/>
                    <a:pt x="2663" y="1786"/>
                  </a:cubicBezTo>
                  <a:cubicBezTo>
                    <a:pt x="2717" y="1726"/>
                    <a:pt x="2690" y="1655"/>
                    <a:pt x="2652" y="1590"/>
                  </a:cubicBezTo>
                  <a:cubicBezTo>
                    <a:pt x="2282" y="931"/>
                    <a:pt x="1776" y="403"/>
                    <a:pt x="11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24"/>
            <p:cNvSpPr/>
            <p:nvPr/>
          </p:nvSpPr>
          <p:spPr>
            <a:xfrm>
              <a:off x="4466990" y="2068114"/>
              <a:ext cx="81703" cy="85255"/>
            </a:xfrm>
            <a:custGeom>
              <a:rect b="b" l="l" r="r" t="t"/>
              <a:pathLst>
                <a:path extrusionOk="0" h="1488" w="1426">
                  <a:moveTo>
                    <a:pt x="810" y="1"/>
                  </a:moveTo>
                  <a:cubicBezTo>
                    <a:pt x="791" y="1"/>
                    <a:pt x="772" y="1"/>
                    <a:pt x="752" y="2"/>
                  </a:cubicBezTo>
                  <a:cubicBezTo>
                    <a:pt x="629" y="5"/>
                    <a:pt x="507" y="52"/>
                    <a:pt x="384" y="52"/>
                  </a:cubicBezTo>
                  <a:cubicBezTo>
                    <a:pt x="327" y="52"/>
                    <a:pt x="270" y="42"/>
                    <a:pt x="213" y="13"/>
                  </a:cubicBezTo>
                  <a:cubicBezTo>
                    <a:pt x="198" y="14"/>
                    <a:pt x="182" y="14"/>
                    <a:pt x="166" y="14"/>
                  </a:cubicBezTo>
                  <a:cubicBezTo>
                    <a:pt x="133" y="14"/>
                    <a:pt x="100" y="14"/>
                    <a:pt x="82" y="29"/>
                  </a:cubicBezTo>
                  <a:cubicBezTo>
                    <a:pt x="1" y="94"/>
                    <a:pt x="88" y="121"/>
                    <a:pt x="126" y="149"/>
                  </a:cubicBezTo>
                  <a:cubicBezTo>
                    <a:pt x="342" y="291"/>
                    <a:pt x="548" y="449"/>
                    <a:pt x="823" y="449"/>
                  </a:cubicBezTo>
                  <a:cubicBezTo>
                    <a:pt x="832" y="449"/>
                    <a:pt x="841" y="448"/>
                    <a:pt x="850" y="448"/>
                  </a:cubicBezTo>
                  <a:cubicBezTo>
                    <a:pt x="886" y="441"/>
                    <a:pt x="918" y="437"/>
                    <a:pt x="946" y="437"/>
                  </a:cubicBezTo>
                  <a:cubicBezTo>
                    <a:pt x="1088" y="437"/>
                    <a:pt x="1133" y="528"/>
                    <a:pt x="1133" y="709"/>
                  </a:cubicBezTo>
                  <a:cubicBezTo>
                    <a:pt x="1127" y="965"/>
                    <a:pt x="1073" y="1232"/>
                    <a:pt x="1176" y="1488"/>
                  </a:cubicBezTo>
                  <a:cubicBezTo>
                    <a:pt x="1296" y="1450"/>
                    <a:pt x="1253" y="1330"/>
                    <a:pt x="1329" y="1286"/>
                  </a:cubicBezTo>
                  <a:cubicBezTo>
                    <a:pt x="1351" y="1052"/>
                    <a:pt x="1389" y="824"/>
                    <a:pt x="1405" y="590"/>
                  </a:cubicBezTo>
                  <a:cubicBezTo>
                    <a:pt x="1426" y="173"/>
                    <a:pt x="1228" y="1"/>
                    <a:pt x="8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24"/>
            <p:cNvSpPr/>
            <p:nvPr/>
          </p:nvSpPr>
          <p:spPr>
            <a:xfrm>
              <a:off x="2554856" y="2089255"/>
              <a:ext cx="133039" cy="53227"/>
            </a:xfrm>
            <a:custGeom>
              <a:rect b="b" l="l" r="r" t="t"/>
              <a:pathLst>
                <a:path extrusionOk="0" h="929" w="2322">
                  <a:moveTo>
                    <a:pt x="195" y="1"/>
                  </a:moveTo>
                  <a:cubicBezTo>
                    <a:pt x="0" y="1"/>
                    <a:pt x="56" y="132"/>
                    <a:pt x="106" y="264"/>
                  </a:cubicBezTo>
                  <a:cubicBezTo>
                    <a:pt x="255" y="619"/>
                    <a:pt x="783" y="918"/>
                    <a:pt x="1219" y="918"/>
                  </a:cubicBezTo>
                  <a:cubicBezTo>
                    <a:pt x="1278" y="918"/>
                    <a:pt x="1336" y="913"/>
                    <a:pt x="1391" y="901"/>
                  </a:cubicBezTo>
                  <a:cubicBezTo>
                    <a:pt x="1461" y="888"/>
                    <a:pt x="1531" y="851"/>
                    <a:pt x="1598" y="851"/>
                  </a:cubicBezTo>
                  <a:cubicBezTo>
                    <a:pt x="1646" y="851"/>
                    <a:pt x="1691" y="870"/>
                    <a:pt x="1734" y="928"/>
                  </a:cubicBezTo>
                  <a:lnTo>
                    <a:pt x="2322" y="928"/>
                  </a:lnTo>
                  <a:cubicBezTo>
                    <a:pt x="2178" y="703"/>
                    <a:pt x="1920" y="642"/>
                    <a:pt x="1685" y="642"/>
                  </a:cubicBezTo>
                  <a:cubicBezTo>
                    <a:pt x="1654" y="642"/>
                    <a:pt x="1623" y="643"/>
                    <a:pt x="1592" y="645"/>
                  </a:cubicBezTo>
                  <a:cubicBezTo>
                    <a:pt x="1547" y="649"/>
                    <a:pt x="1503" y="650"/>
                    <a:pt x="1460" y="650"/>
                  </a:cubicBezTo>
                  <a:cubicBezTo>
                    <a:pt x="936" y="650"/>
                    <a:pt x="559" y="410"/>
                    <a:pt x="242" y="3"/>
                  </a:cubicBezTo>
                  <a:cubicBezTo>
                    <a:pt x="225" y="1"/>
                    <a:pt x="209" y="1"/>
                    <a:pt x="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24"/>
            <p:cNvSpPr/>
            <p:nvPr/>
          </p:nvSpPr>
          <p:spPr>
            <a:xfrm>
              <a:off x="2152308" y="527536"/>
              <a:ext cx="63712" cy="73509"/>
            </a:xfrm>
            <a:custGeom>
              <a:rect b="b" l="l" r="r" t="t"/>
              <a:pathLst>
                <a:path extrusionOk="0" h="1283" w="1112">
                  <a:moveTo>
                    <a:pt x="722" y="0"/>
                  </a:moveTo>
                  <a:cubicBezTo>
                    <a:pt x="470" y="0"/>
                    <a:pt x="188" y="88"/>
                    <a:pt x="148" y="226"/>
                  </a:cubicBezTo>
                  <a:cubicBezTo>
                    <a:pt x="1" y="727"/>
                    <a:pt x="453" y="716"/>
                    <a:pt x="736" y="841"/>
                  </a:cubicBezTo>
                  <a:cubicBezTo>
                    <a:pt x="643" y="1026"/>
                    <a:pt x="333" y="1010"/>
                    <a:pt x="409" y="1282"/>
                  </a:cubicBezTo>
                  <a:cubicBezTo>
                    <a:pt x="567" y="1190"/>
                    <a:pt x="730" y="1097"/>
                    <a:pt x="888" y="999"/>
                  </a:cubicBezTo>
                  <a:cubicBezTo>
                    <a:pt x="970" y="950"/>
                    <a:pt x="1111" y="928"/>
                    <a:pt x="1084" y="787"/>
                  </a:cubicBezTo>
                  <a:cubicBezTo>
                    <a:pt x="1057" y="667"/>
                    <a:pt x="942" y="634"/>
                    <a:pt x="844" y="596"/>
                  </a:cubicBezTo>
                  <a:cubicBezTo>
                    <a:pt x="676" y="531"/>
                    <a:pt x="485" y="515"/>
                    <a:pt x="349" y="346"/>
                  </a:cubicBezTo>
                  <a:cubicBezTo>
                    <a:pt x="567" y="177"/>
                    <a:pt x="834" y="204"/>
                    <a:pt x="1040" y="68"/>
                  </a:cubicBezTo>
                  <a:cubicBezTo>
                    <a:pt x="963" y="21"/>
                    <a:pt x="846" y="0"/>
                    <a:pt x="7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24"/>
            <p:cNvSpPr/>
            <p:nvPr/>
          </p:nvSpPr>
          <p:spPr>
            <a:xfrm>
              <a:off x="3249548" y="3315804"/>
              <a:ext cx="53456" cy="76202"/>
            </a:xfrm>
            <a:custGeom>
              <a:rect b="b" l="l" r="r" t="t"/>
              <a:pathLst>
                <a:path extrusionOk="0" h="1330" w="933">
                  <a:moveTo>
                    <a:pt x="258" y="1"/>
                  </a:moveTo>
                  <a:cubicBezTo>
                    <a:pt x="127" y="93"/>
                    <a:pt x="214" y="256"/>
                    <a:pt x="94" y="322"/>
                  </a:cubicBezTo>
                  <a:cubicBezTo>
                    <a:pt x="67" y="578"/>
                    <a:pt x="34" y="833"/>
                    <a:pt x="13" y="1089"/>
                  </a:cubicBezTo>
                  <a:cubicBezTo>
                    <a:pt x="0" y="1230"/>
                    <a:pt x="63" y="1330"/>
                    <a:pt x="156" y="1330"/>
                  </a:cubicBezTo>
                  <a:cubicBezTo>
                    <a:pt x="189" y="1330"/>
                    <a:pt x="225" y="1318"/>
                    <a:pt x="263" y="1291"/>
                  </a:cubicBezTo>
                  <a:cubicBezTo>
                    <a:pt x="497" y="1127"/>
                    <a:pt x="791" y="1024"/>
                    <a:pt x="933" y="746"/>
                  </a:cubicBezTo>
                  <a:cubicBezTo>
                    <a:pt x="868" y="684"/>
                    <a:pt x="807" y="661"/>
                    <a:pt x="747" y="661"/>
                  </a:cubicBezTo>
                  <a:cubicBezTo>
                    <a:pt x="640" y="661"/>
                    <a:pt x="539" y="736"/>
                    <a:pt x="437" y="795"/>
                  </a:cubicBezTo>
                  <a:cubicBezTo>
                    <a:pt x="402" y="817"/>
                    <a:pt x="371" y="866"/>
                    <a:pt x="327" y="866"/>
                  </a:cubicBezTo>
                  <a:cubicBezTo>
                    <a:pt x="316" y="866"/>
                    <a:pt x="304" y="863"/>
                    <a:pt x="290" y="855"/>
                  </a:cubicBezTo>
                  <a:cubicBezTo>
                    <a:pt x="214" y="812"/>
                    <a:pt x="247" y="736"/>
                    <a:pt x="263" y="670"/>
                  </a:cubicBezTo>
                  <a:cubicBezTo>
                    <a:pt x="301" y="452"/>
                    <a:pt x="328" y="235"/>
                    <a:pt x="2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24"/>
            <p:cNvSpPr/>
            <p:nvPr/>
          </p:nvSpPr>
          <p:spPr>
            <a:xfrm>
              <a:off x="2494239" y="3093790"/>
              <a:ext cx="42398" cy="86401"/>
            </a:xfrm>
            <a:custGeom>
              <a:rect b="b" l="l" r="r" t="t"/>
              <a:pathLst>
                <a:path extrusionOk="0" h="1508" w="740">
                  <a:moveTo>
                    <a:pt x="63" y="0"/>
                  </a:moveTo>
                  <a:cubicBezTo>
                    <a:pt x="0" y="0"/>
                    <a:pt x="56" y="129"/>
                    <a:pt x="26" y="163"/>
                  </a:cubicBezTo>
                  <a:cubicBezTo>
                    <a:pt x="163" y="647"/>
                    <a:pt x="315" y="1126"/>
                    <a:pt x="663" y="1507"/>
                  </a:cubicBezTo>
                  <a:cubicBezTo>
                    <a:pt x="740" y="1230"/>
                    <a:pt x="380" y="174"/>
                    <a:pt x="152" y="38"/>
                  </a:cubicBezTo>
                  <a:cubicBezTo>
                    <a:pt x="109" y="11"/>
                    <a:pt x="81" y="0"/>
                    <a:pt x="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24"/>
            <p:cNvSpPr/>
            <p:nvPr/>
          </p:nvSpPr>
          <p:spPr>
            <a:xfrm>
              <a:off x="2967947" y="2153940"/>
              <a:ext cx="96026" cy="90297"/>
            </a:xfrm>
            <a:custGeom>
              <a:rect b="b" l="l" r="r" t="t"/>
              <a:pathLst>
                <a:path extrusionOk="0" h="1576" w="1676">
                  <a:moveTo>
                    <a:pt x="120" y="1"/>
                  </a:moveTo>
                  <a:cubicBezTo>
                    <a:pt x="28" y="17"/>
                    <a:pt x="1" y="33"/>
                    <a:pt x="99" y="110"/>
                  </a:cubicBezTo>
                  <a:cubicBezTo>
                    <a:pt x="632" y="518"/>
                    <a:pt x="1226" y="866"/>
                    <a:pt x="1541" y="1503"/>
                  </a:cubicBezTo>
                  <a:cubicBezTo>
                    <a:pt x="1552" y="1536"/>
                    <a:pt x="1585" y="1574"/>
                    <a:pt x="1607" y="1574"/>
                  </a:cubicBezTo>
                  <a:cubicBezTo>
                    <a:pt x="1612" y="1575"/>
                    <a:pt x="1618" y="1575"/>
                    <a:pt x="1622" y="1575"/>
                  </a:cubicBezTo>
                  <a:cubicBezTo>
                    <a:pt x="1676" y="1575"/>
                    <a:pt x="1667" y="1522"/>
                    <a:pt x="1672" y="1482"/>
                  </a:cubicBezTo>
                  <a:cubicBezTo>
                    <a:pt x="1601" y="1324"/>
                    <a:pt x="1547" y="1171"/>
                    <a:pt x="1432" y="1024"/>
                  </a:cubicBezTo>
                  <a:cubicBezTo>
                    <a:pt x="1068" y="583"/>
                    <a:pt x="594" y="295"/>
                    <a:pt x="120" y="1"/>
                  </a:cubicBez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24"/>
            <p:cNvSpPr/>
            <p:nvPr/>
          </p:nvSpPr>
          <p:spPr>
            <a:xfrm>
              <a:off x="2715337" y="2181384"/>
              <a:ext cx="41195" cy="95855"/>
            </a:xfrm>
            <a:custGeom>
              <a:rect b="b" l="l" r="r" t="t"/>
              <a:pathLst>
                <a:path extrusionOk="0" h="1673" w="719">
                  <a:moveTo>
                    <a:pt x="82" y="1"/>
                  </a:moveTo>
                  <a:cubicBezTo>
                    <a:pt x="55" y="39"/>
                    <a:pt x="0" y="88"/>
                    <a:pt x="11" y="110"/>
                  </a:cubicBezTo>
                  <a:cubicBezTo>
                    <a:pt x="207" y="611"/>
                    <a:pt x="299" y="1155"/>
                    <a:pt x="588" y="1623"/>
                  </a:cubicBezTo>
                  <a:cubicBezTo>
                    <a:pt x="605" y="1655"/>
                    <a:pt x="627" y="1673"/>
                    <a:pt x="652" y="1673"/>
                  </a:cubicBezTo>
                  <a:cubicBezTo>
                    <a:pt x="673" y="1673"/>
                    <a:pt x="696" y="1659"/>
                    <a:pt x="719" y="1629"/>
                  </a:cubicBezTo>
                  <a:cubicBezTo>
                    <a:pt x="670" y="1498"/>
                    <a:pt x="621" y="1367"/>
                    <a:pt x="577" y="1231"/>
                  </a:cubicBezTo>
                  <a:cubicBezTo>
                    <a:pt x="452" y="807"/>
                    <a:pt x="343" y="376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24"/>
            <p:cNvSpPr/>
            <p:nvPr/>
          </p:nvSpPr>
          <p:spPr>
            <a:xfrm>
              <a:off x="857575" y="3196347"/>
              <a:ext cx="70244" cy="20168"/>
            </a:xfrm>
            <a:custGeom>
              <a:rect b="b" l="l" r="r" t="t"/>
              <a:pathLst>
                <a:path extrusionOk="0" h="352" w="1226">
                  <a:moveTo>
                    <a:pt x="932" y="1"/>
                  </a:moveTo>
                  <a:cubicBezTo>
                    <a:pt x="830" y="88"/>
                    <a:pt x="747" y="201"/>
                    <a:pt x="601" y="201"/>
                  </a:cubicBezTo>
                  <a:cubicBezTo>
                    <a:pt x="566" y="201"/>
                    <a:pt x="528" y="195"/>
                    <a:pt x="485" y="180"/>
                  </a:cubicBezTo>
                  <a:cubicBezTo>
                    <a:pt x="400" y="149"/>
                    <a:pt x="305" y="144"/>
                    <a:pt x="209" y="144"/>
                  </a:cubicBezTo>
                  <a:cubicBezTo>
                    <a:pt x="176" y="144"/>
                    <a:pt x="142" y="145"/>
                    <a:pt x="108" y="145"/>
                  </a:cubicBezTo>
                  <a:cubicBezTo>
                    <a:pt x="72" y="145"/>
                    <a:pt x="36" y="144"/>
                    <a:pt x="1" y="142"/>
                  </a:cubicBezTo>
                  <a:lnTo>
                    <a:pt x="1" y="142"/>
                  </a:lnTo>
                  <a:cubicBezTo>
                    <a:pt x="239" y="243"/>
                    <a:pt x="475" y="352"/>
                    <a:pt x="728" y="352"/>
                  </a:cubicBezTo>
                  <a:cubicBezTo>
                    <a:pt x="886" y="352"/>
                    <a:pt x="1050" y="309"/>
                    <a:pt x="1226" y="197"/>
                  </a:cubicBezTo>
                  <a:cubicBezTo>
                    <a:pt x="1100" y="115"/>
                    <a:pt x="1013" y="55"/>
                    <a:pt x="932" y="1"/>
                  </a:cubicBezTo>
                  <a:close/>
                </a:path>
              </a:pathLst>
            </a:custGeom>
            <a:solidFill>
              <a:srgbClr val="56565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24"/>
            <p:cNvSpPr/>
            <p:nvPr/>
          </p:nvSpPr>
          <p:spPr>
            <a:xfrm>
              <a:off x="772436" y="3403751"/>
              <a:ext cx="40909" cy="11287"/>
            </a:xfrm>
            <a:custGeom>
              <a:rect b="b" l="l" r="r" t="t"/>
              <a:pathLst>
                <a:path extrusionOk="0" h="197" w="714">
                  <a:moveTo>
                    <a:pt x="478" y="1"/>
                  </a:moveTo>
                  <a:cubicBezTo>
                    <a:pt x="306" y="1"/>
                    <a:pt x="152" y="87"/>
                    <a:pt x="0" y="197"/>
                  </a:cubicBezTo>
                  <a:cubicBezTo>
                    <a:pt x="7" y="197"/>
                    <a:pt x="13" y="197"/>
                    <a:pt x="20" y="197"/>
                  </a:cubicBezTo>
                  <a:cubicBezTo>
                    <a:pt x="262" y="197"/>
                    <a:pt x="480" y="98"/>
                    <a:pt x="714" y="55"/>
                  </a:cubicBezTo>
                  <a:cubicBezTo>
                    <a:pt x="631" y="17"/>
                    <a:pt x="553" y="1"/>
                    <a:pt x="478" y="1"/>
                  </a:cubicBezTo>
                  <a:close/>
                </a:path>
              </a:pathLst>
            </a:custGeom>
            <a:solidFill>
              <a:srgbClr val="53535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24"/>
            <p:cNvSpPr/>
            <p:nvPr/>
          </p:nvSpPr>
          <p:spPr>
            <a:xfrm>
              <a:off x="1527573" y="2504235"/>
              <a:ext cx="15011" cy="31226"/>
            </a:xfrm>
            <a:custGeom>
              <a:rect b="b" l="l" r="r" t="t"/>
              <a:pathLst>
                <a:path extrusionOk="0" h="545" w="262">
                  <a:moveTo>
                    <a:pt x="105" y="1"/>
                  </a:moveTo>
                  <a:cubicBezTo>
                    <a:pt x="90" y="1"/>
                    <a:pt x="76" y="16"/>
                    <a:pt x="60" y="60"/>
                  </a:cubicBezTo>
                  <a:cubicBezTo>
                    <a:pt x="0" y="224"/>
                    <a:pt x="66" y="381"/>
                    <a:pt x="71" y="545"/>
                  </a:cubicBezTo>
                  <a:cubicBezTo>
                    <a:pt x="175" y="452"/>
                    <a:pt x="82" y="251"/>
                    <a:pt x="262" y="202"/>
                  </a:cubicBezTo>
                  <a:cubicBezTo>
                    <a:pt x="240" y="158"/>
                    <a:pt x="218" y="109"/>
                    <a:pt x="196" y="66"/>
                  </a:cubicBezTo>
                  <a:cubicBezTo>
                    <a:pt x="195" y="66"/>
                    <a:pt x="193" y="66"/>
                    <a:pt x="192" y="66"/>
                  </a:cubicBezTo>
                  <a:cubicBezTo>
                    <a:pt x="163" y="66"/>
                    <a:pt x="135" y="1"/>
                    <a:pt x="105" y="1"/>
                  </a:cubicBezTo>
                  <a:close/>
                </a:path>
              </a:pathLst>
            </a:custGeom>
            <a:solidFill>
              <a:srgbClr val="31313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24"/>
            <p:cNvSpPr/>
            <p:nvPr/>
          </p:nvSpPr>
          <p:spPr>
            <a:xfrm>
              <a:off x="983565" y="2642715"/>
              <a:ext cx="948175" cy="641589"/>
            </a:xfrm>
            <a:custGeom>
              <a:rect b="b" l="l" r="r" t="t"/>
              <a:pathLst>
                <a:path extrusionOk="0" h="11198" w="16549">
                  <a:moveTo>
                    <a:pt x="306" y="0"/>
                  </a:moveTo>
                  <a:cubicBezTo>
                    <a:pt x="284" y="202"/>
                    <a:pt x="295" y="311"/>
                    <a:pt x="262" y="409"/>
                  </a:cubicBezTo>
                  <a:cubicBezTo>
                    <a:pt x="1" y="1149"/>
                    <a:pt x="50" y="1879"/>
                    <a:pt x="344" y="2597"/>
                  </a:cubicBezTo>
                  <a:cubicBezTo>
                    <a:pt x="398" y="2728"/>
                    <a:pt x="398" y="2859"/>
                    <a:pt x="377" y="3006"/>
                  </a:cubicBezTo>
                  <a:cubicBezTo>
                    <a:pt x="317" y="3425"/>
                    <a:pt x="251" y="3849"/>
                    <a:pt x="774" y="4083"/>
                  </a:cubicBezTo>
                  <a:cubicBezTo>
                    <a:pt x="1041" y="4203"/>
                    <a:pt x="926" y="4454"/>
                    <a:pt x="801" y="4622"/>
                  </a:cubicBezTo>
                  <a:cubicBezTo>
                    <a:pt x="681" y="4786"/>
                    <a:pt x="573" y="4949"/>
                    <a:pt x="496" y="5134"/>
                  </a:cubicBezTo>
                  <a:cubicBezTo>
                    <a:pt x="502" y="5134"/>
                    <a:pt x="507" y="5134"/>
                    <a:pt x="512" y="5134"/>
                  </a:cubicBezTo>
                  <a:cubicBezTo>
                    <a:pt x="675" y="5134"/>
                    <a:pt x="817" y="5212"/>
                    <a:pt x="970" y="5265"/>
                  </a:cubicBezTo>
                  <a:cubicBezTo>
                    <a:pt x="2440" y="5766"/>
                    <a:pt x="3757" y="6604"/>
                    <a:pt x="5162" y="7252"/>
                  </a:cubicBezTo>
                  <a:cubicBezTo>
                    <a:pt x="6654" y="7943"/>
                    <a:pt x="8123" y="8695"/>
                    <a:pt x="9626" y="9364"/>
                  </a:cubicBezTo>
                  <a:cubicBezTo>
                    <a:pt x="10568" y="9778"/>
                    <a:pt x="11510" y="10213"/>
                    <a:pt x="12506" y="10502"/>
                  </a:cubicBezTo>
                  <a:cubicBezTo>
                    <a:pt x="13148" y="10687"/>
                    <a:pt x="13812" y="10752"/>
                    <a:pt x="14471" y="10867"/>
                  </a:cubicBezTo>
                  <a:cubicBezTo>
                    <a:pt x="14956" y="10948"/>
                    <a:pt x="15429" y="11074"/>
                    <a:pt x="15914" y="11177"/>
                  </a:cubicBezTo>
                  <a:cubicBezTo>
                    <a:pt x="15978" y="11191"/>
                    <a:pt x="16037" y="11197"/>
                    <a:pt x="16092" y="11197"/>
                  </a:cubicBezTo>
                  <a:cubicBezTo>
                    <a:pt x="16403" y="11197"/>
                    <a:pt x="16548" y="10979"/>
                    <a:pt x="16442" y="10627"/>
                  </a:cubicBezTo>
                  <a:cubicBezTo>
                    <a:pt x="16262" y="10017"/>
                    <a:pt x="15734" y="9881"/>
                    <a:pt x="15212" y="9734"/>
                  </a:cubicBezTo>
                  <a:lnTo>
                    <a:pt x="15212" y="9734"/>
                  </a:lnTo>
                  <a:cubicBezTo>
                    <a:pt x="15304" y="10028"/>
                    <a:pt x="15620" y="10045"/>
                    <a:pt x="15783" y="10208"/>
                  </a:cubicBezTo>
                  <a:cubicBezTo>
                    <a:pt x="15685" y="10159"/>
                    <a:pt x="15565" y="10094"/>
                    <a:pt x="15446" y="10028"/>
                  </a:cubicBezTo>
                  <a:cubicBezTo>
                    <a:pt x="13981" y="9266"/>
                    <a:pt x="12402" y="8765"/>
                    <a:pt x="10894" y="8096"/>
                  </a:cubicBezTo>
                  <a:cubicBezTo>
                    <a:pt x="9659" y="7546"/>
                    <a:pt x="8385" y="7083"/>
                    <a:pt x="7225" y="6370"/>
                  </a:cubicBezTo>
                  <a:cubicBezTo>
                    <a:pt x="6436" y="5891"/>
                    <a:pt x="5701" y="5336"/>
                    <a:pt x="4890" y="4900"/>
                  </a:cubicBezTo>
                  <a:lnTo>
                    <a:pt x="4890" y="4900"/>
                  </a:lnTo>
                  <a:cubicBezTo>
                    <a:pt x="5298" y="5091"/>
                    <a:pt x="5668" y="5341"/>
                    <a:pt x="6049" y="5570"/>
                  </a:cubicBezTo>
                  <a:cubicBezTo>
                    <a:pt x="7160" y="6228"/>
                    <a:pt x="8221" y="6985"/>
                    <a:pt x="9463" y="7404"/>
                  </a:cubicBezTo>
                  <a:cubicBezTo>
                    <a:pt x="9609" y="7454"/>
                    <a:pt x="9743" y="7572"/>
                    <a:pt x="9900" y="7572"/>
                  </a:cubicBezTo>
                  <a:cubicBezTo>
                    <a:pt x="9948" y="7572"/>
                    <a:pt x="9998" y="7561"/>
                    <a:pt x="10051" y="7535"/>
                  </a:cubicBezTo>
                  <a:cubicBezTo>
                    <a:pt x="9866" y="7328"/>
                    <a:pt x="9626" y="7214"/>
                    <a:pt x="9370" y="7110"/>
                  </a:cubicBezTo>
                  <a:cubicBezTo>
                    <a:pt x="8913" y="6931"/>
                    <a:pt x="8456" y="6751"/>
                    <a:pt x="8091" y="6397"/>
                  </a:cubicBezTo>
                  <a:cubicBezTo>
                    <a:pt x="7857" y="6163"/>
                    <a:pt x="7579" y="5983"/>
                    <a:pt x="7301" y="5809"/>
                  </a:cubicBezTo>
                  <a:cubicBezTo>
                    <a:pt x="6354" y="5210"/>
                    <a:pt x="5396" y="4617"/>
                    <a:pt x="4465" y="3996"/>
                  </a:cubicBezTo>
                  <a:cubicBezTo>
                    <a:pt x="3986" y="3675"/>
                    <a:pt x="3556" y="3300"/>
                    <a:pt x="3099" y="2946"/>
                  </a:cubicBezTo>
                  <a:lnTo>
                    <a:pt x="3099" y="2946"/>
                  </a:lnTo>
                  <a:cubicBezTo>
                    <a:pt x="3142" y="3038"/>
                    <a:pt x="3186" y="3131"/>
                    <a:pt x="3229" y="3223"/>
                  </a:cubicBezTo>
                  <a:cubicBezTo>
                    <a:pt x="2081" y="2336"/>
                    <a:pt x="916" y="1481"/>
                    <a:pt x="3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24"/>
            <p:cNvSpPr/>
            <p:nvPr/>
          </p:nvSpPr>
          <p:spPr>
            <a:xfrm>
              <a:off x="2247473" y="2065364"/>
              <a:ext cx="803505" cy="923080"/>
            </a:xfrm>
            <a:custGeom>
              <a:rect b="b" l="l" r="r" t="t"/>
              <a:pathLst>
                <a:path extrusionOk="0" h="16111" w="14024">
                  <a:moveTo>
                    <a:pt x="82" y="1"/>
                  </a:moveTo>
                  <a:cubicBezTo>
                    <a:pt x="0" y="93"/>
                    <a:pt x="27" y="202"/>
                    <a:pt x="76" y="289"/>
                  </a:cubicBezTo>
                  <a:cubicBezTo>
                    <a:pt x="207" y="529"/>
                    <a:pt x="256" y="790"/>
                    <a:pt x="299" y="1051"/>
                  </a:cubicBezTo>
                  <a:cubicBezTo>
                    <a:pt x="490" y="1177"/>
                    <a:pt x="659" y="1334"/>
                    <a:pt x="773" y="1520"/>
                  </a:cubicBezTo>
                  <a:cubicBezTo>
                    <a:pt x="1138" y="2097"/>
                    <a:pt x="1628" y="2554"/>
                    <a:pt x="2096" y="3028"/>
                  </a:cubicBezTo>
                  <a:cubicBezTo>
                    <a:pt x="2238" y="3169"/>
                    <a:pt x="2439" y="3240"/>
                    <a:pt x="2542" y="3425"/>
                  </a:cubicBezTo>
                  <a:cubicBezTo>
                    <a:pt x="3234" y="4623"/>
                    <a:pt x="4317" y="5515"/>
                    <a:pt x="5030" y="6702"/>
                  </a:cubicBezTo>
                  <a:cubicBezTo>
                    <a:pt x="5613" y="7666"/>
                    <a:pt x="6511" y="8428"/>
                    <a:pt x="6990" y="9484"/>
                  </a:cubicBezTo>
                  <a:cubicBezTo>
                    <a:pt x="7023" y="9555"/>
                    <a:pt x="7083" y="9615"/>
                    <a:pt x="7126" y="9686"/>
                  </a:cubicBezTo>
                  <a:cubicBezTo>
                    <a:pt x="7589" y="10339"/>
                    <a:pt x="8090" y="10965"/>
                    <a:pt x="8493" y="11651"/>
                  </a:cubicBezTo>
                  <a:cubicBezTo>
                    <a:pt x="9451" y="13279"/>
                    <a:pt x="10654" y="14634"/>
                    <a:pt x="12412" y="15418"/>
                  </a:cubicBezTo>
                  <a:cubicBezTo>
                    <a:pt x="12423" y="15420"/>
                    <a:pt x="12434" y="15421"/>
                    <a:pt x="12443" y="15421"/>
                  </a:cubicBezTo>
                  <a:cubicBezTo>
                    <a:pt x="12542" y="15421"/>
                    <a:pt x="12564" y="15325"/>
                    <a:pt x="12614" y="15260"/>
                  </a:cubicBezTo>
                  <a:cubicBezTo>
                    <a:pt x="12720" y="15113"/>
                    <a:pt x="12824" y="15040"/>
                    <a:pt x="12931" y="15040"/>
                  </a:cubicBezTo>
                  <a:cubicBezTo>
                    <a:pt x="13027" y="15040"/>
                    <a:pt x="13127" y="15098"/>
                    <a:pt x="13234" y="15217"/>
                  </a:cubicBezTo>
                  <a:cubicBezTo>
                    <a:pt x="13316" y="15309"/>
                    <a:pt x="13387" y="15413"/>
                    <a:pt x="13425" y="15549"/>
                  </a:cubicBezTo>
                  <a:cubicBezTo>
                    <a:pt x="13294" y="15467"/>
                    <a:pt x="13213" y="15347"/>
                    <a:pt x="13082" y="15287"/>
                  </a:cubicBezTo>
                  <a:cubicBezTo>
                    <a:pt x="13016" y="15257"/>
                    <a:pt x="12961" y="15241"/>
                    <a:pt x="12916" y="15241"/>
                  </a:cubicBezTo>
                  <a:cubicBezTo>
                    <a:pt x="12801" y="15241"/>
                    <a:pt x="12753" y="15343"/>
                    <a:pt x="12761" y="15554"/>
                  </a:cubicBezTo>
                  <a:cubicBezTo>
                    <a:pt x="12826" y="15707"/>
                    <a:pt x="12979" y="15766"/>
                    <a:pt x="13104" y="15832"/>
                  </a:cubicBezTo>
                  <a:cubicBezTo>
                    <a:pt x="13286" y="15931"/>
                    <a:pt x="13496" y="16111"/>
                    <a:pt x="13686" y="16111"/>
                  </a:cubicBezTo>
                  <a:cubicBezTo>
                    <a:pt x="13735" y="16111"/>
                    <a:pt x="13782" y="16099"/>
                    <a:pt x="13828" y="16071"/>
                  </a:cubicBezTo>
                  <a:cubicBezTo>
                    <a:pt x="14024" y="15952"/>
                    <a:pt x="13969" y="15603"/>
                    <a:pt x="13964" y="15347"/>
                  </a:cubicBezTo>
                  <a:cubicBezTo>
                    <a:pt x="12919" y="14683"/>
                    <a:pt x="11950" y="13964"/>
                    <a:pt x="11247" y="12897"/>
                  </a:cubicBezTo>
                  <a:cubicBezTo>
                    <a:pt x="10616" y="11934"/>
                    <a:pt x="9788" y="11101"/>
                    <a:pt x="9260" y="10056"/>
                  </a:cubicBezTo>
                  <a:cubicBezTo>
                    <a:pt x="9255" y="10050"/>
                    <a:pt x="9244" y="10045"/>
                    <a:pt x="9233" y="10034"/>
                  </a:cubicBezTo>
                  <a:cubicBezTo>
                    <a:pt x="9209" y="10062"/>
                    <a:pt x="9187" y="10072"/>
                    <a:pt x="9168" y="10072"/>
                  </a:cubicBezTo>
                  <a:cubicBezTo>
                    <a:pt x="9128" y="10072"/>
                    <a:pt x="9098" y="10025"/>
                    <a:pt x="9064" y="9996"/>
                  </a:cubicBezTo>
                  <a:cubicBezTo>
                    <a:pt x="8825" y="9773"/>
                    <a:pt x="8629" y="9500"/>
                    <a:pt x="8465" y="9223"/>
                  </a:cubicBezTo>
                  <a:cubicBezTo>
                    <a:pt x="7943" y="8352"/>
                    <a:pt x="7605" y="7361"/>
                    <a:pt x="6778" y="6697"/>
                  </a:cubicBezTo>
                  <a:cubicBezTo>
                    <a:pt x="6707" y="6637"/>
                    <a:pt x="6674" y="6539"/>
                    <a:pt x="6620" y="6463"/>
                  </a:cubicBezTo>
                  <a:cubicBezTo>
                    <a:pt x="6152" y="5880"/>
                    <a:pt x="5667" y="5314"/>
                    <a:pt x="5058" y="4873"/>
                  </a:cubicBezTo>
                  <a:cubicBezTo>
                    <a:pt x="4938" y="4900"/>
                    <a:pt x="4960" y="5047"/>
                    <a:pt x="4862" y="5102"/>
                  </a:cubicBezTo>
                  <a:cubicBezTo>
                    <a:pt x="4856" y="5064"/>
                    <a:pt x="4851" y="5025"/>
                    <a:pt x="4856" y="4993"/>
                  </a:cubicBezTo>
                  <a:cubicBezTo>
                    <a:pt x="4916" y="4715"/>
                    <a:pt x="4905" y="4568"/>
                    <a:pt x="4535" y="4508"/>
                  </a:cubicBezTo>
                  <a:cubicBezTo>
                    <a:pt x="4225" y="4459"/>
                    <a:pt x="3969" y="4182"/>
                    <a:pt x="3909" y="3817"/>
                  </a:cubicBezTo>
                  <a:cubicBezTo>
                    <a:pt x="3593" y="3365"/>
                    <a:pt x="3212" y="2973"/>
                    <a:pt x="2777" y="2630"/>
                  </a:cubicBezTo>
                  <a:cubicBezTo>
                    <a:pt x="2178" y="2162"/>
                    <a:pt x="1644" y="1628"/>
                    <a:pt x="1187" y="1019"/>
                  </a:cubicBezTo>
                  <a:cubicBezTo>
                    <a:pt x="887" y="621"/>
                    <a:pt x="534" y="246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24"/>
            <p:cNvSpPr/>
            <p:nvPr/>
          </p:nvSpPr>
          <p:spPr>
            <a:xfrm>
              <a:off x="1485461" y="2534315"/>
              <a:ext cx="515311" cy="669435"/>
            </a:xfrm>
            <a:custGeom>
              <a:rect b="b" l="l" r="r" t="t"/>
              <a:pathLst>
                <a:path extrusionOk="0" h="11684" w="8994">
                  <a:moveTo>
                    <a:pt x="3420" y="5625"/>
                  </a:moveTo>
                  <a:lnTo>
                    <a:pt x="3420" y="5625"/>
                  </a:lnTo>
                  <a:cubicBezTo>
                    <a:pt x="3447" y="5664"/>
                    <a:pt x="3477" y="5703"/>
                    <a:pt x="3495" y="5747"/>
                  </a:cubicBezTo>
                  <a:cubicBezTo>
                    <a:pt x="3470" y="5706"/>
                    <a:pt x="3445" y="5665"/>
                    <a:pt x="3420" y="5625"/>
                  </a:cubicBezTo>
                  <a:close/>
                  <a:moveTo>
                    <a:pt x="1107" y="0"/>
                  </a:moveTo>
                  <a:cubicBezTo>
                    <a:pt x="1082" y="0"/>
                    <a:pt x="1049" y="8"/>
                    <a:pt x="1008" y="25"/>
                  </a:cubicBezTo>
                  <a:cubicBezTo>
                    <a:pt x="980" y="597"/>
                    <a:pt x="768" y="1070"/>
                    <a:pt x="240" y="1354"/>
                  </a:cubicBezTo>
                  <a:cubicBezTo>
                    <a:pt x="77" y="1441"/>
                    <a:pt x="0" y="1566"/>
                    <a:pt x="11" y="1751"/>
                  </a:cubicBezTo>
                  <a:cubicBezTo>
                    <a:pt x="66" y="2415"/>
                    <a:pt x="234" y="3030"/>
                    <a:pt x="588" y="3607"/>
                  </a:cubicBezTo>
                  <a:cubicBezTo>
                    <a:pt x="1193" y="4593"/>
                    <a:pt x="1781" y="5594"/>
                    <a:pt x="2379" y="6591"/>
                  </a:cubicBezTo>
                  <a:cubicBezTo>
                    <a:pt x="2456" y="6721"/>
                    <a:pt x="2516" y="6863"/>
                    <a:pt x="2488" y="7021"/>
                  </a:cubicBezTo>
                  <a:cubicBezTo>
                    <a:pt x="2520" y="7006"/>
                    <a:pt x="2548" y="6999"/>
                    <a:pt x="2573" y="6999"/>
                  </a:cubicBezTo>
                  <a:cubicBezTo>
                    <a:pt x="2632" y="6999"/>
                    <a:pt x="2679" y="7035"/>
                    <a:pt x="2728" y="7091"/>
                  </a:cubicBezTo>
                  <a:cubicBezTo>
                    <a:pt x="3011" y="7402"/>
                    <a:pt x="3294" y="7718"/>
                    <a:pt x="3593" y="8012"/>
                  </a:cubicBezTo>
                  <a:cubicBezTo>
                    <a:pt x="4584" y="8997"/>
                    <a:pt x="5673" y="9873"/>
                    <a:pt x="6794" y="10712"/>
                  </a:cubicBezTo>
                  <a:cubicBezTo>
                    <a:pt x="7279" y="11071"/>
                    <a:pt x="7736" y="11447"/>
                    <a:pt x="8313" y="11643"/>
                  </a:cubicBezTo>
                  <a:cubicBezTo>
                    <a:pt x="8395" y="11668"/>
                    <a:pt x="8468" y="11683"/>
                    <a:pt x="8537" y="11683"/>
                  </a:cubicBezTo>
                  <a:cubicBezTo>
                    <a:pt x="8642" y="11683"/>
                    <a:pt x="8737" y="11649"/>
                    <a:pt x="8836" y="11566"/>
                  </a:cubicBezTo>
                  <a:cubicBezTo>
                    <a:pt x="8994" y="11425"/>
                    <a:pt x="8831" y="11311"/>
                    <a:pt x="8820" y="11185"/>
                  </a:cubicBezTo>
                  <a:cubicBezTo>
                    <a:pt x="8798" y="11006"/>
                    <a:pt x="8684" y="10870"/>
                    <a:pt x="8547" y="10788"/>
                  </a:cubicBezTo>
                  <a:cubicBezTo>
                    <a:pt x="8009" y="10467"/>
                    <a:pt x="7562" y="10026"/>
                    <a:pt x="7083" y="9628"/>
                  </a:cubicBezTo>
                  <a:cubicBezTo>
                    <a:pt x="6713" y="9323"/>
                    <a:pt x="6359" y="8986"/>
                    <a:pt x="6054" y="8616"/>
                  </a:cubicBezTo>
                  <a:cubicBezTo>
                    <a:pt x="5902" y="8425"/>
                    <a:pt x="5836" y="8153"/>
                    <a:pt x="5619" y="8001"/>
                  </a:cubicBezTo>
                  <a:cubicBezTo>
                    <a:pt x="4976" y="7549"/>
                    <a:pt x="4492" y="6950"/>
                    <a:pt x="4045" y="6313"/>
                  </a:cubicBezTo>
                  <a:cubicBezTo>
                    <a:pt x="3833" y="6014"/>
                    <a:pt x="3702" y="5649"/>
                    <a:pt x="3403" y="5404"/>
                  </a:cubicBezTo>
                  <a:lnTo>
                    <a:pt x="3403" y="5404"/>
                  </a:lnTo>
                  <a:cubicBezTo>
                    <a:pt x="3356" y="5472"/>
                    <a:pt x="3364" y="5526"/>
                    <a:pt x="3391" y="5578"/>
                  </a:cubicBezTo>
                  <a:lnTo>
                    <a:pt x="3391" y="5578"/>
                  </a:lnTo>
                  <a:cubicBezTo>
                    <a:pt x="2625" y="4339"/>
                    <a:pt x="1868" y="3106"/>
                    <a:pt x="1525" y="1669"/>
                  </a:cubicBezTo>
                  <a:cubicBezTo>
                    <a:pt x="1410" y="1190"/>
                    <a:pt x="1274" y="722"/>
                    <a:pt x="1204" y="232"/>
                  </a:cubicBezTo>
                  <a:cubicBezTo>
                    <a:pt x="1195" y="160"/>
                    <a:pt x="1226" y="0"/>
                    <a:pt x="11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24"/>
            <p:cNvSpPr/>
            <p:nvPr/>
          </p:nvSpPr>
          <p:spPr>
            <a:xfrm>
              <a:off x="1896260" y="2551331"/>
              <a:ext cx="320050" cy="739048"/>
            </a:xfrm>
            <a:custGeom>
              <a:rect b="b" l="l" r="r" t="t"/>
              <a:pathLst>
                <a:path extrusionOk="0" h="12899" w="5586">
                  <a:moveTo>
                    <a:pt x="1541" y="0"/>
                  </a:moveTo>
                  <a:cubicBezTo>
                    <a:pt x="1514" y="66"/>
                    <a:pt x="1481" y="126"/>
                    <a:pt x="1459" y="191"/>
                  </a:cubicBezTo>
                  <a:cubicBezTo>
                    <a:pt x="1348" y="540"/>
                    <a:pt x="1208" y="714"/>
                    <a:pt x="1023" y="714"/>
                  </a:cubicBezTo>
                  <a:cubicBezTo>
                    <a:pt x="882" y="714"/>
                    <a:pt x="714" y="614"/>
                    <a:pt x="512" y="414"/>
                  </a:cubicBezTo>
                  <a:cubicBezTo>
                    <a:pt x="365" y="267"/>
                    <a:pt x="229" y="98"/>
                    <a:pt x="0" y="66"/>
                  </a:cubicBezTo>
                  <a:lnTo>
                    <a:pt x="0" y="66"/>
                  </a:lnTo>
                  <a:cubicBezTo>
                    <a:pt x="398" y="697"/>
                    <a:pt x="855" y="1291"/>
                    <a:pt x="1160" y="1982"/>
                  </a:cubicBezTo>
                  <a:cubicBezTo>
                    <a:pt x="1503" y="2777"/>
                    <a:pt x="2058" y="3495"/>
                    <a:pt x="2167" y="4366"/>
                  </a:cubicBezTo>
                  <a:cubicBezTo>
                    <a:pt x="2341" y="5733"/>
                    <a:pt x="2700" y="7023"/>
                    <a:pt x="3326" y="8248"/>
                  </a:cubicBezTo>
                  <a:cubicBezTo>
                    <a:pt x="3566" y="8722"/>
                    <a:pt x="3648" y="9250"/>
                    <a:pt x="3577" y="9865"/>
                  </a:cubicBezTo>
                  <a:cubicBezTo>
                    <a:pt x="3370" y="9620"/>
                    <a:pt x="3207" y="9457"/>
                    <a:pt x="3076" y="9261"/>
                  </a:cubicBezTo>
                  <a:cubicBezTo>
                    <a:pt x="2979" y="9115"/>
                    <a:pt x="2878" y="8988"/>
                    <a:pt x="2720" y="8988"/>
                  </a:cubicBezTo>
                  <a:cubicBezTo>
                    <a:pt x="2682" y="8988"/>
                    <a:pt x="2641" y="8995"/>
                    <a:pt x="2597" y="9010"/>
                  </a:cubicBezTo>
                  <a:cubicBezTo>
                    <a:pt x="2363" y="9092"/>
                    <a:pt x="2395" y="9304"/>
                    <a:pt x="2401" y="9489"/>
                  </a:cubicBezTo>
                  <a:cubicBezTo>
                    <a:pt x="2385" y="9734"/>
                    <a:pt x="2591" y="9821"/>
                    <a:pt x="2733" y="9947"/>
                  </a:cubicBezTo>
                  <a:cubicBezTo>
                    <a:pt x="3234" y="10377"/>
                    <a:pt x="3680" y="10850"/>
                    <a:pt x="3952" y="11460"/>
                  </a:cubicBezTo>
                  <a:cubicBezTo>
                    <a:pt x="4208" y="11803"/>
                    <a:pt x="4306" y="12222"/>
                    <a:pt x="4546" y="12571"/>
                  </a:cubicBezTo>
                  <a:cubicBezTo>
                    <a:pt x="4698" y="12788"/>
                    <a:pt x="4898" y="12898"/>
                    <a:pt x="5101" y="12898"/>
                  </a:cubicBezTo>
                  <a:cubicBezTo>
                    <a:pt x="5268" y="12898"/>
                    <a:pt x="5438" y="12824"/>
                    <a:pt x="5586" y="12674"/>
                  </a:cubicBezTo>
                  <a:cubicBezTo>
                    <a:pt x="5482" y="12587"/>
                    <a:pt x="5493" y="12462"/>
                    <a:pt x="5466" y="12347"/>
                  </a:cubicBezTo>
                  <a:cubicBezTo>
                    <a:pt x="5188" y="11182"/>
                    <a:pt x="4981" y="10001"/>
                    <a:pt x="4606" y="8852"/>
                  </a:cubicBezTo>
                  <a:cubicBezTo>
                    <a:pt x="4301" y="7916"/>
                    <a:pt x="4040" y="6963"/>
                    <a:pt x="4018" y="5962"/>
                  </a:cubicBezTo>
                  <a:cubicBezTo>
                    <a:pt x="4110" y="5755"/>
                    <a:pt x="3827" y="5869"/>
                    <a:pt x="3816" y="5722"/>
                  </a:cubicBezTo>
                  <a:cubicBezTo>
                    <a:pt x="3795" y="5227"/>
                    <a:pt x="3539" y="4775"/>
                    <a:pt x="3479" y="4296"/>
                  </a:cubicBezTo>
                  <a:cubicBezTo>
                    <a:pt x="3272" y="2695"/>
                    <a:pt x="2281" y="1459"/>
                    <a:pt x="1617" y="71"/>
                  </a:cubicBezTo>
                  <a:cubicBezTo>
                    <a:pt x="1601" y="44"/>
                    <a:pt x="1563" y="28"/>
                    <a:pt x="15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24"/>
            <p:cNvSpPr/>
            <p:nvPr/>
          </p:nvSpPr>
          <p:spPr>
            <a:xfrm>
              <a:off x="2540647" y="3056778"/>
              <a:ext cx="234910" cy="699228"/>
            </a:xfrm>
            <a:custGeom>
              <a:rect b="b" l="l" r="r" t="t"/>
              <a:pathLst>
                <a:path extrusionOk="0" h="12204" w="4100">
                  <a:moveTo>
                    <a:pt x="452" y="0"/>
                  </a:moveTo>
                  <a:cubicBezTo>
                    <a:pt x="280" y="0"/>
                    <a:pt x="116" y="80"/>
                    <a:pt x="0" y="243"/>
                  </a:cubicBezTo>
                  <a:cubicBezTo>
                    <a:pt x="202" y="449"/>
                    <a:pt x="278" y="722"/>
                    <a:pt x="349" y="994"/>
                  </a:cubicBezTo>
                  <a:cubicBezTo>
                    <a:pt x="730" y="2469"/>
                    <a:pt x="496" y="3950"/>
                    <a:pt x="452" y="5431"/>
                  </a:cubicBezTo>
                  <a:cubicBezTo>
                    <a:pt x="441" y="5948"/>
                    <a:pt x="311" y="6449"/>
                    <a:pt x="267" y="7037"/>
                  </a:cubicBezTo>
                  <a:cubicBezTo>
                    <a:pt x="351" y="6933"/>
                    <a:pt x="414" y="6871"/>
                    <a:pt x="474" y="6871"/>
                  </a:cubicBezTo>
                  <a:cubicBezTo>
                    <a:pt x="523" y="6871"/>
                    <a:pt x="569" y="6913"/>
                    <a:pt x="621" y="7009"/>
                  </a:cubicBezTo>
                  <a:cubicBezTo>
                    <a:pt x="703" y="7173"/>
                    <a:pt x="757" y="7325"/>
                    <a:pt x="779" y="7499"/>
                  </a:cubicBezTo>
                  <a:cubicBezTo>
                    <a:pt x="833" y="7881"/>
                    <a:pt x="866" y="8272"/>
                    <a:pt x="1111" y="8654"/>
                  </a:cubicBezTo>
                  <a:cubicBezTo>
                    <a:pt x="1171" y="8484"/>
                    <a:pt x="1230" y="8345"/>
                    <a:pt x="1378" y="8345"/>
                  </a:cubicBezTo>
                  <a:cubicBezTo>
                    <a:pt x="1406" y="8345"/>
                    <a:pt x="1436" y="8349"/>
                    <a:pt x="1470" y="8360"/>
                  </a:cubicBezTo>
                  <a:cubicBezTo>
                    <a:pt x="1650" y="8414"/>
                    <a:pt x="1606" y="8572"/>
                    <a:pt x="1628" y="8703"/>
                  </a:cubicBezTo>
                  <a:cubicBezTo>
                    <a:pt x="1726" y="9236"/>
                    <a:pt x="1922" y="9737"/>
                    <a:pt x="2129" y="10238"/>
                  </a:cubicBezTo>
                  <a:cubicBezTo>
                    <a:pt x="2164" y="10327"/>
                    <a:pt x="2201" y="10368"/>
                    <a:pt x="2250" y="10368"/>
                  </a:cubicBezTo>
                  <a:cubicBezTo>
                    <a:pt x="2286" y="10368"/>
                    <a:pt x="2327" y="10347"/>
                    <a:pt x="2379" y="10309"/>
                  </a:cubicBezTo>
                  <a:cubicBezTo>
                    <a:pt x="2448" y="10255"/>
                    <a:pt x="2514" y="10229"/>
                    <a:pt x="2575" y="10229"/>
                  </a:cubicBezTo>
                  <a:cubicBezTo>
                    <a:pt x="2669" y="10229"/>
                    <a:pt x="2753" y="10289"/>
                    <a:pt x="2826" y="10401"/>
                  </a:cubicBezTo>
                  <a:cubicBezTo>
                    <a:pt x="3006" y="10662"/>
                    <a:pt x="3191" y="10918"/>
                    <a:pt x="3381" y="11174"/>
                  </a:cubicBezTo>
                  <a:cubicBezTo>
                    <a:pt x="3632" y="11512"/>
                    <a:pt x="3768" y="11925"/>
                    <a:pt x="4100" y="12203"/>
                  </a:cubicBezTo>
                  <a:cubicBezTo>
                    <a:pt x="3871" y="11610"/>
                    <a:pt x="3419" y="11131"/>
                    <a:pt x="3207" y="10532"/>
                  </a:cubicBezTo>
                  <a:cubicBezTo>
                    <a:pt x="2957" y="9829"/>
                    <a:pt x="2516" y="9263"/>
                    <a:pt x="2015" y="8730"/>
                  </a:cubicBezTo>
                  <a:cubicBezTo>
                    <a:pt x="1781" y="8474"/>
                    <a:pt x="1617" y="8169"/>
                    <a:pt x="1563" y="7826"/>
                  </a:cubicBezTo>
                  <a:cubicBezTo>
                    <a:pt x="1498" y="7418"/>
                    <a:pt x="1476" y="7009"/>
                    <a:pt x="1481" y="6596"/>
                  </a:cubicBezTo>
                  <a:cubicBezTo>
                    <a:pt x="1481" y="5801"/>
                    <a:pt x="1650" y="5017"/>
                    <a:pt x="1699" y="4222"/>
                  </a:cubicBezTo>
                  <a:cubicBezTo>
                    <a:pt x="1743" y="3433"/>
                    <a:pt x="1655" y="2649"/>
                    <a:pt x="1547" y="1870"/>
                  </a:cubicBezTo>
                  <a:cubicBezTo>
                    <a:pt x="1476" y="1337"/>
                    <a:pt x="1356" y="809"/>
                    <a:pt x="1040" y="351"/>
                  </a:cubicBezTo>
                  <a:cubicBezTo>
                    <a:pt x="882" y="119"/>
                    <a:pt x="661" y="0"/>
                    <a:pt x="4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24"/>
            <p:cNvSpPr/>
            <p:nvPr/>
          </p:nvSpPr>
          <p:spPr>
            <a:xfrm>
              <a:off x="3042830" y="2989573"/>
              <a:ext cx="233649" cy="287105"/>
            </a:xfrm>
            <a:custGeom>
              <a:rect b="b" l="l" r="r" t="t"/>
              <a:pathLst>
                <a:path extrusionOk="0" h="5011" w="4078">
                  <a:moveTo>
                    <a:pt x="1280" y="0"/>
                  </a:moveTo>
                  <a:cubicBezTo>
                    <a:pt x="1290" y="174"/>
                    <a:pt x="1290" y="354"/>
                    <a:pt x="1307" y="528"/>
                  </a:cubicBezTo>
                  <a:cubicBezTo>
                    <a:pt x="1312" y="594"/>
                    <a:pt x="1378" y="664"/>
                    <a:pt x="1318" y="724"/>
                  </a:cubicBezTo>
                  <a:cubicBezTo>
                    <a:pt x="1300" y="741"/>
                    <a:pt x="1283" y="747"/>
                    <a:pt x="1267" y="747"/>
                  </a:cubicBezTo>
                  <a:cubicBezTo>
                    <a:pt x="1221" y="747"/>
                    <a:pt x="1181" y="693"/>
                    <a:pt x="1133" y="681"/>
                  </a:cubicBezTo>
                  <a:cubicBezTo>
                    <a:pt x="1022" y="646"/>
                    <a:pt x="903" y="616"/>
                    <a:pt x="792" y="616"/>
                  </a:cubicBezTo>
                  <a:cubicBezTo>
                    <a:pt x="672" y="616"/>
                    <a:pt x="561" y="650"/>
                    <a:pt x="474" y="751"/>
                  </a:cubicBezTo>
                  <a:cubicBezTo>
                    <a:pt x="185" y="1089"/>
                    <a:pt x="0" y="1497"/>
                    <a:pt x="93" y="1949"/>
                  </a:cubicBezTo>
                  <a:cubicBezTo>
                    <a:pt x="223" y="2586"/>
                    <a:pt x="468" y="3179"/>
                    <a:pt x="806" y="3740"/>
                  </a:cubicBezTo>
                  <a:cubicBezTo>
                    <a:pt x="1095" y="4219"/>
                    <a:pt x="1546" y="4540"/>
                    <a:pt x="1917" y="4943"/>
                  </a:cubicBezTo>
                  <a:cubicBezTo>
                    <a:pt x="1929" y="4944"/>
                    <a:pt x="1942" y="4944"/>
                    <a:pt x="1955" y="4944"/>
                  </a:cubicBezTo>
                  <a:cubicBezTo>
                    <a:pt x="2064" y="4944"/>
                    <a:pt x="2178" y="4933"/>
                    <a:pt x="2289" y="4933"/>
                  </a:cubicBezTo>
                  <a:cubicBezTo>
                    <a:pt x="2378" y="4933"/>
                    <a:pt x="2466" y="4940"/>
                    <a:pt x="2548" y="4965"/>
                  </a:cubicBezTo>
                  <a:cubicBezTo>
                    <a:pt x="2646" y="4997"/>
                    <a:pt x="2738" y="5011"/>
                    <a:pt x="2827" y="5011"/>
                  </a:cubicBezTo>
                  <a:cubicBezTo>
                    <a:pt x="3044" y="5011"/>
                    <a:pt x="3238" y="4926"/>
                    <a:pt x="3435" y="4802"/>
                  </a:cubicBezTo>
                  <a:cubicBezTo>
                    <a:pt x="3525" y="4744"/>
                    <a:pt x="3625" y="4661"/>
                    <a:pt x="3734" y="4661"/>
                  </a:cubicBezTo>
                  <a:cubicBezTo>
                    <a:pt x="3790" y="4661"/>
                    <a:pt x="3848" y="4683"/>
                    <a:pt x="3909" y="4742"/>
                  </a:cubicBezTo>
                  <a:cubicBezTo>
                    <a:pt x="3996" y="4649"/>
                    <a:pt x="4078" y="4557"/>
                    <a:pt x="3920" y="4453"/>
                  </a:cubicBezTo>
                  <a:lnTo>
                    <a:pt x="3920" y="4453"/>
                  </a:lnTo>
                  <a:cubicBezTo>
                    <a:pt x="3842" y="4517"/>
                    <a:pt x="3766" y="4542"/>
                    <a:pt x="3693" y="4542"/>
                  </a:cubicBezTo>
                  <a:cubicBezTo>
                    <a:pt x="3550" y="4542"/>
                    <a:pt x="3421" y="4444"/>
                    <a:pt x="3316" y="4361"/>
                  </a:cubicBezTo>
                  <a:cubicBezTo>
                    <a:pt x="2973" y="4094"/>
                    <a:pt x="2592" y="3931"/>
                    <a:pt x="2194" y="3773"/>
                  </a:cubicBezTo>
                  <a:cubicBezTo>
                    <a:pt x="1535" y="3512"/>
                    <a:pt x="1160" y="3011"/>
                    <a:pt x="1084" y="2314"/>
                  </a:cubicBezTo>
                  <a:cubicBezTo>
                    <a:pt x="1056" y="2096"/>
                    <a:pt x="942" y="1748"/>
                    <a:pt x="1187" y="1671"/>
                  </a:cubicBezTo>
                  <a:cubicBezTo>
                    <a:pt x="1218" y="1661"/>
                    <a:pt x="1249" y="1657"/>
                    <a:pt x="1279" y="1657"/>
                  </a:cubicBezTo>
                  <a:cubicBezTo>
                    <a:pt x="1494" y="1657"/>
                    <a:pt x="1674" y="1895"/>
                    <a:pt x="1808" y="2091"/>
                  </a:cubicBezTo>
                  <a:cubicBezTo>
                    <a:pt x="1900" y="2227"/>
                    <a:pt x="1982" y="2363"/>
                    <a:pt x="2167" y="2406"/>
                  </a:cubicBezTo>
                  <a:cubicBezTo>
                    <a:pt x="2444" y="2462"/>
                    <a:pt x="2718" y="2477"/>
                    <a:pt x="3006" y="2477"/>
                  </a:cubicBezTo>
                  <a:cubicBezTo>
                    <a:pt x="3228" y="2477"/>
                    <a:pt x="3458" y="2468"/>
                    <a:pt x="3702" y="2461"/>
                  </a:cubicBezTo>
                  <a:cubicBezTo>
                    <a:pt x="3533" y="2281"/>
                    <a:pt x="3408" y="2156"/>
                    <a:pt x="3261" y="2042"/>
                  </a:cubicBezTo>
                  <a:cubicBezTo>
                    <a:pt x="2989" y="1824"/>
                    <a:pt x="2679" y="1633"/>
                    <a:pt x="2537" y="1290"/>
                  </a:cubicBezTo>
                  <a:cubicBezTo>
                    <a:pt x="2494" y="1192"/>
                    <a:pt x="2505" y="1035"/>
                    <a:pt x="2439" y="1002"/>
                  </a:cubicBezTo>
                  <a:cubicBezTo>
                    <a:pt x="1966" y="762"/>
                    <a:pt x="1710" y="283"/>
                    <a:pt x="12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24"/>
            <p:cNvSpPr/>
            <p:nvPr/>
          </p:nvSpPr>
          <p:spPr>
            <a:xfrm>
              <a:off x="499487" y="3456977"/>
              <a:ext cx="1561804" cy="181740"/>
            </a:xfrm>
            <a:custGeom>
              <a:rect b="b" l="l" r="r" t="t"/>
              <a:pathLst>
                <a:path extrusionOk="0" h="3172" w="27259">
                  <a:moveTo>
                    <a:pt x="27108" y="0"/>
                  </a:moveTo>
                  <a:cubicBezTo>
                    <a:pt x="26924" y="0"/>
                    <a:pt x="26770" y="125"/>
                    <a:pt x="26606" y="125"/>
                  </a:cubicBezTo>
                  <a:cubicBezTo>
                    <a:pt x="26593" y="125"/>
                    <a:pt x="26580" y="124"/>
                    <a:pt x="26568" y="122"/>
                  </a:cubicBezTo>
                  <a:cubicBezTo>
                    <a:pt x="25218" y="819"/>
                    <a:pt x="23759" y="1195"/>
                    <a:pt x="22310" y="1598"/>
                  </a:cubicBezTo>
                  <a:cubicBezTo>
                    <a:pt x="21124" y="1930"/>
                    <a:pt x="19899" y="2077"/>
                    <a:pt x="18685" y="2289"/>
                  </a:cubicBezTo>
                  <a:cubicBezTo>
                    <a:pt x="17222" y="2541"/>
                    <a:pt x="15755" y="2742"/>
                    <a:pt x="14263" y="2742"/>
                  </a:cubicBezTo>
                  <a:cubicBezTo>
                    <a:pt x="14205" y="2742"/>
                    <a:pt x="14148" y="2742"/>
                    <a:pt x="14090" y="2741"/>
                  </a:cubicBezTo>
                  <a:cubicBezTo>
                    <a:pt x="13606" y="2737"/>
                    <a:pt x="13122" y="2735"/>
                    <a:pt x="12638" y="2735"/>
                  </a:cubicBezTo>
                  <a:cubicBezTo>
                    <a:pt x="11755" y="2735"/>
                    <a:pt x="10871" y="2741"/>
                    <a:pt x="9985" y="2752"/>
                  </a:cubicBezTo>
                  <a:cubicBezTo>
                    <a:pt x="8369" y="2781"/>
                    <a:pt x="6756" y="2927"/>
                    <a:pt x="5142" y="2927"/>
                  </a:cubicBezTo>
                  <a:cubicBezTo>
                    <a:pt x="4641" y="2927"/>
                    <a:pt x="4139" y="2913"/>
                    <a:pt x="3637" y="2877"/>
                  </a:cubicBezTo>
                  <a:cubicBezTo>
                    <a:pt x="3039" y="2834"/>
                    <a:pt x="2445" y="2746"/>
                    <a:pt x="1868" y="2594"/>
                  </a:cubicBezTo>
                  <a:cubicBezTo>
                    <a:pt x="1351" y="2580"/>
                    <a:pt x="850" y="2396"/>
                    <a:pt x="265" y="2396"/>
                  </a:cubicBezTo>
                  <a:cubicBezTo>
                    <a:pt x="179" y="2396"/>
                    <a:pt x="91" y="2400"/>
                    <a:pt x="1" y="2409"/>
                  </a:cubicBezTo>
                  <a:cubicBezTo>
                    <a:pt x="1340" y="2817"/>
                    <a:pt x="2603" y="3117"/>
                    <a:pt x="3904" y="3155"/>
                  </a:cubicBezTo>
                  <a:cubicBezTo>
                    <a:pt x="4254" y="3166"/>
                    <a:pt x="4603" y="3171"/>
                    <a:pt x="4952" y="3171"/>
                  </a:cubicBezTo>
                  <a:cubicBezTo>
                    <a:pt x="6392" y="3171"/>
                    <a:pt x="7830" y="3085"/>
                    <a:pt x="9272" y="3024"/>
                  </a:cubicBezTo>
                  <a:cubicBezTo>
                    <a:pt x="9511" y="3014"/>
                    <a:pt x="9751" y="3011"/>
                    <a:pt x="9992" y="3011"/>
                  </a:cubicBezTo>
                  <a:cubicBezTo>
                    <a:pt x="10387" y="3011"/>
                    <a:pt x="10784" y="3020"/>
                    <a:pt x="11179" y="3020"/>
                  </a:cubicBezTo>
                  <a:cubicBezTo>
                    <a:pt x="11357" y="3020"/>
                    <a:pt x="11534" y="3018"/>
                    <a:pt x="11711" y="3013"/>
                  </a:cubicBezTo>
                  <a:cubicBezTo>
                    <a:pt x="12062" y="3001"/>
                    <a:pt x="12416" y="2949"/>
                    <a:pt x="12769" y="2949"/>
                  </a:cubicBezTo>
                  <a:cubicBezTo>
                    <a:pt x="12887" y="2949"/>
                    <a:pt x="13004" y="2955"/>
                    <a:pt x="13121" y="2970"/>
                  </a:cubicBezTo>
                  <a:cubicBezTo>
                    <a:pt x="13375" y="3004"/>
                    <a:pt x="13629" y="3016"/>
                    <a:pt x="13883" y="3016"/>
                  </a:cubicBezTo>
                  <a:cubicBezTo>
                    <a:pt x="14602" y="3016"/>
                    <a:pt x="15320" y="2915"/>
                    <a:pt x="16044" y="2915"/>
                  </a:cubicBezTo>
                  <a:cubicBezTo>
                    <a:pt x="16268" y="2915"/>
                    <a:pt x="16507" y="2904"/>
                    <a:pt x="16741" y="2866"/>
                  </a:cubicBezTo>
                  <a:cubicBezTo>
                    <a:pt x="17988" y="2654"/>
                    <a:pt x="19235" y="2463"/>
                    <a:pt x="20481" y="2246"/>
                  </a:cubicBezTo>
                  <a:cubicBezTo>
                    <a:pt x="22833" y="1832"/>
                    <a:pt x="25081" y="1081"/>
                    <a:pt x="27259" y="30"/>
                  </a:cubicBezTo>
                  <a:cubicBezTo>
                    <a:pt x="27206" y="9"/>
                    <a:pt x="27156" y="0"/>
                    <a:pt x="271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24"/>
            <p:cNvSpPr/>
            <p:nvPr/>
          </p:nvSpPr>
          <p:spPr>
            <a:xfrm>
              <a:off x="1729706" y="1563984"/>
              <a:ext cx="510957" cy="508951"/>
            </a:xfrm>
            <a:custGeom>
              <a:rect b="b" l="l" r="r" t="t"/>
              <a:pathLst>
                <a:path extrusionOk="0" h="8883" w="8918">
                  <a:moveTo>
                    <a:pt x="197" y="0"/>
                  </a:moveTo>
                  <a:cubicBezTo>
                    <a:pt x="176" y="0"/>
                    <a:pt x="154" y="5"/>
                    <a:pt x="131" y="14"/>
                  </a:cubicBezTo>
                  <a:cubicBezTo>
                    <a:pt x="0" y="69"/>
                    <a:pt x="60" y="254"/>
                    <a:pt x="76" y="368"/>
                  </a:cubicBezTo>
                  <a:cubicBezTo>
                    <a:pt x="142" y="831"/>
                    <a:pt x="321" y="1250"/>
                    <a:pt x="572" y="1642"/>
                  </a:cubicBezTo>
                  <a:cubicBezTo>
                    <a:pt x="1078" y="2426"/>
                    <a:pt x="1818" y="3014"/>
                    <a:pt x="2314" y="3803"/>
                  </a:cubicBezTo>
                  <a:cubicBezTo>
                    <a:pt x="2385" y="3912"/>
                    <a:pt x="2450" y="4043"/>
                    <a:pt x="2553" y="4108"/>
                  </a:cubicBezTo>
                  <a:cubicBezTo>
                    <a:pt x="3239" y="4538"/>
                    <a:pt x="3773" y="5121"/>
                    <a:pt x="4274" y="5752"/>
                  </a:cubicBezTo>
                  <a:cubicBezTo>
                    <a:pt x="4627" y="6204"/>
                    <a:pt x="5183" y="6405"/>
                    <a:pt x="5662" y="6688"/>
                  </a:cubicBezTo>
                  <a:cubicBezTo>
                    <a:pt x="6391" y="6933"/>
                    <a:pt x="7153" y="7124"/>
                    <a:pt x="7426" y="7995"/>
                  </a:cubicBezTo>
                  <a:cubicBezTo>
                    <a:pt x="7496" y="8234"/>
                    <a:pt x="7676" y="8381"/>
                    <a:pt x="7921" y="8447"/>
                  </a:cubicBezTo>
                  <a:cubicBezTo>
                    <a:pt x="8019" y="8594"/>
                    <a:pt x="8112" y="8741"/>
                    <a:pt x="8210" y="8882"/>
                  </a:cubicBezTo>
                  <a:cubicBezTo>
                    <a:pt x="8498" y="8866"/>
                    <a:pt x="8683" y="8648"/>
                    <a:pt x="8917" y="8523"/>
                  </a:cubicBezTo>
                  <a:cubicBezTo>
                    <a:pt x="8651" y="8463"/>
                    <a:pt x="8553" y="8213"/>
                    <a:pt x="8389" y="8039"/>
                  </a:cubicBezTo>
                  <a:cubicBezTo>
                    <a:pt x="7823" y="7451"/>
                    <a:pt x="7115" y="7042"/>
                    <a:pt x="6484" y="6541"/>
                  </a:cubicBezTo>
                  <a:cubicBezTo>
                    <a:pt x="6103" y="6237"/>
                    <a:pt x="5743" y="5888"/>
                    <a:pt x="5248" y="5763"/>
                  </a:cubicBezTo>
                  <a:cubicBezTo>
                    <a:pt x="5210" y="5817"/>
                    <a:pt x="5179" y="5836"/>
                    <a:pt x="5152" y="5836"/>
                  </a:cubicBezTo>
                  <a:cubicBezTo>
                    <a:pt x="5102" y="5836"/>
                    <a:pt x="5065" y="5769"/>
                    <a:pt x="5019" y="5719"/>
                  </a:cubicBezTo>
                  <a:cubicBezTo>
                    <a:pt x="4736" y="5431"/>
                    <a:pt x="4557" y="5023"/>
                    <a:pt x="4159" y="4865"/>
                  </a:cubicBezTo>
                  <a:cubicBezTo>
                    <a:pt x="3642" y="4663"/>
                    <a:pt x="3359" y="4277"/>
                    <a:pt x="3185" y="3787"/>
                  </a:cubicBezTo>
                  <a:cubicBezTo>
                    <a:pt x="2994" y="3662"/>
                    <a:pt x="2858" y="3487"/>
                    <a:pt x="2733" y="3302"/>
                  </a:cubicBezTo>
                  <a:cubicBezTo>
                    <a:pt x="2455" y="2878"/>
                    <a:pt x="2156" y="2475"/>
                    <a:pt x="1775" y="2132"/>
                  </a:cubicBezTo>
                  <a:cubicBezTo>
                    <a:pt x="1503" y="1881"/>
                    <a:pt x="1285" y="1593"/>
                    <a:pt x="1105" y="1272"/>
                  </a:cubicBezTo>
                  <a:cubicBezTo>
                    <a:pt x="898" y="918"/>
                    <a:pt x="670" y="580"/>
                    <a:pt x="452" y="226"/>
                  </a:cubicBezTo>
                  <a:cubicBezTo>
                    <a:pt x="388" y="121"/>
                    <a:pt x="308" y="0"/>
                    <a:pt x="1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24"/>
            <p:cNvSpPr/>
            <p:nvPr/>
          </p:nvSpPr>
          <p:spPr>
            <a:xfrm>
              <a:off x="1632650" y="2584676"/>
              <a:ext cx="491018" cy="623255"/>
            </a:xfrm>
            <a:custGeom>
              <a:rect b="b" l="l" r="r" t="t"/>
              <a:pathLst>
                <a:path extrusionOk="0" h="10878" w="8570">
                  <a:moveTo>
                    <a:pt x="1" y="1"/>
                  </a:moveTo>
                  <a:cubicBezTo>
                    <a:pt x="61" y="159"/>
                    <a:pt x="126" y="317"/>
                    <a:pt x="213" y="469"/>
                  </a:cubicBezTo>
                  <a:cubicBezTo>
                    <a:pt x="779" y="1493"/>
                    <a:pt x="1395" y="2500"/>
                    <a:pt x="1944" y="3539"/>
                  </a:cubicBezTo>
                  <a:cubicBezTo>
                    <a:pt x="2489" y="4579"/>
                    <a:pt x="3126" y="5570"/>
                    <a:pt x="3921" y="6452"/>
                  </a:cubicBezTo>
                  <a:cubicBezTo>
                    <a:pt x="4661" y="7274"/>
                    <a:pt x="5467" y="8036"/>
                    <a:pt x="6305" y="8760"/>
                  </a:cubicBezTo>
                  <a:cubicBezTo>
                    <a:pt x="7084" y="9435"/>
                    <a:pt x="7840" y="10138"/>
                    <a:pt x="8553" y="10878"/>
                  </a:cubicBezTo>
                  <a:cubicBezTo>
                    <a:pt x="8570" y="10600"/>
                    <a:pt x="8412" y="10399"/>
                    <a:pt x="8254" y="10192"/>
                  </a:cubicBezTo>
                  <a:cubicBezTo>
                    <a:pt x="7889" y="9708"/>
                    <a:pt x="7399" y="9354"/>
                    <a:pt x="7002" y="8907"/>
                  </a:cubicBezTo>
                  <a:cubicBezTo>
                    <a:pt x="6686" y="8646"/>
                    <a:pt x="6360" y="8396"/>
                    <a:pt x="6060" y="8112"/>
                  </a:cubicBezTo>
                  <a:cubicBezTo>
                    <a:pt x="4862" y="6964"/>
                    <a:pt x="3638" y="5842"/>
                    <a:pt x="2734" y="4421"/>
                  </a:cubicBezTo>
                  <a:cubicBezTo>
                    <a:pt x="1803" y="2962"/>
                    <a:pt x="981" y="1433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24"/>
            <p:cNvSpPr/>
            <p:nvPr/>
          </p:nvSpPr>
          <p:spPr>
            <a:xfrm>
              <a:off x="3858756" y="2093781"/>
              <a:ext cx="297934" cy="514681"/>
            </a:xfrm>
            <a:custGeom>
              <a:rect b="b" l="l" r="r" t="t"/>
              <a:pathLst>
                <a:path extrusionOk="0" h="8983" w="5200">
                  <a:moveTo>
                    <a:pt x="1" y="0"/>
                  </a:moveTo>
                  <a:cubicBezTo>
                    <a:pt x="137" y="468"/>
                    <a:pt x="464" y="779"/>
                    <a:pt x="561" y="1192"/>
                  </a:cubicBezTo>
                  <a:cubicBezTo>
                    <a:pt x="1296" y="2303"/>
                    <a:pt x="2020" y="3419"/>
                    <a:pt x="2489" y="4676"/>
                  </a:cubicBezTo>
                  <a:cubicBezTo>
                    <a:pt x="2598" y="4976"/>
                    <a:pt x="2745" y="5259"/>
                    <a:pt x="2924" y="5520"/>
                  </a:cubicBezTo>
                  <a:cubicBezTo>
                    <a:pt x="3545" y="6424"/>
                    <a:pt x="4149" y="7339"/>
                    <a:pt x="4655" y="8308"/>
                  </a:cubicBezTo>
                  <a:cubicBezTo>
                    <a:pt x="4781" y="8558"/>
                    <a:pt x="4944" y="8792"/>
                    <a:pt x="5162" y="8983"/>
                  </a:cubicBezTo>
                  <a:cubicBezTo>
                    <a:pt x="5156" y="8808"/>
                    <a:pt x="5200" y="8629"/>
                    <a:pt x="5107" y="8460"/>
                  </a:cubicBezTo>
                  <a:cubicBezTo>
                    <a:pt x="4824" y="7948"/>
                    <a:pt x="4590" y="7409"/>
                    <a:pt x="4269" y="6914"/>
                  </a:cubicBezTo>
                  <a:cubicBezTo>
                    <a:pt x="3806" y="6223"/>
                    <a:pt x="3283" y="5547"/>
                    <a:pt x="2957" y="4791"/>
                  </a:cubicBezTo>
                  <a:cubicBezTo>
                    <a:pt x="2467" y="3664"/>
                    <a:pt x="1922" y="2575"/>
                    <a:pt x="1258" y="1546"/>
                  </a:cubicBezTo>
                  <a:cubicBezTo>
                    <a:pt x="910" y="1002"/>
                    <a:pt x="567" y="452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24"/>
            <p:cNvSpPr/>
            <p:nvPr/>
          </p:nvSpPr>
          <p:spPr>
            <a:xfrm>
              <a:off x="4185332" y="2119965"/>
              <a:ext cx="271406" cy="506889"/>
            </a:xfrm>
            <a:custGeom>
              <a:rect b="b" l="l" r="r" t="t"/>
              <a:pathLst>
                <a:path extrusionOk="0" h="8847" w="4737">
                  <a:moveTo>
                    <a:pt x="4737" y="0"/>
                  </a:moveTo>
                  <a:lnTo>
                    <a:pt x="4737" y="0"/>
                  </a:lnTo>
                  <a:cubicBezTo>
                    <a:pt x="4497" y="147"/>
                    <a:pt x="4307" y="262"/>
                    <a:pt x="4127" y="387"/>
                  </a:cubicBezTo>
                  <a:cubicBezTo>
                    <a:pt x="3283" y="964"/>
                    <a:pt x="2440" y="1552"/>
                    <a:pt x="1852" y="2407"/>
                  </a:cubicBezTo>
                  <a:cubicBezTo>
                    <a:pt x="1062" y="3561"/>
                    <a:pt x="812" y="4889"/>
                    <a:pt x="725" y="6266"/>
                  </a:cubicBezTo>
                  <a:cubicBezTo>
                    <a:pt x="681" y="7001"/>
                    <a:pt x="540" y="7725"/>
                    <a:pt x="169" y="8384"/>
                  </a:cubicBezTo>
                  <a:cubicBezTo>
                    <a:pt x="159" y="8531"/>
                    <a:pt x="1" y="8651"/>
                    <a:pt x="61" y="8847"/>
                  </a:cubicBezTo>
                  <a:cubicBezTo>
                    <a:pt x="817" y="8096"/>
                    <a:pt x="953" y="7137"/>
                    <a:pt x="1095" y="6185"/>
                  </a:cubicBezTo>
                  <a:cubicBezTo>
                    <a:pt x="1171" y="5662"/>
                    <a:pt x="1171" y="5134"/>
                    <a:pt x="1275" y="4611"/>
                  </a:cubicBezTo>
                  <a:cubicBezTo>
                    <a:pt x="1650" y="2766"/>
                    <a:pt x="2881" y="1557"/>
                    <a:pt x="4339" y="523"/>
                  </a:cubicBezTo>
                  <a:cubicBezTo>
                    <a:pt x="4427" y="338"/>
                    <a:pt x="4650" y="267"/>
                    <a:pt x="47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24"/>
            <p:cNvSpPr/>
            <p:nvPr/>
          </p:nvSpPr>
          <p:spPr>
            <a:xfrm>
              <a:off x="1244998" y="2911882"/>
              <a:ext cx="655970" cy="322915"/>
            </a:xfrm>
            <a:custGeom>
              <a:rect b="b" l="l" r="r" t="t"/>
              <a:pathLst>
                <a:path extrusionOk="0" h="5636" w="11449">
                  <a:moveTo>
                    <a:pt x="0" y="1"/>
                  </a:moveTo>
                  <a:lnTo>
                    <a:pt x="0" y="1"/>
                  </a:lnTo>
                  <a:cubicBezTo>
                    <a:pt x="365" y="382"/>
                    <a:pt x="773" y="534"/>
                    <a:pt x="1116" y="774"/>
                  </a:cubicBezTo>
                  <a:cubicBezTo>
                    <a:pt x="2385" y="1656"/>
                    <a:pt x="3713" y="2423"/>
                    <a:pt x="5156" y="2995"/>
                  </a:cubicBezTo>
                  <a:cubicBezTo>
                    <a:pt x="6729" y="3621"/>
                    <a:pt x="8280" y="4296"/>
                    <a:pt x="9843" y="4938"/>
                  </a:cubicBezTo>
                  <a:cubicBezTo>
                    <a:pt x="10382" y="5162"/>
                    <a:pt x="10877" y="5488"/>
                    <a:pt x="11449" y="5635"/>
                  </a:cubicBezTo>
                  <a:cubicBezTo>
                    <a:pt x="11226" y="5374"/>
                    <a:pt x="10915" y="5238"/>
                    <a:pt x="10649" y="5036"/>
                  </a:cubicBezTo>
                  <a:cubicBezTo>
                    <a:pt x="9957" y="4693"/>
                    <a:pt x="9249" y="4388"/>
                    <a:pt x="8525" y="4122"/>
                  </a:cubicBezTo>
                  <a:cubicBezTo>
                    <a:pt x="7491" y="3741"/>
                    <a:pt x="6484" y="3300"/>
                    <a:pt x="5488" y="2837"/>
                  </a:cubicBezTo>
                  <a:cubicBezTo>
                    <a:pt x="5433" y="2821"/>
                    <a:pt x="5373" y="2810"/>
                    <a:pt x="5319" y="2788"/>
                  </a:cubicBezTo>
                  <a:cubicBezTo>
                    <a:pt x="3920" y="2303"/>
                    <a:pt x="2684" y="1509"/>
                    <a:pt x="1437" y="730"/>
                  </a:cubicBezTo>
                  <a:cubicBezTo>
                    <a:pt x="1007" y="463"/>
                    <a:pt x="583" y="186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24"/>
            <p:cNvSpPr/>
            <p:nvPr/>
          </p:nvSpPr>
          <p:spPr>
            <a:xfrm>
              <a:off x="3242099" y="2082552"/>
              <a:ext cx="478241" cy="311971"/>
            </a:xfrm>
            <a:custGeom>
              <a:rect b="b" l="l" r="r" t="t"/>
              <a:pathLst>
                <a:path extrusionOk="0" h="5445" w="8347">
                  <a:moveTo>
                    <a:pt x="1" y="0"/>
                  </a:moveTo>
                  <a:lnTo>
                    <a:pt x="1" y="0"/>
                  </a:lnTo>
                  <a:cubicBezTo>
                    <a:pt x="104" y="93"/>
                    <a:pt x="219" y="153"/>
                    <a:pt x="339" y="191"/>
                  </a:cubicBezTo>
                  <a:cubicBezTo>
                    <a:pt x="1161" y="468"/>
                    <a:pt x="2004" y="653"/>
                    <a:pt x="2799" y="1018"/>
                  </a:cubicBezTo>
                  <a:cubicBezTo>
                    <a:pt x="3812" y="1492"/>
                    <a:pt x="4759" y="1998"/>
                    <a:pt x="5527" y="2842"/>
                  </a:cubicBezTo>
                  <a:cubicBezTo>
                    <a:pt x="6294" y="3680"/>
                    <a:pt x="7056" y="4535"/>
                    <a:pt x="7927" y="5275"/>
                  </a:cubicBezTo>
                  <a:cubicBezTo>
                    <a:pt x="8058" y="5324"/>
                    <a:pt x="8167" y="5439"/>
                    <a:pt x="8347" y="5444"/>
                  </a:cubicBezTo>
                  <a:cubicBezTo>
                    <a:pt x="8309" y="5384"/>
                    <a:pt x="8298" y="5346"/>
                    <a:pt x="8276" y="5324"/>
                  </a:cubicBezTo>
                  <a:cubicBezTo>
                    <a:pt x="7214" y="4225"/>
                    <a:pt x="6213" y="3065"/>
                    <a:pt x="5097" y="2014"/>
                  </a:cubicBezTo>
                  <a:cubicBezTo>
                    <a:pt x="4688" y="1628"/>
                    <a:pt x="4226" y="1307"/>
                    <a:pt x="3676" y="1127"/>
                  </a:cubicBezTo>
                  <a:cubicBezTo>
                    <a:pt x="3360" y="1024"/>
                    <a:pt x="3066" y="877"/>
                    <a:pt x="2761" y="751"/>
                  </a:cubicBezTo>
                  <a:cubicBezTo>
                    <a:pt x="2233" y="604"/>
                    <a:pt x="1732" y="370"/>
                    <a:pt x="1182" y="283"/>
                  </a:cubicBezTo>
                  <a:cubicBezTo>
                    <a:pt x="785" y="218"/>
                    <a:pt x="398" y="98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24"/>
            <p:cNvSpPr/>
            <p:nvPr/>
          </p:nvSpPr>
          <p:spPr>
            <a:xfrm>
              <a:off x="1269004" y="2827030"/>
              <a:ext cx="460766" cy="243045"/>
            </a:xfrm>
            <a:custGeom>
              <a:rect b="b" l="l" r="r" t="t"/>
              <a:pathLst>
                <a:path extrusionOk="0" h="4242" w="8042">
                  <a:moveTo>
                    <a:pt x="0" y="1"/>
                  </a:moveTo>
                  <a:cubicBezTo>
                    <a:pt x="2341" y="2059"/>
                    <a:pt x="5177" y="3180"/>
                    <a:pt x="8041" y="4242"/>
                  </a:cubicBezTo>
                  <a:cubicBezTo>
                    <a:pt x="7959" y="4122"/>
                    <a:pt x="7834" y="4024"/>
                    <a:pt x="7693" y="3937"/>
                  </a:cubicBezTo>
                  <a:cubicBezTo>
                    <a:pt x="7165" y="3594"/>
                    <a:pt x="6593" y="3343"/>
                    <a:pt x="6005" y="3131"/>
                  </a:cubicBezTo>
                  <a:cubicBezTo>
                    <a:pt x="4584" y="2609"/>
                    <a:pt x="3239" y="1944"/>
                    <a:pt x="1987" y="1095"/>
                  </a:cubicBezTo>
                  <a:cubicBezTo>
                    <a:pt x="1361" y="676"/>
                    <a:pt x="686" y="317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4"/>
            <p:cNvSpPr/>
            <p:nvPr/>
          </p:nvSpPr>
          <p:spPr>
            <a:xfrm>
              <a:off x="1376603" y="3429361"/>
              <a:ext cx="577075" cy="118486"/>
            </a:xfrm>
            <a:custGeom>
              <a:rect b="b" l="l" r="r" t="t"/>
              <a:pathLst>
                <a:path extrusionOk="0" h="2068" w="10072">
                  <a:moveTo>
                    <a:pt x="10072" y="0"/>
                  </a:moveTo>
                  <a:lnTo>
                    <a:pt x="10072" y="0"/>
                  </a:lnTo>
                  <a:cubicBezTo>
                    <a:pt x="8422" y="501"/>
                    <a:pt x="6871" y="1334"/>
                    <a:pt x="5145" y="1584"/>
                  </a:cubicBezTo>
                  <a:cubicBezTo>
                    <a:pt x="3492" y="1827"/>
                    <a:pt x="1828" y="1999"/>
                    <a:pt x="154" y="1999"/>
                  </a:cubicBezTo>
                  <a:cubicBezTo>
                    <a:pt x="103" y="1999"/>
                    <a:pt x="52" y="1998"/>
                    <a:pt x="0" y="1998"/>
                  </a:cubicBezTo>
                  <a:lnTo>
                    <a:pt x="0" y="1998"/>
                  </a:lnTo>
                  <a:cubicBezTo>
                    <a:pt x="633" y="2043"/>
                    <a:pt x="1263" y="2068"/>
                    <a:pt x="1887" y="2068"/>
                  </a:cubicBezTo>
                  <a:cubicBezTo>
                    <a:pt x="4752" y="2068"/>
                    <a:pt x="7515" y="1542"/>
                    <a:pt x="1007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24"/>
            <p:cNvSpPr/>
            <p:nvPr/>
          </p:nvSpPr>
          <p:spPr>
            <a:xfrm>
              <a:off x="2860349" y="2324275"/>
              <a:ext cx="323831" cy="316154"/>
            </a:xfrm>
            <a:custGeom>
              <a:rect b="b" l="l" r="r" t="t"/>
              <a:pathLst>
                <a:path extrusionOk="0" h="5518" w="5652">
                  <a:moveTo>
                    <a:pt x="5630" y="0"/>
                  </a:moveTo>
                  <a:cubicBezTo>
                    <a:pt x="5058" y="321"/>
                    <a:pt x="4535" y="653"/>
                    <a:pt x="4105" y="1116"/>
                  </a:cubicBezTo>
                  <a:cubicBezTo>
                    <a:pt x="3305" y="1987"/>
                    <a:pt x="2494" y="2858"/>
                    <a:pt x="1672" y="3718"/>
                  </a:cubicBezTo>
                  <a:cubicBezTo>
                    <a:pt x="1122" y="4295"/>
                    <a:pt x="616" y="4916"/>
                    <a:pt x="1" y="5493"/>
                  </a:cubicBezTo>
                  <a:cubicBezTo>
                    <a:pt x="55" y="5510"/>
                    <a:pt x="102" y="5518"/>
                    <a:pt x="145" y="5518"/>
                  </a:cubicBezTo>
                  <a:cubicBezTo>
                    <a:pt x="277" y="5518"/>
                    <a:pt x="360" y="5447"/>
                    <a:pt x="447" y="5390"/>
                  </a:cubicBezTo>
                  <a:cubicBezTo>
                    <a:pt x="823" y="5139"/>
                    <a:pt x="1111" y="4791"/>
                    <a:pt x="1421" y="4470"/>
                  </a:cubicBezTo>
                  <a:cubicBezTo>
                    <a:pt x="2755" y="3081"/>
                    <a:pt x="3980" y="1584"/>
                    <a:pt x="5439" y="316"/>
                  </a:cubicBezTo>
                  <a:cubicBezTo>
                    <a:pt x="5526" y="240"/>
                    <a:pt x="5651" y="180"/>
                    <a:pt x="56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24"/>
            <p:cNvSpPr/>
            <p:nvPr/>
          </p:nvSpPr>
          <p:spPr>
            <a:xfrm>
              <a:off x="1531010" y="3662032"/>
              <a:ext cx="459792" cy="327556"/>
            </a:xfrm>
            <a:custGeom>
              <a:rect b="b" l="l" r="r" t="t"/>
              <a:pathLst>
                <a:path extrusionOk="0" h="5717" w="8025">
                  <a:moveTo>
                    <a:pt x="8025" y="0"/>
                  </a:moveTo>
                  <a:lnTo>
                    <a:pt x="8025" y="0"/>
                  </a:lnTo>
                  <a:cubicBezTo>
                    <a:pt x="6734" y="1062"/>
                    <a:pt x="5455" y="2069"/>
                    <a:pt x="4159" y="3049"/>
                  </a:cubicBezTo>
                  <a:cubicBezTo>
                    <a:pt x="2853" y="4040"/>
                    <a:pt x="1356" y="4715"/>
                    <a:pt x="0" y="5717"/>
                  </a:cubicBezTo>
                  <a:cubicBezTo>
                    <a:pt x="1454" y="5401"/>
                    <a:pt x="7600" y="1029"/>
                    <a:pt x="80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24"/>
            <p:cNvSpPr/>
            <p:nvPr/>
          </p:nvSpPr>
          <p:spPr>
            <a:xfrm>
              <a:off x="2117702" y="2892860"/>
              <a:ext cx="106741" cy="384621"/>
            </a:xfrm>
            <a:custGeom>
              <a:rect b="b" l="l" r="r" t="t"/>
              <a:pathLst>
                <a:path extrusionOk="0" h="6713" w="1863">
                  <a:moveTo>
                    <a:pt x="153" y="1"/>
                  </a:moveTo>
                  <a:lnTo>
                    <a:pt x="153" y="1"/>
                  </a:lnTo>
                  <a:cubicBezTo>
                    <a:pt x="0" y="420"/>
                    <a:pt x="104" y="839"/>
                    <a:pt x="202" y="1242"/>
                  </a:cubicBezTo>
                  <a:cubicBezTo>
                    <a:pt x="626" y="3000"/>
                    <a:pt x="1231" y="4720"/>
                    <a:pt x="1514" y="6517"/>
                  </a:cubicBezTo>
                  <a:cubicBezTo>
                    <a:pt x="1530" y="6637"/>
                    <a:pt x="1590" y="6713"/>
                    <a:pt x="1721" y="6713"/>
                  </a:cubicBezTo>
                  <a:cubicBezTo>
                    <a:pt x="1862" y="6147"/>
                    <a:pt x="1639" y="5619"/>
                    <a:pt x="1530" y="5091"/>
                  </a:cubicBezTo>
                  <a:cubicBezTo>
                    <a:pt x="1176" y="3365"/>
                    <a:pt x="632" y="1694"/>
                    <a:pt x="1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24"/>
            <p:cNvSpPr/>
            <p:nvPr/>
          </p:nvSpPr>
          <p:spPr>
            <a:xfrm>
              <a:off x="863534" y="4134879"/>
              <a:ext cx="427994" cy="97115"/>
            </a:xfrm>
            <a:custGeom>
              <a:rect b="b" l="l" r="r" t="t"/>
              <a:pathLst>
                <a:path extrusionOk="0" h="1695" w="7470">
                  <a:moveTo>
                    <a:pt x="7469" y="0"/>
                  </a:moveTo>
                  <a:cubicBezTo>
                    <a:pt x="3871" y="1563"/>
                    <a:pt x="4279" y="1193"/>
                    <a:pt x="0" y="1552"/>
                  </a:cubicBezTo>
                  <a:cubicBezTo>
                    <a:pt x="218" y="1606"/>
                    <a:pt x="376" y="1661"/>
                    <a:pt x="555" y="1666"/>
                  </a:cubicBezTo>
                  <a:cubicBezTo>
                    <a:pt x="952" y="1684"/>
                    <a:pt x="1344" y="1694"/>
                    <a:pt x="1737" y="1694"/>
                  </a:cubicBezTo>
                  <a:cubicBezTo>
                    <a:pt x="1965" y="1694"/>
                    <a:pt x="2193" y="1691"/>
                    <a:pt x="2423" y="1683"/>
                  </a:cubicBezTo>
                  <a:cubicBezTo>
                    <a:pt x="4078" y="1617"/>
                    <a:pt x="5613" y="1171"/>
                    <a:pt x="7072" y="409"/>
                  </a:cubicBezTo>
                  <a:cubicBezTo>
                    <a:pt x="7235" y="322"/>
                    <a:pt x="7366" y="207"/>
                    <a:pt x="74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24"/>
            <p:cNvSpPr/>
            <p:nvPr/>
          </p:nvSpPr>
          <p:spPr>
            <a:xfrm>
              <a:off x="3554352" y="1882309"/>
              <a:ext cx="301028" cy="348411"/>
            </a:xfrm>
            <a:custGeom>
              <a:rect b="b" l="l" r="r" t="t"/>
              <a:pathLst>
                <a:path extrusionOk="0" h="6081" w="5254">
                  <a:moveTo>
                    <a:pt x="0" y="0"/>
                  </a:moveTo>
                  <a:cubicBezTo>
                    <a:pt x="0" y="147"/>
                    <a:pt x="115" y="185"/>
                    <a:pt x="213" y="250"/>
                  </a:cubicBezTo>
                  <a:cubicBezTo>
                    <a:pt x="861" y="653"/>
                    <a:pt x="1508" y="1067"/>
                    <a:pt x="2080" y="1568"/>
                  </a:cubicBezTo>
                  <a:cubicBezTo>
                    <a:pt x="2799" y="2189"/>
                    <a:pt x="3152" y="3065"/>
                    <a:pt x="3528" y="3914"/>
                  </a:cubicBezTo>
                  <a:cubicBezTo>
                    <a:pt x="3898" y="4753"/>
                    <a:pt x="4350" y="5520"/>
                    <a:pt x="5101" y="6081"/>
                  </a:cubicBezTo>
                  <a:cubicBezTo>
                    <a:pt x="5254" y="5956"/>
                    <a:pt x="5091" y="5880"/>
                    <a:pt x="5042" y="5803"/>
                  </a:cubicBezTo>
                  <a:cubicBezTo>
                    <a:pt x="4660" y="5183"/>
                    <a:pt x="4220" y="4595"/>
                    <a:pt x="3920" y="3925"/>
                  </a:cubicBezTo>
                  <a:cubicBezTo>
                    <a:pt x="3267" y="2444"/>
                    <a:pt x="2249" y="1296"/>
                    <a:pt x="855" y="474"/>
                  </a:cubicBezTo>
                  <a:cubicBezTo>
                    <a:pt x="577" y="310"/>
                    <a:pt x="338" y="6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24"/>
            <p:cNvSpPr/>
            <p:nvPr/>
          </p:nvSpPr>
          <p:spPr>
            <a:xfrm>
              <a:off x="4233058" y="2624610"/>
              <a:ext cx="391210" cy="157561"/>
            </a:xfrm>
            <a:custGeom>
              <a:rect b="b" l="l" r="r" t="t"/>
              <a:pathLst>
                <a:path extrusionOk="0" h="2750" w="6828">
                  <a:moveTo>
                    <a:pt x="746" y="1"/>
                  </a:moveTo>
                  <a:cubicBezTo>
                    <a:pt x="790" y="431"/>
                    <a:pt x="643" y="779"/>
                    <a:pt x="295" y="1046"/>
                  </a:cubicBezTo>
                  <a:cubicBezTo>
                    <a:pt x="1" y="1264"/>
                    <a:pt x="1" y="1432"/>
                    <a:pt x="311" y="1612"/>
                  </a:cubicBezTo>
                  <a:cubicBezTo>
                    <a:pt x="704" y="1842"/>
                    <a:pt x="1112" y="1995"/>
                    <a:pt x="1584" y="1995"/>
                  </a:cubicBezTo>
                  <a:cubicBezTo>
                    <a:pt x="1615" y="1995"/>
                    <a:pt x="1646" y="1995"/>
                    <a:pt x="1677" y="1993"/>
                  </a:cubicBezTo>
                  <a:cubicBezTo>
                    <a:pt x="1988" y="1982"/>
                    <a:pt x="2302" y="1958"/>
                    <a:pt x="2615" y="1958"/>
                  </a:cubicBezTo>
                  <a:cubicBezTo>
                    <a:pt x="2889" y="1958"/>
                    <a:pt x="3161" y="1976"/>
                    <a:pt x="3430" y="2037"/>
                  </a:cubicBezTo>
                  <a:cubicBezTo>
                    <a:pt x="4557" y="2298"/>
                    <a:pt x="5690" y="2543"/>
                    <a:pt x="6827" y="2750"/>
                  </a:cubicBezTo>
                  <a:cubicBezTo>
                    <a:pt x="6659" y="2554"/>
                    <a:pt x="6430" y="2461"/>
                    <a:pt x="6190" y="2407"/>
                  </a:cubicBezTo>
                  <a:cubicBezTo>
                    <a:pt x="5472" y="2244"/>
                    <a:pt x="4748" y="2135"/>
                    <a:pt x="4040" y="1917"/>
                  </a:cubicBezTo>
                  <a:cubicBezTo>
                    <a:pt x="3568" y="1774"/>
                    <a:pt x="3092" y="1693"/>
                    <a:pt x="2607" y="1693"/>
                  </a:cubicBezTo>
                  <a:cubicBezTo>
                    <a:pt x="2370" y="1693"/>
                    <a:pt x="2131" y="1713"/>
                    <a:pt x="1890" y="1754"/>
                  </a:cubicBezTo>
                  <a:cubicBezTo>
                    <a:pt x="1791" y="1771"/>
                    <a:pt x="1694" y="1779"/>
                    <a:pt x="1598" y="1779"/>
                  </a:cubicBezTo>
                  <a:cubicBezTo>
                    <a:pt x="1146" y="1779"/>
                    <a:pt x="730" y="1597"/>
                    <a:pt x="344" y="1318"/>
                  </a:cubicBezTo>
                  <a:cubicBezTo>
                    <a:pt x="926" y="828"/>
                    <a:pt x="1051" y="404"/>
                    <a:pt x="7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24"/>
            <p:cNvSpPr/>
            <p:nvPr/>
          </p:nvSpPr>
          <p:spPr>
            <a:xfrm>
              <a:off x="3072108" y="2464760"/>
              <a:ext cx="230612" cy="241556"/>
            </a:xfrm>
            <a:custGeom>
              <a:rect b="b" l="l" r="r" t="t"/>
              <a:pathLst>
                <a:path extrusionOk="0" h="4216" w="4025">
                  <a:moveTo>
                    <a:pt x="3919" y="1"/>
                  </a:moveTo>
                  <a:cubicBezTo>
                    <a:pt x="3864" y="1"/>
                    <a:pt x="3832" y="51"/>
                    <a:pt x="3774" y="205"/>
                  </a:cubicBezTo>
                  <a:cubicBezTo>
                    <a:pt x="3567" y="738"/>
                    <a:pt x="3235" y="1196"/>
                    <a:pt x="2816" y="1571"/>
                  </a:cubicBezTo>
                  <a:cubicBezTo>
                    <a:pt x="2282" y="2045"/>
                    <a:pt x="1721" y="2486"/>
                    <a:pt x="1171" y="2943"/>
                  </a:cubicBezTo>
                  <a:cubicBezTo>
                    <a:pt x="741" y="3297"/>
                    <a:pt x="268" y="3607"/>
                    <a:pt x="1" y="4124"/>
                  </a:cubicBezTo>
                  <a:cubicBezTo>
                    <a:pt x="43" y="4159"/>
                    <a:pt x="73" y="4216"/>
                    <a:pt x="117" y="4216"/>
                  </a:cubicBezTo>
                  <a:cubicBezTo>
                    <a:pt x="141" y="4216"/>
                    <a:pt x="170" y="4198"/>
                    <a:pt x="208" y="4146"/>
                  </a:cubicBezTo>
                  <a:cubicBezTo>
                    <a:pt x="464" y="3776"/>
                    <a:pt x="850" y="3537"/>
                    <a:pt x="1182" y="3243"/>
                  </a:cubicBezTo>
                  <a:cubicBezTo>
                    <a:pt x="1825" y="2676"/>
                    <a:pt x="2565" y="2225"/>
                    <a:pt x="3137" y="1582"/>
                  </a:cubicBezTo>
                  <a:cubicBezTo>
                    <a:pt x="3540" y="1130"/>
                    <a:pt x="3997" y="700"/>
                    <a:pt x="4024" y="31"/>
                  </a:cubicBezTo>
                  <a:cubicBezTo>
                    <a:pt x="3979" y="13"/>
                    <a:pt x="3947" y="1"/>
                    <a:pt x="39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24"/>
            <p:cNvSpPr/>
            <p:nvPr/>
          </p:nvSpPr>
          <p:spPr>
            <a:xfrm>
              <a:off x="452735" y="3528136"/>
              <a:ext cx="583034" cy="53227"/>
            </a:xfrm>
            <a:custGeom>
              <a:rect b="b" l="l" r="r" t="t"/>
              <a:pathLst>
                <a:path extrusionOk="0" h="929" w="10176">
                  <a:moveTo>
                    <a:pt x="669" y="1"/>
                  </a:moveTo>
                  <a:cubicBezTo>
                    <a:pt x="442" y="1"/>
                    <a:pt x="218" y="28"/>
                    <a:pt x="0" y="133"/>
                  </a:cubicBezTo>
                  <a:cubicBezTo>
                    <a:pt x="150" y="126"/>
                    <a:pt x="300" y="123"/>
                    <a:pt x="450" y="123"/>
                  </a:cubicBezTo>
                  <a:cubicBezTo>
                    <a:pt x="1359" y="123"/>
                    <a:pt x="2261" y="237"/>
                    <a:pt x="3163" y="312"/>
                  </a:cubicBezTo>
                  <a:cubicBezTo>
                    <a:pt x="4181" y="394"/>
                    <a:pt x="5188" y="530"/>
                    <a:pt x="6201" y="650"/>
                  </a:cubicBezTo>
                  <a:cubicBezTo>
                    <a:pt x="6969" y="737"/>
                    <a:pt x="7731" y="851"/>
                    <a:pt x="8504" y="906"/>
                  </a:cubicBezTo>
                  <a:cubicBezTo>
                    <a:pt x="8726" y="923"/>
                    <a:pt x="8949" y="928"/>
                    <a:pt x="9172" y="928"/>
                  </a:cubicBezTo>
                  <a:cubicBezTo>
                    <a:pt x="9507" y="928"/>
                    <a:pt x="9842" y="917"/>
                    <a:pt x="10175" y="917"/>
                  </a:cubicBezTo>
                  <a:cubicBezTo>
                    <a:pt x="9685" y="900"/>
                    <a:pt x="9195" y="824"/>
                    <a:pt x="8705" y="786"/>
                  </a:cubicBezTo>
                  <a:cubicBezTo>
                    <a:pt x="7910" y="721"/>
                    <a:pt x="7121" y="644"/>
                    <a:pt x="6332" y="546"/>
                  </a:cubicBezTo>
                  <a:cubicBezTo>
                    <a:pt x="5112" y="388"/>
                    <a:pt x="3893" y="231"/>
                    <a:pt x="2662" y="149"/>
                  </a:cubicBezTo>
                  <a:cubicBezTo>
                    <a:pt x="2200" y="116"/>
                    <a:pt x="1731" y="51"/>
                    <a:pt x="1263" y="29"/>
                  </a:cubicBezTo>
                  <a:cubicBezTo>
                    <a:pt x="1065" y="22"/>
                    <a:pt x="866" y="1"/>
                    <a:pt x="6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24"/>
            <p:cNvSpPr/>
            <p:nvPr/>
          </p:nvSpPr>
          <p:spPr>
            <a:xfrm>
              <a:off x="2967030" y="2765324"/>
              <a:ext cx="102673" cy="118887"/>
            </a:xfrm>
            <a:custGeom>
              <a:rect b="b" l="l" r="r" t="t"/>
              <a:pathLst>
                <a:path extrusionOk="0" h="2075" w="1792">
                  <a:moveTo>
                    <a:pt x="1127" y="1"/>
                  </a:moveTo>
                  <a:cubicBezTo>
                    <a:pt x="1065" y="1"/>
                    <a:pt x="1022" y="59"/>
                    <a:pt x="986" y="169"/>
                  </a:cubicBezTo>
                  <a:cubicBezTo>
                    <a:pt x="822" y="621"/>
                    <a:pt x="588" y="1018"/>
                    <a:pt x="196" y="1307"/>
                  </a:cubicBezTo>
                  <a:cubicBezTo>
                    <a:pt x="229" y="1486"/>
                    <a:pt x="0" y="1595"/>
                    <a:pt x="60" y="1786"/>
                  </a:cubicBezTo>
                  <a:cubicBezTo>
                    <a:pt x="213" y="1862"/>
                    <a:pt x="300" y="2036"/>
                    <a:pt x="479" y="2074"/>
                  </a:cubicBezTo>
                  <a:cubicBezTo>
                    <a:pt x="616" y="2020"/>
                    <a:pt x="795" y="2014"/>
                    <a:pt x="773" y="1791"/>
                  </a:cubicBezTo>
                  <a:cubicBezTo>
                    <a:pt x="762" y="1787"/>
                    <a:pt x="750" y="1785"/>
                    <a:pt x="739" y="1785"/>
                  </a:cubicBezTo>
                  <a:cubicBezTo>
                    <a:pt x="675" y="1785"/>
                    <a:pt x="611" y="1841"/>
                    <a:pt x="537" y="1841"/>
                  </a:cubicBezTo>
                  <a:cubicBezTo>
                    <a:pt x="505" y="1841"/>
                    <a:pt x="472" y="1831"/>
                    <a:pt x="436" y="1802"/>
                  </a:cubicBezTo>
                  <a:cubicBezTo>
                    <a:pt x="888" y="1361"/>
                    <a:pt x="1285" y="893"/>
                    <a:pt x="1791" y="512"/>
                  </a:cubicBezTo>
                  <a:cubicBezTo>
                    <a:pt x="1612" y="359"/>
                    <a:pt x="1443" y="218"/>
                    <a:pt x="1274" y="76"/>
                  </a:cubicBezTo>
                  <a:cubicBezTo>
                    <a:pt x="1215" y="25"/>
                    <a:pt x="1167" y="1"/>
                    <a:pt x="11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24"/>
            <p:cNvSpPr/>
            <p:nvPr/>
          </p:nvSpPr>
          <p:spPr>
            <a:xfrm>
              <a:off x="2214701" y="2721150"/>
              <a:ext cx="370584" cy="44862"/>
            </a:xfrm>
            <a:custGeom>
              <a:rect b="b" l="l" r="r" t="t"/>
              <a:pathLst>
                <a:path extrusionOk="0" h="783" w="6468">
                  <a:moveTo>
                    <a:pt x="2248" y="1"/>
                  </a:moveTo>
                  <a:cubicBezTo>
                    <a:pt x="1519" y="1"/>
                    <a:pt x="852" y="242"/>
                    <a:pt x="196" y="542"/>
                  </a:cubicBezTo>
                  <a:cubicBezTo>
                    <a:pt x="109" y="580"/>
                    <a:pt x="11" y="640"/>
                    <a:pt x="0" y="766"/>
                  </a:cubicBezTo>
                  <a:cubicBezTo>
                    <a:pt x="25" y="778"/>
                    <a:pt x="48" y="783"/>
                    <a:pt x="70" y="783"/>
                  </a:cubicBezTo>
                  <a:cubicBezTo>
                    <a:pt x="144" y="783"/>
                    <a:pt x="204" y="725"/>
                    <a:pt x="267" y="700"/>
                  </a:cubicBezTo>
                  <a:cubicBezTo>
                    <a:pt x="890" y="436"/>
                    <a:pt x="1518" y="204"/>
                    <a:pt x="2199" y="204"/>
                  </a:cubicBezTo>
                  <a:cubicBezTo>
                    <a:pt x="2303" y="204"/>
                    <a:pt x="2409" y="210"/>
                    <a:pt x="2516" y="221"/>
                  </a:cubicBezTo>
                  <a:cubicBezTo>
                    <a:pt x="3310" y="307"/>
                    <a:pt x="4108" y="378"/>
                    <a:pt x="4906" y="378"/>
                  </a:cubicBezTo>
                  <a:cubicBezTo>
                    <a:pt x="5071" y="378"/>
                    <a:pt x="5236" y="375"/>
                    <a:pt x="5401" y="368"/>
                  </a:cubicBezTo>
                  <a:cubicBezTo>
                    <a:pt x="5755" y="352"/>
                    <a:pt x="6092" y="297"/>
                    <a:pt x="6468" y="90"/>
                  </a:cubicBezTo>
                  <a:cubicBezTo>
                    <a:pt x="6344" y="90"/>
                    <a:pt x="6247" y="82"/>
                    <a:pt x="6161" y="82"/>
                  </a:cubicBezTo>
                  <a:cubicBezTo>
                    <a:pt x="6108" y="82"/>
                    <a:pt x="6059" y="85"/>
                    <a:pt x="6011" y="96"/>
                  </a:cubicBezTo>
                  <a:cubicBezTo>
                    <a:pt x="5598" y="168"/>
                    <a:pt x="5187" y="196"/>
                    <a:pt x="4776" y="196"/>
                  </a:cubicBezTo>
                  <a:cubicBezTo>
                    <a:pt x="4064" y="196"/>
                    <a:pt x="3354" y="111"/>
                    <a:pt x="2646" y="25"/>
                  </a:cubicBezTo>
                  <a:cubicBezTo>
                    <a:pt x="2511" y="9"/>
                    <a:pt x="2379" y="1"/>
                    <a:pt x="22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24"/>
            <p:cNvSpPr/>
            <p:nvPr/>
          </p:nvSpPr>
          <p:spPr>
            <a:xfrm>
              <a:off x="1542870" y="2519189"/>
              <a:ext cx="153493" cy="360328"/>
            </a:xfrm>
            <a:custGeom>
              <a:rect b="b" l="l" r="r" t="t"/>
              <a:pathLst>
                <a:path extrusionOk="0" h="6289" w="2679">
                  <a:moveTo>
                    <a:pt x="0" y="1"/>
                  </a:moveTo>
                  <a:lnTo>
                    <a:pt x="0" y="1"/>
                  </a:lnTo>
                  <a:cubicBezTo>
                    <a:pt x="6" y="99"/>
                    <a:pt x="6" y="191"/>
                    <a:pt x="6" y="289"/>
                  </a:cubicBezTo>
                  <a:cubicBezTo>
                    <a:pt x="142" y="295"/>
                    <a:pt x="136" y="393"/>
                    <a:pt x="147" y="485"/>
                  </a:cubicBezTo>
                  <a:cubicBezTo>
                    <a:pt x="207" y="1253"/>
                    <a:pt x="468" y="1966"/>
                    <a:pt x="670" y="2701"/>
                  </a:cubicBezTo>
                  <a:cubicBezTo>
                    <a:pt x="942" y="3692"/>
                    <a:pt x="1524" y="4525"/>
                    <a:pt x="2014" y="5407"/>
                  </a:cubicBezTo>
                  <a:cubicBezTo>
                    <a:pt x="2183" y="5711"/>
                    <a:pt x="2374" y="6011"/>
                    <a:pt x="2679" y="6288"/>
                  </a:cubicBezTo>
                  <a:cubicBezTo>
                    <a:pt x="2635" y="6016"/>
                    <a:pt x="2423" y="5886"/>
                    <a:pt x="2401" y="5668"/>
                  </a:cubicBezTo>
                  <a:cubicBezTo>
                    <a:pt x="1965" y="4944"/>
                    <a:pt x="1492" y="4242"/>
                    <a:pt x="1165" y="3468"/>
                  </a:cubicBezTo>
                  <a:cubicBezTo>
                    <a:pt x="762" y="2505"/>
                    <a:pt x="457" y="1514"/>
                    <a:pt x="267" y="485"/>
                  </a:cubicBezTo>
                  <a:cubicBezTo>
                    <a:pt x="234" y="316"/>
                    <a:pt x="267" y="61"/>
                    <a:pt x="0" y="1"/>
                  </a:cubicBez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24"/>
            <p:cNvSpPr/>
            <p:nvPr/>
          </p:nvSpPr>
          <p:spPr>
            <a:xfrm>
              <a:off x="3268626" y="2309894"/>
              <a:ext cx="337869" cy="97688"/>
            </a:xfrm>
            <a:custGeom>
              <a:rect b="b" l="l" r="r" t="t"/>
              <a:pathLst>
                <a:path extrusionOk="0" h="1705" w="5897">
                  <a:moveTo>
                    <a:pt x="1" y="1"/>
                  </a:moveTo>
                  <a:lnTo>
                    <a:pt x="1" y="1"/>
                  </a:lnTo>
                  <a:cubicBezTo>
                    <a:pt x="2064" y="240"/>
                    <a:pt x="3910" y="1220"/>
                    <a:pt x="5897" y="1705"/>
                  </a:cubicBezTo>
                  <a:cubicBezTo>
                    <a:pt x="3975" y="981"/>
                    <a:pt x="2113" y="55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24"/>
            <p:cNvSpPr/>
            <p:nvPr/>
          </p:nvSpPr>
          <p:spPr>
            <a:xfrm>
              <a:off x="1910870" y="1780899"/>
              <a:ext cx="126393" cy="128742"/>
            </a:xfrm>
            <a:custGeom>
              <a:rect b="b" l="l" r="r" t="t"/>
              <a:pathLst>
                <a:path extrusionOk="0" h="2247" w="2206">
                  <a:moveTo>
                    <a:pt x="23" y="1"/>
                  </a:moveTo>
                  <a:lnTo>
                    <a:pt x="23" y="1"/>
                  </a:lnTo>
                  <a:cubicBezTo>
                    <a:pt x="1" y="393"/>
                    <a:pt x="202" y="747"/>
                    <a:pt x="496" y="888"/>
                  </a:cubicBezTo>
                  <a:cubicBezTo>
                    <a:pt x="1090" y="1166"/>
                    <a:pt x="1498" y="1601"/>
                    <a:pt x="1874" y="2102"/>
                  </a:cubicBezTo>
                  <a:cubicBezTo>
                    <a:pt x="1919" y="2156"/>
                    <a:pt x="1974" y="2247"/>
                    <a:pt x="2047" y="2247"/>
                  </a:cubicBezTo>
                  <a:cubicBezTo>
                    <a:pt x="2063" y="2247"/>
                    <a:pt x="2080" y="2242"/>
                    <a:pt x="2097" y="2233"/>
                  </a:cubicBezTo>
                  <a:cubicBezTo>
                    <a:pt x="2206" y="2167"/>
                    <a:pt x="2097" y="2064"/>
                    <a:pt x="2086" y="1977"/>
                  </a:cubicBezTo>
                  <a:cubicBezTo>
                    <a:pt x="1901" y="1721"/>
                    <a:pt x="1759" y="1416"/>
                    <a:pt x="1531" y="1215"/>
                  </a:cubicBezTo>
                  <a:cubicBezTo>
                    <a:pt x="1046" y="790"/>
                    <a:pt x="491" y="447"/>
                    <a:pt x="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24"/>
            <p:cNvSpPr/>
            <p:nvPr/>
          </p:nvSpPr>
          <p:spPr>
            <a:xfrm>
              <a:off x="3927394" y="2397841"/>
              <a:ext cx="77406" cy="113616"/>
            </a:xfrm>
            <a:custGeom>
              <a:rect b="b" l="l" r="r" t="t"/>
              <a:pathLst>
                <a:path extrusionOk="0" h="1983" w="1351">
                  <a:moveTo>
                    <a:pt x="137" y="1"/>
                  </a:moveTo>
                  <a:cubicBezTo>
                    <a:pt x="17" y="6"/>
                    <a:pt x="0" y="66"/>
                    <a:pt x="44" y="164"/>
                  </a:cubicBezTo>
                  <a:cubicBezTo>
                    <a:pt x="126" y="344"/>
                    <a:pt x="202" y="529"/>
                    <a:pt x="284" y="709"/>
                  </a:cubicBezTo>
                  <a:cubicBezTo>
                    <a:pt x="409" y="992"/>
                    <a:pt x="659" y="1204"/>
                    <a:pt x="730" y="1514"/>
                  </a:cubicBezTo>
                  <a:cubicBezTo>
                    <a:pt x="583" y="1503"/>
                    <a:pt x="458" y="1493"/>
                    <a:pt x="327" y="1482"/>
                  </a:cubicBezTo>
                  <a:cubicBezTo>
                    <a:pt x="316" y="1481"/>
                    <a:pt x="305" y="1481"/>
                    <a:pt x="294" y="1481"/>
                  </a:cubicBezTo>
                  <a:cubicBezTo>
                    <a:pt x="218" y="1481"/>
                    <a:pt x="166" y="1502"/>
                    <a:pt x="218" y="1612"/>
                  </a:cubicBezTo>
                  <a:cubicBezTo>
                    <a:pt x="458" y="1754"/>
                    <a:pt x="703" y="1895"/>
                    <a:pt x="975" y="1966"/>
                  </a:cubicBezTo>
                  <a:cubicBezTo>
                    <a:pt x="1011" y="1976"/>
                    <a:pt x="1050" y="1983"/>
                    <a:pt x="1088" y="1983"/>
                  </a:cubicBezTo>
                  <a:cubicBezTo>
                    <a:pt x="1155" y="1983"/>
                    <a:pt x="1223" y="1964"/>
                    <a:pt x="1274" y="1912"/>
                  </a:cubicBezTo>
                  <a:cubicBezTo>
                    <a:pt x="1351" y="1830"/>
                    <a:pt x="1307" y="1748"/>
                    <a:pt x="1263" y="1683"/>
                  </a:cubicBezTo>
                  <a:cubicBezTo>
                    <a:pt x="877" y="1128"/>
                    <a:pt x="610" y="496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24"/>
            <p:cNvSpPr/>
            <p:nvPr/>
          </p:nvSpPr>
          <p:spPr>
            <a:xfrm>
              <a:off x="2054048" y="1944015"/>
              <a:ext cx="129544" cy="106912"/>
            </a:xfrm>
            <a:custGeom>
              <a:rect b="b" l="l" r="r" t="t"/>
              <a:pathLst>
                <a:path extrusionOk="0" h="1866" w="2261">
                  <a:moveTo>
                    <a:pt x="84" y="0"/>
                  </a:moveTo>
                  <a:cubicBezTo>
                    <a:pt x="67" y="0"/>
                    <a:pt x="31" y="35"/>
                    <a:pt x="1" y="55"/>
                  </a:cubicBezTo>
                  <a:cubicBezTo>
                    <a:pt x="235" y="371"/>
                    <a:pt x="562" y="567"/>
                    <a:pt x="915" y="676"/>
                  </a:cubicBezTo>
                  <a:cubicBezTo>
                    <a:pt x="1117" y="736"/>
                    <a:pt x="1247" y="828"/>
                    <a:pt x="1345" y="997"/>
                  </a:cubicBezTo>
                  <a:cubicBezTo>
                    <a:pt x="1443" y="1171"/>
                    <a:pt x="1558" y="1340"/>
                    <a:pt x="1634" y="1520"/>
                  </a:cubicBezTo>
                  <a:cubicBezTo>
                    <a:pt x="1726" y="1739"/>
                    <a:pt x="1850" y="1865"/>
                    <a:pt x="2034" y="1865"/>
                  </a:cubicBezTo>
                  <a:cubicBezTo>
                    <a:pt x="2101" y="1865"/>
                    <a:pt x="2176" y="1849"/>
                    <a:pt x="2260" y="1814"/>
                  </a:cubicBezTo>
                  <a:cubicBezTo>
                    <a:pt x="1917" y="1607"/>
                    <a:pt x="1797" y="1242"/>
                    <a:pt x="1629" y="910"/>
                  </a:cubicBezTo>
                  <a:cubicBezTo>
                    <a:pt x="1313" y="268"/>
                    <a:pt x="643" y="230"/>
                    <a:pt x="88" y="1"/>
                  </a:cubicBezTo>
                  <a:cubicBezTo>
                    <a:pt x="87" y="1"/>
                    <a:pt x="86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24"/>
            <p:cNvSpPr/>
            <p:nvPr/>
          </p:nvSpPr>
          <p:spPr>
            <a:xfrm>
              <a:off x="1078100" y="2582499"/>
              <a:ext cx="115793" cy="163806"/>
            </a:xfrm>
            <a:custGeom>
              <a:rect b="b" l="l" r="r" t="t"/>
              <a:pathLst>
                <a:path extrusionOk="0" h="2859" w="2021">
                  <a:moveTo>
                    <a:pt x="1" y="1"/>
                  </a:moveTo>
                  <a:lnTo>
                    <a:pt x="1" y="1"/>
                  </a:lnTo>
                  <a:cubicBezTo>
                    <a:pt x="50" y="327"/>
                    <a:pt x="1617" y="2592"/>
                    <a:pt x="2020" y="2859"/>
                  </a:cubicBezTo>
                  <a:cubicBezTo>
                    <a:pt x="1460" y="1830"/>
                    <a:pt x="888" y="806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24"/>
            <p:cNvSpPr/>
            <p:nvPr/>
          </p:nvSpPr>
          <p:spPr>
            <a:xfrm>
              <a:off x="2781111" y="3050362"/>
              <a:ext cx="28762" cy="150113"/>
            </a:xfrm>
            <a:custGeom>
              <a:rect b="b" l="l" r="r" t="t"/>
              <a:pathLst>
                <a:path extrusionOk="0" h="2620" w="502">
                  <a:moveTo>
                    <a:pt x="110" y="1"/>
                  </a:moveTo>
                  <a:lnTo>
                    <a:pt x="110" y="1"/>
                  </a:lnTo>
                  <a:cubicBezTo>
                    <a:pt x="197" y="899"/>
                    <a:pt x="1" y="1726"/>
                    <a:pt x="61" y="2619"/>
                  </a:cubicBezTo>
                  <a:cubicBezTo>
                    <a:pt x="458" y="2069"/>
                    <a:pt x="502" y="404"/>
                    <a:pt x="1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24"/>
            <p:cNvSpPr/>
            <p:nvPr/>
          </p:nvSpPr>
          <p:spPr>
            <a:xfrm>
              <a:off x="2452701" y="2283997"/>
              <a:ext cx="89094" cy="86802"/>
            </a:xfrm>
            <a:custGeom>
              <a:rect b="b" l="l" r="r" t="t"/>
              <a:pathLst>
                <a:path extrusionOk="0" h="1515" w="1555">
                  <a:moveTo>
                    <a:pt x="327" y="1"/>
                  </a:moveTo>
                  <a:cubicBezTo>
                    <a:pt x="0" y="6"/>
                    <a:pt x="234" y="153"/>
                    <a:pt x="289" y="208"/>
                  </a:cubicBezTo>
                  <a:cubicBezTo>
                    <a:pt x="504" y="433"/>
                    <a:pt x="609" y="811"/>
                    <a:pt x="991" y="811"/>
                  </a:cubicBezTo>
                  <a:cubicBezTo>
                    <a:pt x="1035" y="811"/>
                    <a:pt x="1081" y="806"/>
                    <a:pt x="1133" y="796"/>
                  </a:cubicBezTo>
                  <a:cubicBezTo>
                    <a:pt x="1146" y="793"/>
                    <a:pt x="1158" y="791"/>
                    <a:pt x="1168" y="791"/>
                  </a:cubicBezTo>
                  <a:cubicBezTo>
                    <a:pt x="1250" y="791"/>
                    <a:pt x="1240" y="882"/>
                    <a:pt x="1225" y="959"/>
                  </a:cubicBezTo>
                  <a:cubicBezTo>
                    <a:pt x="1209" y="1062"/>
                    <a:pt x="1187" y="1166"/>
                    <a:pt x="1182" y="1269"/>
                  </a:cubicBezTo>
                  <a:cubicBezTo>
                    <a:pt x="1182" y="1373"/>
                    <a:pt x="1160" y="1514"/>
                    <a:pt x="1307" y="1514"/>
                  </a:cubicBezTo>
                  <a:cubicBezTo>
                    <a:pt x="1437" y="1514"/>
                    <a:pt x="1372" y="1367"/>
                    <a:pt x="1399" y="1286"/>
                  </a:cubicBezTo>
                  <a:cubicBezTo>
                    <a:pt x="1427" y="1209"/>
                    <a:pt x="1448" y="1133"/>
                    <a:pt x="1476" y="1057"/>
                  </a:cubicBezTo>
                  <a:cubicBezTo>
                    <a:pt x="1476" y="1008"/>
                    <a:pt x="1470" y="959"/>
                    <a:pt x="1481" y="915"/>
                  </a:cubicBezTo>
                  <a:cubicBezTo>
                    <a:pt x="1551" y="599"/>
                    <a:pt x="1554" y="490"/>
                    <a:pt x="1385" y="490"/>
                  </a:cubicBezTo>
                  <a:cubicBezTo>
                    <a:pt x="1319" y="490"/>
                    <a:pt x="1226" y="507"/>
                    <a:pt x="1100" y="534"/>
                  </a:cubicBezTo>
                  <a:cubicBezTo>
                    <a:pt x="1073" y="541"/>
                    <a:pt x="1048" y="543"/>
                    <a:pt x="1025" y="543"/>
                  </a:cubicBezTo>
                  <a:cubicBezTo>
                    <a:pt x="945" y="543"/>
                    <a:pt x="883" y="510"/>
                    <a:pt x="811" y="464"/>
                  </a:cubicBezTo>
                  <a:cubicBezTo>
                    <a:pt x="626" y="328"/>
                    <a:pt x="468" y="175"/>
                    <a:pt x="3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24"/>
            <p:cNvSpPr/>
            <p:nvPr/>
          </p:nvSpPr>
          <p:spPr>
            <a:xfrm>
              <a:off x="2200034" y="2052186"/>
              <a:ext cx="69327" cy="73452"/>
            </a:xfrm>
            <a:custGeom>
              <a:rect b="b" l="l" r="r" t="t"/>
              <a:pathLst>
                <a:path extrusionOk="0" h="1282" w="1210">
                  <a:moveTo>
                    <a:pt x="665" y="0"/>
                  </a:moveTo>
                  <a:cubicBezTo>
                    <a:pt x="382" y="0"/>
                    <a:pt x="224" y="252"/>
                    <a:pt x="1" y="361"/>
                  </a:cubicBezTo>
                  <a:cubicBezTo>
                    <a:pt x="60" y="477"/>
                    <a:pt x="168" y="531"/>
                    <a:pt x="266" y="531"/>
                  </a:cubicBezTo>
                  <a:cubicBezTo>
                    <a:pt x="310" y="531"/>
                    <a:pt x="353" y="520"/>
                    <a:pt x="387" y="497"/>
                  </a:cubicBezTo>
                  <a:cubicBezTo>
                    <a:pt x="455" y="454"/>
                    <a:pt x="506" y="436"/>
                    <a:pt x="546" y="436"/>
                  </a:cubicBezTo>
                  <a:cubicBezTo>
                    <a:pt x="657" y="436"/>
                    <a:pt x="682" y="570"/>
                    <a:pt x="746" y="666"/>
                  </a:cubicBezTo>
                  <a:cubicBezTo>
                    <a:pt x="877" y="873"/>
                    <a:pt x="844" y="1178"/>
                    <a:pt x="1127" y="1281"/>
                  </a:cubicBezTo>
                  <a:cubicBezTo>
                    <a:pt x="1209" y="1151"/>
                    <a:pt x="1187" y="1025"/>
                    <a:pt x="1149" y="879"/>
                  </a:cubicBezTo>
                  <a:cubicBezTo>
                    <a:pt x="1089" y="655"/>
                    <a:pt x="921" y="470"/>
                    <a:pt x="910" y="231"/>
                  </a:cubicBezTo>
                  <a:cubicBezTo>
                    <a:pt x="844" y="154"/>
                    <a:pt x="779" y="78"/>
                    <a:pt x="708" y="2"/>
                  </a:cubicBezTo>
                  <a:cubicBezTo>
                    <a:pt x="694" y="1"/>
                    <a:pt x="679" y="0"/>
                    <a:pt x="6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24"/>
            <p:cNvSpPr/>
            <p:nvPr/>
          </p:nvSpPr>
          <p:spPr>
            <a:xfrm>
              <a:off x="2768048" y="3240635"/>
              <a:ext cx="32773" cy="115449"/>
            </a:xfrm>
            <a:custGeom>
              <a:rect b="b" l="l" r="r" t="t"/>
              <a:pathLst>
                <a:path extrusionOk="0" h="2015" w="572">
                  <a:moveTo>
                    <a:pt x="272" y="1"/>
                  </a:moveTo>
                  <a:cubicBezTo>
                    <a:pt x="251" y="60"/>
                    <a:pt x="202" y="131"/>
                    <a:pt x="207" y="191"/>
                  </a:cubicBezTo>
                  <a:cubicBezTo>
                    <a:pt x="256" y="801"/>
                    <a:pt x="98" y="1394"/>
                    <a:pt x="0" y="2015"/>
                  </a:cubicBezTo>
                  <a:cubicBezTo>
                    <a:pt x="87" y="1977"/>
                    <a:pt x="147" y="1944"/>
                    <a:pt x="207" y="1917"/>
                  </a:cubicBezTo>
                  <a:cubicBezTo>
                    <a:pt x="289" y="1754"/>
                    <a:pt x="414" y="1617"/>
                    <a:pt x="419" y="1421"/>
                  </a:cubicBezTo>
                  <a:cubicBezTo>
                    <a:pt x="528" y="931"/>
                    <a:pt x="572" y="447"/>
                    <a:pt x="2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24"/>
            <p:cNvSpPr/>
            <p:nvPr/>
          </p:nvSpPr>
          <p:spPr>
            <a:xfrm>
              <a:off x="2952076" y="2920533"/>
              <a:ext cx="76432" cy="47268"/>
            </a:xfrm>
            <a:custGeom>
              <a:rect b="b" l="l" r="r" t="t"/>
              <a:pathLst>
                <a:path extrusionOk="0" h="825" w="1334">
                  <a:moveTo>
                    <a:pt x="648" y="0"/>
                  </a:moveTo>
                  <a:cubicBezTo>
                    <a:pt x="485" y="0"/>
                    <a:pt x="319" y="165"/>
                    <a:pt x="114" y="492"/>
                  </a:cubicBezTo>
                  <a:cubicBezTo>
                    <a:pt x="131" y="574"/>
                    <a:pt x="0" y="672"/>
                    <a:pt x="125" y="732"/>
                  </a:cubicBezTo>
                  <a:cubicBezTo>
                    <a:pt x="153" y="746"/>
                    <a:pt x="179" y="752"/>
                    <a:pt x="204" y="752"/>
                  </a:cubicBezTo>
                  <a:cubicBezTo>
                    <a:pt x="298" y="752"/>
                    <a:pt x="372" y="663"/>
                    <a:pt x="463" y="628"/>
                  </a:cubicBezTo>
                  <a:cubicBezTo>
                    <a:pt x="487" y="454"/>
                    <a:pt x="542" y="381"/>
                    <a:pt x="622" y="381"/>
                  </a:cubicBezTo>
                  <a:cubicBezTo>
                    <a:pt x="685" y="381"/>
                    <a:pt x="764" y="426"/>
                    <a:pt x="855" y="503"/>
                  </a:cubicBezTo>
                  <a:cubicBezTo>
                    <a:pt x="991" y="612"/>
                    <a:pt x="1073" y="797"/>
                    <a:pt x="1274" y="824"/>
                  </a:cubicBezTo>
                  <a:cubicBezTo>
                    <a:pt x="1334" y="688"/>
                    <a:pt x="1247" y="623"/>
                    <a:pt x="1198" y="546"/>
                  </a:cubicBezTo>
                  <a:cubicBezTo>
                    <a:pt x="989" y="181"/>
                    <a:pt x="820" y="0"/>
                    <a:pt x="6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24"/>
            <p:cNvSpPr/>
            <p:nvPr/>
          </p:nvSpPr>
          <p:spPr>
            <a:xfrm>
              <a:off x="292712" y="3491124"/>
              <a:ext cx="115163" cy="34950"/>
            </a:xfrm>
            <a:custGeom>
              <a:rect b="b" l="l" r="r" t="t"/>
              <a:pathLst>
                <a:path extrusionOk="0" h="610" w="2010">
                  <a:moveTo>
                    <a:pt x="1" y="0"/>
                  </a:moveTo>
                  <a:lnTo>
                    <a:pt x="1" y="0"/>
                  </a:lnTo>
                  <a:cubicBezTo>
                    <a:pt x="654" y="245"/>
                    <a:pt x="1280" y="588"/>
                    <a:pt x="2009" y="610"/>
                  </a:cubicBezTo>
                  <a:cubicBezTo>
                    <a:pt x="1383" y="272"/>
                    <a:pt x="719" y="38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24"/>
            <p:cNvSpPr/>
            <p:nvPr/>
          </p:nvSpPr>
          <p:spPr>
            <a:xfrm>
              <a:off x="2816347" y="3177382"/>
              <a:ext cx="28476" cy="14668"/>
            </a:xfrm>
            <a:custGeom>
              <a:rect b="b" l="l" r="r" t="t"/>
              <a:pathLst>
                <a:path extrusionOk="0" h="256" w="497">
                  <a:moveTo>
                    <a:pt x="200" y="0"/>
                  </a:moveTo>
                  <a:cubicBezTo>
                    <a:pt x="145" y="0"/>
                    <a:pt x="80" y="33"/>
                    <a:pt x="1" y="119"/>
                  </a:cubicBezTo>
                  <a:cubicBezTo>
                    <a:pt x="164" y="168"/>
                    <a:pt x="333" y="212"/>
                    <a:pt x="496" y="255"/>
                  </a:cubicBezTo>
                  <a:cubicBezTo>
                    <a:pt x="399" y="161"/>
                    <a:pt x="322" y="0"/>
                    <a:pt x="200" y="0"/>
                  </a:cubicBezTo>
                  <a:close/>
                </a:path>
              </a:pathLst>
            </a:custGeom>
            <a:solidFill>
              <a:srgbClr val="31313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24"/>
            <p:cNvSpPr/>
            <p:nvPr/>
          </p:nvSpPr>
          <p:spPr>
            <a:xfrm>
              <a:off x="3401205" y="3179789"/>
              <a:ext cx="76145" cy="65087"/>
            </a:xfrm>
            <a:custGeom>
              <a:rect b="b" l="l" r="r" t="t"/>
              <a:pathLst>
                <a:path extrusionOk="0" h="1136" w="1329">
                  <a:moveTo>
                    <a:pt x="294" y="0"/>
                  </a:moveTo>
                  <a:cubicBezTo>
                    <a:pt x="261" y="0"/>
                    <a:pt x="230" y="4"/>
                    <a:pt x="202" y="12"/>
                  </a:cubicBezTo>
                  <a:cubicBezTo>
                    <a:pt x="49" y="55"/>
                    <a:pt x="0" y="192"/>
                    <a:pt x="82" y="284"/>
                  </a:cubicBezTo>
                  <a:cubicBezTo>
                    <a:pt x="354" y="622"/>
                    <a:pt x="621" y="975"/>
                    <a:pt x="1062" y="1117"/>
                  </a:cubicBezTo>
                  <a:cubicBezTo>
                    <a:pt x="1101" y="1130"/>
                    <a:pt x="1135" y="1136"/>
                    <a:pt x="1164" y="1136"/>
                  </a:cubicBezTo>
                  <a:cubicBezTo>
                    <a:pt x="1280" y="1136"/>
                    <a:pt x="1319" y="1042"/>
                    <a:pt x="1323" y="937"/>
                  </a:cubicBezTo>
                  <a:cubicBezTo>
                    <a:pt x="1328" y="541"/>
                    <a:pt x="685" y="0"/>
                    <a:pt x="2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24"/>
            <p:cNvSpPr/>
            <p:nvPr/>
          </p:nvSpPr>
          <p:spPr>
            <a:xfrm>
              <a:off x="3665102" y="3358660"/>
              <a:ext cx="58957" cy="52769"/>
            </a:xfrm>
            <a:custGeom>
              <a:rect b="b" l="l" r="r" t="t"/>
              <a:pathLst>
                <a:path extrusionOk="0" h="921" w="1029">
                  <a:moveTo>
                    <a:pt x="288" y="1"/>
                  </a:moveTo>
                  <a:cubicBezTo>
                    <a:pt x="220" y="1"/>
                    <a:pt x="158" y="33"/>
                    <a:pt x="109" y="124"/>
                  </a:cubicBezTo>
                  <a:cubicBezTo>
                    <a:pt x="0" y="336"/>
                    <a:pt x="185" y="510"/>
                    <a:pt x="365" y="597"/>
                  </a:cubicBezTo>
                  <a:cubicBezTo>
                    <a:pt x="512" y="668"/>
                    <a:pt x="659" y="717"/>
                    <a:pt x="757" y="864"/>
                  </a:cubicBezTo>
                  <a:cubicBezTo>
                    <a:pt x="780" y="900"/>
                    <a:pt x="818" y="920"/>
                    <a:pt x="860" y="920"/>
                  </a:cubicBezTo>
                  <a:cubicBezTo>
                    <a:pt x="889" y="920"/>
                    <a:pt x="919" y="911"/>
                    <a:pt x="947" y="891"/>
                  </a:cubicBezTo>
                  <a:cubicBezTo>
                    <a:pt x="1013" y="848"/>
                    <a:pt x="1029" y="782"/>
                    <a:pt x="1018" y="712"/>
                  </a:cubicBezTo>
                  <a:cubicBezTo>
                    <a:pt x="991" y="439"/>
                    <a:pt x="822" y="254"/>
                    <a:pt x="604" y="129"/>
                  </a:cubicBezTo>
                  <a:cubicBezTo>
                    <a:pt x="511" y="79"/>
                    <a:pt x="394" y="1"/>
                    <a:pt x="2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24"/>
            <p:cNvSpPr/>
            <p:nvPr/>
          </p:nvSpPr>
          <p:spPr>
            <a:xfrm>
              <a:off x="3269887" y="2728484"/>
              <a:ext cx="196235" cy="282751"/>
            </a:xfrm>
            <a:custGeom>
              <a:rect b="b" l="l" r="r" t="t"/>
              <a:pathLst>
                <a:path extrusionOk="0" h="4935" w="3425">
                  <a:moveTo>
                    <a:pt x="0" y="1"/>
                  </a:moveTo>
                  <a:lnTo>
                    <a:pt x="0" y="1"/>
                  </a:lnTo>
                  <a:cubicBezTo>
                    <a:pt x="71" y="153"/>
                    <a:pt x="120" y="273"/>
                    <a:pt x="191" y="376"/>
                  </a:cubicBezTo>
                  <a:cubicBezTo>
                    <a:pt x="447" y="757"/>
                    <a:pt x="779" y="1078"/>
                    <a:pt x="1078" y="1421"/>
                  </a:cubicBezTo>
                  <a:cubicBezTo>
                    <a:pt x="1149" y="1503"/>
                    <a:pt x="1329" y="1558"/>
                    <a:pt x="1209" y="1726"/>
                  </a:cubicBezTo>
                  <a:cubicBezTo>
                    <a:pt x="1285" y="1841"/>
                    <a:pt x="1356" y="1960"/>
                    <a:pt x="1427" y="2075"/>
                  </a:cubicBezTo>
                  <a:cubicBezTo>
                    <a:pt x="1445" y="1993"/>
                    <a:pt x="1466" y="1965"/>
                    <a:pt x="1487" y="1965"/>
                  </a:cubicBezTo>
                  <a:cubicBezTo>
                    <a:pt x="1523" y="1965"/>
                    <a:pt x="1561" y="2047"/>
                    <a:pt x="1585" y="2075"/>
                  </a:cubicBezTo>
                  <a:cubicBezTo>
                    <a:pt x="1993" y="2532"/>
                    <a:pt x="2075" y="3082"/>
                    <a:pt x="1977" y="3659"/>
                  </a:cubicBezTo>
                  <a:cubicBezTo>
                    <a:pt x="1933" y="3926"/>
                    <a:pt x="2042" y="4056"/>
                    <a:pt x="2254" y="4149"/>
                  </a:cubicBezTo>
                  <a:cubicBezTo>
                    <a:pt x="2586" y="4301"/>
                    <a:pt x="2902" y="4486"/>
                    <a:pt x="3131" y="4786"/>
                  </a:cubicBezTo>
                  <a:cubicBezTo>
                    <a:pt x="3186" y="4856"/>
                    <a:pt x="3250" y="4935"/>
                    <a:pt x="3386" y="4935"/>
                  </a:cubicBezTo>
                  <a:cubicBezTo>
                    <a:pt x="3398" y="4935"/>
                    <a:pt x="3411" y="4934"/>
                    <a:pt x="3425" y="4933"/>
                  </a:cubicBezTo>
                  <a:cubicBezTo>
                    <a:pt x="3218" y="4356"/>
                    <a:pt x="3131" y="3773"/>
                    <a:pt x="3093" y="3174"/>
                  </a:cubicBezTo>
                  <a:cubicBezTo>
                    <a:pt x="3038" y="2282"/>
                    <a:pt x="2570" y="1661"/>
                    <a:pt x="1781" y="1274"/>
                  </a:cubicBezTo>
                  <a:cubicBezTo>
                    <a:pt x="1372" y="1073"/>
                    <a:pt x="1024" y="806"/>
                    <a:pt x="697" y="496"/>
                  </a:cubicBezTo>
                  <a:cubicBezTo>
                    <a:pt x="501" y="316"/>
                    <a:pt x="316" y="99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24"/>
            <p:cNvSpPr/>
            <p:nvPr/>
          </p:nvSpPr>
          <p:spPr>
            <a:xfrm>
              <a:off x="2278355" y="2896355"/>
              <a:ext cx="316612" cy="429197"/>
            </a:xfrm>
            <a:custGeom>
              <a:rect b="b" l="l" r="r" t="t"/>
              <a:pathLst>
                <a:path extrusionOk="0" h="7491" w="5526">
                  <a:moveTo>
                    <a:pt x="2360" y="1"/>
                  </a:moveTo>
                  <a:cubicBezTo>
                    <a:pt x="1683" y="1"/>
                    <a:pt x="1048" y="152"/>
                    <a:pt x="430" y="478"/>
                  </a:cubicBezTo>
                  <a:cubicBezTo>
                    <a:pt x="152" y="625"/>
                    <a:pt x="0" y="865"/>
                    <a:pt x="82" y="1170"/>
                  </a:cubicBezTo>
                  <a:cubicBezTo>
                    <a:pt x="376" y="2291"/>
                    <a:pt x="648" y="3424"/>
                    <a:pt x="1023" y="4518"/>
                  </a:cubicBezTo>
                  <a:cubicBezTo>
                    <a:pt x="1356" y="5492"/>
                    <a:pt x="1611" y="6467"/>
                    <a:pt x="1709" y="7490"/>
                  </a:cubicBezTo>
                  <a:cubicBezTo>
                    <a:pt x="2031" y="6625"/>
                    <a:pt x="2346" y="5770"/>
                    <a:pt x="2325" y="4834"/>
                  </a:cubicBezTo>
                  <a:cubicBezTo>
                    <a:pt x="2314" y="4518"/>
                    <a:pt x="2363" y="4197"/>
                    <a:pt x="2423" y="3892"/>
                  </a:cubicBezTo>
                  <a:cubicBezTo>
                    <a:pt x="2695" y="2569"/>
                    <a:pt x="3452" y="1622"/>
                    <a:pt x="4671" y="1050"/>
                  </a:cubicBezTo>
                  <a:cubicBezTo>
                    <a:pt x="4943" y="919"/>
                    <a:pt x="5204" y="778"/>
                    <a:pt x="5526" y="620"/>
                  </a:cubicBezTo>
                  <a:cubicBezTo>
                    <a:pt x="4644" y="348"/>
                    <a:pt x="3816" y="141"/>
                    <a:pt x="2951" y="38"/>
                  </a:cubicBezTo>
                  <a:cubicBezTo>
                    <a:pt x="2750" y="13"/>
                    <a:pt x="2553" y="1"/>
                    <a:pt x="23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24"/>
            <p:cNvSpPr/>
            <p:nvPr/>
          </p:nvSpPr>
          <p:spPr>
            <a:xfrm>
              <a:off x="2732755" y="2693248"/>
              <a:ext cx="74655" cy="109147"/>
            </a:xfrm>
            <a:custGeom>
              <a:rect b="b" l="l" r="r" t="t"/>
              <a:pathLst>
                <a:path extrusionOk="0" h="1905" w="1303">
                  <a:moveTo>
                    <a:pt x="197" y="0"/>
                  </a:moveTo>
                  <a:cubicBezTo>
                    <a:pt x="181" y="4"/>
                    <a:pt x="164" y="5"/>
                    <a:pt x="147" y="5"/>
                  </a:cubicBezTo>
                  <a:cubicBezTo>
                    <a:pt x="134" y="5"/>
                    <a:pt x="120" y="4"/>
                    <a:pt x="107" y="4"/>
                  </a:cubicBezTo>
                  <a:cubicBezTo>
                    <a:pt x="61" y="4"/>
                    <a:pt x="22" y="11"/>
                    <a:pt x="12" y="71"/>
                  </a:cubicBezTo>
                  <a:cubicBezTo>
                    <a:pt x="1" y="115"/>
                    <a:pt x="50" y="175"/>
                    <a:pt x="88" y="213"/>
                  </a:cubicBezTo>
                  <a:cubicBezTo>
                    <a:pt x="235" y="371"/>
                    <a:pt x="420" y="479"/>
                    <a:pt x="638" y="496"/>
                  </a:cubicBezTo>
                  <a:cubicBezTo>
                    <a:pt x="818" y="507"/>
                    <a:pt x="883" y="588"/>
                    <a:pt x="894" y="763"/>
                  </a:cubicBezTo>
                  <a:cubicBezTo>
                    <a:pt x="905" y="991"/>
                    <a:pt x="986" y="1220"/>
                    <a:pt x="970" y="1459"/>
                  </a:cubicBezTo>
                  <a:cubicBezTo>
                    <a:pt x="959" y="1601"/>
                    <a:pt x="1014" y="1732"/>
                    <a:pt x="1095" y="1851"/>
                  </a:cubicBezTo>
                  <a:cubicBezTo>
                    <a:pt x="1121" y="1884"/>
                    <a:pt x="1159" y="1905"/>
                    <a:pt x="1198" y="1905"/>
                  </a:cubicBezTo>
                  <a:cubicBezTo>
                    <a:pt x="1216" y="1905"/>
                    <a:pt x="1235" y="1900"/>
                    <a:pt x="1253" y="1889"/>
                  </a:cubicBezTo>
                  <a:cubicBezTo>
                    <a:pt x="1280" y="1868"/>
                    <a:pt x="1302" y="1808"/>
                    <a:pt x="1297" y="1770"/>
                  </a:cubicBezTo>
                  <a:cubicBezTo>
                    <a:pt x="1258" y="1351"/>
                    <a:pt x="1215" y="931"/>
                    <a:pt x="1166" y="518"/>
                  </a:cubicBezTo>
                  <a:cubicBezTo>
                    <a:pt x="1144" y="376"/>
                    <a:pt x="1073" y="229"/>
                    <a:pt x="932" y="180"/>
                  </a:cubicBezTo>
                  <a:cubicBezTo>
                    <a:pt x="692" y="104"/>
                    <a:pt x="436" y="55"/>
                    <a:pt x="1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24"/>
            <p:cNvSpPr/>
            <p:nvPr/>
          </p:nvSpPr>
          <p:spPr>
            <a:xfrm>
              <a:off x="2541564" y="2397325"/>
              <a:ext cx="71791" cy="80671"/>
            </a:xfrm>
            <a:custGeom>
              <a:rect b="b" l="l" r="r" t="t"/>
              <a:pathLst>
                <a:path extrusionOk="0" h="1408" w="1253">
                  <a:moveTo>
                    <a:pt x="206" y="0"/>
                  </a:moveTo>
                  <a:cubicBezTo>
                    <a:pt x="163" y="0"/>
                    <a:pt x="122" y="18"/>
                    <a:pt x="88" y="64"/>
                  </a:cubicBezTo>
                  <a:cubicBezTo>
                    <a:pt x="1" y="184"/>
                    <a:pt x="153" y="266"/>
                    <a:pt x="224" y="353"/>
                  </a:cubicBezTo>
                  <a:cubicBezTo>
                    <a:pt x="268" y="413"/>
                    <a:pt x="306" y="467"/>
                    <a:pt x="349" y="527"/>
                  </a:cubicBezTo>
                  <a:cubicBezTo>
                    <a:pt x="561" y="788"/>
                    <a:pt x="774" y="1055"/>
                    <a:pt x="986" y="1322"/>
                  </a:cubicBezTo>
                  <a:cubicBezTo>
                    <a:pt x="1028" y="1368"/>
                    <a:pt x="1074" y="1407"/>
                    <a:pt x="1137" y="1407"/>
                  </a:cubicBezTo>
                  <a:cubicBezTo>
                    <a:pt x="1148" y="1407"/>
                    <a:pt x="1159" y="1406"/>
                    <a:pt x="1171" y="1404"/>
                  </a:cubicBezTo>
                  <a:cubicBezTo>
                    <a:pt x="1247" y="1387"/>
                    <a:pt x="1247" y="1322"/>
                    <a:pt x="1253" y="1224"/>
                  </a:cubicBezTo>
                  <a:cubicBezTo>
                    <a:pt x="1095" y="799"/>
                    <a:pt x="828" y="396"/>
                    <a:pt x="431" y="102"/>
                  </a:cubicBezTo>
                  <a:cubicBezTo>
                    <a:pt x="377" y="63"/>
                    <a:pt x="288" y="0"/>
                    <a:pt x="2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24"/>
            <p:cNvSpPr/>
            <p:nvPr/>
          </p:nvSpPr>
          <p:spPr>
            <a:xfrm>
              <a:off x="2844421" y="2816144"/>
              <a:ext cx="46237" cy="81817"/>
            </a:xfrm>
            <a:custGeom>
              <a:rect b="b" l="l" r="r" t="t"/>
              <a:pathLst>
                <a:path extrusionOk="0" h="1428" w="807">
                  <a:moveTo>
                    <a:pt x="161" y="0"/>
                  </a:moveTo>
                  <a:cubicBezTo>
                    <a:pt x="144" y="0"/>
                    <a:pt x="125" y="3"/>
                    <a:pt x="104" y="11"/>
                  </a:cubicBezTo>
                  <a:cubicBezTo>
                    <a:pt x="1" y="55"/>
                    <a:pt x="6" y="158"/>
                    <a:pt x="6" y="349"/>
                  </a:cubicBezTo>
                  <a:cubicBezTo>
                    <a:pt x="273" y="599"/>
                    <a:pt x="322" y="1062"/>
                    <a:pt x="616" y="1394"/>
                  </a:cubicBezTo>
                  <a:cubicBezTo>
                    <a:pt x="636" y="1414"/>
                    <a:pt x="678" y="1428"/>
                    <a:pt x="711" y="1428"/>
                  </a:cubicBezTo>
                  <a:cubicBezTo>
                    <a:pt x="723" y="1428"/>
                    <a:pt x="734" y="1426"/>
                    <a:pt x="741" y="1421"/>
                  </a:cubicBezTo>
                  <a:cubicBezTo>
                    <a:pt x="807" y="1378"/>
                    <a:pt x="801" y="1291"/>
                    <a:pt x="785" y="1225"/>
                  </a:cubicBezTo>
                  <a:cubicBezTo>
                    <a:pt x="670" y="850"/>
                    <a:pt x="524" y="479"/>
                    <a:pt x="333" y="136"/>
                  </a:cubicBezTo>
                  <a:cubicBezTo>
                    <a:pt x="297" y="74"/>
                    <a:pt x="243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1" name="Google Shape;591;p24"/>
          <p:cNvGrpSpPr/>
          <p:nvPr/>
        </p:nvGrpSpPr>
        <p:grpSpPr>
          <a:xfrm>
            <a:off x="1712895" y="1309058"/>
            <a:ext cx="5718210" cy="1560900"/>
            <a:chOff x="1727221" y="1543500"/>
            <a:chExt cx="5718210" cy="1560900"/>
          </a:xfrm>
        </p:grpSpPr>
        <p:grpSp>
          <p:nvGrpSpPr>
            <p:cNvPr id="592" name="Google Shape;592;p24"/>
            <p:cNvGrpSpPr/>
            <p:nvPr/>
          </p:nvGrpSpPr>
          <p:grpSpPr>
            <a:xfrm>
              <a:off x="1727221" y="1543500"/>
              <a:ext cx="5718210" cy="1560900"/>
              <a:chOff x="1525600" y="1289175"/>
              <a:chExt cx="6121625" cy="1560900"/>
            </a:xfrm>
          </p:grpSpPr>
          <p:grpSp>
            <p:nvGrpSpPr>
              <p:cNvPr id="593" name="Google Shape;593;p24"/>
              <p:cNvGrpSpPr/>
              <p:nvPr/>
            </p:nvGrpSpPr>
            <p:grpSpPr>
              <a:xfrm>
                <a:off x="1525600" y="1289175"/>
                <a:ext cx="6121625" cy="1560900"/>
                <a:chOff x="1525600" y="1289175"/>
                <a:chExt cx="6121625" cy="1560900"/>
              </a:xfrm>
            </p:grpSpPr>
            <p:sp>
              <p:nvSpPr>
                <p:cNvPr id="594" name="Google Shape;594;p24"/>
                <p:cNvSpPr/>
                <p:nvPr/>
              </p:nvSpPr>
              <p:spPr>
                <a:xfrm>
                  <a:off x="1525725" y="1289175"/>
                  <a:ext cx="6121500" cy="1560900"/>
                </a:xfrm>
                <a:prstGeom prst="roundRect">
                  <a:avLst>
                    <a:gd fmla="val 28107" name="adj"/>
                  </a:avLst>
                </a:prstGeom>
                <a:solidFill>
                  <a:schemeClr val="accent1"/>
                </a:solidFill>
                <a:ln cap="flat" cmpd="sng" w="762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595" name="Google Shape;595;p24"/>
                <p:cNvPicPr preferRelativeResize="0"/>
                <p:nvPr/>
              </p:nvPicPr>
              <p:blipFill rotWithShape="1">
                <a:blip r:embed="rId3">
                  <a:alphaModFix amt="35000"/>
                </a:blip>
                <a:srcRect b="8896" l="18257" r="14795" t="60755"/>
                <a:stretch/>
              </p:blipFill>
              <p:spPr>
                <a:xfrm>
                  <a:off x="1525600" y="1289175"/>
                  <a:ext cx="6121500" cy="1560900"/>
                </a:xfrm>
                <a:prstGeom prst="roundRect">
                  <a:avLst>
                    <a:gd fmla="val 29800" name="adj"/>
                  </a:avLst>
                </a:prstGeom>
                <a:noFill/>
                <a:ln>
                  <a:noFill/>
                </a:ln>
              </p:spPr>
            </p:pic>
            <p:pic>
              <p:nvPicPr>
                <p:cNvPr id="596" name="Google Shape;596;p24"/>
                <p:cNvPicPr preferRelativeResize="0"/>
                <p:nvPr/>
              </p:nvPicPr>
              <p:blipFill rotWithShape="1">
                <a:blip r:embed="rId4">
                  <a:alphaModFix amt="17000"/>
                </a:blip>
                <a:srcRect b="18806" l="19601" r="13456" t="50847"/>
                <a:stretch/>
              </p:blipFill>
              <p:spPr>
                <a:xfrm>
                  <a:off x="1525725" y="1289175"/>
                  <a:ext cx="6121500" cy="1560900"/>
                </a:xfrm>
                <a:prstGeom prst="roundRect">
                  <a:avLst>
                    <a:gd fmla="val 29230" name="adj"/>
                  </a:avLst>
                </a:prstGeom>
                <a:noFill/>
                <a:ln>
                  <a:noFill/>
                </a:ln>
              </p:spPr>
            </p:pic>
            <p:sp>
              <p:nvSpPr>
                <p:cNvPr id="597" name="Google Shape;597;p24"/>
                <p:cNvSpPr/>
                <p:nvPr/>
              </p:nvSpPr>
              <p:spPr>
                <a:xfrm rot="-261490">
                  <a:off x="6596127" y="2418700"/>
                  <a:ext cx="939047" cy="306100"/>
                </a:xfrm>
                <a:custGeom>
                  <a:rect b="b" l="l" r="r" t="t"/>
                  <a:pathLst>
                    <a:path extrusionOk="0" h="2802" w="8976">
                      <a:moveTo>
                        <a:pt x="8931" y="1"/>
                      </a:moveTo>
                      <a:cubicBezTo>
                        <a:pt x="8782" y="849"/>
                        <a:pt x="8321" y="1623"/>
                        <a:pt x="7636" y="2085"/>
                      </a:cubicBezTo>
                      <a:cubicBezTo>
                        <a:pt x="7294" y="2323"/>
                        <a:pt x="6907" y="2472"/>
                        <a:pt x="6490" y="2546"/>
                      </a:cubicBezTo>
                      <a:cubicBezTo>
                        <a:pt x="6297" y="2576"/>
                        <a:pt x="6088" y="2576"/>
                        <a:pt x="5865" y="2576"/>
                      </a:cubicBezTo>
                      <a:cubicBezTo>
                        <a:pt x="5642" y="2576"/>
                        <a:pt x="5433" y="2591"/>
                        <a:pt x="5210" y="2591"/>
                      </a:cubicBezTo>
                      <a:cubicBezTo>
                        <a:pt x="4994" y="2598"/>
                        <a:pt x="4778" y="2602"/>
                        <a:pt x="4563" y="2602"/>
                      </a:cubicBezTo>
                      <a:cubicBezTo>
                        <a:pt x="4347" y="2602"/>
                        <a:pt x="4131" y="2598"/>
                        <a:pt x="3915" y="2591"/>
                      </a:cubicBezTo>
                      <a:cubicBezTo>
                        <a:pt x="3469" y="2576"/>
                        <a:pt x="3037" y="2531"/>
                        <a:pt x="2605" y="2501"/>
                      </a:cubicBezTo>
                      <a:cubicBezTo>
                        <a:pt x="2281" y="2485"/>
                        <a:pt x="1958" y="2476"/>
                        <a:pt x="1633" y="2476"/>
                      </a:cubicBezTo>
                      <a:cubicBezTo>
                        <a:pt x="1092" y="2476"/>
                        <a:pt x="549" y="2500"/>
                        <a:pt x="0" y="2546"/>
                      </a:cubicBezTo>
                      <a:lnTo>
                        <a:pt x="0" y="2576"/>
                      </a:lnTo>
                      <a:cubicBezTo>
                        <a:pt x="864" y="2680"/>
                        <a:pt x="1742" y="2725"/>
                        <a:pt x="2605" y="2725"/>
                      </a:cubicBezTo>
                      <a:cubicBezTo>
                        <a:pt x="3037" y="2710"/>
                        <a:pt x="3469" y="2680"/>
                        <a:pt x="3900" y="2680"/>
                      </a:cubicBezTo>
                      <a:cubicBezTo>
                        <a:pt x="4347" y="2680"/>
                        <a:pt x="4778" y="2710"/>
                        <a:pt x="5210" y="2740"/>
                      </a:cubicBezTo>
                      <a:cubicBezTo>
                        <a:pt x="5418" y="2755"/>
                        <a:pt x="5642" y="2769"/>
                        <a:pt x="5850" y="2784"/>
                      </a:cubicBezTo>
                      <a:cubicBezTo>
                        <a:pt x="5979" y="2793"/>
                        <a:pt x="6108" y="2801"/>
                        <a:pt x="6237" y="2801"/>
                      </a:cubicBezTo>
                      <a:cubicBezTo>
                        <a:pt x="6331" y="2801"/>
                        <a:pt x="6426" y="2797"/>
                        <a:pt x="6520" y="2784"/>
                      </a:cubicBezTo>
                      <a:cubicBezTo>
                        <a:pt x="6981" y="2740"/>
                        <a:pt x="7413" y="2576"/>
                        <a:pt x="7785" y="2308"/>
                      </a:cubicBezTo>
                      <a:cubicBezTo>
                        <a:pt x="8529" y="1787"/>
                        <a:pt x="8976" y="879"/>
                        <a:pt x="894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8" name="Google Shape;598;p24"/>
                <p:cNvSpPr/>
                <p:nvPr/>
              </p:nvSpPr>
              <p:spPr>
                <a:xfrm rot="421936">
                  <a:off x="6707323" y="1426692"/>
                  <a:ext cx="814161" cy="167232"/>
                </a:xfrm>
                <a:custGeom>
                  <a:rect b="b" l="l" r="r" t="t"/>
                  <a:pathLst>
                    <a:path extrusionOk="0" h="1344" w="6833">
                      <a:moveTo>
                        <a:pt x="4686" y="0"/>
                      </a:moveTo>
                      <a:cubicBezTo>
                        <a:pt x="4637" y="0"/>
                        <a:pt x="4589" y="1"/>
                        <a:pt x="4540" y="4"/>
                      </a:cubicBezTo>
                      <a:lnTo>
                        <a:pt x="3632" y="48"/>
                      </a:lnTo>
                      <a:cubicBezTo>
                        <a:pt x="2412" y="138"/>
                        <a:pt x="1206" y="242"/>
                        <a:pt x="0" y="420"/>
                      </a:cubicBezTo>
                      <a:cubicBezTo>
                        <a:pt x="155" y="422"/>
                        <a:pt x="310" y="423"/>
                        <a:pt x="465" y="423"/>
                      </a:cubicBezTo>
                      <a:cubicBezTo>
                        <a:pt x="1528" y="423"/>
                        <a:pt x="2582" y="379"/>
                        <a:pt x="3647" y="301"/>
                      </a:cubicBezTo>
                      <a:lnTo>
                        <a:pt x="4555" y="242"/>
                      </a:lnTo>
                      <a:cubicBezTo>
                        <a:pt x="4626" y="234"/>
                        <a:pt x="4698" y="231"/>
                        <a:pt x="4770" y="231"/>
                      </a:cubicBezTo>
                      <a:cubicBezTo>
                        <a:pt x="4986" y="231"/>
                        <a:pt x="5206" y="264"/>
                        <a:pt x="5419" y="331"/>
                      </a:cubicBezTo>
                      <a:cubicBezTo>
                        <a:pt x="5969" y="480"/>
                        <a:pt x="6475" y="852"/>
                        <a:pt x="6833" y="1343"/>
                      </a:cubicBezTo>
                      <a:cubicBezTo>
                        <a:pt x="6565" y="793"/>
                        <a:pt x="6073" y="346"/>
                        <a:pt x="5478" y="138"/>
                      </a:cubicBezTo>
                      <a:cubicBezTo>
                        <a:pt x="5226" y="37"/>
                        <a:pt x="4953" y="0"/>
                        <a:pt x="468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9" name="Google Shape;599;p24"/>
                <p:cNvSpPr/>
                <p:nvPr/>
              </p:nvSpPr>
              <p:spPr>
                <a:xfrm>
                  <a:off x="6796876" y="1898619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00" name="Google Shape;600;p24"/>
                <p:cNvSpPr/>
                <p:nvPr/>
              </p:nvSpPr>
              <p:spPr>
                <a:xfrm>
                  <a:off x="6629000" y="1962350"/>
                  <a:ext cx="873309" cy="15875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01" name="Google Shape;601;p24"/>
                <p:cNvSpPr/>
                <p:nvPr/>
              </p:nvSpPr>
              <p:spPr>
                <a:xfrm>
                  <a:off x="6629000" y="1563550"/>
                  <a:ext cx="873309" cy="15875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02" name="Google Shape;602;p24"/>
                <p:cNvSpPr/>
                <p:nvPr/>
              </p:nvSpPr>
              <p:spPr>
                <a:xfrm>
                  <a:off x="6796876" y="1762932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03" name="Google Shape;603;p24"/>
                <p:cNvSpPr/>
                <p:nvPr/>
              </p:nvSpPr>
              <p:spPr>
                <a:xfrm>
                  <a:off x="6796876" y="1695094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04" name="Google Shape;604;p24"/>
                <p:cNvSpPr/>
                <p:nvPr/>
              </p:nvSpPr>
              <p:spPr>
                <a:xfrm>
                  <a:off x="6796876" y="2412540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605" name="Google Shape;605;p24"/>
              <p:cNvSpPr/>
              <p:nvPr/>
            </p:nvSpPr>
            <p:spPr>
              <a:xfrm>
                <a:off x="1639251" y="1633965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606" name="Google Shape;606;p24"/>
              <p:cNvSpPr/>
              <p:nvPr/>
            </p:nvSpPr>
            <p:spPr>
              <a:xfrm rot="-5687871">
                <a:off x="1312547" y="1709608"/>
                <a:ext cx="1274567" cy="661164"/>
              </a:xfrm>
              <a:custGeom>
                <a:rect b="b" l="l" r="r" t="t"/>
                <a:pathLst>
                  <a:path extrusionOk="0" h="6455" w="12817">
                    <a:moveTo>
                      <a:pt x="1961" y="1"/>
                    </a:moveTo>
                    <a:cubicBezTo>
                      <a:pt x="1823" y="1"/>
                      <a:pt x="1675" y="11"/>
                      <a:pt x="1534" y="39"/>
                    </a:cubicBezTo>
                    <a:cubicBezTo>
                      <a:pt x="1311" y="84"/>
                      <a:pt x="1102" y="173"/>
                      <a:pt x="924" y="292"/>
                    </a:cubicBezTo>
                    <a:cubicBezTo>
                      <a:pt x="551" y="545"/>
                      <a:pt x="284" y="932"/>
                      <a:pt x="135" y="1349"/>
                    </a:cubicBezTo>
                    <a:cubicBezTo>
                      <a:pt x="75" y="1543"/>
                      <a:pt x="31" y="1766"/>
                      <a:pt x="16" y="1989"/>
                    </a:cubicBezTo>
                    <a:lnTo>
                      <a:pt x="1" y="2614"/>
                    </a:lnTo>
                    <a:cubicBezTo>
                      <a:pt x="1" y="3031"/>
                      <a:pt x="1" y="3448"/>
                      <a:pt x="1" y="3880"/>
                    </a:cubicBezTo>
                    <a:lnTo>
                      <a:pt x="31" y="3880"/>
                    </a:lnTo>
                    <a:cubicBezTo>
                      <a:pt x="75" y="3463"/>
                      <a:pt x="105" y="3046"/>
                      <a:pt x="150" y="2629"/>
                    </a:cubicBezTo>
                    <a:lnTo>
                      <a:pt x="194" y="1989"/>
                    </a:lnTo>
                    <a:cubicBezTo>
                      <a:pt x="209" y="1796"/>
                      <a:pt x="269" y="1602"/>
                      <a:pt x="328" y="1409"/>
                    </a:cubicBezTo>
                    <a:cubicBezTo>
                      <a:pt x="462" y="1037"/>
                      <a:pt x="715" y="709"/>
                      <a:pt x="1043" y="486"/>
                    </a:cubicBezTo>
                    <a:cubicBezTo>
                      <a:pt x="1206" y="382"/>
                      <a:pt x="1400" y="307"/>
                      <a:pt x="1579" y="263"/>
                    </a:cubicBezTo>
                    <a:cubicBezTo>
                      <a:pt x="1701" y="234"/>
                      <a:pt x="1824" y="224"/>
                      <a:pt x="1950" y="224"/>
                    </a:cubicBezTo>
                    <a:cubicBezTo>
                      <a:pt x="2023" y="224"/>
                      <a:pt x="2098" y="227"/>
                      <a:pt x="2174" y="233"/>
                    </a:cubicBezTo>
                    <a:cubicBezTo>
                      <a:pt x="3022" y="263"/>
                      <a:pt x="3856" y="277"/>
                      <a:pt x="4689" y="307"/>
                    </a:cubicBezTo>
                    <a:cubicBezTo>
                      <a:pt x="5538" y="352"/>
                      <a:pt x="6371" y="411"/>
                      <a:pt x="7205" y="486"/>
                    </a:cubicBezTo>
                    <a:cubicBezTo>
                      <a:pt x="8039" y="560"/>
                      <a:pt x="8887" y="620"/>
                      <a:pt x="9721" y="679"/>
                    </a:cubicBezTo>
                    <a:lnTo>
                      <a:pt x="10033" y="694"/>
                    </a:lnTo>
                    <a:cubicBezTo>
                      <a:pt x="10122" y="709"/>
                      <a:pt x="10227" y="724"/>
                      <a:pt x="10331" y="739"/>
                    </a:cubicBezTo>
                    <a:cubicBezTo>
                      <a:pt x="10524" y="783"/>
                      <a:pt x="10703" y="843"/>
                      <a:pt x="10882" y="932"/>
                    </a:cubicBezTo>
                    <a:cubicBezTo>
                      <a:pt x="11239" y="1111"/>
                      <a:pt x="11566" y="1364"/>
                      <a:pt x="11819" y="1677"/>
                    </a:cubicBezTo>
                    <a:cubicBezTo>
                      <a:pt x="12325" y="2302"/>
                      <a:pt x="12564" y="3120"/>
                      <a:pt x="12534" y="3939"/>
                    </a:cubicBezTo>
                    <a:cubicBezTo>
                      <a:pt x="12519" y="4773"/>
                      <a:pt x="12504" y="5621"/>
                      <a:pt x="12504" y="6455"/>
                    </a:cubicBezTo>
                    <a:lnTo>
                      <a:pt x="12534" y="6455"/>
                    </a:lnTo>
                    <a:cubicBezTo>
                      <a:pt x="12623" y="5621"/>
                      <a:pt x="12683" y="4788"/>
                      <a:pt x="12742" y="3939"/>
                    </a:cubicBezTo>
                    <a:cubicBezTo>
                      <a:pt x="12817" y="3091"/>
                      <a:pt x="12578" y="2183"/>
                      <a:pt x="12028" y="1498"/>
                    </a:cubicBezTo>
                    <a:cubicBezTo>
                      <a:pt x="11760" y="1156"/>
                      <a:pt x="11403" y="873"/>
                      <a:pt x="11001" y="694"/>
                    </a:cubicBezTo>
                    <a:cubicBezTo>
                      <a:pt x="10807" y="590"/>
                      <a:pt x="10584" y="530"/>
                      <a:pt x="10375" y="486"/>
                    </a:cubicBezTo>
                    <a:cubicBezTo>
                      <a:pt x="10271" y="456"/>
                      <a:pt x="10152" y="456"/>
                      <a:pt x="10048" y="441"/>
                    </a:cubicBezTo>
                    <a:lnTo>
                      <a:pt x="9735" y="426"/>
                    </a:lnTo>
                    <a:cubicBezTo>
                      <a:pt x="8887" y="396"/>
                      <a:pt x="8053" y="367"/>
                      <a:pt x="7220" y="337"/>
                    </a:cubicBezTo>
                    <a:cubicBezTo>
                      <a:pt x="6371" y="307"/>
                      <a:pt x="5538" y="277"/>
                      <a:pt x="4704" y="218"/>
                    </a:cubicBezTo>
                    <a:cubicBezTo>
                      <a:pt x="3871" y="173"/>
                      <a:pt x="3022" y="84"/>
                      <a:pt x="2189" y="9"/>
                    </a:cubicBezTo>
                    <a:cubicBezTo>
                      <a:pt x="2118" y="4"/>
                      <a:pt x="2041" y="1"/>
                      <a:pt x="196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" name="Google Shape;607;p24"/>
              <p:cNvSpPr/>
              <p:nvPr/>
            </p:nvSpPr>
            <p:spPr>
              <a:xfrm>
                <a:off x="1639251" y="1584951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608" name="Google Shape;608;p24"/>
              <p:cNvSpPr/>
              <p:nvPr/>
            </p:nvSpPr>
            <p:spPr>
              <a:xfrm>
                <a:off x="1639251" y="1898619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609" name="Google Shape;609;p24"/>
              <p:cNvSpPr/>
              <p:nvPr/>
            </p:nvSpPr>
            <p:spPr>
              <a:xfrm>
                <a:off x="1639250" y="1962350"/>
                <a:ext cx="873309" cy="15875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610" name="Google Shape;610;p24"/>
              <p:cNvSpPr/>
              <p:nvPr/>
            </p:nvSpPr>
            <p:spPr>
              <a:xfrm>
                <a:off x="1639250" y="2026100"/>
                <a:ext cx="873309" cy="15875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611" name="Google Shape;611;p24"/>
              <p:cNvSpPr/>
              <p:nvPr/>
            </p:nvSpPr>
            <p:spPr>
              <a:xfrm>
                <a:off x="1639251" y="2089838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612" name="Google Shape;612;p24"/>
              <p:cNvSpPr/>
              <p:nvPr/>
            </p:nvSpPr>
            <p:spPr>
              <a:xfrm>
                <a:off x="1673565" y="2447629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613" name="Google Shape;613;p24"/>
            <p:cNvSpPr/>
            <p:nvPr/>
          </p:nvSpPr>
          <p:spPr>
            <a:xfrm>
              <a:off x="1727338" y="1543500"/>
              <a:ext cx="5718000" cy="1560900"/>
            </a:xfrm>
            <a:prstGeom prst="roundRect">
              <a:avLst>
                <a:gd fmla="val 28107" name="adj"/>
              </a:avLst>
            </a:prstGeom>
            <a:noFill/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4" name="Google Shape;614;p24"/>
          <p:cNvSpPr txBox="1"/>
          <p:nvPr>
            <p:ph idx="2" type="title"/>
          </p:nvPr>
        </p:nvSpPr>
        <p:spPr>
          <a:xfrm>
            <a:off x="2437050" y="1464848"/>
            <a:ext cx="4269900" cy="13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Origins of Dragons</a:t>
            </a:r>
            <a:endParaRPr>
              <a:latin typeface="Uncial Antiqua"/>
              <a:ea typeface="Uncial Antiqua"/>
              <a:cs typeface="Uncial Antiqua"/>
              <a:sym typeface="Uncial Antiqua"/>
            </a:endParaRPr>
          </a:p>
        </p:txBody>
      </p:sp>
      <p:sp>
        <p:nvSpPr>
          <p:cNvPr id="615" name="Google Shape;615;p24"/>
          <p:cNvSpPr/>
          <p:nvPr/>
        </p:nvSpPr>
        <p:spPr>
          <a:xfrm rot="-674623">
            <a:off x="602452" y="3311063"/>
            <a:ext cx="43723" cy="95471"/>
          </a:xfrm>
          <a:custGeom>
            <a:rect b="b" l="l" r="r" t="t"/>
            <a:pathLst>
              <a:path extrusionOk="0" h="1166" w="534">
                <a:moveTo>
                  <a:pt x="0" y="1"/>
                </a:moveTo>
                <a:cubicBezTo>
                  <a:pt x="147" y="377"/>
                  <a:pt x="294" y="752"/>
                  <a:pt x="452" y="1166"/>
                </a:cubicBezTo>
                <a:cubicBezTo>
                  <a:pt x="534" y="992"/>
                  <a:pt x="501" y="877"/>
                  <a:pt x="490" y="763"/>
                </a:cubicBezTo>
                <a:cubicBezTo>
                  <a:pt x="327" y="507"/>
                  <a:pt x="234" y="213"/>
                  <a:pt x="0" y="1"/>
                </a:cubicBezTo>
                <a:close/>
              </a:path>
            </a:pathLst>
          </a:custGeom>
          <a:solidFill>
            <a:srgbClr val="A8A8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0" name="Google Shape;620;p25"/>
          <p:cNvGrpSpPr/>
          <p:nvPr/>
        </p:nvGrpSpPr>
        <p:grpSpPr>
          <a:xfrm rot="10800000">
            <a:off x="1533871" y="3482727"/>
            <a:ext cx="6136184" cy="800986"/>
            <a:chOff x="3243785" y="3409948"/>
            <a:chExt cx="2685655" cy="732900"/>
          </a:xfrm>
        </p:grpSpPr>
        <p:sp>
          <p:nvSpPr>
            <p:cNvPr id="621" name="Google Shape;621;p25"/>
            <p:cNvSpPr/>
            <p:nvPr/>
          </p:nvSpPr>
          <p:spPr>
            <a:xfrm>
              <a:off x="3243840" y="3409948"/>
              <a:ext cx="2685600" cy="732900"/>
            </a:xfrm>
            <a:prstGeom prst="roundRect">
              <a:avLst>
                <a:gd fmla="val 20475" name="adj"/>
              </a:avLst>
            </a:prstGeom>
            <a:solidFill>
              <a:schemeClr val="accent1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25"/>
            <p:cNvSpPr/>
            <p:nvPr/>
          </p:nvSpPr>
          <p:spPr>
            <a:xfrm rot="-279772">
              <a:off x="5468139" y="3940404"/>
              <a:ext cx="412128" cy="143692"/>
            </a:xfrm>
            <a:custGeom>
              <a:rect b="b" l="l" r="r" t="t"/>
              <a:pathLst>
                <a:path extrusionOk="0" h="2802" w="8976">
                  <a:moveTo>
                    <a:pt x="8931" y="1"/>
                  </a:moveTo>
                  <a:cubicBezTo>
                    <a:pt x="8782" y="849"/>
                    <a:pt x="8321" y="1623"/>
                    <a:pt x="7636" y="2085"/>
                  </a:cubicBezTo>
                  <a:cubicBezTo>
                    <a:pt x="7294" y="2323"/>
                    <a:pt x="6907" y="2472"/>
                    <a:pt x="6490" y="2546"/>
                  </a:cubicBezTo>
                  <a:cubicBezTo>
                    <a:pt x="6297" y="2576"/>
                    <a:pt x="6088" y="2576"/>
                    <a:pt x="5865" y="2576"/>
                  </a:cubicBezTo>
                  <a:cubicBezTo>
                    <a:pt x="5642" y="2576"/>
                    <a:pt x="5433" y="2591"/>
                    <a:pt x="5210" y="2591"/>
                  </a:cubicBezTo>
                  <a:cubicBezTo>
                    <a:pt x="4994" y="2598"/>
                    <a:pt x="4778" y="2602"/>
                    <a:pt x="4563" y="2602"/>
                  </a:cubicBezTo>
                  <a:cubicBezTo>
                    <a:pt x="4347" y="2602"/>
                    <a:pt x="4131" y="2598"/>
                    <a:pt x="3915" y="2591"/>
                  </a:cubicBezTo>
                  <a:cubicBezTo>
                    <a:pt x="3469" y="2576"/>
                    <a:pt x="3037" y="2531"/>
                    <a:pt x="2605" y="2501"/>
                  </a:cubicBezTo>
                  <a:cubicBezTo>
                    <a:pt x="2281" y="2485"/>
                    <a:pt x="1958" y="2476"/>
                    <a:pt x="1633" y="2476"/>
                  </a:cubicBezTo>
                  <a:cubicBezTo>
                    <a:pt x="1092" y="2476"/>
                    <a:pt x="549" y="2500"/>
                    <a:pt x="0" y="2546"/>
                  </a:cubicBezTo>
                  <a:lnTo>
                    <a:pt x="0" y="2576"/>
                  </a:lnTo>
                  <a:cubicBezTo>
                    <a:pt x="864" y="2680"/>
                    <a:pt x="1742" y="2725"/>
                    <a:pt x="2605" y="2725"/>
                  </a:cubicBezTo>
                  <a:cubicBezTo>
                    <a:pt x="3037" y="2710"/>
                    <a:pt x="3469" y="2680"/>
                    <a:pt x="3900" y="2680"/>
                  </a:cubicBezTo>
                  <a:cubicBezTo>
                    <a:pt x="4347" y="2680"/>
                    <a:pt x="4778" y="2710"/>
                    <a:pt x="5210" y="2740"/>
                  </a:cubicBezTo>
                  <a:cubicBezTo>
                    <a:pt x="5418" y="2755"/>
                    <a:pt x="5642" y="2769"/>
                    <a:pt x="5850" y="2784"/>
                  </a:cubicBezTo>
                  <a:cubicBezTo>
                    <a:pt x="5979" y="2793"/>
                    <a:pt x="6108" y="2801"/>
                    <a:pt x="6237" y="2801"/>
                  </a:cubicBezTo>
                  <a:cubicBezTo>
                    <a:pt x="6331" y="2801"/>
                    <a:pt x="6426" y="2797"/>
                    <a:pt x="6520" y="2784"/>
                  </a:cubicBezTo>
                  <a:cubicBezTo>
                    <a:pt x="6981" y="2740"/>
                    <a:pt x="7413" y="2576"/>
                    <a:pt x="7785" y="2308"/>
                  </a:cubicBezTo>
                  <a:cubicBezTo>
                    <a:pt x="8529" y="1787"/>
                    <a:pt x="8976" y="879"/>
                    <a:pt x="89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25"/>
            <p:cNvSpPr/>
            <p:nvPr/>
          </p:nvSpPr>
          <p:spPr>
            <a:xfrm rot="451316">
              <a:off x="5516812" y="3474563"/>
              <a:ext cx="357556" cy="78458"/>
            </a:xfrm>
            <a:custGeom>
              <a:rect b="b" l="l" r="r" t="t"/>
              <a:pathLst>
                <a:path extrusionOk="0" h="1344" w="6833">
                  <a:moveTo>
                    <a:pt x="4686" y="0"/>
                  </a:moveTo>
                  <a:cubicBezTo>
                    <a:pt x="4637" y="0"/>
                    <a:pt x="4589" y="1"/>
                    <a:pt x="4540" y="4"/>
                  </a:cubicBezTo>
                  <a:lnTo>
                    <a:pt x="3632" y="48"/>
                  </a:lnTo>
                  <a:cubicBezTo>
                    <a:pt x="2412" y="138"/>
                    <a:pt x="1206" y="242"/>
                    <a:pt x="0" y="420"/>
                  </a:cubicBezTo>
                  <a:cubicBezTo>
                    <a:pt x="155" y="422"/>
                    <a:pt x="310" y="423"/>
                    <a:pt x="465" y="423"/>
                  </a:cubicBezTo>
                  <a:cubicBezTo>
                    <a:pt x="1528" y="423"/>
                    <a:pt x="2582" y="379"/>
                    <a:pt x="3647" y="301"/>
                  </a:cubicBezTo>
                  <a:lnTo>
                    <a:pt x="4555" y="242"/>
                  </a:lnTo>
                  <a:cubicBezTo>
                    <a:pt x="4626" y="234"/>
                    <a:pt x="4698" y="231"/>
                    <a:pt x="4770" y="231"/>
                  </a:cubicBezTo>
                  <a:cubicBezTo>
                    <a:pt x="4986" y="231"/>
                    <a:pt x="5206" y="264"/>
                    <a:pt x="5419" y="331"/>
                  </a:cubicBezTo>
                  <a:cubicBezTo>
                    <a:pt x="5969" y="480"/>
                    <a:pt x="6475" y="852"/>
                    <a:pt x="6833" y="1343"/>
                  </a:cubicBezTo>
                  <a:cubicBezTo>
                    <a:pt x="6565" y="793"/>
                    <a:pt x="6073" y="346"/>
                    <a:pt x="5478" y="138"/>
                  </a:cubicBezTo>
                  <a:cubicBezTo>
                    <a:pt x="5226" y="37"/>
                    <a:pt x="4953" y="0"/>
                    <a:pt x="4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25"/>
            <p:cNvSpPr/>
            <p:nvPr/>
          </p:nvSpPr>
          <p:spPr>
            <a:xfrm>
              <a:off x="5556294" y="3696143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625" name="Google Shape;625;p25"/>
            <p:cNvSpPr/>
            <p:nvPr/>
          </p:nvSpPr>
          <p:spPr>
            <a:xfrm>
              <a:off x="5482647" y="3726071"/>
              <a:ext cx="383129" cy="7455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626" name="Google Shape;626;p25"/>
            <p:cNvSpPr/>
            <p:nvPr/>
          </p:nvSpPr>
          <p:spPr>
            <a:xfrm>
              <a:off x="5482647" y="3538795"/>
              <a:ext cx="383129" cy="7455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627" name="Google Shape;627;p25"/>
            <p:cNvSpPr/>
            <p:nvPr/>
          </p:nvSpPr>
          <p:spPr>
            <a:xfrm>
              <a:off x="5556294" y="3632424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628" name="Google Shape;628;p25"/>
            <p:cNvSpPr/>
            <p:nvPr/>
          </p:nvSpPr>
          <p:spPr>
            <a:xfrm>
              <a:off x="5556294" y="3600568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629" name="Google Shape;629;p25"/>
            <p:cNvSpPr/>
            <p:nvPr/>
          </p:nvSpPr>
          <p:spPr>
            <a:xfrm>
              <a:off x="5556294" y="3937480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630" name="Google Shape;630;p25"/>
            <p:cNvSpPr/>
            <p:nvPr/>
          </p:nvSpPr>
          <p:spPr>
            <a:xfrm>
              <a:off x="3293644" y="3571861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631" name="Google Shape;631;p25"/>
            <p:cNvSpPr/>
            <p:nvPr/>
          </p:nvSpPr>
          <p:spPr>
            <a:xfrm rot="-5669091">
              <a:off x="3130754" y="3617521"/>
              <a:ext cx="598271" cy="290204"/>
            </a:xfrm>
            <a:custGeom>
              <a:rect b="b" l="l" r="r" t="t"/>
              <a:pathLst>
                <a:path extrusionOk="0" h="6455" w="12817">
                  <a:moveTo>
                    <a:pt x="1961" y="1"/>
                  </a:moveTo>
                  <a:cubicBezTo>
                    <a:pt x="1823" y="1"/>
                    <a:pt x="1675" y="11"/>
                    <a:pt x="1534" y="39"/>
                  </a:cubicBezTo>
                  <a:cubicBezTo>
                    <a:pt x="1311" y="84"/>
                    <a:pt x="1102" y="173"/>
                    <a:pt x="924" y="292"/>
                  </a:cubicBezTo>
                  <a:cubicBezTo>
                    <a:pt x="551" y="545"/>
                    <a:pt x="284" y="932"/>
                    <a:pt x="135" y="1349"/>
                  </a:cubicBezTo>
                  <a:cubicBezTo>
                    <a:pt x="75" y="1543"/>
                    <a:pt x="31" y="1766"/>
                    <a:pt x="16" y="1989"/>
                  </a:cubicBezTo>
                  <a:lnTo>
                    <a:pt x="1" y="2614"/>
                  </a:lnTo>
                  <a:cubicBezTo>
                    <a:pt x="1" y="3031"/>
                    <a:pt x="1" y="3448"/>
                    <a:pt x="1" y="3880"/>
                  </a:cubicBezTo>
                  <a:lnTo>
                    <a:pt x="31" y="3880"/>
                  </a:lnTo>
                  <a:cubicBezTo>
                    <a:pt x="75" y="3463"/>
                    <a:pt x="105" y="3046"/>
                    <a:pt x="150" y="2629"/>
                  </a:cubicBezTo>
                  <a:lnTo>
                    <a:pt x="194" y="1989"/>
                  </a:lnTo>
                  <a:cubicBezTo>
                    <a:pt x="209" y="1796"/>
                    <a:pt x="269" y="1602"/>
                    <a:pt x="328" y="1409"/>
                  </a:cubicBezTo>
                  <a:cubicBezTo>
                    <a:pt x="462" y="1037"/>
                    <a:pt x="715" y="709"/>
                    <a:pt x="1043" y="486"/>
                  </a:cubicBezTo>
                  <a:cubicBezTo>
                    <a:pt x="1206" y="382"/>
                    <a:pt x="1400" y="307"/>
                    <a:pt x="1579" y="263"/>
                  </a:cubicBezTo>
                  <a:cubicBezTo>
                    <a:pt x="1701" y="234"/>
                    <a:pt x="1824" y="224"/>
                    <a:pt x="1950" y="224"/>
                  </a:cubicBezTo>
                  <a:cubicBezTo>
                    <a:pt x="2023" y="224"/>
                    <a:pt x="2098" y="227"/>
                    <a:pt x="2174" y="233"/>
                  </a:cubicBezTo>
                  <a:cubicBezTo>
                    <a:pt x="3022" y="263"/>
                    <a:pt x="3856" y="277"/>
                    <a:pt x="4689" y="307"/>
                  </a:cubicBezTo>
                  <a:cubicBezTo>
                    <a:pt x="5538" y="352"/>
                    <a:pt x="6371" y="411"/>
                    <a:pt x="7205" y="486"/>
                  </a:cubicBezTo>
                  <a:cubicBezTo>
                    <a:pt x="8039" y="560"/>
                    <a:pt x="8887" y="620"/>
                    <a:pt x="9721" y="679"/>
                  </a:cubicBezTo>
                  <a:lnTo>
                    <a:pt x="10033" y="694"/>
                  </a:lnTo>
                  <a:cubicBezTo>
                    <a:pt x="10122" y="709"/>
                    <a:pt x="10227" y="724"/>
                    <a:pt x="10331" y="739"/>
                  </a:cubicBezTo>
                  <a:cubicBezTo>
                    <a:pt x="10524" y="783"/>
                    <a:pt x="10703" y="843"/>
                    <a:pt x="10882" y="932"/>
                  </a:cubicBezTo>
                  <a:cubicBezTo>
                    <a:pt x="11239" y="1111"/>
                    <a:pt x="11566" y="1364"/>
                    <a:pt x="11819" y="1677"/>
                  </a:cubicBezTo>
                  <a:cubicBezTo>
                    <a:pt x="12325" y="2302"/>
                    <a:pt x="12564" y="3120"/>
                    <a:pt x="12534" y="3939"/>
                  </a:cubicBezTo>
                  <a:cubicBezTo>
                    <a:pt x="12519" y="4773"/>
                    <a:pt x="12504" y="5621"/>
                    <a:pt x="12504" y="6455"/>
                  </a:cubicBezTo>
                  <a:lnTo>
                    <a:pt x="12534" y="6455"/>
                  </a:lnTo>
                  <a:cubicBezTo>
                    <a:pt x="12623" y="5621"/>
                    <a:pt x="12683" y="4788"/>
                    <a:pt x="12742" y="3939"/>
                  </a:cubicBezTo>
                  <a:cubicBezTo>
                    <a:pt x="12817" y="3091"/>
                    <a:pt x="12578" y="2183"/>
                    <a:pt x="12028" y="1498"/>
                  </a:cubicBezTo>
                  <a:cubicBezTo>
                    <a:pt x="11760" y="1156"/>
                    <a:pt x="11403" y="873"/>
                    <a:pt x="11001" y="694"/>
                  </a:cubicBezTo>
                  <a:cubicBezTo>
                    <a:pt x="10807" y="590"/>
                    <a:pt x="10584" y="530"/>
                    <a:pt x="10375" y="486"/>
                  </a:cubicBezTo>
                  <a:cubicBezTo>
                    <a:pt x="10271" y="456"/>
                    <a:pt x="10152" y="456"/>
                    <a:pt x="10048" y="441"/>
                  </a:cubicBezTo>
                  <a:lnTo>
                    <a:pt x="9735" y="426"/>
                  </a:lnTo>
                  <a:cubicBezTo>
                    <a:pt x="8887" y="396"/>
                    <a:pt x="8053" y="367"/>
                    <a:pt x="7220" y="337"/>
                  </a:cubicBezTo>
                  <a:cubicBezTo>
                    <a:pt x="6371" y="307"/>
                    <a:pt x="5538" y="277"/>
                    <a:pt x="4704" y="218"/>
                  </a:cubicBezTo>
                  <a:cubicBezTo>
                    <a:pt x="3871" y="173"/>
                    <a:pt x="3022" y="84"/>
                    <a:pt x="2189" y="9"/>
                  </a:cubicBezTo>
                  <a:cubicBezTo>
                    <a:pt x="2118" y="4"/>
                    <a:pt x="2041" y="1"/>
                    <a:pt x="19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25"/>
            <p:cNvSpPr/>
            <p:nvPr/>
          </p:nvSpPr>
          <p:spPr>
            <a:xfrm>
              <a:off x="3293644" y="3548845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633" name="Google Shape;633;p25"/>
            <p:cNvSpPr/>
            <p:nvPr/>
          </p:nvSpPr>
          <p:spPr>
            <a:xfrm>
              <a:off x="3293644" y="3696143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634" name="Google Shape;634;p25"/>
            <p:cNvSpPr/>
            <p:nvPr/>
          </p:nvSpPr>
          <p:spPr>
            <a:xfrm>
              <a:off x="3293643" y="3726071"/>
              <a:ext cx="383129" cy="7455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635" name="Google Shape;635;p25"/>
            <p:cNvSpPr/>
            <p:nvPr/>
          </p:nvSpPr>
          <p:spPr>
            <a:xfrm>
              <a:off x="3293643" y="3756008"/>
              <a:ext cx="383129" cy="7455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636" name="Google Shape;636;p25"/>
            <p:cNvSpPr/>
            <p:nvPr/>
          </p:nvSpPr>
          <p:spPr>
            <a:xfrm>
              <a:off x="3293644" y="3785940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637" name="Google Shape;637;p25"/>
            <p:cNvSpPr/>
            <p:nvPr/>
          </p:nvSpPr>
          <p:spPr>
            <a:xfrm>
              <a:off x="3308698" y="3953958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pic>
          <p:nvPicPr>
            <p:cNvPr id="638" name="Google Shape;638;p25"/>
            <p:cNvPicPr preferRelativeResize="0"/>
            <p:nvPr/>
          </p:nvPicPr>
          <p:blipFill rotWithShape="1">
            <a:blip r:embed="rId3">
              <a:alphaModFix amt="35000"/>
            </a:blip>
            <a:srcRect b="8896" l="18257" r="14795" t="60755"/>
            <a:stretch/>
          </p:blipFill>
          <p:spPr>
            <a:xfrm>
              <a:off x="3243785" y="3409948"/>
              <a:ext cx="2685600" cy="732900"/>
            </a:xfrm>
            <a:prstGeom prst="roundRect">
              <a:avLst>
                <a:gd fmla="val 31255" name="adj"/>
              </a:avLst>
            </a:prstGeom>
            <a:noFill/>
            <a:ln>
              <a:noFill/>
            </a:ln>
          </p:spPr>
        </p:pic>
      </p:grpSp>
      <p:grpSp>
        <p:nvGrpSpPr>
          <p:cNvPr id="639" name="Google Shape;639;p25"/>
          <p:cNvGrpSpPr/>
          <p:nvPr/>
        </p:nvGrpSpPr>
        <p:grpSpPr>
          <a:xfrm flipH="1" rot="10800000">
            <a:off x="1533912" y="1707402"/>
            <a:ext cx="6136184" cy="800986"/>
            <a:chOff x="3243785" y="3409948"/>
            <a:chExt cx="2685655" cy="732900"/>
          </a:xfrm>
        </p:grpSpPr>
        <p:sp>
          <p:nvSpPr>
            <p:cNvPr id="640" name="Google Shape;640;p25"/>
            <p:cNvSpPr/>
            <p:nvPr/>
          </p:nvSpPr>
          <p:spPr>
            <a:xfrm>
              <a:off x="3243840" y="3409948"/>
              <a:ext cx="2685600" cy="732900"/>
            </a:xfrm>
            <a:prstGeom prst="roundRect">
              <a:avLst>
                <a:gd fmla="val 20475" name="adj"/>
              </a:avLst>
            </a:prstGeom>
            <a:solidFill>
              <a:schemeClr val="accent1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25"/>
            <p:cNvSpPr/>
            <p:nvPr/>
          </p:nvSpPr>
          <p:spPr>
            <a:xfrm rot="-279772">
              <a:off x="5468139" y="3940404"/>
              <a:ext cx="412128" cy="143692"/>
            </a:xfrm>
            <a:custGeom>
              <a:rect b="b" l="l" r="r" t="t"/>
              <a:pathLst>
                <a:path extrusionOk="0" h="2802" w="8976">
                  <a:moveTo>
                    <a:pt x="8931" y="1"/>
                  </a:moveTo>
                  <a:cubicBezTo>
                    <a:pt x="8782" y="849"/>
                    <a:pt x="8321" y="1623"/>
                    <a:pt x="7636" y="2085"/>
                  </a:cubicBezTo>
                  <a:cubicBezTo>
                    <a:pt x="7294" y="2323"/>
                    <a:pt x="6907" y="2472"/>
                    <a:pt x="6490" y="2546"/>
                  </a:cubicBezTo>
                  <a:cubicBezTo>
                    <a:pt x="6297" y="2576"/>
                    <a:pt x="6088" y="2576"/>
                    <a:pt x="5865" y="2576"/>
                  </a:cubicBezTo>
                  <a:cubicBezTo>
                    <a:pt x="5642" y="2576"/>
                    <a:pt x="5433" y="2591"/>
                    <a:pt x="5210" y="2591"/>
                  </a:cubicBezTo>
                  <a:cubicBezTo>
                    <a:pt x="4994" y="2598"/>
                    <a:pt x="4778" y="2602"/>
                    <a:pt x="4563" y="2602"/>
                  </a:cubicBezTo>
                  <a:cubicBezTo>
                    <a:pt x="4347" y="2602"/>
                    <a:pt x="4131" y="2598"/>
                    <a:pt x="3915" y="2591"/>
                  </a:cubicBezTo>
                  <a:cubicBezTo>
                    <a:pt x="3469" y="2576"/>
                    <a:pt x="3037" y="2531"/>
                    <a:pt x="2605" y="2501"/>
                  </a:cubicBezTo>
                  <a:cubicBezTo>
                    <a:pt x="2281" y="2485"/>
                    <a:pt x="1958" y="2476"/>
                    <a:pt x="1633" y="2476"/>
                  </a:cubicBezTo>
                  <a:cubicBezTo>
                    <a:pt x="1092" y="2476"/>
                    <a:pt x="549" y="2500"/>
                    <a:pt x="0" y="2546"/>
                  </a:cubicBezTo>
                  <a:lnTo>
                    <a:pt x="0" y="2576"/>
                  </a:lnTo>
                  <a:cubicBezTo>
                    <a:pt x="864" y="2680"/>
                    <a:pt x="1742" y="2725"/>
                    <a:pt x="2605" y="2725"/>
                  </a:cubicBezTo>
                  <a:cubicBezTo>
                    <a:pt x="3037" y="2710"/>
                    <a:pt x="3469" y="2680"/>
                    <a:pt x="3900" y="2680"/>
                  </a:cubicBezTo>
                  <a:cubicBezTo>
                    <a:pt x="4347" y="2680"/>
                    <a:pt x="4778" y="2710"/>
                    <a:pt x="5210" y="2740"/>
                  </a:cubicBezTo>
                  <a:cubicBezTo>
                    <a:pt x="5418" y="2755"/>
                    <a:pt x="5642" y="2769"/>
                    <a:pt x="5850" y="2784"/>
                  </a:cubicBezTo>
                  <a:cubicBezTo>
                    <a:pt x="5979" y="2793"/>
                    <a:pt x="6108" y="2801"/>
                    <a:pt x="6237" y="2801"/>
                  </a:cubicBezTo>
                  <a:cubicBezTo>
                    <a:pt x="6331" y="2801"/>
                    <a:pt x="6426" y="2797"/>
                    <a:pt x="6520" y="2784"/>
                  </a:cubicBezTo>
                  <a:cubicBezTo>
                    <a:pt x="6981" y="2740"/>
                    <a:pt x="7413" y="2576"/>
                    <a:pt x="7785" y="2308"/>
                  </a:cubicBezTo>
                  <a:cubicBezTo>
                    <a:pt x="8529" y="1787"/>
                    <a:pt x="8976" y="879"/>
                    <a:pt x="89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25"/>
            <p:cNvSpPr/>
            <p:nvPr/>
          </p:nvSpPr>
          <p:spPr>
            <a:xfrm rot="451316">
              <a:off x="5516812" y="3474563"/>
              <a:ext cx="357556" cy="78458"/>
            </a:xfrm>
            <a:custGeom>
              <a:rect b="b" l="l" r="r" t="t"/>
              <a:pathLst>
                <a:path extrusionOk="0" h="1344" w="6833">
                  <a:moveTo>
                    <a:pt x="4686" y="0"/>
                  </a:moveTo>
                  <a:cubicBezTo>
                    <a:pt x="4637" y="0"/>
                    <a:pt x="4589" y="1"/>
                    <a:pt x="4540" y="4"/>
                  </a:cubicBezTo>
                  <a:lnTo>
                    <a:pt x="3632" y="48"/>
                  </a:lnTo>
                  <a:cubicBezTo>
                    <a:pt x="2412" y="138"/>
                    <a:pt x="1206" y="242"/>
                    <a:pt x="0" y="420"/>
                  </a:cubicBezTo>
                  <a:cubicBezTo>
                    <a:pt x="155" y="422"/>
                    <a:pt x="310" y="423"/>
                    <a:pt x="465" y="423"/>
                  </a:cubicBezTo>
                  <a:cubicBezTo>
                    <a:pt x="1528" y="423"/>
                    <a:pt x="2582" y="379"/>
                    <a:pt x="3647" y="301"/>
                  </a:cubicBezTo>
                  <a:lnTo>
                    <a:pt x="4555" y="242"/>
                  </a:lnTo>
                  <a:cubicBezTo>
                    <a:pt x="4626" y="234"/>
                    <a:pt x="4698" y="231"/>
                    <a:pt x="4770" y="231"/>
                  </a:cubicBezTo>
                  <a:cubicBezTo>
                    <a:pt x="4986" y="231"/>
                    <a:pt x="5206" y="264"/>
                    <a:pt x="5419" y="331"/>
                  </a:cubicBezTo>
                  <a:cubicBezTo>
                    <a:pt x="5969" y="480"/>
                    <a:pt x="6475" y="852"/>
                    <a:pt x="6833" y="1343"/>
                  </a:cubicBezTo>
                  <a:cubicBezTo>
                    <a:pt x="6565" y="793"/>
                    <a:pt x="6073" y="346"/>
                    <a:pt x="5478" y="138"/>
                  </a:cubicBezTo>
                  <a:cubicBezTo>
                    <a:pt x="5226" y="37"/>
                    <a:pt x="4953" y="0"/>
                    <a:pt x="4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25"/>
            <p:cNvSpPr/>
            <p:nvPr/>
          </p:nvSpPr>
          <p:spPr>
            <a:xfrm>
              <a:off x="5556294" y="3696143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644" name="Google Shape;644;p25"/>
            <p:cNvSpPr/>
            <p:nvPr/>
          </p:nvSpPr>
          <p:spPr>
            <a:xfrm>
              <a:off x="5482647" y="3726071"/>
              <a:ext cx="383129" cy="7455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645" name="Google Shape;645;p25"/>
            <p:cNvSpPr/>
            <p:nvPr/>
          </p:nvSpPr>
          <p:spPr>
            <a:xfrm>
              <a:off x="5482647" y="3538795"/>
              <a:ext cx="383129" cy="7455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646" name="Google Shape;646;p25"/>
            <p:cNvSpPr/>
            <p:nvPr/>
          </p:nvSpPr>
          <p:spPr>
            <a:xfrm>
              <a:off x="5556294" y="3632424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647" name="Google Shape;647;p25"/>
            <p:cNvSpPr/>
            <p:nvPr/>
          </p:nvSpPr>
          <p:spPr>
            <a:xfrm>
              <a:off x="5556294" y="3600568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648" name="Google Shape;648;p25"/>
            <p:cNvSpPr/>
            <p:nvPr/>
          </p:nvSpPr>
          <p:spPr>
            <a:xfrm>
              <a:off x="5556294" y="3937480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649" name="Google Shape;649;p25"/>
            <p:cNvSpPr/>
            <p:nvPr/>
          </p:nvSpPr>
          <p:spPr>
            <a:xfrm>
              <a:off x="3293644" y="3571861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650" name="Google Shape;650;p25"/>
            <p:cNvSpPr/>
            <p:nvPr/>
          </p:nvSpPr>
          <p:spPr>
            <a:xfrm rot="-5669091">
              <a:off x="3130754" y="3617521"/>
              <a:ext cx="598271" cy="290204"/>
            </a:xfrm>
            <a:custGeom>
              <a:rect b="b" l="l" r="r" t="t"/>
              <a:pathLst>
                <a:path extrusionOk="0" h="6455" w="12817">
                  <a:moveTo>
                    <a:pt x="1961" y="1"/>
                  </a:moveTo>
                  <a:cubicBezTo>
                    <a:pt x="1823" y="1"/>
                    <a:pt x="1675" y="11"/>
                    <a:pt x="1534" y="39"/>
                  </a:cubicBezTo>
                  <a:cubicBezTo>
                    <a:pt x="1311" y="84"/>
                    <a:pt x="1102" y="173"/>
                    <a:pt x="924" y="292"/>
                  </a:cubicBezTo>
                  <a:cubicBezTo>
                    <a:pt x="551" y="545"/>
                    <a:pt x="284" y="932"/>
                    <a:pt x="135" y="1349"/>
                  </a:cubicBezTo>
                  <a:cubicBezTo>
                    <a:pt x="75" y="1543"/>
                    <a:pt x="31" y="1766"/>
                    <a:pt x="16" y="1989"/>
                  </a:cubicBezTo>
                  <a:lnTo>
                    <a:pt x="1" y="2614"/>
                  </a:lnTo>
                  <a:cubicBezTo>
                    <a:pt x="1" y="3031"/>
                    <a:pt x="1" y="3448"/>
                    <a:pt x="1" y="3880"/>
                  </a:cubicBezTo>
                  <a:lnTo>
                    <a:pt x="31" y="3880"/>
                  </a:lnTo>
                  <a:cubicBezTo>
                    <a:pt x="75" y="3463"/>
                    <a:pt x="105" y="3046"/>
                    <a:pt x="150" y="2629"/>
                  </a:cubicBezTo>
                  <a:lnTo>
                    <a:pt x="194" y="1989"/>
                  </a:lnTo>
                  <a:cubicBezTo>
                    <a:pt x="209" y="1796"/>
                    <a:pt x="269" y="1602"/>
                    <a:pt x="328" y="1409"/>
                  </a:cubicBezTo>
                  <a:cubicBezTo>
                    <a:pt x="462" y="1037"/>
                    <a:pt x="715" y="709"/>
                    <a:pt x="1043" y="486"/>
                  </a:cubicBezTo>
                  <a:cubicBezTo>
                    <a:pt x="1206" y="382"/>
                    <a:pt x="1400" y="307"/>
                    <a:pt x="1579" y="263"/>
                  </a:cubicBezTo>
                  <a:cubicBezTo>
                    <a:pt x="1701" y="234"/>
                    <a:pt x="1824" y="224"/>
                    <a:pt x="1950" y="224"/>
                  </a:cubicBezTo>
                  <a:cubicBezTo>
                    <a:pt x="2023" y="224"/>
                    <a:pt x="2098" y="227"/>
                    <a:pt x="2174" y="233"/>
                  </a:cubicBezTo>
                  <a:cubicBezTo>
                    <a:pt x="3022" y="263"/>
                    <a:pt x="3856" y="277"/>
                    <a:pt x="4689" y="307"/>
                  </a:cubicBezTo>
                  <a:cubicBezTo>
                    <a:pt x="5538" y="352"/>
                    <a:pt x="6371" y="411"/>
                    <a:pt x="7205" y="486"/>
                  </a:cubicBezTo>
                  <a:cubicBezTo>
                    <a:pt x="8039" y="560"/>
                    <a:pt x="8887" y="620"/>
                    <a:pt x="9721" y="679"/>
                  </a:cubicBezTo>
                  <a:lnTo>
                    <a:pt x="10033" y="694"/>
                  </a:lnTo>
                  <a:cubicBezTo>
                    <a:pt x="10122" y="709"/>
                    <a:pt x="10227" y="724"/>
                    <a:pt x="10331" y="739"/>
                  </a:cubicBezTo>
                  <a:cubicBezTo>
                    <a:pt x="10524" y="783"/>
                    <a:pt x="10703" y="843"/>
                    <a:pt x="10882" y="932"/>
                  </a:cubicBezTo>
                  <a:cubicBezTo>
                    <a:pt x="11239" y="1111"/>
                    <a:pt x="11566" y="1364"/>
                    <a:pt x="11819" y="1677"/>
                  </a:cubicBezTo>
                  <a:cubicBezTo>
                    <a:pt x="12325" y="2302"/>
                    <a:pt x="12564" y="3120"/>
                    <a:pt x="12534" y="3939"/>
                  </a:cubicBezTo>
                  <a:cubicBezTo>
                    <a:pt x="12519" y="4773"/>
                    <a:pt x="12504" y="5621"/>
                    <a:pt x="12504" y="6455"/>
                  </a:cubicBezTo>
                  <a:lnTo>
                    <a:pt x="12534" y="6455"/>
                  </a:lnTo>
                  <a:cubicBezTo>
                    <a:pt x="12623" y="5621"/>
                    <a:pt x="12683" y="4788"/>
                    <a:pt x="12742" y="3939"/>
                  </a:cubicBezTo>
                  <a:cubicBezTo>
                    <a:pt x="12817" y="3091"/>
                    <a:pt x="12578" y="2183"/>
                    <a:pt x="12028" y="1498"/>
                  </a:cubicBezTo>
                  <a:cubicBezTo>
                    <a:pt x="11760" y="1156"/>
                    <a:pt x="11403" y="873"/>
                    <a:pt x="11001" y="694"/>
                  </a:cubicBezTo>
                  <a:cubicBezTo>
                    <a:pt x="10807" y="590"/>
                    <a:pt x="10584" y="530"/>
                    <a:pt x="10375" y="486"/>
                  </a:cubicBezTo>
                  <a:cubicBezTo>
                    <a:pt x="10271" y="456"/>
                    <a:pt x="10152" y="456"/>
                    <a:pt x="10048" y="441"/>
                  </a:cubicBezTo>
                  <a:lnTo>
                    <a:pt x="9735" y="426"/>
                  </a:lnTo>
                  <a:cubicBezTo>
                    <a:pt x="8887" y="396"/>
                    <a:pt x="8053" y="367"/>
                    <a:pt x="7220" y="337"/>
                  </a:cubicBezTo>
                  <a:cubicBezTo>
                    <a:pt x="6371" y="307"/>
                    <a:pt x="5538" y="277"/>
                    <a:pt x="4704" y="218"/>
                  </a:cubicBezTo>
                  <a:cubicBezTo>
                    <a:pt x="3871" y="173"/>
                    <a:pt x="3022" y="84"/>
                    <a:pt x="2189" y="9"/>
                  </a:cubicBezTo>
                  <a:cubicBezTo>
                    <a:pt x="2118" y="4"/>
                    <a:pt x="2041" y="1"/>
                    <a:pt x="19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25"/>
            <p:cNvSpPr/>
            <p:nvPr/>
          </p:nvSpPr>
          <p:spPr>
            <a:xfrm>
              <a:off x="3293644" y="3548845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652" name="Google Shape;652;p25"/>
            <p:cNvSpPr/>
            <p:nvPr/>
          </p:nvSpPr>
          <p:spPr>
            <a:xfrm>
              <a:off x="3293644" y="3696143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653" name="Google Shape;653;p25"/>
            <p:cNvSpPr/>
            <p:nvPr/>
          </p:nvSpPr>
          <p:spPr>
            <a:xfrm>
              <a:off x="3293643" y="3726071"/>
              <a:ext cx="383129" cy="7455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654" name="Google Shape;654;p25"/>
            <p:cNvSpPr/>
            <p:nvPr/>
          </p:nvSpPr>
          <p:spPr>
            <a:xfrm>
              <a:off x="3293643" y="3756008"/>
              <a:ext cx="383129" cy="7455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655" name="Google Shape;655;p25"/>
            <p:cNvSpPr/>
            <p:nvPr/>
          </p:nvSpPr>
          <p:spPr>
            <a:xfrm>
              <a:off x="3293644" y="3785940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656" name="Google Shape;656;p25"/>
            <p:cNvSpPr/>
            <p:nvPr/>
          </p:nvSpPr>
          <p:spPr>
            <a:xfrm>
              <a:off x="3308698" y="3953958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pic>
          <p:nvPicPr>
            <p:cNvPr id="657" name="Google Shape;657;p25"/>
            <p:cNvPicPr preferRelativeResize="0"/>
            <p:nvPr/>
          </p:nvPicPr>
          <p:blipFill rotWithShape="1">
            <a:blip r:embed="rId3">
              <a:alphaModFix amt="35000"/>
            </a:blip>
            <a:srcRect b="8896" l="18257" r="14795" t="60755"/>
            <a:stretch/>
          </p:blipFill>
          <p:spPr>
            <a:xfrm>
              <a:off x="3243785" y="3409948"/>
              <a:ext cx="2685600" cy="732900"/>
            </a:xfrm>
            <a:prstGeom prst="roundRect">
              <a:avLst>
                <a:gd fmla="val 31255" name="adj"/>
              </a:avLst>
            </a:prstGeom>
            <a:noFill/>
            <a:ln>
              <a:noFill/>
            </a:ln>
          </p:spPr>
        </p:pic>
      </p:grpSp>
      <p:sp>
        <p:nvSpPr>
          <p:cNvPr id="658" name="Google Shape;658;p25"/>
          <p:cNvSpPr txBox="1"/>
          <p:nvPr>
            <p:ph type="title"/>
          </p:nvPr>
        </p:nvSpPr>
        <p:spPr>
          <a:xfrm>
            <a:off x="1759200" y="707535"/>
            <a:ext cx="5625600" cy="99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Thesis</a:t>
            </a:r>
            <a:endParaRPr/>
          </a:p>
        </p:txBody>
      </p:sp>
      <p:sp>
        <p:nvSpPr>
          <p:cNvPr id="659" name="Google Shape;659;p25"/>
          <p:cNvSpPr txBox="1"/>
          <p:nvPr>
            <p:ph idx="2" type="title"/>
          </p:nvPr>
        </p:nvSpPr>
        <p:spPr>
          <a:xfrm>
            <a:off x="1759200" y="1756350"/>
            <a:ext cx="5655600" cy="67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The cross-cultural prevalence of dragons is best understood not as the result of a single origin, but as the intersection of evolutionary cognition, environmental influences, symbolic systems, and historical interactions, demonstrating the need for a multi-framework anthropological approach to myth analysis.</a:t>
            </a:r>
            <a:endParaRPr sz="1200"/>
          </a:p>
        </p:txBody>
      </p:sp>
      <p:sp>
        <p:nvSpPr>
          <p:cNvPr id="660" name="Google Shape;660;p25"/>
          <p:cNvSpPr txBox="1"/>
          <p:nvPr>
            <p:ph idx="3" type="title"/>
          </p:nvPr>
        </p:nvSpPr>
        <p:spPr>
          <a:xfrm>
            <a:off x="1759200" y="2487185"/>
            <a:ext cx="5625600" cy="99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Research Questions</a:t>
            </a:r>
            <a:endParaRPr sz="3800"/>
          </a:p>
        </p:txBody>
      </p:sp>
      <p:sp>
        <p:nvSpPr>
          <p:cNvPr id="661" name="Google Shape;661;p25"/>
          <p:cNvSpPr txBox="1"/>
          <p:nvPr>
            <p:ph idx="4" type="title"/>
          </p:nvPr>
        </p:nvSpPr>
        <p:spPr>
          <a:xfrm>
            <a:off x="1789163" y="3545575"/>
            <a:ext cx="5625600" cy="67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150" lvl="0" marL="457200" rtl="0" algn="ctr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en" sz="1300"/>
              <a:t>How do Scholars explain the cross-cultural </a:t>
            </a:r>
            <a:r>
              <a:rPr lang="en" sz="1300"/>
              <a:t>emergency</a:t>
            </a:r>
            <a:r>
              <a:rPr lang="en" sz="1300"/>
              <a:t> of dragons?</a:t>
            </a:r>
            <a:endParaRPr sz="1300"/>
          </a:p>
          <a:p>
            <a:pPr indent="-311150" lvl="0" marL="457200" rtl="0" algn="ctr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en" sz="1300"/>
              <a:t>What do these </a:t>
            </a:r>
            <a:r>
              <a:rPr lang="en" sz="1300"/>
              <a:t>explanations</a:t>
            </a:r>
            <a:r>
              <a:rPr lang="en" sz="1300"/>
              <a:t> say about the human relationship to the how humans perceive the world around us?</a:t>
            </a:r>
            <a:endParaRPr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6" name="Google Shape;666;p26"/>
          <p:cNvGrpSpPr/>
          <p:nvPr/>
        </p:nvGrpSpPr>
        <p:grpSpPr>
          <a:xfrm>
            <a:off x="-317853" y="175986"/>
            <a:ext cx="5524028" cy="4647353"/>
            <a:chOff x="202875" y="439475"/>
            <a:chExt cx="4664382" cy="3924135"/>
          </a:xfrm>
        </p:grpSpPr>
        <p:sp>
          <p:nvSpPr>
            <p:cNvPr id="667" name="Google Shape;667;p26"/>
            <p:cNvSpPr/>
            <p:nvPr/>
          </p:nvSpPr>
          <p:spPr>
            <a:xfrm>
              <a:off x="3368775" y="1754200"/>
              <a:ext cx="9950" cy="20850"/>
            </a:xfrm>
            <a:custGeom>
              <a:rect b="b" l="l" r="r" t="t"/>
              <a:pathLst>
                <a:path extrusionOk="0" h="834" w="398">
                  <a:moveTo>
                    <a:pt x="397" y="0"/>
                  </a:moveTo>
                  <a:lnTo>
                    <a:pt x="397" y="0"/>
                  </a:lnTo>
                  <a:cubicBezTo>
                    <a:pt x="142" y="218"/>
                    <a:pt x="87" y="490"/>
                    <a:pt x="0" y="833"/>
                  </a:cubicBezTo>
                  <a:cubicBezTo>
                    <a:pt x="251" y="567"/>
                    <a:pt x="354" y="322"/>
                    <a:pt x="397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26"/>
            <p:cNvSpPr/>
            <p:nvPr/>
          </p:nvSpPr>
          <p:spPr>
            <a:xfrm>
              <a:off x="211297" y="518427"/>
              <a:ext cx="4636025" cy="3831832"/>
            </a:xfrm>
            <a:custGeom>
              <a:rect b="b" l="l" r="r" t="t"/>
              <a:pathLst>
                <a:path extrusionOk="0" h="66879" w="80915">
                  <a:moveTo>
                    <a:pt x="25040" y="36471"/>
                  </a:moveTo>
                  <a:cubicBezTo>
                    <a:pt x="25065" y="36509"/>
                    <a:pt x="25091" y="36551"/>
                    <a:pt x="25114" y="36593"/>
                  </a:cubicBezTo>
                  <a:cubicBezTo>
                    <a:pt x="25139" y="36639"/>
                    <a:pt x="25165" y="36684"/>
                    <a:pt x="25191" y="36730"/>
                  </a:cubicBezTo>
                  <a:lnTo>
                    <a:pt x="25191" y="36730"/>
                  </a:lnTo>
                  <a:cubicBezTo>
                    <a:pt x="25140" y="36642"/>
                    <a:pt x="25089" y="36556"/>
                    <a:pt x="25040" y="36471"/>
                  </a:cubicBezTo>
                  <a:close/>
                  <a:moveTo>
                    <a:pt x="32232" y="1"/>
                  </a:moveTo>
                  <a:cubicBezTo>
                    <a:pt x="31940" y="1"/>
                    <a:pt x="31652" y="38"/>
                    <a:pt x="31364" y="80"/>
                  </a:cubicBezTo>
                  <a:cubicBezTo>
                    <a:pt x="30035" y="260"/>
                    <a:pt x="28783" y="630"/>
                    <a:pt x="27678" y="1419"/>
                  </a:cubicBezTo>
                  <a:cubicBezTo>
                    <a:pt x="27046" y="1866"/>
                    <a:pt x="26540" y="2432"/>
                    <a:pt x="26034" y="3009"/>
                  </a:cubicBezTo>
                  <a:cubicBezTo>
                    <a:pt x="25174" y="3994"/>
                    <a:pt x="24461" y="5061"/>
                    <a:pt x="23976" y="6286"/>
                  </a:cubicBezTo>
                  <a:cubicBezTo>
                    <a:pt x="23089" y="8529"/>
                    <a:pt x="22871" y="10848"/>
                    <a:pt x="23094" y="13227"/>
                  </a:cubicBezTo>
                  <a:cubicBezTo>
                    <a:pt x="23230" y="14676"/>
                    <a:pt x="23568" y="16091"/>
                    <a:pt x="23900" y="17501"/>
                  </a:cubicBezTo>
                  <a:cubicBezTo>
                    <a:pt x="24281" y="19107"/>
                    <a:pt x="24880" y="20648"/>
                    <a:pt x="25571" y="22150"/>
                  </a:cubicBezTo>
                  <a:cubicBezTo>
                    <a:pt x="25745" y="22531"/>
                    <a:pt x="25854" y="22956"/>
                    <a:pt x="26165" y="23266"/>
                  </a:cubicBezTo>
                  <a:cubicBezTo>
                    <a:pt x="26605" y="23522"/>
                    <a:pt x="27014" y="23821"/>
                    <a:pt x="27438" y="24099"/>
                  </a:cubicBezTo>
                  <a:cubicBezTo>
                    <a:pt x="28386" y="24736"/>
                    <a:pt x="29327" y="25395"/>
                    <a:pt x="30345" y="25917"/>
                  </a:cubicBezTo>
                  <a:cubicBezTo>
                    <a:pt x="30944" y="26228"/>
                    <a:pt x="31445" y="26625"/>
                    <a:pt x="31875" y="27137"/>
                  </a:cubicBezTo>
                  <a:cubicBezTo>
                    <a:pt x="32425" y="28612"/>
                    <a:pt x="32256" y="30087"/>
                    <a:pt x="31843" y="31546"/>
                  </a:cubicBezTo>
                  <a:cubicBezTo>
                    <a:pt x="31657" y="32178"/>
                    <a:pt x="31614" y="32162"/>
                    <a:pt x="32207" y="32461"/>
                  </a:cubicBezTo>
                  <a:cubicBezTo>
                    <a:pt x="32354" y="32537"/>
                    <a:pt x="32507" y="32608"/>
                    <a:pt x="32648" y="32695"/>
                  </a:cubicBezTo>
                  <a:cubicBezTo>
                    <a:pt x="33024" y="32929"/>
                    <a:pt x="33367" y="33223"/>
                    <a:pt x="33525" y="33637"/>
                  </a:cubicBezTo>
                  <a:cubicBezTo>
                    <a:pt x="33819" y="34421"/>
                    <a:pt x="34162" y="35178"/>
                    <a:pt x="34521" y="35934"/>
                  </a:cubicBezTo>
                  <a:cubicBezTo>
                    <a:pt x="34831" y="36593"/>
                    <a:pt x="34788" y="36615"/>
                    <a:pt x="35174" y="36985"/>
                  </a:cubicBezTo>
                  <a:cubicBezTo>
                    <a:pt x="35108" y="36996"/>
                    <a:pt x="35047" y="37003"/>
                    <a:pt x="34991" y="37003"/>
                  </a:cubicBezTo>
                  <a:cubicBezTo>
                    <a:pt x="34848" y="37003"/>
                    <a:pt x="34726" y="36959"/>
                    <a:pt x="34570" y="36827"/>
                  </a:cubicBezTo>
                  <a:cubicBezTo>
                    <a:pt x="33846" y="36217"/>
                    <a:pt x="33198" y="35531"/>
                    <a:pt x="32828" y="34639"/>
                  </a:cubicBezTo>
                  <a:cubicBezTo>
                    <a:pt x="32676" y="34279"/>
                    <a:pt x="32490" y="33969"/>
                    <a:pt x="32180" y="33735"/>
                  </a:cubicBezTo>
                  <a:cubicBezTo>
                    <a:pt x="32000" y="33626"/>
                    <a:pt x="31881" y="33430"/>
                    <a:pt x="31668" y="33370"/>
                  </a:cubicBezTo>
                  <a:cubicBezTo>
                    <a:pt x="31594" y="33348"/>
                    <a:pt x="31531" y="33337"/>
                    <a:pt x="31478" y="33337"/>
                  </a:cubicBezTo>
                  <a:cubicBezTo>
                    <a:pt x="31312" y="33337"/>
                    <a:pt x="31255" y="33450"/>
                    <a:pt x="31309" y="33686"/>
                  </a:cubicBezTo>
                  <a:cubicBezTo>
                    <a:pt x="31391" y="34040"/>
                    <a:pt x="31451" y="34399"/>
                    <a:pt x="31489" y="34764"/>
                  </a:cubicBezTo>
                  <a:cubicBezTo>
                    <a:pt x="31500" y="34900"/>
                    <a:pt x="31521" y="35047"/>
                    <a:pt x="31287" y="35047"/>
                  </a:cubicBezTo>
                  <a:cubicBezTo>
                    <a:pt x="30917" y="35047"/>
                    <a:pt x="30895" y="35085"/>
                    <a:pt x="30901" y="35477"/>
                  </a:cubicBezTo>
                  <a:cubicBezTo>
                    <a:pt x="31287" y="36141"/>
                    <a:pt x="31576" y="36854"/>
                    <a:pt x="31973" y="37508"/>
                  </a:cubicBezTo>
                  <a:cubicBezTo>
                    <a:pt x="32294" y="38036"/>
                    <a:pt x="32529" y="38596"/>
                    <a:pt x="32676" y="39201"/>
                  </a:cubicBezTo>
                  <a:cubicBezTo>
                    <a:pt x="32861" y="39974"/>
                    <a:pt x="32959" y="40774"/>
                    <a:pt x="33361" y="41487"/>
                  </a:cubicBezTo>
                  <a:cubicBezTo>
                    <a:pt x="33557" y="42249"/>
                    <a:pt x="33770" y="43006"/>
                    <a:pt x="33982" y="43763"/>
                  </a:cubicBezTo>
                  <a:cubicBezTo>
                    <a:pt x="34331" y="44982"/>
                    <a:pt x="34706" y="46196"/>
                    <a:pt x="34891" y="47459"/>
                  </a:cubicBezTo>
                  <a:cubicBezTo>
                    <a:pt x="34918" y="47655"/>
                    <a:pt x="34973" y="47851"/>
                    <a:pt x="34913" y="48053"/>
                  </a:cubicBezTo>
                  <a:cubicBezTo>
                    <a:pt x="34787" y="48213"/>
                    <a:pt x="34654" y="48293"/>
                    <a:pt x="34513" y="48293"/>
                  </a:cubicBezTo>
                  <a:cubicBezTo>
                    <a:pt x="34404" y="48293"/>
                    <a:pt x="34291" y="48245"/>
                    <a:pt x="34173" y="48151"/>
                  </a:cubicBezTo>
                  <a:cubicBezTo>
                    <a:pt x="34026" y="48031"/>
                    <a:pt x="33933" y="47867"/>
                    <a:pt x="33857" y="47693"/>
                  </a:cubicBezTo>
                  <a:cubicBezTo>
                    <a:pt x="33726" y="47416"/>
                    <a:pt x="33617" y="47132"/>
                    <a:pt x="33410" y="46904"/>
                  </a:cubicBezTo>
                  <a:cubicBezTo>
                    <a:pt x="33204" y="46664"/>
                    <a:pt x="32964" y="46447"/>
                    <a:pt x="32752" y="46212"/>
                  </a:cubicBezTo>
                  <a:cubicBezTo>
                    <a:pt x="31973" y="45374"/>
                    <a:pt x="31037" y="44704"/>
                    <a:pt x="30215" y="43915"/>
                  </a:cubicBezTo>
                  <a:cubicBezTo>
                    <a:pt x="29224" y="42962"/>
                    <a:pt x="28282" y="41977"/>
                    <a:pt x="27547" y="40812"/>
                  </a:cubicBezTo>
                  <a:cubicBezTo>
                    <a:pt x="26997" y="39930"/>
                    <a:pt x="26546" y="38994"/>
                    <a:pt x="26012" y="38106"/>
                  </a:cubicBezTo>
                  <a:cubicBezTo>
                    <a:pt x="25826" y="37794"/>
                    <a:pt x="25638" y="37482"/>
                    <a:pt x="25456" y="37177"/>
                  </a:cubicBezTo>
                  <a:lnTo>
                    <a:pt x="25456" y="37177"/>
                  </a:lnTo>
                  <a:cubicBezTo>
                    <a:pt x="25810" y="37758"/>
                    <a:pt x="26186" y="38324"/>
                    <a:pt x="26497" y="38934"/>
                  </a:cubicBezTo>
                  <a:cubicBezTo>
                    <a:pt x="27564" y="41013"/>
                    <a:pt x="29110" y="42701"/>
                    <a:pt x="30830" y="44247"/>
                  </a:cubicBezTo>
                  <a:cubicBezTo>
                    <a:pt x="31059" y="44454"/>
                    <a:pt x="31255" y="44694"/>
                    <a:pt x="31521" y="44857"/>
                  </a:cubicBezTo>
                  <a:cubicBezTo>
                    <a:pt x="31592" y="44900"/>
                    <a:pt x="31657" y="44985"/>
                    <a:pt x="31742" y="44985"/>
                  </a:cubicBezTo>
                  <a:cubicBezTo>
                    <a:pt x="31776" y="44985"/>
                    <a:pt x="31812" y="44972"/>
                    <a:pt x="31853" y="44939"/>
                  </a:cubicBezTo>
                  <a:cubicBezTo>
                    <a:pt x="31950" y="44708"/>
                    <a:pt x="32027" y="44595"/>
                    <a:pt x="32126" y="44595"/>
                  </a:cubicBezTo>
                  <a:cubicBezTo>
                    <a:pt x="32211" y="44595"/>
                    <a:pt x="32311" y="44679"/>
                    <a:pt x="32452" y="44846"/>
                  </a:cubicBezTo>
                  <a:cubicBezTo>
                    <a:pt x="32534" y="44944"/>
                    <a:pt x="32610" y="45047"/>
                    <a:pt x="32697" y="45145"/>
                  </a:cubicBezTo>
                  <a:cubicBezTo>
                    <a:pt x="32763" y="45220"/>
                    <a:pt x="32832" y="45323"/>
                    <a:pt x="32930" y="45323"/>
                  </a:cubicBezTo>
                  <a:cubicBezTo>
                    <a:pt x="32946" y="45323"/>
                    <a:pt x="32963" y="45320"/>
                    <a:pt x="32980" y="45314"/>
                  </a:cubicBezTo>
                  <a:cubicBezTo>
                    <a:pt x="33116" y="45271"/>
                    <a:pt x="33100" y="45118"/>
                    <a:pt x="33100" y="45009"/>
                  </a:cubicBezTo>
                  <a:cubicBezTo>
                    <a:pt x="33089" y="44481"/>
                    <a:pt x="32975" y="43980"/>
                    <a:pt x="32735" y="43507"/>
                  </a:cubicBezTo>
                  <a:cubicBezTo>
                    <a:pt x="32224" y="42489"/>
                    <a:pt x="31864" y="41422"/>
                    <a:pt x="31745" y="40284"/>
                  </a:cubicBezTo>
                  <a:cubicBezTo>
                    <a:pt x="31696" y="39772"/>
                    <a:pt x="31570" y="39282"/>
                    <a:pt x="31342" y="38825"/>
                  </a:cubicBezTo>
                  <a:cubicBezTo>
                    <a:pt x="30765" y="37693"/>
                    <a:pt x="30280" y="36506"/>
                    <a:pt x="29464" y="35510"/>
                  </a:cubicBezTo>
                  <a:cubicBezTo>
                    <a:pt x="29352" y="35387"/>
                    <a:pt x="29221" y="35339"/>
                    <a:pt x="29078" y="35339"/>
                  </a:cubicBezTo>
                  <a:cubicBezTo>
                    <a:pt x="29025" y="35339"/>
                    <a:pt x="28970" y="35345"/>
                    <a:pt x="28914" y="35357"/>
                  </a:cubicBezTo>
                  <a:cubicBezTo>
                    <a:pt x="28587" y="35423"/>
                    <a:pt x="28293" y="35531"/>
                    <a:pt x="28037" y="35771"/>
                  </a:cubicBezTo>
                  <a:cubicBezTo>
                    <a:pt x="27816" y="35980"/>
                    <a:pt x="27623" y="36082"/>
                    <a:pt x="27440" y="36082"/>
                  </a:cubicBezTo>
                  <a:cubicBezTo>
                    <a:pt x="27236" y="36082"/>
                    <a:pt x="27043" y="35955"/>
                    <a:pt x="26834" y="35706"/>
                  </a:cubicBezTo>
                  <a:cubicBezTo>
                    <a:pt x="26733" y="35581"/>
                    <a:pt x="26608" y="35508"/>
                    <a:pt x="26457" y="35508"/>
                  </a:cubicBezTo>
                  <a:cubicBezTo>
                    <a:pt x="26429" y="35508"/>
                    <a:pt x="26401" y="35510"/>
                    <a:pt x="26371" y="35515"/>
                  </a:cubicBezTo>
                  <a:cubicBezTo>
                    <a:pt x="26340" y="35520"/>
                    <a:pt x="26310" y="35522"/>
                    <a:pt x="26280" y="35522"/>
                  </a:cubicBezTo>
                  <a:cubicBezTo>
                    <a:pt x="26095" y="35522"/>
                    <a:pt x="25944" y="35437"/>
                    <a:pt x="25789" y="35325"/>
                  </a:cubicBezTo>
                  <a:cubicBezTo>
                    <a:pt x="25408" y="35052"/>
                    <a:pt x="25130" y="34688"/>
                    <a:pt x="24836" y="34334"/>
                  </a:cubicBezTo>
                  <a:cubicBezTo>
                    <a:pt x="24763" y="34247"/>
                    <a:pt x="24658" y="34136"/>
                    <a:pt x="24546" y="34136"/>
                  </a:cubicBezTo>
                  <a:cubicBezTo>
                    <a:pt x="24525" y="34136"/>
                    <a:pt x="24504" y="34140"/>
                    <a:pt x="24482" y="34149"/>
                  </a:cubicBezTo>
                  <a:cubicBezTo>
                    <a:pt x="24314" y="34214"/>
                    <a:pt x="24401" y="34394"/>
                    <a:pt x="24406" y="34530"/>
                  </a:cubicBezTo>
                  <a:cubicBezTo>
                    <a:pt x="24406" y="34573"/>
                    <a:pt x="24439" y="34628"/>
                    <a:pt x="24373" y="34704"/>
                  </a:cubicBezTo>
                  <a:cubicBezTo>
                    <a:pt x="24232" y="33789"/>
                    <a:pt x="24063" y="32913"/>
                    <a:pt x="23736" y="32074"/>
                  </a:cubicBezTo>
                  <a:cubicBezTo>
                    <a:pt x="23568" y="32134"/>
                    <a:pt x="23546" y="32270"/>
                    <a:pt x="23508" y="32390"/>
                  </a:cubicBezTo>
                  <a:cubicBezTo>
                    <a:pt x="23394" y="32766"/>
                    <a:pt x="23306" y="33141"/>
                    <a:pt x="23290" y="33533"/>
                  </a:cubicBezTo>
                  <a:cubicBezTo>
                    <a:pt x="23285" y="33670"/>
                    <a:pt x="23328" y="33822"/>
                    <a:pt x="23187" y="33925"/>
                  </a:cubicBezTo>
                  <a:cubicBezTo>
                    <a:pt x="23165" y="34018"/>
                    <a:pt x="23143" y="34143"/>
                    <a:pt x="23214" y="34187"/>
                  </a:cubicBezTo>
                  <a:cubicBezTo>
                    <a:pt x="23557" y="34404"/>
                    <a:pt x="23328" y="34557"/>
                    <a:pt x="23170" y="34726"/>
                  </a:cubicBezTo>
                  <a:cubicBezTo>
                    <a:pt x="23149" y="34796"/>
                    <a:pt x="23170" y="34856"/>
                    <a:pt x="23198" y="34922"/>
                  </a:cubicBezTo>
                  <a:cubicBezTo>
                    <a:pt x="23219" y="34949"/>
                    <a:pt x="23236" y="34982"/>
                    <a:pt x="23257" y="35003"/>
                  </a:cubicBezTo>
                  <a:cubicBezTo>
                    <a:pt x="23421" y="35259"/>
                    <a:pt x="23453" y="35553"/>
                    <a:pt x="23508" y="35842"/>
                  </a:cubicBezTo>
                  <a:cubicBezTo>
                    <a:pt x="23867" y="37578"/>
                    <a:pt x="24569" y="39163"/>
                    <a:pt x="25571" y="40622"/>
                  </a:cubicBezTo>
                  <a:cubicBezTo>
                    <a:pt x="25680" y="40703"/>
                    <a:pt x="25751" y="40807"/>
                    <a:pt x="25822" y="40921"/>
                  </a:cubicBezTo>
                  <a:cubicBezTo>
                    <a:pt x="26371" y="41846"/>
                    <a:pt x="27014" y="42696"/>
                    <a:pt x="27890" y="43338"/>
                  </a:cubicBezTo>
                  <a:cubicBezTo>
                    <a:pt x="27988" y="43409"/>
                    <a:pt x="28064" y="43507"/>
                    <a:pt x="28097" y="43621"/>
                  </a:cubicBezTo>
                  <a:cubicBezTo>
                    <a:pt x="28157" y="43795"/>
                    <a:pt x="28271" y="43926"/>
                    <a:pt x="28397" y="44051"/>
                  </a:cubicBezTo>
                  <a:cubicBezTo>
                    <a:pt x="29072" y="44743"/>
                    <a:pt x="29796" y="45380"/>
                    <a:pt x="30590" y="45935"/>
                  </a:cubicBezTo>
                  <a:cubicBezTo>
                    <a:pt x="30765" y="46060"/>
                    <a:pt x="30917" y="46207"/>
                    <a:pt x="30982" y="46419"/>
                  </a:cubicBezTo>
                  <a:cubicBezTo>
                    <a:pt x="31054" y="46643"/>
                    <a:pt x="30976" y="46771"/>
                    <a:pt x="30777" y="46771"/>
                  </a:cubicBezTo>
                  <a:cubicBezTo>
                    <a:pt x="30748" y="46771"/>
                    <a:pt x="30717" y="46768"/>
                    <a:pt x="30683" y="46762"/>
                  </a:cubicBezTo>
                  <a:cubicBezTo>
                    <a:pt x="30612" y="46751"/>
                    <a:pt x="30552" y="46713"/>
                    <a:pt x="30482" y="46697"/>
                  </a:cubicBezTo>
                  <a:cubicBezTo>
                    <a:pt x="29861" y="46523"/>
                    <a:pt x="29425" y="46055"/>
                    <a:pt x="28919" y="45690"/>
                  </a:cubicBezTo>
                  <a:cubicBezTo>
                    <a:pt x="27683" y="44786"/>
                    <a:pt x="26513" y="43812"/>
                    <a:pt x="25473" y="42679"/>
                  </a:cubicBezTo>
                  <a:cubicBezTo>
                    <a:pt x="25266" y="42456"/>
                    <a:pt x="25097" y="42113"/>
                    <a:pt x="24711" y="42108"/>
                  </a:cubicBezTo>
                  <a:cubicBezTo>
                    <a:pt x="24700" y="42108"/>
                    <a:pt x="24688" y="42109"/>
                    <a:pt x="24677" y="42109"/>
                  </a:cubicBezTo>
                  <a:cubicBezTo>
                    <a:pt x="24536" y="42109"/>
                    <a:pt x="24427" y="42044"/>
                    <a:pt x="24346" y="41928"/>
                  </a:cubicBezTo>
                  <a:cubicBezTo>
                    <a:pt x="24112" y="41585"/>
                    <a:pt x="23780" y="41318"/>
                    <a:pt x="23557" y="40981"/>
                  </a:cubicBezTo>
                  <a:cubicBezTo>
                    <a:pt x="23078" y="40246"/>
                    <a:pt x="22359" y="39674"/>
                    <a:pt x="22120" y="38781"/>
                  </a:cubicBezTo>
                  <a:cubicBezTo>
                    <a:pt x="22082" y="38645"/>
                    <a:pt x="21978" y="38536"/>
                    <a:pt x="21891" y="38422"/>
                  </a:cubicBezTo>
                  <a:cubicBezTo>
                    <a:pt x="21635" y="38085"/>
                    <a:pt x="21439" y="37714"/>
                    <a:pt x="21265" y="37322"/>
                  </a:cubicBezTo>
                  <a:cubicBezTo>
                    <a:pt x="21213" y="37238"/>
                    <a:pt x="21137" y="37129"/>
                    <a:pt x="21054" y="37129"/>
                  </a:cubicBezTo>
                  <a:cubicBezTo>
                    <a:pt x="21041" y="37129"/>
                    <a:pt x="21028" y="37131"/>
                    <a:pt x="21014" y="37137"/>
                  </a:cubicBezTo>
                  <a:cubicBezTo>
                    <a:pt x="20900" y="37186"/>
                    <a:pt x="20884" y="37339"/>
                    <a:pt x="20922" y="37469"/>
                  </a:cubicBezTo>
                  <a:cubicBezTo>
                    <a:pt x="21042" y="37742"/>
                    <a:pt x="20895" y="37970"/>
                    <a:pt x="20802" y="38199"/>
                  </a:cubicBezTo>
                  <a:cubicBezTo>
                    <a:pt x="20723" y="38379"/>
                    <a:pt x="20643" y="38657"/>
                    <a:pt x="20444" y="38657"/>
                  </a:cubicBezTo>
                  <a:cubicBezTo>
                    <a:pt x="20438" y="38657"/>
                    <a:pt x="20432" y="38657"/>
                    <a:pt x="20427" y="38656"/>
                  </a:cubicBezTo>
                  <a:cubicBezTo>
                    <a:pt x="20214" y="38640"/>
                    <a:pt x="20236" y="38340"/>
                    <a:pt x="20187" y="38155"/>
                  </a:cubicBezTo>
                  <a:cubicBezTo>
                    <a:pt x="20078" y="37769"/>
                    <a:pt x="19958" y="37404"/>
                    <a:pt x="19479" y="37339"/>
                  </a:cubicBezTo>
                  <a:cubicBezTo>
                    <a:pt x="19398" y="37328"/>
                    <a:pt x="19332" y="37268"/>
                    <a:pt x="19267" y="37214"/>
                  </a:cubicBezTo>
                  <a:cubicBezTo>
                    <a:pt x="18810" y="36839"/>
                    <a:pt x="18307" y="36664"/>
                    <a:pt x="17760" y="36664"/>
                  </a:cubicBezTo>
                  <a:cubicBezTo>
                    <a:pt x="17583" y="36664"/>
                    <a:pt x="17401" y="36682"/>
                    <a:pt x="17215" y="36718"/>
                  </a:cubicBezTo>
                  <a:cubicBezTo>
                    <a:pt x="17142" y="36732"/>
                    <a:pt x="17071" y="36738"/>
                    <a:pt x="17002" y="36738"/>
                  </a:cubicBezTo>
                  <a:cubicBezTo>
                    <a:pt x="16764" y="36738"/>
                    <a:pt x="16547" y="36657"/>
                    <a:pt x="16365" y="36484"/>
                  </a:cubicBezTo>
                  <a:cubicBezTo>
                    <a:pt x="16071" y="36212"/>
                    <a:pt x="15761" y="35961"/>
                    <a:pt x="15462" y="35700"/>
                  </a:cubicBezTo>
                  <a:cubicBezTo>
                    <a:pt x="15271" y="35673"/>
                    <a:pt x="15081" y="35651"/>
                    <a:pt x="14890" y="35629"/>
                  </a:cubicBezTo>
                  <a:cubicBezTo>
                    <a:pt x="14837" y="35692"/>
                    <a:pt x="14784" y="35714"/>
                    <a:pt x="14731" y="35714"/>
                  </a:cubicBezTo>
                  <a:cubicBezTo>
                    <a:pt x="14659" y="35714"/>
                    <a:pt x="14587" y="35673"/>
                    <a:pt x="14514" y="35635"/>
                  </a:cubicBezTo>
                  <a:cubicBezTo>
                    <a:pt x="14286" y="35504"/>
                    <a:pt x="14155" y="35303"/>
                    <a:pt x="14062" y="35069"/>
                  </a:cubicBezTo>
                  <a:cubicBezTo>
                    <a:pt x="13883" y="34617"/>
                    <a:pt x="13627" y="34203"/>
                    <a:pt x="13393" y="33784"/>
                  </a:cubicBezTo>
                  <a:cubicBezTo>
                    <a:pt x="13358" y="33724"/>
                    <a:pt x="13314" y="33646"/>
                    <a:pt x="13231" y="33646"/>
                  </a:cubicBezTo>
                  <a:cubicBezTo>
                    <a:pt x="13224" y="33646"/>
                    <a:pt x="13216" y="33646"/>
                    <a:pt x="13208" y="33648"/>
                  </a:cubicBezTo>
                  <a:cubicBezTo>
                    <a:pt x="13104" y="33664"/>
                    <a:pt x="13061" y="33757"/>
                    <a:pt x="13061" y="33855"/>
                  </a:cubicBezTo>
                  <a:cubicBezTo>
                    <a:pt x="13055" y="34078"/>
                    <a:pt x="13055" y="34301"/>
                    <a:pt x="13072" y="34524"/>
                  </a:cubicBezTo>
                  <a:cubicBezTo>
                    <a:pt x="13104" y="34992"/>
                    <a:pt x="13306" y="35423"/>
                    <a:pt x="13404" y="35874"/>
                  </a:cubicBezTo>
                  <a:cubicBezTo>
                    <a:pt x="13349" y="35790"/>
                    <a:pt x="13367" y="35636"/>
                    <a:pt x="13224" y="35636"/>
                  </a:cubicBezTo>
                  <a:cubicBezTo>
                    <a:pt x="13211" y="35636"/>
                    <a:pt x="13197" y="35638"/>
                    <a:pt x="13181" y="35640"/>
                  </a:cubicBezTo>
                  <a:cubicBezTo>
                    <a:pt x="13208" y="35989"/>
                    <a:pt x="13284" y="36321"/>
                    <a:pt x="13475" y="36626"/>
                  </a:cubicBezTo>
                  <a:cubicBezTo>
                    <a:pt x="13490" y="36623"/>
                    <a:pt x="13505" y="36621"/>
                    <a:pt x="13519" y="36621"/>
                  </a:cubicBezTo>
                  <a:cubicBezTo>
                    <a:pt x="13658" y="36621"/>
                    <a:pt x="13682" y="36765"/>
                    <a:pt x="13741" y="36854"/>
                  </a:cubicBezTo>
                  <a:cubicBezTo>
                    <a:pt x="14008" y="37241"/>
                    <a:pt x="14193" y="37676"/>
                    <a:pt x="14476" y="38052"/>
                  </a:cubicBezTo>
                  <a:cubicBezTo>
                    <a:pt x="15075" y="38830"/>
                    <a:pt x="15864" y="39407"/>
                    <a:pt x="16550" y="40093"/>
                  </a:cubicBezTo>
                  <a:cubicBezTo>
                    <a:pt x="17449" y="40981"/>
                    <a:pt x="18570" y="41547"/>
                    <a:pt x="19594" y="42255"/>
                  </a:cubicBezTo>
                  <a:cubicBezTo>
                    <a:pt x="20329" y="42761"/>
                    <a:pt x="21123" y="43180"/>
                    <a:pt x="21804" y="43768"/>
                  </a:cubicBezTo>
                  <a:cubicBezTo>
                    <a:pt x="21962" y="43899"/>
                    <a:pt x="22141" y="43980"/>
                    <a:pt x="22326" y="44062"/>
                  </a:cubicBezTo>
                  <a:cubicBezTo>
                    <a:pt x="22735" y="44236"/>
                    <a:pt x="23170" y="44367"/>
                    <a:pt x="23508" y="44683"/>
                  </a:cubicBezTo>
                  <a:cubicBezTo>
                    <a:pt x="23595" y="44748"/>
                    <a:pt x="23687" y="44786"/>
                    <a:pt x="23785" y="44830"/>
                  </a:cubicBezTo>
                  <a:cubicBezTo>
                    <a:pt x="25386" y="45592"/>
                    <a:pt x="27079" y="46136"/>
                    <a:pt x="28691" y="46888"/>
                  </a:cubicBezTo>
                  <a:cubicBezTo>
                    <a:pt x="29050" y="46975"/>
                    <a:pt x="29376" y="47138"/>
                    <a:pt x="29649" y="47388"/>
                  </a:cubicBezTo>
                  <a:cubicBezTo>
                    <a:pt x="29823" y="47546"/>
                    <a:pt x="29932" y="47775"/>
                    <a:pt x="29834" y="47993"/>
                  </a:cubicBezTo>
                  <a:cubicBezTo>
                    <a:pt x="29774" y="48129"/>
                    <a:pt x="29664" y="48167"/>
                    <a:pt x="29541" y="48167"/>
                  </a:cubicBezTo>
                  <a:cubicBezTo>
                    <a:pt x="29452" y="48167"/>
                    <a:pt x="29357" y="48147"/>
                    <a:pt x="29268" y="48129"/>
                  </a:cubicBezTo>
                  <a:cubicBezTo>
                    <a:pt x="28576" y="47982"/>
                    <a:pt x="27890" y="47829"/>
                    <a:pt x="27188" y="47737"/>
                  </a:cubicBezTo>
                  <a:cubicBezTo>
                    <a:pt x="26213" y="47617"/>
                    <a:pt x="25304" y="47247"/>
                    <a:pt x="24390" y="46882"/>
                  </a:cubicBezTo>
                  <a:cubicBezTo>
                    <a:pt x="22784" y="46240"/>
                    <a:pt x="21227" y="45483"/>
                    <a:pt x="19664" y="44726"/>
                  </a:cubicBezTo>
                  <a:cubicBezTo>
                    <a:pt x="18880" y="44345"/>
                    <a:pt x="18113" y="43937"/>
                    <a:pt x="17302" y="43610"/>
                  </a:cubicBezTo>
                  <a:cubicBezTo>
                    <a:pt x="17019" y="43496"/>
                    <a:pt x="16735" y="43376"/>
                    <a:pt x="16485" y="43197"/>
                  </a:cubicBezTo>
                  <a:cubicBezTo>
                    <a:pt x="15837" y="42745"/>
                    <a:pt x="15102" y="42483"/>
                    <a:pt x="14373" y="42217"/>
                  </a:cubicBezTo>
                  <a:cubicBezTo>
                    <a:pt x="14290" y="42187"/>
                    <a:pt x="14204" y="42147"/>
                    <a:pt x="14116" y="42147"/>
                  </a:cubicBezTo>
                  <a:cubicBezTo>
                    <a:pt x="14059" y="42147"/>
                    <a:pt x="14001" y="42164"/>
                    <a:pt x="13943" y="42211"/>
                  </a:cubicBezTo>
                  <a:cubicBezTo>
                    <a:pt x="13812" y="42527"/>
                    <a:pt x="13834" y="42854"/>
                    <a:pt x="13828" y="43186"/>
                  </a:cubicBezTo>
                  <a:cubicBezTo>
                    <a:pt x="13828" y="43602"/>
                    <a:pt x="13713" y="43736"/>
                    <a:pt x="13309" y="43736"/>
                  </a:cubicBezTo>
                  <a:cubicBezTo>
                    <a:pt x="13301" y="43736"/>
                    <a:pt x="13292" y="43736"/>
                    <a:pt x="13284" y="43735"/>
                  </a:cubicBezTo>
                  <a:cubicBezTo>
                    <a:pt x="13260" y="43735"/>
                    <a:pt x="13236" y="43735"/>
                    <a:pt x="13212" y="43735"/>
                  </a:cubicBezTo>
                  <a:cubicBezTo>
                    <a:pt x="12774" y="43735"/>
                    <a:pt x="12346" y="43781"/>
                    <a:pt x="11912" y="43812"/>
                  </a:cubicBezTo>
                  <a:cubicBezTo>
                    <a:pt x="11689" y="43828"/>
                    <a:pt x="11515" y="43915"/>
                    <a:pt x="11558" y="44149"/>
                  </a:cubicBezTo>
                  <a:cubicBezTo>
                    <a:pt x="11645" y="44601"/>
                    <a:pt x="11607" y="45058"/>
                    <a:pt x="11667" y="45510"/>
                  </a:cubicBezTo>
                  <a:cubicBezTo>
                    <a:pt x="11732" y="45984"/>
                    <a:pt x="11956" y="46376"/>
                    <a:pt x="12320" y="46686"/>
                  </a:cubicBezTo>
                  <a:cubicBezTo>
                    <a:pt x="12397" y="46751"/>
                    <a:pt x="12527" y="46806"/>
                    <a:pt x="12489" y="46931"/>
                  </a:cubicBezTo>
                  <a:cubicBezTo>
                    <a:pt x="12451" y="47040"/>
                    <a:pt x="12320" y="47040"/>
                    <a:pt x="12222" y="47078"/>
                  </a:cubicBezTo>
                  <a:cubicBezTo>
                    <a:pt x="12126" y="47115"/>
                    <a:pt x="12031" y="47129"/>
                    <a:pt x="11938" y="47129"/>
                  </a:cubicBezTo>
                  <a:cubicBezTo>
                    <a:pt x="11754" y="47129"/>
                    <a:pt x="11576" y="47072"/>
                    <a:pt x="11395" y="47018"/>
                  </a:cubicBezTo>
                  <a:cubicBezTo>
                    <a:pt x="11235" y="46968"/>
                    <a:pt x="11073" y="46926"/>
                    <a:pt x="10910" y="46926"/>
                  </a:cubicBezTo>
                  <a:cubicBezTo>
                    <a:pt x="10807" y="46926"/>
                    <a:pt x="10704" y="46943"/>
                    <a:pt x="10600" y="46986"/>
                  </a:cubicBezTo>
                  <a:cubicBezTo>
                    <a:pt x="10126" y="47192"/>
                    <a:pt x="9626" y="47345"/>
                    <a:pt x="9201" y="47655"/>
                  </a:cubicBezTo>
                  <a:cubicBezTo>
                    <a:pt x="9010" y="47791"/>
                    <a:pt x="8793" y="47911"/>
                    <a:pt x="8564" y="47949"/>
                  </a:cubicBezTo>
                  <a:cubicBezTo>
                    <a:pt x="7764" y="48069"/>
                    <a:pt x="7083" y="48515"/>
                    <a:pt x="6294" y="48695"/>
                  </a:cubicBezTo>
                  <a:cubicBezTo>
                    <a:pt x="5423" y="48896"/>
                    <a:pt x="4748" y="49566"/>
                    <a:pt x="4002" y="50056"/>
                  </a:cubicBezTo>
                  <a:cubicBezTo>
                    <a:pt x="3964" y="50083"/>
                    <a:pt x="3931" y="50121"/>
                    <a:pt x="3904" y="50159"/>
                  </a:cubicBezTo>
                  <a:cubicBezTo>
                    <a:pt x="3871" y="50208"/>
                    <a:pt x="3833" y="50263"/>
                    <a:pt x="3860" y="50323"/>
                  </a:cubicBezTo>
                  <a:cubicBezTo>
                    <a:pt x="3883" y="50386"/>
                    <a:pt x="3943" y="50400"/>
                    <a:pt x="4003" y="50400"/>
                  </a:cubicBezTo>
                  <a:cubicBezTo>
                    <a:pt x="4016" y="50400"/>
                    <a:pt x="4028" y="50400"/>
                    <a:pt x="4040" y="50399"/>
                  </a:cubicBezTo>
                  <a:cubicBezTo>
                    <a:pt x="4231" y="50377"/>
                    <a:pt x="4399" y="50290"/>
                    <a:pt x="4568" y="50203"/>
                  </a:cubicBezTo>
                  <a:cubicBezTo>
                    <a:pt x="5200" y="49877"/>
                    <a:pt x="5847" y="49719"/>
                    <a:pt x="6506" y="49719"/>
                  </a:cubicBezTo>
                  <a:cubicBezTo>
                    <a:pt x="6949" y="49719"/>
                    <a:pt x="7398" y="49791"/>
                    <a:pt x="7851" y="49931"/>
                  </a:cubicBezTo>
                  <a:cubicBezTo>
                    <a:pt x="7945" y="49960"/>
                    <a:pt x="8032" y="49975"/>
                    <a:pt x="8113" y="49975"/>
                  </a:cubicBezTo>
                  <a:cubicBezTo>
                    <a:pt x="8290" y="49975"/>
                    <a:pt x="8439" y="49901"/>
                    <a:pt x="8569" y="49729"/>
                  </a:cubicBezTo>
                  <a:cubicBezTo>
                    <a:pt x="8605" y="49682"/>
                    <a:pt x="8624" y="49665"/>
                    <a:pt x="8633" y="49665"/>
                  </a:cubicBezTo>
                  <a:cubicBezTo>
                    <a:pt x="8659" y="49665"/>
                    <a:pt x="8616" y="49790"/>
                    <a:pt x="8642" y="49790"/>
                  </a:cubicBezTo>
                  <a:cubicBezTo>
                    <a:pt x="8647" y="49790"/>
                    <a:pt x="8653" y="49787"/>
                    <a:pt x="8662" y="49778"/>
                  </a:cubicBezTo>
                  <a:cubicBezTo>
                    <a:pt x="8945" y="49637"/>
                    <a:pt x="9021" y="49288"/>
                    <a:pt x="9277" y="49130"/>
                  </a:cubicBezTo>
                  <a:cubicBezTo>
                    <a:pt x="9583" y="48943"/>
                    <a:pt x="9826" y="48558"/>
                    <a:pt x="10208" y="48558"/>
                  </a:cubicBezTo>
                  <a:cubicBezTo>
                    <a:pt x="10315" y="48558"/>
                    <a:pt x="10434" y="48588"/>
                    <a:pt x="10567" y="48662"/>
                  </a:cubicBezTo>
                  <a:cubicBezTo>
                    <a:pt x="10943" y="48722"/>
                    <a:pt x="11297" y="48853"/>
                    <a:pt x="11596" y="49087"/>
                  </a:cubicBezTo>
                  <a:cubicBezTo>
                    <a:pt x="12065" y="49457"/>
                    <a:pt x="12593" y="49707"/>
                    <a:pt x="13159" y="49876"/>
                  </a:cubicBezTo>
                  <a:cubicBezTo>
                    <a:pt x="13534" y="49991"/>
                    <a:pt x="13883" y="50165"/>
                    <a:pt x="14215" y="50372"/>
                  </a:cubicBezTo>
                  <a:cubicBezTo>
                    <a:pt x="14514" y="50562"/>
                    <a:pt x="14514" y="50856"/>
                    <a:pt x="14220" y="51058"/>
                  </a:cubicBezTo>
                  <a:cubicBezTo>
                    <a:pt x="13948" y="51243"/>
                    <a:pt x="13654" y="51417"/>
                    <a:pt x="13333" y="51482"/>
                  </a:cubicBezTo>
                  <a:cubicBezTo>
                    <a:pt x="13147" y="51517"/>
                    <a:pt x="12958" y="51546"/>
                    <a:pt x="12774" y="51546"/>
                  </a:cubicBezTo>
                  <a:cubicBezTo>
                    <a:pt x="12468" y="51546"/>
                    <a:pt x="12174" y="51465"/>
                    <a:pt x="11923" y="51194"/>
                  </a:cubicBezTo>
                  <a:cubicBezTo>
                    <a:pt x="11575" y="50954"/>
                    <a:pt x="11302" y="50589"/>
                    <a:pt x="10851" y="50502"/>
                  </a:cubicBezTo>
                  <a:cubicBezTo>
                    <a:pt x="10732" y="50471"/>
                    <a:pt x="10617" y="50457"/>
                    <a:pt x="10504" y="50457"/>
                  </a:cubicBezTo>
                  <a:cubicBezTo>
                    <a:pt x="10133" y="50457"/>
                    <a:pt x="9787" y="50604"/>
                    <a:pt x="9441" y="50742"/>
                  </a:cubicBezTo>
                  <a:cubicBezTo>
                    <a:pt x="9386" y="50764"/>
                    <a:pt x="9326" y="50764"/>
                    <a:pt x="9272" y="50775"/>
                  </a:cubicBezTo>
                  <a:cubicBezTo>
                    <a:pt x="7976" y="51030"/>
                    <a:pt x="6664" y="51123"/>
                    <a:pt x="5363" y="51313"/>
                  </a:cubicBezTo>
                  <a:cubicBezTo>
                    <a:pt x="5039" y="51360"/>
                    <a:pt x="4716" y="51385"/>
                    <a:pt x="4393" y="51385"/>
                  </a:cubicBezTo>
                  <a:cubicBezTo>
                    <a:pt x="3955" y="51385"/>
                    <a:pt x="3520" y="51338"/>
                    <a:pt x="3087" y="51232"/>
                  </a:cubicBezTo>
                  <a:cubicBezTo>
                    <a:pt x="2933" y="51194"/>
                    <a:pt x="2782" y="51173"/>
                    <a:pt x="2635" y="51173"/>
                  </a:cubicBezTo>
                  <a:cubicBezTo>
                    <a:pt x="2336" y="51173"/>
                    <a:pt x="2054" y="51260"/>
                    <a:pt x="1792" y="51471"/>
                  </a:cubicBezTo>
                  <a:cubicBezTo>
                    <a:pt x="1558" y="51606"/>
                    <a:pt x="1332" y="51716"/>
                    <a:pt x="1107" y="51716"/>
                  </a:cubicBezTo>
                  <a:cubicBezTo>
                    <a:pt x="912" y="51716"/>
                    <a:pt x="717" y="51634"/>
                    <a:pt x="518" y="51411"/>
                  </a:cubicBezTo>
                  <a:cubicBezTo>
                    <a:pt x="376" y="51248"/>
                    <a:pt x="333" y="51079"/>
                    <a:pt x="240" y="50911"/>
                  </a:cubicBezTo>
                  <a:cubicBezTo>
                    <a:pt x="211" y="50857"/>
                    <a:pt x="191" y="50782"/>
                    <a:pt x="128" y="50782"/>
                  </a:cubicBezTo>
                  <a:cubicBezTo>
                    <a:pt x="121" y="50782"/>
                    <a:pt x="113" y="50783"/>
                    <a:pt x="104" y="50785"/>
                  </a:cubicBezTo>
                  <a:cubicBezTo>
                    <a:pt x="1" y="50818"/>
                    <a:pt x="33" y="50916"/>
                    <a:pt x="44" y="50992"/>
                  </a:cubicBezTo>
                  <a:cubicBezTo>
                    <a:pt x="61" y="51248"/>
                    <a:pt x="66" y="51504"/>
                    <a:pt x="77" y="51760"/>
                  </a:cubicBezTo>
                  <a:cubicBezTo>
                    <a:pt x="88" y="52228"/>
                    <a:pt x="344" y="52636"/>
                    <a:pt x="785" y="52778"/>
                  </a:cubicBezTo>
                  <a:cubicBezTo>
                    <a:pt x="1378" y="52968"/>
                    <a:pt x="1955" y="53192"/>
                    <a:pt x="2538" y="53399"/>
                  </a:cubicBezTo>
                  <a:cubicBezTo>
                    <a:pt x="2565" y="53402"/>
                    <a:pt x="2594" y="53404"/>
                    <a:pt x="2622" y="53404"/>
                  </a:cubicBezTo>
                  <a:cubicBezTo>
                    <a:pt x="2710" y="53404"/>
                    <a:pt x="2800" y="53388"/>
                    <a:pt x="2886" y="53371"/>
                  </a:cubicBezTo>
                  <a:cubicBezTo>
                    <a:pt x="3204" y="53318"/>
                    <a:pt x="3518" y="53294"/>
                    <a:pt x="3828" y="53294"/>
                  </a:cubicBezTo>
                  <a:cubicBezTo>
                    <a:pt x="4884" y="53294"/>
                    <a:pt x="5900" y="53577"/>
                    <a:pt x="6893" y="53981"/>
                  </a:cubicBezTo>
                  <a:cubicBezTo>
                    <a:pt x="7818" y="54242"/>
                    <a:pt x="8771" y="54319"/>
                    <a:pt x="9724" y="54335"/>
                  </a:cubicBezTo>
                  <a:cubicBezTo>
                    <a:pt x="9794" y="54336"/>
                    <a:pt x="9864" y="54336"/>
                    <a:pt x="9935" y="54336"/>
                  </a:cubicBezTo>
                  <a:cubicBezTo>
                    <a:pt x="10925" y="54336"/>
                    <a:pt x="11912" y="54236"/>
                    <a:pt x="12903" y="54221"/>
                  </a:cubicBezTo>
                  <a:cubicBezTo>
                    <a:pt x="14128" y="54200"/>
                    <a:pt x="15354" y="54127"/>
                    <a:pt x="16580" y="54127"/>
                  </a:cubicBezTo>
                  <a:cubicBezTo>
                    <a:pt x="16661" y="54127"/>
                    <a:pt x="16742" y="54127"/>
                    <a:pt x="16823" y="54128"/>
                  </a:cubicBezTo>
                  <a:cubicBezTo>
                    <a:pt x="17556" y="54136"/>
                    <a:pt x="18291" y="54161"/>
                    <a:pt x="19024" y="54161"/>
                  </a:cubicBezTo>
                  <a:cubicBezTo>
                    <a:pt x="19777" y="54161"/>
                    <a:pt x="20529" y="54135"/>
                    <a:pt x="21276" y="54035"/>
                  </a:cubicBezTo>
                  <a:cubicBezTo>
                    <a:pt x="23834" y="53698"/>
                    <a:pt x="26393" y="53366"/>
                    <a:pt x="28865" y="52560"/>
                  </a:cubicBezTo>
                  <a:cubicBezTo>
                    <a:pt x="29796" y="52255"/>
                    <a:pt x="30737" y="51994"/>
                    <a:pt x="31592" y="51499"/>
                  </a:cubicBezTo>
                  <a:cubicBezTo>
                    <a:pt x="31728" y="51390"/>
                    <a:pt x="31837" y="51248"/>
                    <a:pt x="32006" y="51172"/>
                  </a:cubicBezTo>
                  <a:cubicBezTo>
                    <a:pt x="32065" y="51146"/>
                    <a:pt x="32114" y="51133"/>
                    <a:pt x="32154" y="51133"/>
                  </a:cubicBezTo>
                  <a:cubicBezTo>
                    <a:pt x="32249" y="51133"/>
                    <a:pt x="32291" y="51207"/>
                    <a:pt x="32294" y="51357"/>
                  </a:cubicBezTo>
                  <a:cubicBezTo>
                    <a:pt x="32300" y="51700"/>
                    <a:pt x="32196" y="51978"/>
                    <a:pt x="31886" y="52163"/>
                  </a:cubicBezTo>
                  <a:cubicBezTo>
                    <a:pt x="31581" y="52348"/>
                    <a:pt x="31249" y="52478"/>
                    <a:pt x="30977" y="52707"/>
                  </a:cubicBezTo>
                  <a:cubicBezTo>
                    <a:pt x="29817" y="53698"/>
                    <a:pt x="28402" y="54221"/>
                    <a:pt x="27057" y="54857"/>
                  </a:cubicBezTo>
                  <a:cubicBezTo>
                    <a:pt x="26154" y="55288"/>
                    <a:pt x="25146" y="55451"/>
                    <a:pt x="24194" y="55756"/>
                  </a:cubicBezTo>
                  <a:cubicBezTo>
                    <a:pt x="23453" y="55990"/>
                    <a:pt x="22718" y="56257"/>
                    <a:pt x="21962" y="56436"/>
                  </a:cubicBezTo>
                  <a:cubicBezTo>
                    <a:pt x="20710" y="56725"/>
                    <a:pt x="19436" y="56910"/>
                    <a:pt x="18205" y="57275"/>
                  </a:cubicBezTo>
                  <a:cubicBezTo>
                    <a:pt x="17460" y="57498"/>
                    <a:pt x="16719" y="57737"/>
                    <a:pt x="15957" y="57901"/>
                  </a:cubicBezTo>
                  <a:cubicBezTo>
                    <a:pt x="14656" y="58184"/>
                    <a:pt x="13338" y="58380"/>
                    <a:pt x="12026" y="58608"/>
                  </a:cubicBezTo>
                  <a:cubicBezTo>
                    <a:pt x="11841" y="58641"/>
                    <a:pt x="11651" y="58641"/>
                    <a:pt x="11487" y="58761"/>
                  </a:cubicBezTo>
                  <a:cubicBezTo>
                    <a:pt x="11466" y="58995"/>
                    <a:pt x="11700" y="59142"/>
                    <a:pt x="11700" y="59381"/>
                  </a:cubicBezTo>
                  <a:cubicBezTo>
                    <a:pt x="11694" y="59605"/>
                    <a:pt x="11830" y="59730"/>
                    <a:pt x="12059" y="59795"/>
                  </a:cubicBezTo>
                  <a:cubicBezTo>
                    <a:pt x="12375" y="59888"/>
                    <a:pt x="12386" y="59948"/>
                    <a:pt x="12190" y="60236"/>
                  </a:cubicBezTo>
                  <a:cubicBezTo>
                    <a:pt x="11999" y="60514"/>
                    <a:pt x="11754" y="60726"/>
                    <a:pt x="11504" y="60944"/>
                  </a:cubicBezTo>
                  <a:cubicBezTo>
                    <a:pt x="11112" y="61287"/>
                    <a:pt x="11166" y="61652"/>
                    <a:pt x="11624" y="61902"/>
                  </a:cubicBezTo>
                  <a:cubicBezTo>
                    <a:pt x="11816" y="62006"/>
                    <a:pt x="12016" y="62046"/>
                    <a:pt x="12222" y="62046"/>
                  </a:cubicBezTo>
                  <a:cubicBezTo>
                    <a:pt x="12319" y="62046"/>
                    <a:pt x="12417" y="62037"/>
                    <a:pt x="12516" y="62022"/>
                  </a:cubicBezTo>
                  <a:cubicBezTo>
                    <a:pt x="13237" y="61922"/>
                    <a:pt x="13950" y="61748"/>
                    <a:pt x="14679" y="61748"/>
                  </a:cubicBezTo>
                  <a:cubicBezTo>
                    <a:pt x="14787" y="61748"/>
                    <a:pt x="14896" y="61752"/>
                    <a:pt x="15004" y="61760"/>
                  </a:cubicBezTo>
                  <a:cubicBezTo>
                    <a:pt x="15016" y="61761"/>
                    <a:pt x="15028" y="61761"/>
                    <a:pt x="15039" y="61761"/>
                  </a:cubicBezTo>
                  <a:cubicBezTo>
                    <a:pt x="15217" y="61761"/>
                    <a:pt x="15385" y="61686"/>
                    <a:pt x="15549" y="61624"/>
                  </a:cubicBezTo>
                  <a:cubicBezTo>
                    <a:pt x="16011" y="61461"/>
                    <a:pt x="16436" y="61227"/>
                    <a:pt x="16877" y="61020"/>
                  </a:cubicBezTo>
                  <a:lnTo>
                    <a:pt x="16877" y="61020"/>
                  </a:lnTo>
                  <a:cubicBezTo>
                    <a:pt x="16790" y="61064"/>
                    <a:pt x="16735" y="61145"/>
                    <a:pt x="16659" y="61200"/>
                  </a:cubicBezTo>
                  <a:cubicBezTo>
                    <a:pt x="15690" y="61907"/>
                    <a:pt x="14765" y="62659"/>
                    <a:pt x="13573" y="63013"/>
                  </a:cubicBezTo>
                  <a:cubicBezTo>
                    <a:pt x="12926" y="63201"/>
                    <a:pt x="12289" y="63278"/>
                    <a:pt x="11633" y="63278"/>
                  </a:cubicBezTo>
                  <a:cubicBezTo>
                    <a:pt x="11549" y="63278"/>
                    <a:pt x="11464" y="63276"/>
                    <a:pt x="11379" y="63274"/>
                  </a:cubicBezTo>
                  <a:cubicBezTo>
                    <a:pt x="11360" y="63273"/>
                    <a:pt x="11341" y="63273"/>
                    <a:pt x="11323" y="63273"/>
                  </a:cubicBezTo>
                  <a:cubicBezTo>
                    <a:pt x="10926" y="63273"/>
                    <a:pt x="10576" y="63386"/>
                    <a:pt x="10295" y="63688"/>
                  </a:cubicBezTo>
                  <a:cubicBezTo>
                    <a:pt x="10219" y="63769"/>
                    <a:pt x="10138" y="63869"/>
                    <a:pt x="10026" y="63869"/>
                  </a:cubicBezTo>
                  <a:cubicBezTo>
                    <a:pt x="10018" y="63869"/>
                    <a:pt x="10010" y="63868"/>
                    <a:pt x="10001" y="63867"/>
                  </a:cubicBezTo>
                  <a:cubicBezTo>
                    <a:pt x="9928" y="63857"/>
                    <a:pt x="9854" y="63853"/>
                    <a:pt x="9781" y="63853"/>
                  </a:cubicBezTo>
                  <a:cubicBezTo>
                    <a:pt x="9426" y="63853"/>
                    <a:pt x="9076" y="63949"/>
                    <a:pt x="8719" y="63949"/>
                  </a:cubicBezTo>
                  <a:cubicBezTo>
                    <a:pt x="8704" y="63949"/>
                    <a:pt x="8688" y="63949"/>
                    <a:pt x="8673" y="63949"/>
                  </a:cubicBezTo>
                  <a:cubicBezTo>
                    <a:pt x="8428" y="64080"/>
                    <a:pt x="8281" y="64308"/>
                    <a:pt x="8096" y="64504"/>
                  </a:cubicBezTo>
                  <a:cubicBezTo>
                    <a:pt x="8096" y="64749"/>
                    <a:pt x="7960" y="64951"/>
                    <a:pt x="7873" y="65168"/>
                  </a:cubicBezTo>
                  <a:cubicBezTo>
                    <a:pt x="7702" y="65605"/>
                    <a:pt x="7579" y="65774"/>
                    <a:pt x="7299" y="65774"/>
                  </a:cubicBezTo>
                  <a:cubicBezTo>
                    <a:pt x="7177" y="65774"/>
                    <a:pt x="7026" y="65742"/>
                    <a:pt x="6827" y="65686"/>
                  </a:cubicBezTo>
                  <a:cubicBezTo>
                    <a:pt x="6550" y="65608"/>
                    <a:pt x="6271" y="65574"/>
                    <a:pt x="5991" y="65574"/>
                  </a:cubicBezTo>
                  <a:cubicBezTo>
                    <a:pt x="5781" y="65574"/>
                    <a:pt x="5570" y="65593"/>
                    <a:pt x="5358" y="65626"/>
                  </a:cubicBezTo>
                  <a:cubicBezTo>
                    <a:pt x="5249" y="65642"/>
                    <a:pt x="5129" y="65680"/>
                    <a:pt x="5134" y="65811"/>
                  </a:cubicBezTo>
                  <a:cubicBezTo>
                    <a:pt x="5140" y="65920"/>
                    <a:pt x="5270" y="65931"/>
                    <a:pt x="5363" y="65931"/>
                  </a:cubicBezTo>
                  <a:cubicBezTo>
                    <a:pt x="5777" y="65936"/>
                    <a:pt x="6136" y="66116"/>
                    <a:pt x="6501" y="66284"/>
                  </a:cubicBezTo>
                  <a:cubicBezTo>
                    <a:pt x="6724" y="66388"/>
                    <a:pt x="6953" y="66486"/>
                    <a:pt x="7198" y="66529"/>
                  </a:cubicBezTo>
                  <a:cubicBezTo>
                    <a:pt x="8261" y="66711"/>
                    <a:pt x="9324" y="66879"/>
                    <a:pt x="10412" y="66879"/>
                  </a:cubicBezTo>
                  <a:cubicBezTo>
                    <a:pt x="10532" y="66879"/>
                    <a:pt x="10653" y="66877"/>
                    <a:pt x="10774" y="66872"/>
                  </a:cubicBezTo>
                  <a:cubicBezTo>
                    <a:pt x="12244" y="66823"/>
                    <a:pt x="13643" y="66524"/>
                    <a:pt x="14999" y="65980"/>
                  </a:cubicBezTo>
                  <a:cubicBezTo>
                    <a:pt x="15952" y="65598"/>
                    <a:pt x="16921" y="65266"/>
                    <a:pt x="17803" y="64727"/>
                  </a:cubicBezTo>
                  <a:cubicBezTo>
                    <a:pt x="17857" y="64689"/>
                    <a:pt x="17928" y="64662"/>
                    <a:pt x="17993" y="64635"/>
                  </a:cubicBezTo>
                  <a:cubicBezTo>
                    <a:pt x="18978" y="64243"/>
                    <a:pt x="19915" y="63748"/>
                    <a:pt x="20867" y="63279"/>
                  </a:cubicBezTo>
                  <a:cubicBezTo>
                    <a:pt x="22914" y="62278"/>
                    <a:pt x="24825" y="61053"/>
                    <a:pt x="26627" y="59648"/>
                  </a:cubicBezTo>
                  <a:cubicBezTo>
                    <a:pt x="28173" y="58445"/>
                    <a:pt x="29681" y="57204"/>
                    <a:pt x="31184" y="55952"/>
                  </a:cubicBezTo>
                  <a:cubicBezTo>
                    <a:pt x="31892" y="55358"/>
                    <a:pt x="32572" y="54743"/>
                    <a:pt x="33351" y="54242"/>
                  </a:cubicBezTo>
                  <a:cubicBezTo>
                    <a:pt x="33412" y="54204"/>
                    <a:pt x="33467" y="54121"/>
                    <a:pt x="33542" y="54121"/>
                  </a:cubicBezTo>
                  <a:cubicBezTo>
                    <a:pt x="33574" y="54121"/>
                    <a:pt x="33609" y="54136"/>
                    <a:pt x="33650" y="54177"/>
                  </a:cubicBezTo>
                  <a:cubicBezTo>
                    <a:pt x="33645" y="54221"/>
                    <a:pt x="33645" y="54264"/>
                    <a:pt x="33645" y="54308"/>
                  </a:cubicBezTo>
                  <a:cubicBezTo>
                    <a:pt x="33721" y="54329"/>
                    <a:pt x="33786" y="54340"/>
                    <a:pt x="33683" y="54433"/>
                  </a:cubicBezTo>
                  <a:cubicBezTo>
                    <a:pt x="33438" y="54651"/>
                    <a:pt x="33247" y="54923"/>
                    <a:pt x="32991" y="55135"/>
                  </a:cubicBezTo>
                  <a:cubicBezTo>
                    <a:pt x="32926" y="55184"/>
                    <a:pt x="32855" y="55255"/>
                    <a:pt x="32877" y="55337"/>
                  </a:cubicBezTo>
                  <a:cubicBezTo>
                    <a:pt x="32904" y="55445"/>
                    <a:pt x="33018" y="55445"/>
                    <a:pt x="33111" y="55456"/>
                  </a:cubicBezTo>
                  <a:cubicBezTo>
                    <a:pt x="33142" y="55460"/>
                    <a:pt x="33173" y="55462"/>
                    <a:pt x="33205" y="55462"/>
                  </a:cubicBezTo>
                  <a:cubicBezTo>
                    <a:pt x="33255" y="55462"/>
                    <a:pt x="33306" y="55458"/>
                    <a:pt x="33356" y="55451"/>
                  </a:cubicBezTo>
                  <a:cubicBezTo>
                    <a:pt x="33835" y="55375"/>
                    <a:pt x="34303" y="55239"/>
                    <a:pt x="34750" y="55064"/>
                  </a:cubicBezTo>
                  <a:cubicBezTo>
                    <a:pt x="35147" y="54912"/>
                    <a:pt x="35447" y="54629"/>
                    <a:pt x="35517" y="54166"/>
                  </a:cubicBezTo>
                  <a:cubicBezTo>
                    <a:pt x="35632" y="53420"/>
                    <a:pt x="35789" y="53279"/>
                    <a:pt x="36519" y="53099"/>
                  </a:cubicBezTo>
                  <a:cubicBezTo>
                    <a:pt x="37101" y="52952"/>
                    <a:pt x="37689" y="52544"/>
                    <a:pt x="37640" y="51727"/>
                  </a:cubicBezTo>
                  <a:cubicBezTo>
                    <a:pt x="37608" y="51188"/>
                    <a:pt x="37613" y="50644"/>
                    <a:pt x="37608" y="50105"/>
                  </a:cubicBezTo>
                  <a:cubicBezTo>
                    <a:pt x="37591" y="49000"/>
                    <a:pt x="37521" y="47911"/>
                    <a:pt x="37172" y="46860"/>
                  </a:cubicBezTo>
                  <a:cubicBezTo>
                    <a:pt x="36824" y="45810"/>
                    <a:pt x="36568" y="44732"/>
                    <a:pt x="36252" y="43670"/>
                  </a:cubicBezTo>
                  <a:cubicBezTo>
                    <a:pt x="36149" y="43333"/>
                    <a:pt x="36024" y="43006"/>
                    <a:pt x="35980" y="42652"/>
                  </a:cubicBezTo>
                  <a:cubicBezTo>
                    <a:pt x="35936" y="42309"/>
                    <a:pt x="36051" y="42026"/>
                    <a:pt x="36334" y="41857"/>
                  </a:cubicBezTo>
                  <a:cubicBezTo>
                    <a:pt x="36808" y="41574"/>
                    <a:pt x="37314" y="41346"/>
                    <a:pt x="37885" y="41313"/>
                  </a:cubicBezTo>
                  <a:cubicBezTo>
                    <a:pt x="38023" y="41306"/>
                    <a:pt x="38159" y="41302"/>
                    <a:pt x="38295" y="41302"/>
                  </a:cubicBezTo>
                  <a:cubicBezTo>
                    <a:pt x="39281" y="41302"/>
                    <a:pt x="40238" y="41487"/>
                    <a:pt x="41195" y="41759"/>
                  </a:cubicBezTo>
                  <a:cubicBezTo>
                    <a:pt x="42045" y="42004"/>
                    <a:pt x="42888" y="42255"/>
                    <a:pt x="43749" y="42451"/>
                  </a:cubicBezTo>
                  <a:cubicBezTo>
                    <a:pt x="43976" y="42502"/>
                    <a:pt x="44211" y="42548"/>
                    <a:pt x="44441" y="42548"/>
                  </a:cubicBezTo>
                  <a:cubicBezTo>
                    <a:pt x="44728" y="42548"/>
                    <a:pt x="45008" y="42476"/>
                    <a:pt x="45262" y="42249"/>
                  </a:cubicBezTo>
                  <a:lnTo>
                    <a:pt x="45262" y="42249"/>
                  </a:lnTo>
                  <a:cubicBezTo>
                    <a:pt x="45075" y="42601"/>
                    <a:pt x="44797" y="42686"/>
                    <a:pt x="44497" y="42686"/>
                  </a:cubicBezTo>
                  <a:cubicBezTo>
                    <a:pt x="44352" y="42686"/>
                    <a:pt x="44201" y="42666"/>
                    <a:pt x="44053" y="42647"/>
                  </a:cubicBezTo>
                  <a:cubicBezTo>
                    <a:pt x="43623" y="42587"/>
                    <a:pt x="43204" y="42462"/>
                    <a:pt x="42790" y="42320"/>
                  </a:cubicBezTo>
                  <a:cubicBezTo>
                    <a:pt x="42609" y="42255"/>
                    <a:pt x="42421" y="42191"/>
                    <a:pt x="42229" y="42191"/>
                  </a:cubicBezTo>
                  <a:cubicBezTo>
                    <a:pt x="42162" y="42191"/>
                    <a:pt x="42096" y="42198"/>
                    <a:pt x="42028" y="42217"/>
                  </a:cubicBezTo>
                  <a:cubicBezTo>
                    <a:pt x="40901" y="42532"/>
                    <a:pt x="39905" y="43066"/>
                    <a:pt x="39214" y="44046"/>
                  </a:cubicBezTo>
                  <a:cubicBezTo>
                    <a:pt x="39138" y="44155"/>
                    <a:pt x="39018" y="44264"/>
                    <a:pt x="39116" y="44421"/>
                  </a:cubicBezTo>
                  <a:cubicBezTo>
                    <a:pt x="39339" y="44683"/>
                    <a:pt x="39687" y="44808"/>
                    <a:pt x="39872" y="45113"/>
                  </a:cubicBezTo>
                  <a:cubicBezTo>
                    <a:pt x="39905" y="45102"/>
                    <a:pt x="39933" y="45097"/>
                    <a:pt x="39957" y="45097"/>
                  </a:cubicBezTo>
                  <a:cubicBezTo>
                    <a:pt x="40095" y="45097"/>
                    <a:pt x="40097" y="45263"/>
                    <a:pt x="40134" y="45347"/>
                  </a:cubicBezTo>
                  <a:cubicBezTo>
                    <a:pt x="40292" y="45701"/>
                    <a:pt x="40433" y="46071"/>
                    <a:pt x="40509" y="46457"/>
                  </a:cubicBezTo>
                  <a:cubicBezTo>
                    <a:pt x="40673" y="46746"/>
                    <a:pt x="40678" y="47083"/>
                    <a:pt x="40787" y="47383"/>
                  </a:cubicBezTo>
                  <a:cubicBezTo>
                    <a:pt x="40912" y="47279"/>
                    <a:pt x="40885" y="47132"/>
                    <a:pt x="40896" y="46996"/>
                  </a:cubicBezTo>
                  <a:cubicBezTo>
                    <a:pt x="40929" y="46316"/>
                    <a:pt x="40836" y="45646"/>
                    <a:pt x="40678" y="44982"/>
                  </a:cubicBezTo>
                  <a:cubicBezTo>
                    <a:pt x="40646" y="44857"/>
                    <a:pt x="40564" y="44715"/>
                    <a:pt x="40700" y="44596"/>
                  </a:cubicBezTo>
                  <a:cubicBezTo>
                    <a:pt x="40841" y="44480"/>
                    <a:pt x="40982" y="44422"/>
                    <a:pt x="41118" y="44422"/>
                  </a:cubicBezTo>
                  <a:cubicBezTo>
                    <a:pt x="41301" y="44422"/>
                    <a:pt x="41473" y="44528"/>
                    <a:pt x="41620" y="44737"/>
                  </a:cubicBezTo>
                  <a:cubicBezTo>
                    <a:pt x="41843" y="45053"/>
                    <a:pt x="41952" y="45412"/>
                    <a:pt x="42028" y="45788"/>
                  </a:cubicBezTo>
                  <a:cubicBezTo>
                    <a:pt x="42268" y="47035"/>
                    <a:pt x="42344" y="48287"/>
                    <a:pt x="42148" y="49550"/>
                  </a:cubicBezTo>
                  <a:cubicBezTo>
                    <a:pt x="42050" y="50181"/>
                    <a:pt x="42023" y="50818"/>
                    <a:pt x="42045" y="51455"/>
                  </a:cubicBezTo>
                  <a:cubicBezTo>
                    <a:pt x="42072" y="52146"/>
                    <a:pt x="42252" y="52767"/>
                    <a:pt x="42763" y="53279"/>
                  </a:cubicBezTo>
                  <a:cubicBezTo>
                    <a:pt x="43095" y="53616"/>
                    <a:pt x="43417" y="53976"/>
                    <a:pt x="43580" y="54427"/>
                  </a:cubicBezTo>
                  <a:cubicBezTo>
                    <a:pt x="43852" y="55162"/>
                    <a:pt x="44309" y="55799"/>
                    <a:pt x="44674" y="56485"/>
                  </a:cubicBezTo>
                  <a:cubicBezTo>
                    <a:pt x="44690" y="56512"/>
                    <a:pt x="44712" y="56545"/>
                    <a:pt x="44739" y="56572"/>
                  </a:cubicBezTo>
                  <a:cubicBezTo>
                    <a:pt x="45039" y="56943"/>
                    <a:pt x="45289" y="57340"/>
                    <a:pt x="45436" y="57792"/>
                  </a:cubicBezTo>
                  <a:cubicBezTo>
                    <a:pt x="45572" y="58222"/>
                    <a:pt x="45730" y="58641"/>
                    <a:pt x="45872" y="59060"/>
                  </a:cubicBezTo>
                  <a:cubicBezTo>
                    <a:pt x="46084" y="59681"/>
                    <a:pt x="46378" y="60291"/>
                    <a:pt x="46280" y="60977"/>
                  </a:cubicBezTo>
                  <a:cubicBezTo>
                    <a:pt x="46341" y="61170"/>
                    <a:pt x="46484" y="61249"/>
                    <a:pt x="46649" y="61249"/>
                  </a:cubicBezTo>
                  <a:cubicBezTo>
                    <a:pt x="46674" y="61249"/>
                    <a:pt x="46700" y="61247"/>
                    <a:pt x="46726" y="61243"/>
                  </a:cubicBezTo>
                  <a:cubicBezTo>
                    <a:pt x="47086" y="61189"/>
                    <a:pt x="47113" y="60846"/>
                    <a:pt x="47271" y="60552"/>
                  </a:cubicBezTo>
                  <a:lnTo>
                    <a:pt x="47271" y="60552"/>
                  </a:lnTo>
                  <a:cubicBezTo>
                    <a:pt x="47162" y="61118"/>
                    <a:pt x="46895" y="61499"/>
                    <a:pt x="46411" y="61717"/>
                  </a:cubicBezTo>
                  <a:cubicBezTo>
                    <a:pt x="46296" y="61766"/>
                    <a:pt x="46188" y="61809"/>
                    <a:pt x="46275" y="61973"/>
                  </a:cubicBezTo>
                  <a:cubicBezTo>
                    <a:pt x="46389" y="62174"/>
                    <a:pt x="46768" y="62320"/>
                    <a:pt x="47072" y="62320"/>
                  </a:cubicBezTo>
                  <a:cubicBezTo>
                    <a:pt x="47188" y="62320"/>
                    <a:pt x="47293" y="62299"/>
                    <a:pt x="47369" y="62250"/>
                  </a:cubicBezTo>
                  <a:cubicBezTo>
                    <a:pt x="47728" y="62016"/>
                    <a:pt x="48022" y="61717"/>
                    <a:pt x="48218" y="61325"/>
                  </a:cubicBezTo>
                  <a:cubicBezTo>
                    <a:pt x="48332" y="61096"/>
                    <a:pt x="48441" y="60862"/>
                    <a:pt x="48539" y="60574"/>
                  </a:cubicBezTo>
                  <a:cubicBezTo>
                    <a:pt x="48643" y="60862"/>
                    <a:pt x="48605" y="61107"/>
                    <a:pt x="48659" y="61330"/>
                  </a:cubicBezTo>
                  <a:cubicBezTo>
                    <a:pt x="48675" y="61401"/>
                    <a:pt x="48659" y="61521"/>
                    <a:pt x="48768" y="61532"/>
                  </a:cubicBezTo>
                  <a:cubicBezTo>
                    <a:pt x="48771" y="61532"/>
                    <a:pt x="48774" y="61532"/>
                    <a:pt x="48777" y="61532"/>
                  </a:cubicBezTo>
                  <a:cubicBezTo>
                    <a:pt x="48859" y="61532"/>
                    <a:pt x="48911" y="61459"/>
                    <a:pt x="48953" y="61390"/>
                  </a:cubicBezTo>
                  <a:cubicBezTo>
                    <a:pt x="49008" y="61309"/>
                    <a:pt x="49046" y="61222"/>
                    <a:pt x="49078" y="61134"/>
                  </a:cubicBezTo>
                  <a:cubicBezTo>
                    <a:pt x="49291" y="60476"/>
                    <a:pt x="49138" y="59882"/>
                    <a:pt x="48773" y="59322"/>
                  </a:cubicBezTo>
                  <a:cubicBezTo>
                    <a:pt x="48523" y="58946"/>
                    <a:pt x="48196" y="58636"/>
                    <a:pt x="47913" y="58293"/>
                  </a:cubicBezTo>
                  <a:cubicBezTo>
                    <a:pt x="47233" y="57460"/>
                    <a:pt x="46574" y="56605"/>
                    <a:pt x="46166" y="55603"/>
                  </a:cubicBezTo>
                  <a:cubicBezTo>
                    <a:pt x="45719" y="54515"/>
                    <a:pt x="45218" y="53448"/>
                    <a:pt x="44778" y="52359"/>
                  </a:cubicBezTo>
                  <a:cubicBezTo>
                    <a:pt x="44489" y="51640"/>
                    <a:pt x="44435" y="50954"/>
                    <a:pt x="44603" y="50219"/>
                  </a:cubicBezTo>
                  <a:cubicBezTo>
                    <a:pt x="44647" y="50029"/>
                    <a:pt x="44718" y="49871"/>
                    <a:pt x="44876" y="49751"/>
                  </a:cubicBezTo>
                  <a:cubicBezTo>
                    <a:pt x="44919" y="49642"/>
                    <a:pt x="44919" y="49539"/>
                    <a:pt x="44859" y="49435"/>
                  </a:cubicBezTo>
                  <a:cubicBezTo>
                    <a:pt x="44832" y="49386"/>
                    <a:pt x="44718" y="49441"/>
                    <a:pt x="44745" y="49348"/>
                  </a:cubicBezTo>
                  <a:cubicBezTo>
                    <a:pt x="44897" y="48777"/>
                    <a:pt x="44919" y="48183"/>
                    <a:pt x="44963" y="47595"/>
                  </a:cubicBezTo>
                  <a:cubicBezTo>
                    <a:pt x="45197" y="47328"/>
                    <a:pt x="45327" y="47007"/>
                    <a:pt x="45425" y="46670"/>
                  </a:cubicBezTo>
                  <a:cubicBezTo>
                    <a:pt x="45360" y="46572"/>
                    <a:pt x="45447" y="46572"/>
                    <a:pt x="45502" y="46555"/>
                  </a:cubicBezTo>
                  <a:cubicBezTo>
                    <a:pt x="45550" y="46532"/>
                    <a:pt x="45592" y="46522"/>
                    <a:pt x="45630" y="46522"/>
                  </a:cubicBezTo>
                  <a:cubicBezTo>
                    <a:pt x="45784" y="46522"/>
                    <a:pt x="45856" y="46692"/>
                    <a:pt x="45970" y="46784"/>
                  </a:cubicBezTo>
                  <a:cubicBezTo>
                    <a:pt x="47151" y="47519"/>
                    <a:pt x="48458" y="47922"/>
                    <a:pt x="49830" y="48107"/>
                  </a:cubicBezTo>
                  <a:cubicBezTo>
                    <a:pt x="50126" y="48146"/>
                    <a:pt x="50424" y="48193"/>
                    <a:pt x="50722" y="48193"/>
                  </a:cubicBezTo>
                  <a:cubicBezTo>
                    <a:pt x="50923" y="48193"/>
                    <a:pt x="51125" y="48172"/>
                    <a:pt x="51327" y="48112"/>
                  </a:cubicBezTo>
                  <a:cubicBezTo>
                    <a:pt x="51414" y="47900"/>
                    <a:pt x="51234" y="47813"/>
                    <a:pt x="51120" y="47720"/>
                  </a:cubicBezTo>
                  <a:cubicBezTo>
                    <a:pt x="50298" y="47056"/>
                    <a:pt x="49879" y="46163"/>
                    <a:pt x="49634" y="45173"/>
                  </a:cubicBezTo>
                  <a:cubicBezTo>
                    <a:pt x="49536" y="44781"/>
                    <a:pt x="49644" y="44427"/>
                    <a:pt x="49857" y="44095"/>
                  </a:cubicBezTo>
                  <a:cubicBezTo>
                    <a:pt x="49964" y="43929"/>
                    <a:pt x="50102" y="43864"/>
                    <a:pt x="50279" y="43864"/>
                  </a:cubicBezTo>
                  <a:cubicBezTo>
                    <a:pt x="50299" y="43864"/>
                    <a:pt x="50320" y="43864"/>
                    <a:pt x="50341" y="43866"/>
                  </a:cubicBezTo>
                  <a:cubicBezTo>
                    <a:pt x="50453" y="43876"/>
                    <a:pt x="50541" y="43883"/>
                    <a:pt x="50608" y="43883"/>
                  </a:cubicBezTo>
                  <a:cubicBezTo>
                    <a:pt x="50840" y="43883"/>
                    <a:pt x="50832" y="43793"/>
                    <a:pt x="50799" y="43387"/>
                  </a:cubicBezTo>
                  <a:cubicBezTo>
                    <a:pt x="50788" y="43305"/>
                    <a:pt x="50788" y="43224"/>
                    <a:pt x="50755" y="43148"/>
                  </a:cubicBezTo>
                  <a:cubicBezTo>
                    <a:pt x="50696" y="43063"/>
                    <a:pt x="50639" y="43028"/>
                    <a:pt x="50581" y="43028"/>
                  </a:cubicBezTo>
                  <a:cubicBezTo>
                    <a:pt x="50515" y="43028"/>
                    <a:pt x="50449" y="43073"/>
                    <a:pt x="50379" y="43142"/>
                  </a:cubicBezTo>
                  <a:cubicBezTo>
                    <a:pt x="50303" y="43214"/>
                    <a:pt x="50227" y="43286"/>
                    <a:pt x="50129" y="43286"/>
                  </a:cubicBezTo>
                  <a:cubicBezTo>
                    <a:pt x="50087" y="43286"/>
                    <a:pt x="50040" y="43273"/>
                    <a:pt x="49987" y="43240"/>
                  </a:cubicBezTo>
                  <a:cubicBezTo>
                    <a:pt x="50309" y="43153"/>
                    <a:pt x="50526" y="42745"/>
                    <a:pt x="50314" y="42609"/>
                  </a:cubicBezTo>
                  <a:cubicBezTo>
                    <a:pt x="50114" y="42476"/>
                    <a:pt x="49894" y="42329"/>
                    <a:pt x="49637" y="42329"/>
                  </a:cubicBezTo>
                  <a:cubicBezTo>
                    <a:pt x="49586" y="42329"/>
                    <a:pt x="49535" y="42335"/>
                    <a:pt x="49481" y="42347"/>
                  </a:cubicBezTo>
                  <a:cubicBezTo>
                    <a:pt x="49405" y="42445"/>
                    <a:pt x="49421" y="42570"/>
                    <a:pt x="49405" y="42679"/>
                  </a:cubicBezTo>
                  <a:cubicBezTo>
                    <a:pt x="49369" y="42897"/>
                    <a:pt x="49336" y="42984"/>
                    <a:pt x="49231" y="42984"/>
                  </a:cubicBezTo>
                  <a:cubicBezTo>
                    <a:pt x="49176" y="42984"/>
                    <a:pt x="49101" y="42960"/>
                    <a:pt x="48997" y="42919"/>
                  </a:cubicBezTo>
                  <a:cubicBezTo>
                    <a:pt x="48757" y="42821"/>
                    <a:pt x="48556" y="42658"/>
                    <a:pt x="48327" y="42543"/>
                  </a:cubicBezTo>
                  <a:cubicBezTo>
                    <a:pt x="48311" y="42537"/>
                    <a:pt x="48294" y="42535"/>
                    <a:pt x="48275" y="42535"/>
                  </a:cubicBezTo>
                  <a:cubicBezTo>
                    <a:pt x="48222" y="42535"/>
                    <a:pt x="48161" y="42553"/>
                    <a:pt x="48107" y="42553"/>
                  </a:cubicBezTo>
                  <a:cubicBezTo>
                    <a:pt x="48037" y="42553"/>
                    <a:pt x="47978" y="42524"/>
                    <a:pt x="47962" y="42391"/>
                  </a:cubicBezTo>
                  <a:cubicBezTo>
                    <a:pt x="47826" y="42233"/>
                    <a:pt x="47630" y="42178"/>
                    <a:pt x="47456" y="42080"/>
                  </a:cubicBezTo>
                  <a:cubicBezTo>
                    <a:pt x="47260" y="41972"/>
                    <a:pt x="47048" y="41890"/>
                    <a:pt x="46873" y="41754"/>
                  </a:cubicBezTo>
                  <a:cubicBezTo>
                    <a:pt x="45801" y="40905"/>
                    <a:pt x="44870" y="39941"/>
                    <a:pt x="44190" y="38738"/>
                  </a:cubicBezTo>
                  <a:cubicBezTo>
                    <a:pt x="43525" y="37567"/>
                    <a:pt x="42589" y="36577"/>
                    <a:pt x="41996" y="35363"/>
                  </a:cubicBezTo>
                  <a:cubicBezTo>
                    <a:pt x="41958" y="35292"/>
                    <a:pt x="41898" y="35232"/>
                    <a:pt x="41838" y="35172"/>
                  </a:cubicBezTo>
                  <a:cubicBezTo>
                    <a:pt x="41549" y="34878"/>
                    <a:pt x="41321" y="34530"/>
                    <a:pt x="41054" y="34214"/>
                  </a:cubicBezTo>
                  <a:cubicBezTo>
                    <a:pt x="40569" y="33637"/>
                    <a:pt x="40264" y="32929"/>
                    <a:pt x="39731" y="32385"/>
                  </a:cubicBezTo>
                  <a:cubicBezTo>
                    <a:pt x="39143" y="31786"/>
                    <a:pt x="38653" y="31105"/>
                    <a:pt x="38179" y="30419"/>
                  </a:cubicBezTo>
                  <a:cubicBezTo>
                    <a:pt x="38120" y="30327"/>
                    <a:pt x="38054" y="30251"/>
                    <a:pt x="37967" y="30180"/>
                  </a:cubicBezTo>
                  <a:cubicBezTo>
                    <a:pt x="37395" y="29706"/>
                    <a:pt x="36873" y="29184"/>
                    <a:pt x="36454" y="28563"/>
                  </a:cubicBezTo>
                  <a:cubicBezTo>
                    <a:pt x="36301" y="28334"/>
                    <a:pt x="36111" y="28138"/>
                    <a:pt x="35882" y="27986"/>
                  </a:cubicBezTo>
                  <a:cubicBezTo>
                    <a:pt x="35664" y="27855"/>
                    <a:pt x="35643" y="27600"/>
                    <a:pt x="35539" y="27398"/>
                  </a:cubicBezTo>
                  <a:cubicBezTo>
                    <a:pt x="35463" y="27250"/>
                    <a:pt x="35390" y="27125"/>
                    <a:pt x="35242" y="27125"/>
                  </a:cubicBezTo>
                  <a:cubicBezTo>
                    <a:pt x="35199" y="27125"/>
                    <a:pt x="35150" y="27135"/>
                    <a:pt x="35093" y="27159"/>
                  </a:cubicBezTo>
                  <a:cubicBezTo>
                    <a:pt x="35054" y="27174"/>
                    <a:pt x="35014" y="27182"/>
                    <a:pt x="34975" y="27182"/>
                  </a:cubicBezTo>
                  <a:cubicBezTo>
                    <a:pt x="34901" y="27182"/>
                    <a:pt x="34830" y="27153"/>
                    <a:pt x="34777" y="27082"/>
                  </a:cubicBezTo>
                  <a:cubicBezTo>
                    <a:pt x="34673" y="26930"/>
                    <a:pt x="34603" y="26750"/>
                    <a:pt x="34423" y="26669"/>
                  </a:cubicBezTo>
                  <a:cubicBezTo>
                    <a:pt x="34398" y="26671"/>
                    <a:pt x="34374" y="26672"/>
                    <a:pt x="34351" y="26672"/>
                  </a:cubicBezTo>
                  <a:cubicBezTo>
                    <a:pt x="34073" y="26672"/>
                    <a:pt x="33935" y="26495"/>
                    <a:pt x="33824" y="26244"/>
                  </a:cubicBezTo>
                  <a:cubicBezTo>
                    <a:pt x="33655" y="25847"/>
                    <a:pt x="33410" y="25525"/>
                    <a:pt x="32948" y="25400"/>
                  </a:cubicBezTo>
                  <a:cubicBezTo>
                    <a:pt x="32654" y="25324"/>
                    <a:pt x="32414" y="25117"/>
                    <a:pt x="32213" y="24883"/>
                  </a:cubicBezTo>
                  <a:cubicBezTo>
                    <a:pt x="32039" y="24736"/>
                    <a:pt x="31826" y="24654"/>
                    <a:pt x="31636" y="24545"/>
                  </a:cubicBezTo>
                  <a:cubicBezTo>
                    <a:pt x="31206" y="24306"/>
                    <a:pt x="30819" y="24017"/>
                    <a:pt x="30541" y="23609"/>
                  </a:cubicBezTo>
                  <a:cubicBezTo>
                    <a:pt x="30335" y="23299"/>
                    <a:pt x="30079" y="23054"/>
                    <a:pt x="29801" y="22809"/>
                  </a:cubicBezTo>
                  <a:cubicBezTo>
                    <a:pt x="29545" y="22586"/>
                    <a:pt x="29213" y="22450"/>
                    <a:pt x="29012" y="22166"/>
                  </a:cubicBezTo>
                  <a:cubicBezTo>
                    <a:pt x="28527" y="21480"/>
                    <a:pt x="27961" y="20865"/>
                    <a:pt x="27422" y="20228"/>
                  </a:cubicBezTo>
                  <a:cubicBezTo>
                    <a:pt x="27063" y="19804"/>
                    <a:pt x="26801" y="19308"/>
                    <a:pt x="26693" y="18753"/>
                  </a:cubicBezTo>
                  <a:cubicBezTo>
                    <a:pt x="26671" y="18633"/>
                    <a:pt x="26622" y="18508"/>
                    <a:pt x="26714" y="18405"/>
                  </a:cubicBezTo>
                  <a:cubicBezTo>
                    <a:pt x="26785" y="18416"/>
                    <a:pt x="26823" y="18443"/>
                    <a:pt x="26850" y="18486"/>
                  </a:cubicBezTo>
                  <a:cubicBezTo>
                    <a:pt x="27400" y="19461"/>
                    <a:pt x="28075" y="20354"/>
                    <a:pt x="28854" y="21159"/>
                  </a:cubicBezTo>
                  <a:cubicBezTo>
                    <a:pt x="28892" y="21203"/>
                    <a:pt x="28919" y="21257"/>
                    <a:pt x="28957" y="21306"/>
                  </a:cubicBezTo>
                  <a:cubicBezTo>
                    <a:pt x="29175" y="21578"/>
                    <a:pt x="29322" y="21916"/>
                    <a:pt x="29649" y="22096"/>
                  </a:cubicBezTo>
                  <a:cubicBezTo>
                    <a:pt x="30073" y="22477"/>
                    <a:pt x="30476" y="22885"/>
                    <a:pt x="30988" y="23157"/>
                  </a:cubicBezTo>
                  <a:cubicBezTo>
                    <a:pt x="31102" y="23217"/>
                    <a:pt x="31168" y="23342"/>
                    <a:pt x="31249" y="23440"/>
                  </a:cubicBezTo>
                  <a:cubicBezTo>
                    <a:pt x="31418" y="23642"/>
                    <a:pt x="31538" y="23876"/>
                    <a:pt x="31717" y="24061"/>
                  </a:cubicBezTo>
                  <a:cubicBezTo>
                    <a:pt x="31946" y="24181"/>
                    <a:pt x="32196" y="24273"/>
                    <a:pt x="32398" y="24437"/>
                  </a:cubicBezTo>
                  <a:cubicBezTo>
                    <a:pt x="33051" y="24959"/>
                    <a:pt x="33737" y="25444"/>
                    <a:pt x="34401" y="25950"/>
                  </a:cubicBezTo>
                  <a:cubicBezTo>
                    <a:pt x="34608" y="26108"/>
                    <a:pt x="34793" y="26293"/>
                    <a:pt x="34951" y="26500"/>
                  </a:cubicBezTo>
                  <a:cubicBezTo>
                    <a:pt x="35060" y="26641"/>
                    <a:pt x="35191" y="26756"/>
                    <a:pt x="35354" y="26832"/>
                  </a:cubicBezTo>
                  <a:cubicBezTo>
                    <a:pt x="35452" y="26897"/>
                    <a:pt x="35512" y="26995"/>
                    <a:pt x="35599" y="27066"/>
                  </a:cubicBezTo>
                  <a:cubicBezTo>
                    <a:pt x="36056" y="27387"/>
                    <a:pt x="36443" y="27785"/>
                    <a:pt x="36780" y="28226"/>
                  </a:cubicBezTo>
                  <a:cubicBezTo>
                    <a:pt x="37047" y="28569"/>
                    <a:pt x="37319" y="28901"/>
                    <a:pt x="37657" y="29189"/>
                  </a:cubicBezTo>
                  <a:cubicBezTo>
                    <a:pt x="38277" y="29712"/>
                    <a:pt x="38947" y="30180"/>
                    <a:pt x="39393" y="30882"/>
                  </a:cubicBezTo>
                  <a:cubicBezTo>
                    <a:pt x="39625" y="31153"/>
                    <a:pt x="39844" y="31436"/>
                    <a:pt x="40225" y="31436"/>
                  </a:cubicBezTo>
                  <a:cubicBezTo>
                    <a:pt x="40273" y="31436"/>
                    <a:pt x="40324" y="31431"/>
                    <a:pt x="40379" y="31421"/>
                  </a:cubicBezTo>
                  <a:cubicBezTo>
                    <a:pt x="40392" y="31419"/>
                    <a:pt x="40404" y="31417"/>
                    <a:pt x="40416" y="31417"/>
                  </a:cubicBezTo>
                  <a:cubicBezTo>
                    <a:pt x="40506" y="31417"/>
                    <a:pt x="40552" y="31489"/>
                    <a:pt x="40542" y="31595"/>
                  </a:cubicBezTo>
                  <a:cubicBezTo>
                    <a:pt x="40531" y="31688"/>
                    <a:pt x="40504" y="31780"/>
                    <a:pt x="40542" y="31873"/>
                  </a:cubicBezTo>
                  <a:cubicBezTo>
                    <a:pt x="40564" y="31906"/>
                    <a:pt x="40580" y="31933"/>
                    <a:pt x="40607" y="31955"/>
                  </a:cubicBezTo>
                  <a:cubicBezTo>
                    <a:pt x="41789" y="33120"/>
                    <a:pt x="42970" y="34285"/>
                    <a:pt x="43678" y="35831"/>
                  </a:cubicBezTo>
                  <a:cubicBezTo>
                    <a:pt x="43863" y="36234"/>
                    <a:pt x="44124" y="36609"/>
                    <a:pt x="44435" y="36936"/>
                  </a:cubicBezTo>
                  <a:cubicBezTo>
                    <a:pt x="44497" y="36998"/>
                    <a:pt x="44557" y="37128"/>
                    <a:pt x="44656" y="37128"/>
                  </a:cubicBezTo>
                  <a:cubicBezTo>
                    <a:pt x="44695" y="37128"/>
                    <a:pt x="44740" y="37108"/>
                    <a:pt x="44794" y="37056"/>
                  </a:cubicBezTo>
                  <a:cubicBezTo>
                    <a:pt x="44799" y="37018"/>
                    <a:pt x="44794" y="36985"/>
                    <a:pt x="44783" y="36947"/>
                  </a:cubicBezTo>
                  <a:cubicBezTo>
                    <a:pt x="44778" y="36929"/>
                    <a:pt x="44778" y="36918"/>
                    <a:pt x="44774" y="36918"/>
                  </a:cubicBezTo>
                  <a:cubicBezTo>
                    <a:pt x="44774" y="36918"/>
                    <a:pt x="44773" y="36919"/>
                    <a:pt x="44772" y="36920"/>
                  </a:cubicBezTo>
                  <a:cubicBezTo>
                    <a:pt x="44769" y="36920"/>
                    <a:pt x="44766" y="36921"/>
                    <a:pt x="44764" y="36921"/>
                  </a:cubicBezTo>
                  <a:cubicBezTo>
                    <a:pt x="44736" y="36921"/>
                    <a:pt x="44743" y="36880"/>
                    <a:pt x="44754" y="36880"/>
                  </a:cubicBezTo>
                  <a:cubicBezTo>
                    <a:pt x="44758" y="36880"/>
                    <a:pt x="44763" y="36885"/>
                    <a:pt x="44767" y="36898"/>
                  </a:cubicBezTo>
                  <a:cubicBezTo>
                    <a:pt x="45104" y="37388"/>
                    <a:pt x="45327" y="37965"/>
                    <a:pt x="45785" y="38395"/>
                  </a:cubicBezTo>
                  <a:cubicBezTo>
                    <a:pt x="45926" y="38526"/>
                    <a:pt x="46030" y="38705"/>
                    <a:pt x="46139" y="38879"/>
                  </a:cubicBezTo>
                  <a:cubicBezTo>
                    <a:pt x="46547" y="39527"/>
                    <a:pt x="47075" y="40083"/>
                    <a:pt x="47587" y="40654"/>
                  </a:cubicBezTo>
                  <a:cubicBezTo>
                    <a:pt x="47696" y="40779"/>
                    <a:pt x="47832" y="40877"/>
                    <a:pt x="47968" y="40964"/>
                  </a:cubicBezTo>
                  <a:cubicBezTo>
                    <a:pt x="48013" y="40992"/>
                    <a:pt x="48058" y="41027"/>
                    <a:pt x="48106" y="41027"/>
                  </a:cubicBezTo>
                  <a:cubicBezTo>
                    <a:pt x="48133" y="41027"/>
                    <a:pt x="48161" y="41016"/>
                    <a:pt x="48191" y="40986"/>
                  </a:cubicBezTo>
                  <a:cubicBezTo>
                    <a:pt x="48251" y="40839"/>
                    <a:pt x="48398" y="40714"/>
                    <a:pt x="48322" y="40524"/>
                  </a:cubicBezTo>
                  <a:cubicBezTo>
                    <a:pt x="48296" y="40491"/>
                    <a:pt x="48266" y="40483"/>
                    <a:pt x="48234" y="40483"/>
                  </a:cubicBezTo>
                  <a:cubicBezTo>
                    <a:pt x="48204" y="40483"/>
                    <a:pt x="48172" y="40490"/>
                    <a:pt x="48142" y="40490"/>
                  </a:cubicBezTo>
                  <a:cubicBezTo>
                    <a:pt x="48129" y="40490"/>
                    <a:pt x="48116" y="40489"/>
                    <a:pt x="48104" y="40485"/>
                  </a:cubicBezTo>
                  <a:cubicBezTo>
                    <a:pt x="48430" y="40235"/>
                    <a:pt x="48637" y="39897"/>
                    <a:pt x="48833" y="39549"/>
                  </a:cubicBezTo>
                  <a:cubicBezTo>
                    <a:pt x="49122" y="39043"/>
                    <a:pt x="49122" y="39043"/>
                    <a:pt x="48686" y="38673"/>
                  </a:cubicBezTo>
                  <a:cubicBezTo>
                    <a:pt x="48697" y="38672"/>
                    <a:pt x="48708" y="38672"/>
                    <a:pt x="48719" y="38672"/>
                  </a:cubicBezTo>
                  <a:cubicBezTo>
                    <a:pt x="48964" y="38672"/>
                    <a:pt x="49154" y="38843"/>
                    <a:pt x="49389" y="38874"/>
                  </a:cubicBezTo>
                  <a:cubicBezTo>
                    <a:pt x="49753" y="38765"/>
                    <a:pt x="49933" y="38498"/>
                    <a:pt x="50015" y="38150"/>
                  </a:cubicBezTo>
                  <a:cubicBezTo>
                    <a:pt x="50031" y="37981"/>
                    <a:pt x="50162" y="37889"/>
                    <a:pt x="50265" y="37774"/>
                  </a:cubicBezTo>
                  <a:cubicBezTo>
                    <a:pt x="50858" y="37148"/>
                    <a:pt x="51561" y="36653"/>
                    <a:pt x="52225" y="36103"/>
                  </a:cubicBezTo>
                  <a:cubicBezTo>
                    <a:pt x="52862" y="35580"/>
                    <a:pt x="53433" y="35020"/>
                    <a:pt x="53766" y="34252"/>
                  </a:cubicBezTo>
                  <a:cubicBezTo>
                    <a:pt x="53806" y="34161"/>
                    <a:pt x="53828" y="34032"/>
                    <a:pt x="53966" y="34032"/>
                  </a:cubicBezTo>
                  <a:cubicBezTo>
                    <a:pt x="53977" y="34032"/>
                    <a:pt x="53988" y="34033"/>
                    <a:pt x="54000" y="34034"/>
                  </a:cubicBezTo>
                  <a:cubicBezTo>
                    <a:pt x="54082" y="34051"/>
                    <a:pt x="54164" y="34058"/>
                    <a:pt x="54245" y="34058"/>
                  </a:cubicBezTo>
                  <a:cubicBezTo>
                    <a:pt x="54430" y="34058"/>
                    <a:pt x="54612" y="34019"/>
                    <a:pt x="54794" y="33958"/>
                  </a:cubicBezTo>
                  <a:cubicBezTo>
                    <a:pt x="54845" y="33953"/>
                    <a:pt x="54896" y="33951"/>
                    <a:pt x="54947" y="33951"/>
                  </a:cubicBezTo>
                  <a:cubicBezTo>
                    <a:pt x="55119" y="33951"/>
                    <a:pt x="55291" y="33978"/>
                    <a:pt x="55459" y="34029"/>
                  </a:cubicBezTo>
                  <a:cubicBezTo>
                    <a:pt x="56547" y="34350"/>
                    <a:pt x="57538" y="34900"/>
                    <a:pt x="58535" y="35417"/>
                  </a:cubicBezTo>
                  <a:cubicBezTo>
                    <a:pt x="59188" y="35755"/>
                    <a:pt x="59857" y="36021"/>
                    <a:pt x="60560" y="36228"/>
                  </a:cubicBezTo>
                  <a:cubicBezTo>
                    <a:pt x="61150" y="36405"/>
                    <a:pt x="61762" y="36482"/>
                    <a:pt x="62270" y="36693"/>
                  </a:cubicBezTo>
                  <a:lnTo>
                    <a:pt x="62270" y="36693"/>
                  </a:lnTo>
                  <a:cubicBezTo>
                    <a:pt x="62259" y="36690"/>
                    <a:pt x="62245" y="36687"/>
                    <a:pt x="62231" y="36687"/>
                  </a:cubicBezTo>
                  <a:cubicBezTo>
                    <a:pt x="62187" y="36687"/>
                    <a:pt x="62132" y="36707"/>
                    <a:pt x="62084" y="36773"/>
                  </a:cubicBezTo>
                  <a:cubicBezTo>
                    <a:pt x="62296" y="36800"/>
                    <a:pt x="62334" y="37056"/>
                    <a:pt x="62530" y="37099"/>
                  </a:cubicBezTo>
                  <a:cubicBezTo>
                    <a:pt x="62612" y="37084"/>
                    <a:pt x="62692" y="37076"/>
                    <a:pt x="62771" y="37076"/>
                  </a:cubicBezTo>
                  <a:cubicBezTo>
                    <a:pt x="62994" y="37076"/>
                    <a:pt x="63210" y="37133"/>
                    <a:pt x="63423" y="37214"/>
                  </a:cubicBezTo>
                  <a:cubicBezTo>
                    <a:pt x="64044" y="37459"/>
                    <a:pt x="64610" y="37791"/>
                    <a:pt x="65144" y="38188"/>
                  </a:cubicBezTo>
                  <a:cubicBezTo>
                    <a:pt x="65546" y="38493"/>
                    <a:pt x="65917" y="38858"/>
                    <a:pt x="66368" y="39081"/>
                  </a:cubicBezTo>
                  <a:cubicBezTo>
                    <a:pt x="66771" y="39271"/>
                    <a:pt x="67060" y="39554"/>
                    <a:pt x="67343" y="39876"/>
                  </a:cubicBezTo>
                  <a:cubicBezTo>
                    <a:pt x="67686" y="40257"/>
                    <a:pt x="68013" y="40681"/>
                    <a:pt x="68475" y="40926"/>
                  </a:cubicBezTo>
                  <a:cubicBezTo>
                    <a:pt x="69357" y="41395"/>
                    <a:pt x="70315" y="41585"/>
                    <a:pt x="71295" y="41656"/>
                  </a:cubicBezTo>
                  <a:cubicBezTo>
                    <a:pt x="71339" y="41660"/>
                    <a:pt x="71390" y="41665"/>
                    <a:pt x="71439" y="41665"/>
                  </a:cubicBezTo>
                  <a:cubicBezTo>
                    <a:pt x="71532" y="41665"/>
                    <a:pt x="71619" y="41645"/>
                    <a:pt x="71633" y="41552"/>
                  </a:cubicBezTo>
                  <a:cubicBezTo>
                    <a:pt x="71660" y="41389"/>
                    <a:pt x="71459" y="41395"/>
                    <a:pt x="71344" y="41362"/>
                  </a:cubicBezTo>
                  <a:cubicBezTo>
                    <a:pt x="70620" y="41155"/>
                    <a:pt x="70070" y="40665"/>
                    <a:pt x="69493" y="40213"/>
                  </a:cubicBezTo>
                  <a:cubicBezTo>
                    <a:pt x="69406" y="40148"/>
                    <a:pt x="69216" y="40023"/>
                    <a:pt x="69482" y="39908"/>
                  </a:cubicBezTo>
                  <a:cubicBezTo>
                    <a:pt x="69523" y="39898"/>
                    <a:pt x="69563" y="39894"/>
                    <a:pt x="69602" y="39894"/>
                  </a:cubicBezTo>
                  <a:cubicBezTo>
                    <a:pt x="69692" y="39894"/>
                    <a:pt x="69780" y="39916"/>
                    <a:pt x="69863" y="39946"/>
                  </a:cubicBezTo>
                  <a:cubicBezTo>
                    <a:pt x="70176" y="40067"/>
                    <a:pt x="70493" y="40117"/>
                    <a:pt x="70813" y="40117"/>
                  </a:cubicBezTo>
                  <a:cubicBezTo>
                    <a:pt x="71029" y="40117"/>
                    <a:pt x="71245" y="40095"/>
                    <a:pt x="71464" y="40055"/>
                  </a:cubicBezTo>
                  <a:cubicBezTo>
                    <a:pt x="71969" y="39969"/>
                    <a:pt x="72487" y="39934"/>
                    <a:pt x="72997" y="39934"/>
                  </a:cubicBezTo>
                  <a:cubicBezTo>
                    <a:pt x="73131" y="39934"/>
                    <a:pt x="73264" y="39936"/>
                    <a:pt x="73397" y="39941"/>
                  </a:cubicBezTo>
                  <a:cubicBezTo>
                    <a:pt x="74801" y="39985"/>
                    <a:pt x="76108" y="40409"/>
                    <a:pt x="77224" y="41302"/>
                  </a:cubicBezTo>
                  <a:cubicBezTo>
                    <a:pt x="77686" y="41672"/>
                    <a:pt x="78176" y="41982"/>
                    <a:pt x="78694" y="42276"/>
                  </a:cubicBezTo>
                  <a:cubicBezTo>
                    <a:pt x="79450" y="42712"/>
                    <a:pt x="80011" y="43333"/>
                    <a:pt x="80131" y="44258"/>
                  </a:cubicBezTo>
                  <a:cubicBezTo>
                    <a:pt x="80169" y="44541"/>
                    <a:pt x="80191" y="44819"/>
                    <a:pt x="80196" y="45102"/>
                  </a:cubicBezTo>
                  <a:cubicBezTo>
                    <a:pt x="80202" y="45205"/>
                    <a:pt x="80191" y="45341"/>
                    <a:pt x="80305" y="45380"/>
                  </a:cubicBezTo>
                  <a:cubicBezTo>
                    <a:pt x="80324" y="45385"/>
                    <a:pt x="80341" y="45388"/>
                    <a:pt x="80357" y="45388"/>
                  </a:cubicBezTo>
                  <a:cubicBezTo>
                    <a:pt x="80460" y="45388"/>
                    <a:pt x="80521" y="45280"/>
                    <a:pt x="80577" y="45200"/>
                  </a:cubicBezTo>
                  <a:cubicBezTo>
                    <a:pt x="80751" y="44928"/>
                    <a:pt x="80860" y="44639"/>
                    <a:pt x="80882" y="44307"/>
                  </a:cubicBezTo>
                  <a:cubicBezTo>
                    <a:pt x="80915" y="43855"/>
                    <a:pt x="80828" y="43420"/>
                    <a:pt x="80713" y="42990"/>
                  </a:cubicBezTo>
                  <a:cubicBezTo>
                    <a:pt x="80528" y="42521"/>
                    <a:pt x="80218" y="42102"/>
                    <a:pt x="80147" y="41585"/>
                  </a:cubicBezTo>
                  <a:cubicBezTo>
                    <a:pt x="80202" y="41405"/>
                    <a:pt x="80055" y="41346"/>
                    <a:pt x="79946" y="41269"/>
                  </a:cubicBezTo>
                  <a:cubicBezTo>
                    <a:pt x="79603" y="41024"/>
                    <a:pt x="79243" y="40812"/>
                    <a:pt x="78868" y="40627"/>
                  </a:cubicBezTo>
                  <a:cubicBezTo>
                    <a:pt x="78683" y="40534"/>
                    <a:pt x="78503" y="40431"/>
                    <a:pt x="78356" y="40251"/>
                  </a:cubicBezTo>
                  <a:lnTo>
                    <a:pt x="78356" y="40251"/>
                  </a:lnTo>
                  <a:cubicBezTo>
                    <a:pt x="78416" y="40266"/>
                    <a:pt x="78469" y="40280"/>
                    <a:pt x="78519" y="40280"/>
                  </a:cubicBezTo>
                  <a:cubicBezTo>
                    <a:pt x="78560" y="40280"/>
                    <a:pt x="78600" y="40270"/>
                    <a:pt x="78639" y="40246"/>
                  </a:cubicBezTo>
                  <a:cubicBezTo>
                    <a:pt x="78666" y="39876"/>
                    <a:pt x="78378" y="39778"/>
                    <a:pt x="78122" y="39685"/>
                  </a:cubicBezTo>
                  <a:cubicBezTo>
                    <a:pt x="77768" y="39560"/>
                    <a:pt x="77393" y="39500"/>
                    <a:pt x="77022" y="39424"/>
                  </a:cubicBezTo>
                  <a:cubicBezTo>
                    <a:pt x="76489" y="39271"/>
                    <a:pt x="75934" y="39239"/>
                    <a:pt x="75400" y="39092"/>
                  </a:cubicBezTo>
                  <a:cubicBezTo>
                    <a:pt x="74331" y="38805"/>
                    <a:pt x="73254" y="38616"/>
                    <a:pt x="72153" y="38616"/>
                  </a:cubicBezTo>
                  <a:cubicBezTo>
                    <a:pt x="71959" y="38616"/>
                    <a:pt x="71764" y="38622"/>
                    <a:pt x="71567" y="38634"/>
                  </a:cubicBezTo>
                  <a:cubicBezTo>
                    <a:pt x="71546" y="38636"/>
                    <a:pt x="71525" y="38636"/>
                    <a:pt x="71504" y="38636"/>
                  </a:cubicBezTo>
                  <a:cubicBezTo>
                    <a:pt x="71187" y="38636"/>
                    <a:pt x="70907" y="38488"/>
                    <a:pt x="70642" y="38330"/>
                  </a:cubicBezTo>
                  <a:cubicBezTo>
                    <a:pt x="70348" y="38155"/>
                    <a:pt x="70343" y="38057"/>
                    <a:pt x="70598" y="37829"/>
                  </a:cubicBezTo>
                  <a:cubicBezTo>
                    <a:pt x="70920" y="37546"/>
                    <a:pt x="71083" y="37203"/>
                    <a:pt x="71012" y="36767"/>
                  </a:cubicBezTo>
                  <a:cubicBezTo>
                    <a:pt x="70773" y="36206"/>
                    <a:pt x="70909" y="35618"/>
                    <a:pt x="70914" y="35041"/>
                  </a:cubicBezTo>
                  <a:cubicBezTo>
                    <a:pt x="70920" y="34889"/>
                    <a:pt x="70963" y="34720"/>
                    <a:pt x="71067" y="34584"/>
                  </a:cubicBezTo>
                  <a:cubicBezTo>
                    <a:pt x="71312" y="33909"/>
                    <a:pt x="71627" y="33261"/>
                    <a:pt x="71900" y="32603"/>
                  </a:cubicBezTo>
                  <a:cubicBezTo>
                    <a:pt x="72389" y="31427"/>
                    <a:pt x="73168" y="30523"/>
                    <a:pt x="74186" y="29793"/>
                  </a:cubicBezTo>
                  <a:cubicBezTo>
                    <a:pt x="74632" y="29472"/>
                    <a:pt x="75090" y="29162"/>
                    <a:pt x="75536" y="28841"/>
                  </a:cubicBezTo>
                  <a:cubicBezTo>
                    <a:pt x="75536" y="28667"/>
                    <a:pt x="75683" y="28514"/>
                    <a:pt x="75607" y="28334"/>
                  </a:cubicBezTo>
                  <a:cubicBezTo>
                    <a:pt x="75389" y="28182"/>
                    <a:pt x="75525" y="27959"/>
                    <a:pt x="75498" y="27774"/>
                  </a:cubicBezTo>
                  <a:cubicBezTo>
                    <a:pt x="75469" y="27583"/>
                    <a:pt x="75436" y="27421"/>
                    <a:pt x="75241" y="27421"/>
                  </a:cubicBezTo>
                  <a:cubicBezTo>
                    <a:pt x="75214" y="27421"/>
                    <a:pt x="75184" y="27424"/>
                    <a:pt x="75150" y="27431"/>
                  </a:cubicBezTo>
                  <a:cubicBezTo>
                    <a:pt x="75008" y="27491"/>
                    <a:pt x="74894" y="27594"/>
                    <a:pt x="74763" y="27670"/>
                  </a:cubicBezTo>
                  <a:cubicBezTo>
                    <a:pt x="74377" y="27893"/>
                    <a:pt x="74077" y="28236"/>
                    <a:pt x="73663" y="28411"/>
                  </a:cubicBezTo>
                  <a:cubicBezTo>
                    <a:pt x="73250" y="28607"/>
                    <a:pt x="72950" y="28944"/>
                    <a:pt x="72607" y="29227"/>
                  </a:cubicBezTo>
                  <a:cubicBezTo>
                    <a:pt x="71431" y="30207"/>
                    <a:pt x="70691" y="31438"/>
                    <a:pt x="70479" y="32967"/>
                  </a:cubicBezTo>
                  <a:cubicBezTo>
                    <a:pt x="70375" y="33735"/>
                    <a:pt x="70370" y="34513"/>
                    <a:pt x="70147" y="35265"/>
                  </a:cubicBezTo>
                  <a:cubicBezTo>
                    <a:pt x="69956" y="35923"/>
                    <a:pt x="69885" y="36114"/>
                    <a:pt x="69569" y="36473"/>
                  </a:cubicBezTo>
                  <a:cubicBezTo>
                    <a:pt x="69586" y="36424"/>
                    <a:pt x="69586" y="36381"/>
                    <a:pt x="69575" y="36332"/>
                  </a:cubicBezTo>
                  <a:cubicBezTo>
                    <a:pt x="69478" y="36253"/>
                    <a:pt x="69381" y="36226"/>
                    <a:pt x="69285" y="36226"/>
                  </a:cubicBezTo>
                  <a:cubicBezTo>
                    <a:pt x="69129" y="36226"/>
                    <a:pt x="68973" y="36299"/>
                    <a:pt x="68818" y="36343"/>
                  </a:cubicBezTo>
                  <a:cubicBezTo>
                    <a:pt x="68633" y="36147"/>
                    <a:pt x="68470" y="35929"/>
                    <a:pt x="68350" y="35684"/>
                  </a:cubicBezTo>
                  <a:cubicBezTo>
                    <a:pt x="68127" y="35232"/>
                    <a:pt x="67844" y="34813"/>
                    <a:pt x="67582" y="34377"/>
                  </a:cubicBezTo>
                  <a:cubicBezTo>
                    <a:pt x="67016" y="33446"/>
                    <a:pt x="66374" y="32564"/>
                    <a:pt x="65966" y="31530"/>
                  </a:cubicBezTo>
                  <a:cubicBezTo>
                    <a:pt x="65552" y="30490"/>
                    <a:pt x="64937" y="29548"/>
                    <a:pt x="64283" y="28639"/>
                  </a:cubicBezTo>
                  <a:cubicBezTo>
                    <a:pt x="64234" y="28590"/>
                    <a:pt x="64180" y="28541"/>
                    <a:pt x="64142" y="28481"/>
                  </a:cubicBezTo>
                  <a:cubicBezTo>
                    <a:pt x="63472" y="27414"/>
                    <a:pt x="62694" y="26424"/>
                    <a:pt x="61899" y="25449"/>
                  </a:cubicBezTo>
                  <a:cubicBezTo>
                    <a:pt x="61719" y="25297"/>
                    <a:pt x="61556" y="25133"/>
                    <a:pt x="61376" y="24976"/>
                  </a:cubicBezTo>
                  <a:cubicBezTo>
                    <a:pt x="60690" y="24360"/>
                    <a:pt x="60157" y="23609"/>
                    <a:pt x="59563" y="22907"/>
                  </a:cubicBezTo>
                  <a:cubicBezTo>
                    <a:pt x="58992" y="22232"/>
                    <a:pt x="58339" y="21715"/>
                    <a:pt x="57462" y="21431"/>
                  </a:cubicBezTo>
                  <a:cubicBezTo>
                    <a:pt x="56243" y="21034"/>
                    <a:pt x="55012" y="20686"/>
                    <a:pt x="53733" y="20544"/>
                  </a:cubicBezTo>
                  <a:cubicBezTo>
                    <a:pt x="53513" y="20519"/>
                    <a:pt x="53296" y="20495"/>
                    <a:pt x="53078" y="20495"/>
                  </a:cubicBezTo>
                  <a:cubicBezTo>
                    <a:pt x="52923" y="20495"/>
                    <a:pt x="52768" y="20507"/>
                    <a:pt x="52611" y="20539"/>
                  </a:cubicBezTo>
                  <a:cubicBezTo>
                    <a:pt x="52372" y="20588"/>
                    <a:pt x="52165" y="20686"/>
                    <a:pt x="52007" y="20876"/>
                  </a:cubicBezTo>
                  <a:cubicBezTo>
                    <a:pt x="51958" y="20942"/>
                    <a:pt x="51915" y="21023"/>
                    <a:pt x="51974" y="21105"/>
                  </a:cubicBezTo>
                  <a:cubicBezTo>
                    <a:pt x="52010" y="21159"/>
                    <a:pt x="52064" y="21172"/>
                    <a:pt x="52122" y="21172"/>
                  </a:cubicBezTo>
                  <a:cubicBezTo>
                    <a:pt x="52134" y="21172"/>
                    <a:pt x="52147" y="21171"/>
                    <a:pt x="52160" y="21170"/>
                  </a:cubicBezTo>
                  <a:cubicBezTo>
                    <a:pt x="52339" y="21159"/>
                    <a:pt x="52508" y="21094"/>
                    <a:pt x="52677" y="21045"/>
                  </a:cubicBezTo>
                  <a:cubicBezTo>
                    <a:pt x="52773" y="21018"/>
                    <a:pt x="52867" y="21004"/>
                    <a:pt x="52956" y="21004"/>
                  </a:cubicBezTo>
                  <a:cubicBezTo>
                    <a:pt x="53172" y="21004"/>
                    <a:pt x="53366" y="21089"/>
                    <a:pt x="53531" y="21290"/>
                  </a:cubicBezTo>
                  <a:cubicBezTo>
                    <a:pt x="53629" y="21404"/>
                    <a:pt x="53711" y="21540"/>
                    <a:pt x="53864" y="21606"/>
                  </a:cubicBezTo>
                  <a:cubicBezTo>
                    <a:pt x="54419" y="21725"/>
                    <a:pt x="54887" y="22085"/>
                    <a:pt x="55426" y="22232"/>
                  </a:cubicBezTo>
                  <a:cubicBezTo>
                    <a:pt x="55932" y="22368"/>
                    <a:pt x="56351" y="22607"/>
                    <a:pt x="56754" y="22929"/>
                  </a:cubicBezTo>
                  <a:cubicBezTo>
                    <a:pt x="57233" y="23310"/>
                    <a:pt x="57729" y="23664"/>
                    <a:pt x="58317" y="23865"/>
                  </a:cubicBezTo>
                  <a:cubicBezTo>
                    <a:pt x="59716" y="24589"/>
                    <a:pt x="60957" y="25504"/>
                    <a:pt x="61736" y="26914"/>
                  </a:cubicBezTo>
                  <a:cubicBezTo>
                    <a:pt x="62253" y="27850"/>
                    <a:pt x="62726" y="28808"/>
                    <a:pt x="63342" y="29685"/>
                  </a:cubicBezTo>
                  <a:cubicBezTo>
                    <a:pt x="63385" y="29750"/>
                    <a:pt x="63401" y="29810"/>
                    <a:pt x="63374" y="29886"/>
                  </a:cubicBezTo>
                  <a:cubicBezTo>
                    <a:pt x="63342" y="30191"/>
                    <a:pt x="63527" y="30441"/>
                    <a:pt x="63619" y="30713"/>
                  </a:cubicBezTo>
                  <a:cubicBezTo>
                    <a:pt x="63897" y="31519"/>
                    <a:pt x="64311" y="32249"/>
                    <a:pt x="64920" y="32853"/>
                  </a:cubicBezTo>
                  <a:cubicBezTo>
                    <a:pt x="65367" y="33321"/>
                    <a:pt x="65644" y="33898"/>
                    <a:pt x="65982" y="34432"/>
                  </a:cubicBezTo>
                  <a:cubicBezTo>
                    <a:pt x="66020" y="34492"/>
                    <a:pt x="66069" y="34557"/>
                    <a:pt x="66020" y="34628"/>
                  </a:cubicBezTo>
                  <a:cubicBezTo>
                    <a:pt x="65988" y="34672"/>
                    <a:pt x="65946" y="34686"/>
                    <a:pt x="65902" y="34686"/>
                  </a:cubicBezTo>
                  <a:cubicBezTo>
                    <a:pt x="65865" y="34686"/>
                    <a:pt x="65826" y="34676"/>
                    <a:pt x="65791" y="34666"/>
                  </a:cubicBezTo>
                  <a:cubicBezTo>
                    <a:pt x="65541" y="34595"/>
                    <a:pt x="65329" y="34437"/>
                    <a:pt x="65084" y="34345"/>
                  </a:cubicBezTo>
                  <a:cubicBezTo>
                    <a:pt x="64904" y="34268"/>
                    <a:pt x="64746" y="34143"/>
                    <a:pt x="64534" y="34121"/>
                  </a:cubicBezTo>
                  <a:cubicBezTo>
                    <a:pt x="64033" y="34072"/>
                    <a:pt x="63614" y="33800"/>
                    <a:pt x="63189" y="33566"/>
                  </a:cubicBezTo>
                  <a:cubicBezTo>
                    <a:pt x="62552" y="33092"/>
                    <a:pt x="62073" y="32483"/>
                    <a:pt x="61752" y="31759"/>
                  </a:cubicBezTo>
                  <a:cubicBezTo>
                    <a:pt x="61175" y="30458"/>
                    <a:pt x="60222" y="29527"/>
                    <a:pt x="58975" y="28857"/>
                  </a:cubicBezTo>
                  <a:cubicBezTo>
                    <a:pt x="58262" y="28471"/>
                    <a:pt x="57495" y="28193"/>
                    <a:pt x="56782" y="27806"/>
                  </a:cubicBezTo>
                  <a:cubicBezTo>
                    <a:pt x="55083" y="26886"/>
                    <a:pt x="53303" y="26141"/>
                    <a:pt x="51523" y="25406"/>
                  </a:cubicBezTo>
                  <a:cubicBezTo>
                    <a:pt x="50984" y="25185"/>
                    <a:pt x="50407" y="25023"/>
                    <a:pt x="49815" y="25023"/>
                  </a:cubicBezTo>
                  <a:cubicBezTo>
                    <a:pt x="49778" y="25023"/>
                    <a:pt x="49741" y="25023"/>
                    <a:pt x="49704" y="25025"/>
                  </a:cubicBezTo>
                  <a:cubicBezTo>
                    <a:pt x="49193" y="25041"/>
                    <a:pt x="48670" y="25084"/>
                    <a:pt x="48164" y="25199"/>
                  </a:cubicBezTo>
                  <a:cubicBezTo>
                    <a:pt x="47984" y="25237"/>
                    <a:pt x="47674" y="25182"/>
                    <a:pt x="47696" y="25422"/>
                  </a:cubicBezTo>
                  <a:cubicBezTo>
                    <a:pt x="47704" y="25511"/>
                    <a:pt x="47794" y="25538"/>
                    <a:pt x="47904" y="25538"/>
                  </a:cubicBezTo>
                  <a:cubicBezTo>
                    <a:pt x="48003" y="25538"/>
                    <a:pt x="48117" y="25516"/>
                    <a:pt x="48202" y="25498"/>
                  </a:cubicBezTo>
                  <a:cubicBezTo>
                    <a:pt x="48283" y="25480"/>
                    <a:pt x="48360" y="25470"/>
                    <a:pt x="48434" y="25470"/>
                  </a:cubicBezTo>
                  <a:cubicBezTo>
                    <a:pt x="48648" y="25470"/>
                    <a:pt x="48831" y="25553"/>
                    <a:pt x="48980" y="25759"/>
                  </a:cubicBezTo>
                  <a:cubicBezTo>
                    <a:pt x="49098" y="25918"/>
                    <a:pt x="49257" y="26005"/>
                    <a:pt x="49447" y="26005"/>
                  </a:cubicBezTo>
                  <a:cubicBezTo>
                    <a:pt x="49486" y="26005"/>
                    <a:pt x="49527" y="26001"/>
                    <a:pt x="49568" y="25994"/>
                  </a:cubicBezTo>
                  <a:cubicBezTo>
                    <a:pt x="49614" y="25980"/>
                    <a:pt x="49658" y="25975"/>
                    <a:pt x="49702" y="25975"/>
                  </a:cubicBezTo>
                  <a:cubicBezTo>
                    <a:pt x="49762" y="25975"/>
                    <a:pt x="49821" y="25984"/>
                    <a:pt x="49884" y="25994"/>
                  </a:cubicBezTo>
                  <a:cubicBezTo>
                    <a:pt x="50684" y="26146"/>
                    <a:pt x="51452" y="26402"/>
                    <a:pt x="52214" y="26685"/>
                  </a:cubicBezTo>
                  <a:cubicBezTo>
                    <a:pt x="52807" y="26908"/>
                    <a:pt x="53357" y="27257"/>
                    <a:pt x="53978" y="27398"/>
                  </a:cubicBezTo>
                  <a:cubicBezTo>
                    <a:pt x="54571" y="27529"/>
                    <a:pt x="55067" y="27828"/>
                    <a:pt x="55589" y="28095"/>
                  </a:cubicBezTo>
                  <a:cubicBezTo>
                    <a:pt x="55905" y="28291"/>
                    <a:pt x="56248" y="28411"/>
                    <a:pt x="56591" y="28530"/>
                  </a:cubicBezTo>
                  <a:cubicBezTo>
                    <a:pt x="57152" y="28726"/>
                    <a:pt x="57614" y="29064"/>
                    <a:pt x="58034" y="29461"/>
                  </a:cubicBezTo>
                  <a:cubicBezTo>
                    <a:pt x="59079" y="30452"/>
                    <a:pt x="60021" y="31536"/>
                    <a:pt x="61033" y="32608"/>
                  </a:cubicBezTo>
                  <a:cubicBezTo>
                    <a:pt x="60971" y="32579"/>
                    <a:pt x="60923" y="32561"/>
                    <a:pt x="60880" y="32561"/>
                  </a:cubicBezTo>
                  <a:cubicBezTo>
                    <a:pt x="60851" y="32561"/>
                    <a:pt x="60825" y="32569"/>
                    <a:pt x="60799" y="32586"/>
                  </a:cubicBezTo>
                  <a:cubicBezTo>
                    <a:pt x="60723" y="32652"/>
                    <a:pt x="60701" y="32744"/>
                    <a:pt x="60669" y="32831"/>
                  </a:cubicBezTo>
                  <a:cubicBezTo>
                    <a:pt x="60579" y="33101"/>
                    <a:pt x="60519" y="33222"/>
                    <a:pt x="60394" y="33222"/>
                  </a:cubicBezTo>
                  <a:cubicBezTo>
                    <a:pt x="60314" y="33222"/>
                    <a:pt x="60207" y="33173"/>
                    <a:pt x="60048" y="33082"/>
                  </a:cubicBezTo>
                  <a:cubicBezTo>
                    <a:pt x="59204" y="32597"/>
                    <a:pt x="58409" y="32058"/>
                    <a:pt x="57756" y="31323"/>
                  </a:cubicBezTo>
                  <a:cubicBezTo>
                    <a:pt x="57587" y="31138"/>
                    <a:pt x="57478" y="30915"/>
                    <a:pt x="57293" y="30746"/>
                  </a:cubicBezTo>
                  <a:cubicBezTo>
                    <a:pt x="56433" y="29984"/>
                    <a:pt x="55497" y="29342"/>
                    <a:pt x="54441" y="28868"/>
                  </a:cubicBezTo>
                  <a:cubicBezTo>
                    <a:pt x="54211" y="28766"/>
                    <a:pt x="54071" y="28705"/>
                    <a:pt x="53969" y="28705"/>
                  </a:cubicBezTo>
                  <a:cubicBezTo>
                    <a:pt x="53826" y="28705"/>
                    <a:pt x="53756" y="28822"/>
                    <a:pt x="53613" y="29107"/>
                  </a:cubicBezTo>
                  <a:cubicBezTo>
                    <a:pt x="53499" y="29244"/>
                    <a:pt x="53352" y="29309"/>
                    <a:pt x="53183" y="29320"/>
                  </a:cubicBezTo>
                  <a:cubicBezTo>
                    <a:pt x="53098" y="29324"/>
                    <a:pt x="53013" y="29327"/>
                    <a:pt x="52928" y="29327"/>
                  </a:cubicBezTo>
                  <a:cubicBezTo>
                    <a:pt x="52502" y="29327"/>
                    <a:pt x="52093" y="29258"/>
                    <a:pt x="51730" y="28999"/>
                  </a:cubicBezTo>
                  <a:cubicBezTo>
                    <a:pt x="51566" y="28884"/>
                    <a:pt x="51408" y="28759"/>
                    <a:pt x="51229" y="28672"/>
                  </a:cubicBezTo>
                  <a:cubicBezTo>
                    <a:pt x="51089" y="28603"/>
                    <a:pt x="50982" y="28566"/>
                    <a:pt x="50900" y="28566"/>
                  </a:cubicBezTo>
                  <a:cubicBezTo>
                    <a:pt x="50750" y="28566"/>
                    <a:pt x="50681" y="28691"/>
                    <a:pt x="50635" y="28977"/>
                  </a:cubicBezTo>
                  <a:cubicBezTo>
                    <a:pt x="50592" y="29233"/>
                    <a:pt x="50548" y="29489"/>
                    <a:pt x="50537" y="29750"/>
                  </a:cubicBezTo>
                  <a:cubicBezTo>
                    <a:pt x="50532" y="29913"/>
                    <a:pt x="50532" y="30087"/>
                    <a:pt x="50347" y="30169"/>
                  </a:cubicBezTo>
                  <a:cubicBezTo>
                    <a:pt x="50261" y="30240"/>
                    <a:pt x="50186" y="30269"/>
                    <a:pt x="50118" y="30269"/>
                  </a:cubicBezTo>
                  <a:cubicBezTo>
                    <a:pt x="49987" y="30269"/>
                    <a:pt x="49883" y="30160"/>
                    <a:pt x="49786" y="30028"/>
                  </a:cubicBezTo>
                  <a:cubicBezTo>
                    <a:pt x="49721" y="30028"/>
                    <a:pt x="49688" y="29984"/>
                    <a:pt x="49655" y="29930"/>
                  </a:cubicBezTo>
                  <a:cubicBezTo>
                    <a:pt x="49438" y="29554"/>
                    <a:pt x="49171" y="29238"/>
                    <a:pt x="48779" y="28999"/>
                  </a:cubicBezTo>
                  <a:cubicBezTo>
                    <a:pt x="48588" y="28884"/>
                    <a:pt x="48365" y="28759"/>
                    <a:pt x="48234" y="28547"/>
                  </a:cubicBezTo>
                  <a:cubicBezTo>
                    <a:pt x="48196" y="28449"/>
                    <a:pt x="48104" y="28411"/>
                    <a:pt x="48022" y="28373"/>
                  </a:cubicBezTo>
                  <a:cubicBezTo>
                    <a:pt x="47619" y="28177"/>
                    <a:pt x="47135" y="28155"/>
                    <a:pt x="46797" y="27801"/>
                  </a:cubicBezTo>
                  <a:cubicBezTo>
                    <a:pt x="46780" y="27786"/>
                    <a:pt x="46750" y="27782"/>
                    <a:pt x="46717" y="27782"/>
                  </a:cubicBezTo>
                  <a:cubicBezTo>
                    <a:pt x="46686" y="27782"/>
                    <a:pt x="46651" y="27786"/>
                    <a:pt x="46621" y="27786"/>
                  </a:cubicBezTo>
                  <a:cubicBezTo>
                    <a:pt x="46612" y="27786"/>
                    <a:pt x="46604" y="27785"/>
                    <a:pt x="46596" y="27785"/>
                  </a:cubicBezTo>
                  <a:cubicBezTo>
                    <a:pt x="46324" y="27785"/>
                    <a:pt x="46166" y="27942"/>
                    <a:pt x="46177" y="28193"/>
                  </a:cubicBezTo>
                  <a:cubicBezTo>
                    <a:pt x="46188" y="28558"/>
                    <a:pt x="46041" y="28759"/>
                    <a:pt x="45763" y="28999"/>
                  </a:cubicBezTo>
                  <a:cubicBezTo>
                    <a:pt x="45442" y="29282"/>
                    <a:pt x="45170" y="29538"/>
                    <a:pt x="44712" y="29543"/>
                  </a:cubicBezTo>
                  <a:cubicBezTo>
                    <a:pt x="44456" y="29543"/>
                    <a:pt x="44402" y="29701"/>
                    <a:pt x="44522" y="29935"/>
                  </a:cubicBezTo>
                  <a:cubicBezTo>
                    <a:pt x="44641" y="30158"/>
                    <a:pt x="44816" y="30332"/>
                    <a:pt x="45017" y="30485"/>
                  </a:cubicBezTo>
                  <a:cubicBezTo>
                    <a:pt x="45267" y="30670"/>
                    <a:pt x="45442" y="30915"/>
                    <a:pt x="45480" y="31236"/>
                  </a:cubicBezTo>
                  <a:cubicBezTo>
                    <a:pt x="45077" y="31144"/>
                    <a:pt x="44712" y="30958"/>
                    <a:pt x="44424" y="30654"/>
                  </a:cubicBezTo>
                  <a:cubicBezTo>
                    <a:pt x="44064" y="30169"/>
                    <a:pt x="43977" y="29576"/>
                    <a:pt x="43787" y="29026"/>
                  </a:cubicBezTo>
                  <a:cubicBezTo>
                    <a:pt x="43785" y="28929"/>
                    <a:pt x="43751" y="28905"/>
                    <a:pt x="43707" y="28905"/>
                  </a:cubicBezTo>
                  <a:cubicBezTo>
                    <a:pt x="43663" y="28905"/>
                    <a:pt x="43609" y="28929"/>
                    <a:pt x="43563" y="28929"/>
                  </a:cubicBezTo>
                  <a:cubicBezTo>
                    <a:pt x="43540" y="28929"/>
                    <a:pt x="43520" y="28923"/>
                    <a:pt x="43504" y="28906"/>
                  </a:cubicBezTo>
                  <a:cubicBezTo>
                    <a:pt x="43270" y="28645"/>
                    <a:pt x="42899" y="28574"/>
                    <a:pt x="42638" y="28345"/>
                  </a:cubicBezTo>
                  <a:cubicBezTo>
                    <a:pt x="42615" y="28220"/>
                    <a:pt x="42557" y="28187"/>
                    <a:pt x="42489" y="28187"/>
                  </a:cubicBezTo>
                  <a:cubicBezTo>
                    <a:pt x="42426" y="28187"/>
                    <a:pt x="42355" y="28215"/>
                    <a:pt x="42295" y="28226"/>
                  </a:cubicBezTo>
                  <a:cubicBezTo>
                    <a:pt x="42230" y="28236"/>
                    <a:pt x="42167" y="28241"/>
                    <a:pt x="42106" y="28241"/>
                  </a:cubicBezTo>
                  <a:cubicBezTo>
                    <a:pt x="41761" y="28241"/>
                    <a:pt x="41483" y="28078"/>
                    <a:pt x="41233" y="27828"/>
                  </a:cubicBezTo>
                  <a:cubicBezTo>
                    <a:pt x="41119" y="27714"/>
                    <a:pt x="41070" y="27578"/>
                    <a:pt x="41146" y="27420"/>
                  </a:cubicBezTo>
                  <a:cubicBezTo>
                    <a:pt x="41117" y="27353"/>
                    <a:pt x="41049" y="27302"/>
                    <a:pt x="40997" y="27302"/>
                  </a:cubicBezTo>
                  <a:cubicBezTo>
                    <a:pt x="40981" y="27302"/>
                    <a:pt x="40967" y="27306"/>
                    <a:pt x="40956" y="27316"/>
                  </a:cubicBezTo>
                  <a:cubicBezTo>
                    <a:pt x="40896" y="27367"/>
                    <a:pt x="40853" y="27388"/>
                    <a:pt x="40819" y="27388"/>
                  </a:cubicBezTo>
                  <a:cubicBezTo>
                    <a:pt x="40751" y="27388"/>
                    <a:pt x="40722" y="27304"/>
                    <a:pt x="40678" y="27213"/>
                  </a:cubicBezTo>
                  <a:cubicBezTo>
                    <a:pt x="40640" y="27120"/>
                    <a:pt x="40537" y="27088"/>
                    <a:pt x="40439" y="27071"/>
                  </a:cubicBezTo>
                  <a:cubicBezTo>
                    <a:pt x="40030" y="27001"/>
                    <a:pt x="39633" y="26914"/>
                    <a:pt x="39241" y="26788"/>
                  </a:cubicBezTo>
                  <a:cubicBezTo>
                    <a:pt x="38354" y="26511"/>
                    <a:pt x="37542" y="26086"/>
                    <a:pt x="36737" y="25640"/>
                  </a:cubicBezTo>
                  <a:cubicBezTo>
                    <a:pt x="35583" y="24997"/>
                    <a:pt x="34428" y="24355"/>
                    <a:pt x="33367" y="23566"/>
                  </a:cubicBezTo>
                  <a:cubicBezTo>
                    <a:pt x="31870" y="22450"/>
                    <a:pt x="30509" y="21192"/>
                    <a:pt x="29208" y="19853"/>
                  </a:cubicBezTo>
                  <a:cubicBezTo>
                    <a:pt x="27830" y="18432"/>
                    <a:pt x="26747" y="16815"/>
                    <a:pt x="25832" y="15073"/>
                  </a:cubicBezTo>
                  <a:cubicBezTo>
                    <a:pt x="25479" y="14398"/>
                    <a:pt x="25130" y="13706"/>
                    <a:pt x="24978" y="12950"/>
                  </a:cubicBezTo>
                  <a:cubicBezTo>
                    <a:pt x="24482" y="10516"/>
                    <a:pt x="24526" y="8126"/>
                    <a:pt x="25560" y="5813"/>
                  </a:cubicBezTo>
                  <a:cubicBezTo>
                    <a:pt x="26224" y="4321"/>
                    <a:pt x="27172" y="3047"/>
                    <a:pt x="28435" y="2018"/>
                  </a:cubicBezTo>
                  <a:cubicBezTo>
                    <a:pt x="29589" y="1082"/>
                    <a:pt x="30961" y="619"/>
                    <a:pt x="32382" y="287"/>
                  </a:cubicBezTo>
                  <a:cubicBezTo>
                    <a:pt x="32507" y="260"/>
                    <a:pt x="32648" y="271"/>
                    <a:pt x="32735" y="118"/>
                  </a:cubicBezTo>
                  <a:cubicBezTo>
                    <a:pt x="32643" y="15"/>
                    <a:pt x="32512" y="15"/>
                    <a:pt x="32382" y="4"/>
                  </a:cubicBezTo>
                  <a:cubicBezTo>
                    <a:pt x="32331" y="2"/>
                    <a:pt x="32281" y="1"/>
                    <a:pt x="32232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26"/>
            <p:cNvSpPr/>
            <p:nvPr/>
          </p:nvSpPr>
          <p:spPr>
            <a:xfrm>
              <a:off x="3601734" y="1788691"/>
              <a:ext cx="913970" cy="819777"/>
            </a:xfrm>
            <a:custGeom>
              <a:rect b="b" l="l" r="r" t="t"/>
              <a:pathLst>
                <a:path extrusionOk="0" h="14308" w="15952">
                  <a:moveTo>
                    <a:pt x="28" y="1"/>
                  </a:moveTo>
                  <a:lnTo>
                    <a:pt x="28" y="1"/>
                  </a:lnTo>
                  <a:cubicBezTo>
                    <a:pt x="1" y="284"/>
                    <a:pt x="257" y="393"/>
                    <a:pt x="404" y="551"/>
                  </a:cubicBezTo>
                  <a:cubicBezTo>
                    <a:pt x="1024" y="1237"/>
                    <a:pt x="1503" y="2037"/>
                    <a:pt x="2173" y="2690"/>
                  </a:cubicBezTo>
                  <a:cubicBezTo>
                    <a:pt x="2369" y="2886"/>
                    <a:pt x="2598" y="3071"/>
                    <a:pt x="2701" y="3349"/>
                  </a:cubicBezTo>
                  <a:cubicBezTo>
                    <a:pt x="2734" y="3409"/>
                    <a:pt x="2761" y="3480"/>
                    <a:pt x="2805" y="3529"/>
                  </a:cubicBezTo>
                  <a:cubicBezTo>
                    <a:pt x="3327" y="4155"/>
                    <a:pt x="3833" y="4797"/>
                    <a:pt x="4307" y="5467"/>
                  </a:cubicBezTo>
                  <a:cubicBezTo>
                    <a:pt x="4552" y="5820"/>
                    <a:pt x="4743" y="6212"/>
                    <a:pt x="5047" y="6517"/>
                  </a:cubicBezTo>
                  <a:cubicBezTo>
                    <a:pt x="5145" y="6381"/>
                    <a:pt x="5042" y="6272"/>
                    <a:pt x="4993" y="6158"/>
                  </a:cubicBezTo>
                  <a:cubicBezTo>
                    <a:pt x="4911" y="5962"/>
                    <a:pt x="4770" y="5793"/>
                    <a:pt x="4694" y="5592"/>
                  </a:cubicBezTo>
                  <a:lnTo>
                    <a:pt x="4694" y="5592"/>
                  </a:lnTo>
                  <a:cubicBezTo>
                    <a:pt x="5712" y="6871"/>
                    <a:pt x="6577" y="8238"/>
                    <a:pt x="7182" y="9767"/>
                  </a:cubicBezTo>
                  <a:cubicBezTo>
                    <a:pt x="7334" y="10148"/>
                    <a:pt x="7535" y="10502"/>
                    <a:pt x="7753" y="10856"/>
                  </a:cubicBezTo>
                  <a:cubicBezTo>
                    <a:pt x="8450" y="11967"/>
                    <a:pt x="9272" y="13017"/>
                    <a:pt x="9648" y="14308"/>
                  </a:cubicBezTo>
                  <a:cubicBezTo>
                    <a:pt x="9779" y="14180"/>
                    <a:pt x="9928" y="14151"/>
                    <a:pt x="10084" y="14151"/>
                  </a:cubicBezTo>
                  <a:cubicBezTo>
                    <a:pt x="10173" y="14151"/>
                    <a:pt x="10264" y="14160"/>
                    <a:pt x="10355" y="14166"/>
                  </a:cubicBezTo>
                  <a:cubicBezTo>
                    <a:pt x="10535" y="14166"/>
                    <a:pt x="10551" y="14014"/>
                    <a:pt x="10589" y="13899"/>
                  </a:cubicBezTo>
                  <a:cubicBezTo>
                    <a:pt x="10704" y="13594"/>
                    <a:pt x="10796" y="13273"/>
                    <a:pt x="10873" y="12952"/>
                  </a:cubicBezTo>
                  <a:cubicBezTo>
                    <a:pt x="11041" y="12228"/>
                    <a:pt x="11020" y="11477"/>
                    <a:pt x="11150" y="10747"/>
                  </a:cubicBezTo>
                  <a:cubicBezTo>
                    <a:pt x="11395" y="9386"/>
                    <a:pt x="11929" y="8189"/>
                    <a:pt x="13012" y="7269"/>
                  </a:cubicBezTo>
                  <a:cubicBezTo>
                    <a:pt x="13573" y="6795"/>
                    <a:pt x="14188" y="6403"/>
                    <a:pt x="14738" y="5973"/>
                  </a:cubicBezTo>
                  <a:lnTo>
                    <a:pt x="14738" y="5973"/>
                  </a:lnTo>
                  <a:cubicBezTo>
                    <a:pt x="14672" y="6060"/>
                    <a:pt x="14493" y="6109"/>
                    <a:pt x="14525" y="6305"/>
                  </a:cubicBezTo>
                  <a:cubicBezTo>
                    <a:pt x="15054" y="6055"/>
                    <a:pt x="15478" y="5657"/>
                    <a:pt x="15952" y="5325"/>
                  </a:cubicBezTo>
                  <a:cubicBezTo>
                    <a:pt x="15701" y="5167"/>
                    <a:pt x="15418" y="5064"/>
                    <a:pt x="15184" y="4933"/>
                  </a:cubicBezTo>
                  <a:lnTo>
                    <a:pt x="15184" y="4933"/>
                  </a:lnTo>
                  <a:cubicBezTo>
                    <a:pt x="15195" y="4938"/>
                    <a:pt x="15207" y="4940"/>
                    <a:pt x="15219" y="4940"/>
                  </a:cubicBezTo>
                  <a:cubicBezTo>
                    <a:pt x="15250" y="4940"/>
                    <a:pt x="15284" y="4925"/>
                    <a:pt x="15315" y="4890"/>
                  </a:cubicBezTo>
                  <a:cubicBezTo>
                    <a:pt x="15075" y="4753"/>
                    <a:pt x="14765" y="4732"/>
                    <a:pt x="14602" y="4470"/>
                  </a:cubicBezTo>
                  <a:cubicBezTo>
                    <a:pt x="14535" y="4502"/>
                    <a:pt x="14468" y="4514"/>
                    <a:pt x="14402" y="4514"/>
                  </a:cubicBezTo>
                  <a:cubicBezTo>
                    <a:pt x="14296" y="4514"/>
                    <a:pt x="14191" y="4482"/>
                    <a:pt x="14090" y="4449"/>
                  </a:cubicBezTo>
                  <a:cubicBezTo>
                    <a:pt x="13834" y="4367"/>
                    <a:pt x="13567" y="4307"/>
                    <a:pt x="13311" y="4231"/>
                  </a:cubicBezTo>
                  <a:cubicBezTo>
                    <a:pt x="12724" y="4046"/>
                    <a:pt x="12212" y="3763"/>
                    <a:pt x="11950" y="3158"/>
                  </a:cubicBezTo>
                  <a:cubicBezTo>
                    <a:pt x="11863" y="2957"/>
                    <a:pt x="11727" y="2772"/>
                    <a:pt x="11586" y="2598"/>
                  </a:cubicBezTo>
                  <a:cubicBezTo>
                    <a:pt x="11426" y="2401"/>
                    <a:pt x="11283" y="2303"/>
                    <a:pt x="11149" y="2303"/>
                  </a:cubicBezTo>
                  <a:cubicBezTo>
                    <a:pt x="11004" y="2303"/>
                    <a:pt x="10869" y="2416"/>
                    <a:pt x="10731" y="2641"/>
                  </a:cubicBezTo>
                  <a:cubicBezTo>
                    <a:pt x="10758" y="2549"/>
                    <a:pt x="10873" y="2462"/>
                    <a:pt x="10775" y="2342"/>
                  </a:cubicBezTo>
                  <a:cubicBezTo>
                    <a:pt x="10767" y="2341"/>
                    <a:pt x="10761" y="2341"/>
                    <a:pt x="10754" y="2341"/>
                  </a:cubicBezTo>
                  <a:cubicBezTo>
                    <a:pt x="10580" y="2341"/>
                    <a:pt x="10534" y="2589"/>
                    <a:pt x="10392" y="2589"/>
                  </a:cubicBezTo>
                  <a:cubicBezTo>
                    <a:pt x="10383" y="2589"/>
                    <a:pt x="10375" y="2588"/>
                    <a:pt x="10366" y="2587"/>
                  </a:cubicBezTo>
                  <a:cubicBezTo>
                    <a:pt x="10138" y="2549"/>
                    <a:pt x="9904" y="2511"/>
                    <a:pt x="9675" y="2429"/>
                  </a:cubicBezTo>
                  <a:cubicBezTo>
                    <a:pt x="9473" y="2358"/>
                    <a:pt x="9528" y="2113"/>
                    <a:pt x="9354" y="2064"/>
                  </a:cubicBezTo>
                  <a:cubicBezTo>
                    <a:pt x="8766" y="1895"/>
                    <a:pt x="8200" y="1672"/>
                    <a:pt x="7590" y="1580"/>
                  </a:cubicBezTo>
                  <a:lnTo>
                    <a:pt x="7590" y="1580"/>
                  </a:lnTo>
                  <a:cubicBezTo>
                    <a:pt x="7623" y="1776"/>
                    <a:pt x="7797" y="1792"/>
                    <a:pt x="7938" y="1835"/>
                  </a:cubicBezTo>
                  <a:cubicBezTo>
                    <a:pt x="8287" y="1950"/>
                    <a:pt x="8613" y="2102"/>
                    <a:pt x="8935" y="2276"/>
                  </a:cubicBezTo>
                  <a:cubicBezTo>
                    <a:pt x="9120" y="2380"/>
                    <a:pt x="9294" y="2505"/>
                    <a:pt x="9528" y="2543"/>
                  </a:cubicBezTo>
                  <a:cubicBezTo>
                    <a:pt x="9370" y="2538"/>
                    <a:pt x="9228" y="2521"/>
                    <a:pt x="9109" y="2451"/>
                  </a:cubicBezTo>
                  <a:cubicBezTo>
                    <a:pt x="8347" y="2021"/>
                    <a:pt x="7486" y="1819"/>
                    <a:pt x="6724" y="1389"/>
                  </a:cubicBezTo>
                  <a:cubicBezTo>
                    <a:pt x="6260" y="1124"/>
                    <a:pt x="5763" y="960"/>
                    <a:pt x="5218" y="960"/>
                  </a:cubicBezTo>
                  <a:cubicBezTo>
                    <a:pt x="5169" y="960"/>
                    <a:pt x="5119" y="962"/>
                    <a:pt x="5069" y="964"/>
                  </a:cubicBezTo>
                  <a:cubicBezTo>
                    <a:pt x="5026" y="967"/>
                    <a:pt x="4982" y="968"/>
                    <a:pt x="4938" y="968"/>
                  </a:cubicBezTo>
                  <a:cubicBezTo>
                    <a:pt x="4690" y="968"/>
                    <a:pt x="4434" y="929"/>
                    <a:pt x="4198" y="850"/>
                  </a:cubicBezTo>
                  <a:cubicBezTo>
                    <a:pt x="3175" y="523"/>
                    <a:pt x="2108" y="453"/>
                    <a:pt x="1057" y="333"/>
                  </a:cubicBezTo>
                  <a:cubicBezTo>
                    <a:pt x="1132" y="330"/>
                    <a:pt x="1207" y="329"/>
                    <a:pt x="1282" y="329"/>
                  </a:cubicBezTo>
                  <a:cubicBezTo>
                    <a:pt x="2119" y="329"/>
                    <a:pt x="2944" y="490"/>
                    <a:pt x="3768" y="665"/>
                  </a:cubicBezTo>
                  <a:cubicBezTo>
                    <a:pt x="3854" y="681"/>
                    <a:pt x="3940" y="715"/>
                    <a:pt x="4023" y="715"/>
                  </a:cubicBezTo>
                  <a:cubicBezTo>
                    <a:pt x="4083" y="715"/>
                    <a:pt x="4141" y="698"/>
                    <a:pt x="4198" y="643"/>
                  </a:cubicBezTo>
                  <a:cubicBezTo>
                    <a:pt x="4187" y="627"/>
                    <a:pt x="4182" y="594"/>
                    <a:pt x="4160" y="589"/>
                  </a:cubicBezTo>
                  <a:cubicBezTo>
                    <a:pt x="3414" y="338"/>
                    <a:pt x="2652" y="164"/>
                    <a:pt x="1868" y="77"/>
                  </a:cubicBezTo>
                  <a:cubicBezTo>
                    <a:pt x="1574" y="45"/>
                    <a:pt x="1278" y="2"/>
                    <a:pt x="982" y="2"/>
                  </a:cubicBezTo>
                  <a:cubicBezTo>
                    <a:pt x="873" y="2"/>
                    <a:pt x="763" y="8"/>
                    <a:pt x="654" y="23"/>
                  </a:cubicBezTo>
                  <a:cubicBezTo>
                    <a:pt x="531" y="38"/>
                    <a:pt x="414" y="64"/>
                    <a:pt x="297" y="64"/>
                  </a:cubicBezTo>
                  <a:cubicBezTo>
                    <a:pt x="208" y="64"/>
                    <a:pt x="118" y="48"/>
                    <a:pt x="28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26"/>
            <p:cNvSpPr/>
            <p:nvPr/>
          </p:nvSpPr>
          <p:spPr>
            <a:xfrm>
              <a:off x="352298" y="3440075"/>
              <a:ext cx="1715985" cy="446099"/>
            </a:xfrm>
            <a:custGeom>
              <a:rect b="b" l="l" r="r" t="t"/>
              <a:pathLst>
                <a:path extrusionOk="0" h="7786" w="29950">
                  <a:moveTo>
                    <a:pt x="29776" y="0"/>
                  </a:moveTo>
                  <a:cubicBezTo>
                    <a:pt x="29714" y="0"/>
                    <a:pt x="29632" y="25"/>
                    <a:pt x="29529" y="74"/>
                  </a:cubicBezTo>
                  <a:cubicBezTo>
                    <a:pt x="29365" y="151"/>
                    <a:pt x="29224" y="254"/>
                    <a:pt x="29137" y="417"/>
                  </a:cubicBezTo>
                  <a:cubicBezTo>
                    <a:pt x="29173" y="454"/>
                    <a:pt x="29211" y="466"/>
                    <a:pt x="29250" y="466"/>
                  </a:cubicBezTo>
                  <a:cubicBezTo>
                    <a:pt x="29268" y="466"/>
                    <a:pt x="29286" y="464"/>
                    <a:pt x="29304" y="460"/>
                  </a:cubicBezTo>
                  <a:lnTo>
                    <a:pt x="29304" y="460"/>
                  </a:lnTo>
                  <a:cubicBezTo>
                    <a:pt x="29054" y="552"/>
                    <a:pt x="28823" y="693"/>
                    <a:pt x="28576" y="793"/>
                  </a:cubicBezTo>
                  <a:cubicBezTo>
                    <a:pt x="26703" y="1555"/>
                    <a:pt x="24787" y="2143"/>
                    <a:pt x="22789" y="2492"/>
                  </a:cubicBezTo>
                  <a:cubicBezTo>
                    <a:pt x="20791" y="2835"/>
                    <a:pt x="18798" y="3183"/>
                    <a:pt x="16762" y="3205"/>
                  </a:cubicBezTo>
                  <a:cubicBezTo>
                    <a:pt x="16726" y="3205"/>
                    <a:pt x="16690" y="3205"/>
                    <a:pt x="16653" y="3205"/>
                  </a:cubicBezTo>
                  <a:cubicBezTo>
                    <a:pt x="16034" y="3205"/>
                    <a:pt x="15415" y="3177"/>
                    <a:pt x="14796" y="3177"/>
                  </a:cubicBezTo>
                  <a:cubicBezTo>
                    <a:pt x="14488" y="3177"/>
                    <a:pt x="14180" y="3184"/>
                    <a:pt x="13872" y="3205"/>
                  </a:cubicBezTo>
                  <a:cubicBezTo>
                    <a:pt x="12881" y="3270"/>
                    <a:pt x="11895" y="3227"/>
                    <a:pt x="10905" y="3265"/>
                  </a:cubicBezTo>
                  <a:cubicBezTo>
                    <a:pt x="9799" y="3305"/>
                    <a:pt x="8689" y="3365"/>
                    <a:pt x="7579" y="3365"/>
                  </a:cubicBezTo>
                  <a:cubicBezTo>
                    <a:pt x="7356" y="3365"/>
                    <a:pt x="7132" y="3363"/>
                    <a:pt x="6909" y="3357"/>
                  </a:cubicBezTo>
                  <a:cubicBezTo>
                    <a:pt x="6038" y="3341"/>
                    <a:pt x="5172" y="3232"/>
                    <a:pt x="4317" y="3058"/>
                  </a:cubicBezTo>
                  <a:cubicBezTo>
                    <a:pt x="3971" y="2988"/>
                    <a:pt x="3630" y="2887"/>
                    <a:pt x="3330" y="2819"/>
                  </a:cubicBezTo>
                  <a:lnTo>
                    <a:pt x="3330" y="2819"/>
                  </a:lnTo>
                  <a:cubicBezTo>
                    <a:pt x="3523" y="2855"/>
                    <a:pt x="3743" y="2895"/>
                    <a:pt x="3964" y="2938"/>
                  </a:cubicBezTo>
                  <a:cubicBezTo>
                    <a:pt x="4047" y="2955"/>
                    <a:pt x="4129" y="2977"/>
                    <a:pt x="4210" y="2977"/>
                  </a:cubicBezTo>
                  <a:cubicBezTo>
                    <a:pt x="4289" y="2977"/>
                    <a:pt x="4365" y="2956"/>
                    <a:pt x="4437" y="2889"/>
                  </a:cubicBezTo>
                  <a:cubicBezTo>
                    <a:pt x="3490" y="2470"/>
                    <a:pt x="2499" y="2247"/>
                    <a:pt x="1465" y="2187"/>
                  </a:cubicBezTo>
                  <a:cubicBezTo>
                    <a:pt x="1419" y="2184"/>
                    <a:pt x="1372" y="2183"/>
                    <a:pt x="1326" y="2183"/>
                  </a:cubicBezTo>
                  <a:cubicBezTo>
                    <a:pt x="895" y="2183"/>
                    <a:pt x="472" y="2289"/>
                    <a:pt x="44" y="2328"/>
                  </a:cubicBezTo>
                  <a:cubicBezTo>
                    <a:pt x="0" y="2486"/>
                    <a:pt x="109" y="2584"/>
                    <a:pt x="185" y="2693"/>
                  </a:cubicBezTo>
                  <a:cubicBezTo>
                    <a:pt x="256" y="2824"/>
                    <a:pt x="202" y="2998"/>
                    <a:pt x="332" y="3107"/>
                  </a:cubicBezTo>
                  <a:cubicBezTo>
                    <a:pt x="447" y="3112"/>
                    <a:pt x="528" y="3194"/>
                    <a:pt x="583" y="3281"/>
                  </a:cubicBezTo>
                  <a:cubicBezTo>
                    <a:pt x="850" y="3678"/>
                    <a:pt x="1252" y="3815"/>
                    <a:pt x="1693" y="3902"/>
                  </a:cubicBezTo>
                  <a:cubicBezTo>
                    <a:pt x="2815" y="4125"/>
                    <a:pt x="3936" y="4348"/>
                    <a:pt x="5036" y="4664"/>
                  </a:cubicBezTo>
                  <a:cubicBezTo>
                    <a:pt x="5308" y="4740"/>
                    <a:pt x="5591" y="4762"/>
                    <a:pt x="5874" y="4767"/>
                  </a:cubicBezTo>
                  <a:cubicBezTo>
                    <a:pt x="5911" y="4768"/>
                    <a:pt x="5948" y="4768"/>
                    <a:pt x="5984" y="4768"/>
                  </a:cubicBezTo>
                  <a:cubicBezTo>
                    <a:pt x="6753" y="4768"/>
                    <a:pt x="7509" y="4623"/>
                    <a:pt x="8272" y="4623"/>
                  </a:cubicBezTo>
                  <a:cubicBezTo>
                    <a:pt x="8331" y="4623"/>
                    <a:pt x="8390" y="4624"/>
                    <a:pt x="8449" y="4626"/>
                  </a:cubicBezTo>
                  <a:cubicBezTo>
                    <a:pt x="9440" y="4653"/>
                    <a:pt x="10431" y="4686"/>
                    <a:pt x="11422" y="4713"/>
                  </a:cubicBezTo>
                  <a:cubicBezTo>
                    <a:pt x="12124" y="4729"/>
                    <a:pt x="12837" y="4762"/>
                    <a:pt x="13523" y="4941"/>
                  </a:cubicBezTo>
                  <a:cubicBezTo>
                    <a:pt x="13616" y="4963"/>
                    <a:pt x="13730" y="4974"/>
                    <a:pt x="13757" y="5078"/>
                  </a:cubicBezTo>
                  <a:cubicBezTo>
                    <a:pt x="13790" y="5203"/>
                    <a:pt x="13676" y="5263"/>
                    <a:pt x="13594" y="5328"/>
                  </a:cubicBezTo>
                  <a:cubicBezTo>
                    <a:pt x="13387" y="5491"/>
                    <a:pt x="13126" y="5480"/>
                    <a:pt x="12886" y="5513"/>
                  </a:cubicBezTo>
                  <a:cubicBezTo>
                    <a:pt x="12852" y="5518"/>
                    <a:pt x="12818" y="5523"/>
                    <a:pt x="12784" y="5528"/>
                  </a:cubicBezTo>
                  <a:lnTo>
                    <a:pt x="12784" y="5528"/>
                  </a:lnTo>
                  <a:cubicBezTo>
                    <a:pt x="12875" y="5510"/>
                    <a:pt x="12965" y="5492"/>
                    <a:pt x="13055" y="5475"/>
                  </a:cubicBezTo>
                  <a:cubicBezTo>
                    <a:pt x="13235" y="5442"/>
                    <a:pt x="13469" y="5420"/>
                    <a:pt x="13474" y="5224"/>
                  </a:cubicBezTo>
                  <a:cubicBezTo>
                    <a:pt x="13480" y="4996"/>
                    <a:pt x="13229" y="5001"/>
                    <a:pt x="13066" y="4990"/>
                  </a:cubicBezTo>
                  <a:cubicBezTo>
                    <a:pt x="12024" y="4900"/>
                    <a:pt x="10977" y="4839"/>
                    <a:pt x="9930" y="4839"/>
                  </a:cubicBezTo>
                  <a:cubicBezTo>
                    <a:pt x="9774" y="4839"/>
                    <a:pt x="9618" y="4841"/>
                    <a:pt x="9462" y="4843"/>
                  </a:cubicBezTo>
                  <a:cubicBezTo>
                    <a:pt x="9359" y="4849"/>
                    <a:pt x="9250" y="4854"/>
                    <a:pt x="9173" y="4947"/>
                  </a:cubicBezTo>
                  <a:cubicBezTo>
                    <a:pt x="9081" y="5431"/>
                    <a:pt x="8983" y="5916"/>
                    <a:pt x="8890" y="6406"/>
                  </a:cubicBezTo>
                  <a:cubicBezTo>
                    <a:pt x="8841" y="6618"/>
                    <a:pt x="8814" y="6852"/>
                    <a:pt x="8836" y="7059"/>
                  </a:cubicBezTo>
                  <a:cubicBezTo>
                    <a:pt x="8869" y="7299"/>
                    <a:pt x="8727" y="7609"/>
                    <a:pt x="9032" y="7778"/>
                  </a:cubicBezTo>
                  <a:cubicBezTo>
                    <a:pt x="9065" y="7783"/>
                    <a:pt x="9098" y="7786"/>
                    <a:pt x="9131" y="7786"/>
                  </a:cubicBezTo>
                  <a:cubicBezTo>
                    <a:pt x="9289" y="7786"/>
                    <a:pt x="9439" y="7729"/>
                    <a:pt x="9593" y="7701"/>
                  </a:cubicBezTo>
                  <a:cubicBezTo>
                    <a:pt x="10779" y="7500"/>
                    <a:pt x="11966" y="7288"/>
                    <a:pt x="13148" y="7075"/>
                  </a:cubicBezTo>
                  <a:cubicBezTo>
                    <a:pt x="14340" y="6863"/>
                    <a:pt x="15472" y="6417"/>
                    <a:pt x="16648" y="6145"/>
                  </a:cubicBezTo>
                  <a:cubicBezTo>
                    <a:pt x="18189" y="5785"/>
                    <a:pt x="19746" y="5529"/>
                    <a:pt x="21259" y="5029"/>
                  </a:cubicBezTo>
                  <a:cubicBezTo>
                    <a:pt x="23154" y="4397"/>
                    <a:pt x="25103" y="3934"/>
                    <a:pt x="26834" y="2884"/>
                  </a:cubicBezTo>
                  <a:cubicBezTo>
                    <a:pt x="27062" y="2747"/>
                    <a:pt x="27329" y="2671"/>
                    <a:pt x="27558" y="2530"/>
                  </a:cubicBezTo>
                  <a:cubicBezTo>
                    <a:pt x="28217" y="2138"/>
                    <a:pt x="28750" y="1566"/>
                    <a:pt x="29458" y="1261"/>
                  </a:cubicBezTo>
                  <a:cubicBezTo>
                    <a:pt x="29872" y="1082"/>
                    <a:pt x="29931" y="706"/>
                    <a:pt x="29942" y="319"/>
                  </a:cubicBezTo>
                  <a:cubicBezTo>
                    <a:pt x="29950" y="102"/>
                    <a:pt x="29901" y="0"/>
                    <a:pt x="29776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26"/>
            <p:cNvSpPr/>
            <p:nvPr/>
          </p:nvSpPr>
          <p:spPr>
            <a:xfrm>
              <a:off x="4247095" y="2178118"/>
              <a:ext cx="580513" cy="702494"/>
            </a:xfrm>
            <a:custGeom>
              <a:rect b="b" l="l" r="r" t="t"/>
              <a:pathLst>
                <a:path extrusionOk="0" h="12261" w="10132">
                  <a:moveTo>
                    <a:pt x="4944" y="428"/>
                  </a:moveTo>
                  <a:cubicBezTo>
                    <a:pt x="4953" y="471"/>
                    <a:pt x="4935" y="522"/>
                    <a:pt x="4924" y="574"/>
                  </a:cubicBezTo>
                  <a:lnTo>
                    <a:pt x="4924" y="574"/>
                  </a:lnTo>
                  <a:cubicBezTo>
                    <a:pt x="4925" y="527"/>
                    <a:pt x="4931" y="478"/>
                    <a:pt x="4944" y="428"/>
                  </a:cubicBezTo>
                  <a:close/>
                  <a:moveTo>
                    <a:pt x="541" y="6156"/>
                  </a:moveTo>
                  <a:lnTo>
                    <a:pt x="541" y="6156"/>
                  </a:lnTo>
                  <a:cubicBezTo>
                    <a:pt x="519" y="6247"/>
                    <a:pt x="498" y="6340"/>
                    <a:pt x="480" y="6433"/>
                  </a:cubicBezTo>
                  <a:cubicBezTo>
                    <a:pt x="483" y="6335"/>
                    <a:pt x="510" y="6244"/>
                    <a:pt x="541" y="6156"/>
                  </a:cubicBezTo>
                  <a:close/>
                  <a:moveTo>
                    <a:pt x="5051" y="0"/>
                  </a:moveTo>
                  <a:cubicBezTo>
                    <a:pt x="4938" y="0"/>
                    <a:pt x="4865" y="83"/>
                    <a:pt x="4791" y="161"/>
                  </a:cubicBezTo>
                  <a:cubicBezTo>
                    <a:pt x="4481" y="504"/>
                    <a:pt x="4089" y="749"/>
                    <a:pt x="3713" y="1016"/>
                  </a:cubicBezTo>
                  <a:cubicBezTo>
                    <a:pt x="3066" y="1479"/>
                    <a:pt x="2456" y="2007"/>
                    <a:pt x="2086" y="2709"/>
                  </a:cubicBezTo>
                  <a:cubicBezTo>
                    <a:pt x="1561" y="3708"/>
                    <a:pt x="979" y="4685"/>
                    <a:pt x="644" y="5782"/>
                  </a:cubicBezTo>
                  <a:lnTo>
                    <a:pt x="644" y="5782"/>
                  </a:lnTo>
                  <a:cubicBezTo>
                    <a:pt x="647" y="5701"/>
                    <a:pt x="630" y="5617"/>
                    <a:pt x="578" y="5529"/>
                  </a:cubicBezTo>
                  <a:lnTo>
                    <a:pt x="578" y="5529"/>
                  </a:lnTo>
                  <a:cubicBezTo>
                    <a:pt x="273" y="6275"/>
                    <a:pt x="202" y="7026"/>
                    <a:pt x="501" y="7794"/>
                  </a:cubicBezTo>
                  <a:cubicBezTo>
                    <a:pt x="670" y="8202"/>
                    <a:pt x="534" y="8540"/>
                    <a:pt x="251" y="8844"/>
                  </a:cubicBezTo>
                  <a:cubicBezTo>
                    <a:pt x="1" y="9111"/>
                    <a:pt x="17" y="9187"/>
                    <a:pt x="338" y="9367"/>
                  </a:cubicBezTo>
                  <a:cubicBezTo>
                    <a:pt x="668" y="9560"/>
                    <a:pt x="1022" y="9662"/>
                    <a:pt x="1394" y="9662"/>
                  </a:cubicBezTo>
                  <a:cubicBezTo>
                    <a:pt x="1494" y="9662"/>
                    <a:pt x="1596" y="9654"/>
                    <a:pt x="1699" y="9639"/>
                  </a:cubicBezTo>
                  <a:cubicBezTo>
                    <a:pt x="1928" y="9602"/>
                    <a:pt x="2156" y="9583"/>
                    <a:pt x="2384" y="9583"/>
                  </a:cubicBezTo>
                  <a:cubicBezTo>
                    <a:pt x="2753" y="9583"/>
                    <a:pt x="3119" y="9633"/>
                    <a:pt x="3479" y="9737"/>
                  </a:cubicBezTo>
                  <a:cubicBezTo>
                    <a:pt x="4160" y="9928"/>
                    <a:pt x="4846" y="10097"/>
                    <a:pt x="5543" y="10216"/>
                  </a:cubicBezTo>
                  <a:cubicBezTo>
                    <a:pt x="5907" y="10276"/>
                    <a:pt x="6256" y="10363"/>
                    <a:pt x="6582" y="10543"/>
                  </a:cubicBezTo>
                  <a:cubicBezTo>
                    <a:pt x="6920" y="10625"/>
                    <a:pt x="7263" y="10695"/>
                    <a:pt x="7606" y="10782"/>
                  </a:cubicBezTo>
                  <a:cubicBezTo>
                    <a:pt x="7911" y="10859"/>
                    <a:pt x="8069" y="11011"/>
                    <a:pt x="8139" y="11267"/>
                  </a:cubicBezTo>
                  <a:cubicBezTo>
                    <a:pt x="8156" y="11430"/>
                    <a:pt x="8297" y="11463"/>
                    <a:pt x="8406" y="11507"/>
                  </a:cubicBezTo>
                  <a:cubicBezTo>
                    <a:pt x="8793" y="11659"/>
                    <a:pt x="9136" y="11882"/>
                    <a:pt x="9468" y="12122"/>
                  </a:cubicBezTo>
                  <a:cubicBezTo>
                    <a:pt x="9542" y="12177"/>
                    <a:pt x="9612" y="12261"/>
                    <a:pt x="9715" y="12261"/>
                  </a:cubicBezTo>
                  <a:cubicBezTo>
                    <a:pt x="9733" y="12261"/>
                    <a:pt x="9752" y="12258"/>
                    <a:pt x="9773" y="12252"/>
                  </a:cubicBezTo>
                  <a:cubicBezTo>
                    <a:pt x="9898" y="12105"/>
                    <a:pt x="10017" y="11964"/>
                    <a:pt x="9974" y="11751"/>
                  </a:cubicBezTo>
                  <a:cubicBezTo>
                    <a:pt x="9970" y="11750"/>
                    <a:pt x="9967" y="11750"/>
                    <a:pt x="9962" y="11750"/>
                  </a:cubicBezTo>
                  <a:cubicBezTo>
                    <a:pt x="9944" y="11750"/>
                    <a:pt x="9921" y="11758"/>
                    <a:pt x="9902" y="11758"/>
                  </a:cubicBezTo>
                  <a:cubicBezTo>
                    <a:pt x="9878" y="11758"/>
                    <a:pt x="9862" y="11745"/>
                    <a:pt x="9876" y="11686"/>
                  </a:cubicBezTo>
                  <a:cubicBezTo>
                    <a:pt x="9914" y="11490"/>
                    <a:pt x="9968" y="11300"/>
                    <a:pt x="10028" y="11104"/>
                  </a:cubicBezTo>
                  <a:cubicBezTo>
                    <a:pt x="10132" y="10744"/>
                    <a:pt x="10072" y="10439"/>
                    <a:pt x="9751" y="10200"/>
                  </a:cubicBezTo>
                  <a:cubicBezTo>
                    <a:pt x="9533" y="10037"/>
                    <a:pt x="9364" y="9819"/>
                    <a:pt x="9163" y="9634"/>
                  </a:cubicBezTo>
                  <a:cubicBezTo>
                    <a:pt x="8863" y="9351"/>
                    <a:pt x="8863" y="8991"/>
                    <a:pt x="8874" y="8621"/>
                  </a:cubicBezTo>
                  <a:cubicBezTo>
                    <a:pt x="8876" y="8582"/>
                    <a:pt x="8893" y="8572"/>
                    <a:pt x="8914" y="8572"/>
                  </a:cubicBezTo>
                  <a:cubicBezTo>
                    <a:pt x="8933" y="8572"/>
                    <a:pt x="8955" y="8580"/>
                    <a:pt x="8974" y="8580"/>
                  </a:cubicBezTo>
                  <a:cubicBezTo>
                    <a:pt x="8987" y="8580"/>
                    <a:pt x="8997" y="8577"/>
                    <a:pt x="9005" y="8567"/>
                  </a:cubicBezTo>
                  <a:cubicBezTo>
                    <a:pt x="9010" y="8349"/>
                    <a:pt x="8912" y="8229"/>
                    <a:pt x="8722" y="8093"/>
                  </a:cubicBezTo>
                  <a:cubicBezTo>
                    <a:pt x="8532" y="7952"/>
                    <a:pt x="8334" y="7934"/>
                    <a:pt x="8137" y="7934"/>
                  </a:cubicBezTo>
                  <a:cubicBezTo>
                    <a:pt x="8070" y="7934"/>
                    <a:pt x="8003" y="7936"/>
                    <a:pt x="7937" y="7936"/>
                  </a:cubicBezTo>
                  <a:cubicBezTo>
                    <a:pt x="7868" y="7936"/>
                    <a:pt x="7799" y="7933"/>
                    <a:pt x="7731" y="7924"/>
                  </a:cubicBezTo>
                  <a:lnTo>
                    <a:pt x="7731" y="7924"/>
                  </a:lnTo>
                  <a:cubicBezTo>
                    <a:pt x="7723" y="8022"/>
                    <a:pt x="7756" y="8043"/>
                    <a:pt x="7800" y="8043"/>
                  </a:cubicBezTo>
                  <a:cubicBezTo>
                    <a:pt x="7832" y="8043"/>
                    <a:pt x="7871" y="8031"/>
                    <a:pt x="7903" y="8031"/>
                  </a:cubicBezTo>
                  <a:cubicBezTo>
                    <a:pt x="7916" y="8031"/>
                    <a:pt x="7928" y="8033"/>
                    <a:pt x="7938" y="8039"/>
                  </a:cubicBezTo>
                  <a:cubicBezTo>
                    <a:pt x="7877" y="8039"/>
                    <a:pt x="7810" y="8059"/>
                    <a:pt x="7747" y="8059"/>
                  </a:cubicBezTo>
                  <a:cubicBezTo>
                    <a:pt x="7691" y="8059"/>
                    <a:pt x="7638" y="8043"/>
                    <a:pt x="7595" y="7984"/>
                  </a:cubicBezTo>
                  <a:cubicBezTo>
                    <a:pt x="7497" y="7848"/>
                    <a:pt x="7617" y="7739"/>
                    <a:pt x="7682" y="7636"/>
                  </a:cubicBezTo>
                  <a:cubicBezTo>
                    <a:pt x="7780" y="7462"/>
                    <a:pt x="7867" y="7282"/>
                    <a:pt x="7960" y="7102"/>
                  </a:cubicBezTo>
                  <a:cubicBezTo>
                    <a:pt x="8041" y="6939"/>
                    <a:pt x="8112" y="6776"/>
                    <a:pt x="8041" y="6596"/>
                  </a:cubicBezTo>
                  <a:cubicBezTo>
                    <a:pt x="7851" y="6106"/>
                    <a:pt x="7704" y="5600"/>
                    <a:pt x="7393" y="5153"/>
                  </a:cubicBezTo>
                  <a:cubicBezTo>
                    <a:pt x="7029" y="4631"/>
                    <a:pt x="6762" y="4054"/>
                    <a:pt x="6746" y="3390"/>
                  </a:cubicBezTo>
                  <a:cubicBezTo>
                    <a:pt x="6735" y="3085"/>
                    <a:pt x="6631" y="2796"/>
                    <a:pt x="6501" y="2513"/>
                  </a:cubicBezTo>
                  <a:cubicBezTo>
                    <a:pt x="6207" y="1882"/>
                    <a:pt x="5641" y="1490"/>
                    <a:pt x="5156" y="1038"/>
                  </a:cubicBezTo>
                  <a:cubicBezTo>
                    <a:pt x="5042" y="936"/>
                    <a:pt x="4974" y="832"/>
                    <a:pt x="4943" y="723"/>
                  </a:cubicBezTo>
                  <a:lnTo>
                    <a:pt x="4943" y="723"/>
                  </a:lnTo>
                  <a:cubicBezTo>
                    <a:pt x="4959" y="746"/>
                    <a:pt x="4984" y="768"/>
                    <a:pt x="5020" y="787"/>
                  </a:cubicBezTo>
                  <a:cubicBezTo>
                    <a:pt x="5058" y="526"/>
                    <a:pt x="4998" y="259"/>
                    <a:pt x="5091" y="3"/>
                  </a:cubicBezTo>
                  <a:cubicBezTo>
                    <a:pt x="5077" y="1"/>
                    <a:pt x="5064" y="0"/>
                    <a:pt x="5051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26"/>
            <p:cNvSpPr/>
            <p:nvPr/>
          </p:nvSpPr>
          <p:spPr>
            <a:xfrm>
              <a:off x="3092733" y="2794372"/>
              <a:ext cx="680321" cy="698655"/>
            </a:xfrm>
            <a:custGeom>
              <a:rect b="b" l="l" r="r" t="t"/>
              <a:pathLst>
                <a:path extrusionOk="0" h="12194" w="11874">
                  <a:moveTo>
                    <a:pt x="124" y="1"/>
                  </a:moveTo>
                  <a:cubicBezTo>
                    <a:pt x="104" y="1"/>
                    <a:pt x="85" y="7"/>
                    <a:pt x="66" y="21"/>
                  </a:cubicBezTo>
                  <a:cubicBezTo>
                    <a:pt x="0" y="75"/>
                    <a:pt x="33" y="152"/>
                    <a:pt x="66" y="217"/>
                  </a:cubicBezTo>
                  <a:cubicBezTo>
                    <a:pt x="153" y="369"/>
                    <a:pt x="256" y="516"/>
                    <a:pt x="376" y="647"/>
                  </a:cubicBezTo>
                  <a:cubicBezTo>
                    <a:pt x="1154" y="1518"/>
                    <a:pt x="1318" y="2623"/>
                    <a:pt x="1536" y="3701"/>
                  </a:cubicBezTo>
                  <a:cubicBezTo>
                    <a:pt x="1650" y="4246"/>
                    <a:pt x="1824" y="4719"/>
                    <a:pt x="2281" y="5062"/>
                  </a:cubicBezTo>
                  <a:cubicBezTo>
                    <a:pt x="2526" y="5242"/>
                    <a:pt x="2777" y="5421"/>
                    <a:pt x="2989" y="5645"/>
                  </a:cubicBezTo>
                  <a:cubicBezTo>
                    <a:pt x="3054" y="5715"/>
                    <a:pt x="3196" y="5759"/>
                    <a:pt x="3136" y="5895"/>
                  </a:cubicBezTo>
                  <a:cubicBezTo>
                    <a:pt x="3092" y="5993"/>
                    <a:pt x="2984" y="6037"/>
                    <a:pt x="2875" y="6058"/>
                  </a:cubicBezTo>
                  <a:cubicBezTo>
                    <a:pt x="2573" y="6109"/>
                    <a:pt x="2273" y="6147"/>
                    <a:pt x="1970" y="6147"/>
                  </a:cubicBezTo>
                  <a:cubicBezTo>
                    <a:pt x="1781" y="6147"/>
                    <a:pt x="1591" y="6132"/>
                    <a:pt x="1399" y="6096"/>
                  </a:cubicBezTo>
                  <a:cubicBezTo>
                    <a:pt x="1122" y="6042"/>
                    <a:pt x="893" y="5944"/>
                    <a:pt x="735" y="5683"/>
                  </a:cubicBezTo>
                  <a:cubicBezTo>
                    <a:pt x="682" y="5594"/>
                    <a:pt x="611" y="5458"/>
                    <a:pt x="501" y="5458"/>
                  </a:cubicBezTo>
                  <a:cubicBezTo>
                    <a:pt x="476" y="5458"/>
                    <a:pt x="449" y="5465"/>
                    <a:pt x="419" y="5481"/>
                  </a:cubicBezTo>
                  <a:cubicBezTo>
                    <a:pt x="283" y="5552"/>
                    <a:pt x="321" y="5732"/>
                    <a:pt x="343" y="5873"/>
                  </a:cubicBezTo>
                  <a:cubicBezTo>
                    <a:pt x="365" y="6015"/>
                    <a:pt x="414" y="6145"/>
                    <a:pt x="479" y="6271"/>
                  </a:cubicBezTo>
                  <a:cubicBezTo>
                    <a:pt x="724" y="6733"/>
                    <a:pt x="1095" y="7038"/>
                    <a:pt x="1612" y="7158"/>
                  </a:cubicBezTo>
                  <a:cubicBezTo>
                    <a:pt x="2113" y="7278"/>
                    <a:pt x="2548" y="7539"/>
                    <a:pt x="2940" y="7866"/>
                  </a:cubicBezTo>
                  <a:cubicBezTo>
                    <a:pt x="3038" y="7947"/>
                    <a:pt x="3049" y="8035"/>
                    <a:pt x="2956" y="8127"/>
                  </a:cubicBezTo>
                  <a:cubicBezTo>
                    <a:pt x="2788" y="8307"/>
                    <a:pt x="2548" y="8405"/>
                    <a:pt x="2385" y="8590"/>
                  </a:cubicBezTo>
                  <a:cubicBezTo>
                    <a:pt x="2314" y="8671"/>
                    <a:pt x="2151" y="8710"/>
                    <a:pt x="2200" y="8846"/>
                  </a:cubicBezTo>
                  <a:cubicBezTo>
                    <a:pt x="2229" y="8929"/>
                    <a:pt x="2320" y="8939"/>
                    <a:pt x="2407" y="8939"/>
                  </a:cubicBezTo>
                  <a:cubicBezTo>
                    <a:pt x="2433" y="8939"/>
                    <a:pt x="2459" y="8938"/>
                    <a:pt x="2483" y="8938"/>
                  </a:cubicBezTo>
                  <a:cubicBezTo>
                    <a:pt x="2488" y="8938"/>
                    <a:pt x="2493" y="8938"/>
                    <a:pt x="2498" y="8938"/>
                  </a:cubicBezTo>
                  <a:cubicBezTo>
                    <a:pt x="2672" y="8938"/>
                    <a:pt x="2655" y="9029"/>
                    <a:pt x="2597" y="9151"/>
                  </a:cubicBezTo>
                  <a:cubicBezTo>
                    <a:pt x="2635" y="9276"/>
                    <a:pt x="2891" y="9216"/>
                    <a:pt x="2831" y="9423"/>
                  </a:cubicBezTo>
                  <a:cubicBezTo>
                    <a:pt x="2835" y="9432"/>
                    <a:pt x="2840" y="9435"/>
                    <a:pt x="2846" y="9435"/>
                  </a:cubicBezTo>
                  <a:cubicBezTo>
                    <a:pt x="2869" y="9435"/>
                    <a:pt x="2904" y="9375"/>
                    <a:pt x="2926" y="9375"/>
                  </a:cubicBezTo>
                  <a:cubicBezTo>
                    <a:pt x="2938" y="9375"/>
                    <a:pt x="2946" y="9392"/>
                    <a:pt x="2946" y="9445"/>
                  </a:cubicBezTo>
                  <a:cubicBezTo>
                    <a:pt x="2946" y="9548"/>
                    <a:pt x="2924" y="9657"/>
                    <a:pt x="2913" y="9760"/>
                  </a:cubicBezTo>
                  <a:cubicBezTo>
                    <a:pt x="2893" y="9924"/>
                    <a:pt x="2935" y="10018"/>
                    <a:pt x="3041" y="10018"/>
                  </a:cubicBezTo>
                  <a:cubicBezTo>
                    <a:pt x="3083" y="10018"/>
                    <a:pt x="3134" y="10003"/>
                    <a:pt x="3196" y="9973"/>
                  </a:cubicBezTo>
                  <a:cubicBezTo>
                    <a:pt x="3348" y="9902"/>
                    <a:pt x="3506" y="9864"/>
                    <a:pt x="3670" y="9847"/>
                  </a:cubicBezTo>
                  <a:cubicBezTo>
                    <a:pt x="3725" y="9847"/>
                    <a:pt x="3749" y="9719"/>
                    <a:pt x="3794" y="9719"/>
                  </a:cubicBezTo>
                  <a:cubicBezTo>
                    <a:pt x="3811" y="9719"/>
                    <a:pt x="3830" y="9736"/>
                    <a:pt x="3855" y="9782"/>
                  </a:cubicBezTo>
                  <a:cubicBezTo>
                    <a:pt x="3974" y="10000"/>
                    <a:pt x="4214" y="10049"/>
                    <a:pt x="4366" y="10212"/>
                  </a:cubicBezTo>
                  <a:cubicBezTo>
                    <a:pt x="4519" y="10212"/>
                    <a:pt x="4639" y="10288"/>
                    <a:pt x="4753" y="10365"/>
                  </a:cubicBezTo>
                  <a:cubicBezTo>
                    <a:pt x="5586" y="10909"/>
                    <a:pt x="6506" y="11165"/>
                    <a:pt x="7480" y="11263"/>
                  </a:cubicBezTo>
                  <a:cubicBezTo>
                    <a:pt x="7856" y="11301"/>
                    <a:pt x="8237" y="11306"/>
                    <a:pt x="8580" y="11486"/>
                  </a:cubicBezTo>
                  <a:cubicBezTo>
                    <a:pt x="8633" y="11514"/>
                    <a:pt x="8692" y="11526"/>
                    <a:pt x="8749" y="11526"/>
                  </a:cubicBezTo>
                  <a:cubicBezTo>
                    <a:pt x="8895" y="11526"/>
                    <a:pt x="9033" y="11447"/>
                    <a:pt x="9037" y="11334"/>
                  </a:cubicBezTo>
                  <a:cubicBezTo>
                    <a:pt x="9043" y="11143"/>
                    <a:pt x="8852" y="11149"/>
                    <a:pt x="8727" y="11127"/>
                  </a:cubicBezTo>
                  <a:cubicBezTo>
                    <a:pt x="8422" y="11072"/>
                    <a:pt x="8134" y="11002"/>
                    <a:pt x="7883" y="10800"/>
                  </a:cubicBezTo>
                  <a:cubicBezTo>
                    <a:pt x="7170" y="10234"/>
                    <a:pt x="6359" y="9929"/>
                    <a:pt x="5444" y="9880"/>
                  </a:cubicBezTo>
                  <a:cubicBezTo>
                    <a:pt x="5074" y="9858"/>
                    <a:pt x="4693" y="9831"/>
                    <a:pt x="4301" y="9679"/>
                  </a:cubicBezTo>
                  <a:lnTo>
                    <a:pt x="4301" y="9679"/>
                  </a:lnTo>
                  <a:cubicBezTo>
                    <a:pt x="4742" y="9722"/>
                    <a:pt x="5150" y="9771"/>
                    <a:pt x="5559" y="9809"/>
                  </a:cubicBezTo>
                  <a:cubicBezTo>
                    <a:pt x="6435" y="9902"/>
                    <a:pt x="7284" y="10081"/>
                    <a:pt x="7976" y="10691"/>
                  </a:cubicBezTo>
                  <a:cubicBezTo>
                    <a:pt x="8139" y="10838"/>
                    <a:pt x="8346" y="10893"/>
                    <a:pt x="8558" y="10942"/>
                  </a:cubicBezTo>
                  <a:cubicBezTo>
                    <a:pt x="9037" y="11051"/>
                    <a:pt x="9533" y="11100"/>
                    <a:pt x="10006" y="11252"/>
                  </a:cubicBezTo>
                  <a:cubicBezTo>
                    <a:pt x="10126" y="11290"/>
                    <a:pt x="10306" y="11285"/>
                    <a:pt x="10311" y="11481"/>
                  </a:cubicBezTo>
                  <a:cubicBezTo>
                    <a:pt x="10436" y="11606"/>
                    <a:pt x="10616" y="11519"/>
                    <a:pt x="10752" y="11595"/>
                  </a:cubicBezTo>
                  <a:cubicBezTo>
                    <a:pt x="11052" y="11600"/>
                    <a:pt x="11128" y="11883"/>
                    <a:pt x="11302" y="12041"/>
                  </a:cubicBezTo>
                  <a:cubicBezTo>
                    <a:pt x="11407" y="12142"/>
                    <a:pt x="11492" y="12193"/>
                    <a:pt x="11561" y="12193"/>
                  </a:cubicBezTo>
                  <a:cubicBezTo>
                    <a:pt x="11653" y="12193"/>
                    <a:pt x="11716" y="12102"/>
                    <a:pt x="11759" y="11916"/>
                  </a:cubicBezTo>
                  <a:cubicBezTo>
                    <a:pt x="11874" y="11404"/>
                    <a:pt x="11841" y="10882"/>
                    <a:pt x="11797" y="10365"/>
                  </a:cubicBezTo>
                  <a:cubicBezTo>
                    <a:pt x="11759" y="9945"/>
                    <a:pt x="11563" y="9608"/>
                    <a:pt x="11248" y="9330"/>
                  </a:cubicBezTo>
                  <a:cubicBezTo>
                    <a:pt x="10959" y="9085"/>
                    <a:pt x="10665" y="8846"/>
                    <a:pt x="10344" y="8650"/>
                  </a:cubicBezTo>
                  <a:cubicBezTo>
                    <a:pt x="9266" y="7991"/>
                    <a:pt x="8498" y="7055"/>
                    <a:pt x="7938" y="5939"/>
                  </a:cubicBezTo>
                  <a:cubicBezTo>
                    <a:pt x="7731" y="5519"/>
                    <a:pt x="7557" y="5073"/>
                    <a:pt x="7077" y="4866"/>
                  </a:cubicBezTo>
                  <a:cubicBezTo>
                    <a:pt x="6985" y="4823"/>
                    <a:pt x="6914" y="4730"/>
                    <a:pt x="6854" y="4643"/>
                  </a:cubicBezTo>
                  <a:cubicBezTo>
                    <a:pt x="6506" y="4158"/>
                    <a:pt x="6010" y="3826"/>
                    <a:pt x="5580" y="3424"/>
                  </a:cubicBezTo>
                  <a:cubicBezTo>
                    <a:pt x="5502" y="3349"/>
                    <a:pt x="5398" y="3231"/>
                    <a:pt x="5291" y="3231"/>
                  </a:cubicBezTo>
                  <a:cubicBezTo>
                    <a:pt x="5257" y="3231"/>
                    <a:pt x="5222" y="3242"/>
                    <a:pt x="5188" y="3271"/>
                  </a:cubicBezTo>
                  <a:cubicBezTo>
                    <a:pt x="5052" y="3380"/>
                    <a:pt x="5205" y="3549"/>
                    <a:pt x="5270" y="3679"/>
                  </a:cubicBezTo>
                  <a:cubicBezTo>
                    <a:pt x="5359" y="3849"/>
                    <a:pt x="5350" y="3931"/>
                    <a:pt x="5212" y="3931"/>
                  </a:cubicBezTo>
                  <a:cubicBezTo>
                    <a:pt x="5181" y="3931"/>
                    <a:pt x="5145" y="3927"/>
                    <a:pt x="5101" y="3919"/>
                  </a:cubicBezTo>
                  <a:cubicBezTo>
                    <a:pt x="5044" y="3907"/>
                    <a:pt x="4989" y="3900"/>
                    <a:pt x="4938" y="3900"/>
                  </a:cubicBezTo>
                  <a:cubicBezTo>
                    <a:pt x="4794" y="3900"/>
                    <a:pt x="4678" y="3958"/>
                    <a:pt x="4622" y="4142"/>
                  </a:cubicBezTo>
                  <a:cubicBezTo>
                    <a:pt x="4595" y="4230"/>
                    <a:pt x="4551" y="4268"/>
                    <a:pt x="4494" y="4268"/>
                  </a:cubicBezTo>
                  <a:cubicBezTo>
                    <a:pt x="4460" y="4268"/>
                    <a:pt x="4420" y="4254"/>
                    <a:pt x="4377" y="4229"/>
                  </a:cubicBezTo>
                  <a:cubicBezTo>
                    <a:pt x="4018" y="4011"/>
                    <a:pt x="3621" y="3903"/>
                    <a:pt x="3223" y="3805"/>
                  </a:cubicBezTo>
                  <a:cubicBezTo>
                    <a:pt x="3098" y="3772"/>
                    <a:pt x="2978" y="3712"/>
                    <a:pt x="2886" y="3619"/>
                  </a:cubicBezTo>
                  <a:cubicBezTo>
                    <a:pt x="2494" y="3233"/>
                    <a:pt x="2156" y="2825"/>
                    <a:pt x="2036" y="2264"/>
                  </a:cubicBezTo>
                  <a:cubicBezTo>
                    <a:pt x="1906" y="1671"/>
                    <a:pt x="1623" y="1164"/>
                    <a:pt x="1089" y="827"/>
                  </a:cubicBezTo>
                  <a:cubicBezTo>
                    <a:pt x="860" y="680"/>
                    <a:pt x="686" y="467"/>
                    <a:pt x="490" y="277"/>
                  </a:cubicBezTo>
                  <a:cubicBezTo>
                    <a:pt x="414" y="201"/>
                    <a:pt x="343" y="124"/>
                    <a:pt x="256" y="65"/>
                  </a:cubicBezTo>
                  <a:cubicBezTo>
                    <a:pt x="214" y="34"/>
                    <a:pt x="169" y="1"/>
                    <a:pt x="124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26"/>
            <p:cNvSpPr/>
            <p:nvPr/>
          </p:nvSpPr>
          <p:spPr>
            <a:xfrm>
              <a:off x="3191623" y="1752882"/>
              <a:ext cx="783853" cy="737387"/>
            </a:xfrm>
            <a:custGeom>
              <a:rect b="b" l="l" r="r" t="t"/>
              <a:pathLst>
                <a:path extrusionOk="0" h="12870" w="13681">
                  <a:moveTo>
                    <a:pt x="1909" y="0"/>
                  </a:moveTo>
                  <a:cubicBezTo>
                    <a:pt x="1893" y="0"/>
                    <a:pt x="1876" y="5"/>
                    <a:pt x="1862" y="5"/>
                  </a:cubicBezTo>
                  <a:cubicBezTo>
                    <a:pt x="1780" y="228"/>
                    <a:pt x="1954" y="343"/>
                    <a:pt x="2063" y="479"/>
                  </a:cubicBezTo>
                  <a:cubicBezTo>
                    <a:pt x="2161" y="604"/>
                    <a:pt x="2336" y="664"/>
                    <a:pt x="2357" y="849"/>
                  </a:cubicBezTo>
                  <a:cubicBezTo>
                    <a:pt x="2477" y="963"/>
                    <a:pt x="2673" y="936"/>
                    <a:pt x="2776" y="1078"/>
                  </a:cubicBezTo>
                  <a:cubicBezTo>
                    <a:pt x="2989" y="1148"/>
                    <a:pt x="2907" y="1334"/>
                    <a:pt x="2913" y="1470"/>
                  </a:cubicBezTo>
                  <a:cubicBezTo>
                    <a:pt x="2923" y="1791"/>
                    <a:pt x="3038" y="2041"/>
                    <a:pt x="3354" y="2167"/>
                  </a:cubicBezTo>
                  <a:cubicBezTo>
                    <a:pt x="4442" y="2613"/>
                    <a:pt x="5357" y="3299"/>
                    <a:pt x="6152" y="4154"/>
                  </a:cubicBezTo>
                  <a:cubicBezTo>
                    <a:pt x="6315" y="4328"/>
                    <a:pt x="6473" y="4513"/>
                    <a:pt x="6718" y="4649"/>
                  </a:cubicBezTo>
                  <a:cubicBezTo>
                    <a:pt x="6573" y="4589"/>
                    <a:pt x="6435" y="4565"/>
                    <a:pt x="6303" y="4565"/>
                  </a:cubicBezTo>
                  <a:cubicBezTo>
                    <a:pt x="6233" y="4565"/>
                    <a:pt x="6164" y="4572"/>
                    <a:pt x="6097" y="4584"/>
                  </a:cubicBezTo>
                  <a:cubicBezTo>
                    <a:pt x="6012" y="4599"/>
                    <a:pt x="5930" y="4606"/>
                    <a:pt x="5851" y="4606"/>
                  </a:cubicBezTo>
                  <a:cubicBezTo>
                    <a:pt x="5423" y="4606"/>
                    <a:pt x="5073" y="4396"/>
                    <a:pt x="4747" y="4121"/>
                  </a:cubicBezTo>
                  <a:cubicBezTo>
                    <a:pt x="4611" y="4007"/>
                    <a:pt x="4470" y="3903"/>
                    <a:pt x="4323" y="3800"/>
                  </a:cubicBezTo>
                  <a:cubicBezTo>
                    <a:pt x="4190" y="3701"/>
                    <a:pt x="4041" y="3660"/>
                    <a:pt x="3883" y="3660"/>
                  </a:cubicBezTo>
                  <a:cubicBezTo>
                    <a:pt x="3839" y="3660"/>
                    <a:pt x="3795" y="3663"/>
                    <a:pt x="3751" y="3669"/>
                  </a:cubicBezTo>
                  <a:cubicBezTo>
                    <a:pt x="3550" y="3696"/>
                    <a:pt x="3511" y="3800"/>
                    <a:pt x="3637" y="3958"/>
                  </a:cubicBezTo>
                  <a:cubicBezTo>
                    <a:pt x="3751" y="4105"/>
                    <a:pt x="3898" y="4230"/>
                    <a:pt x="3974" y="4404"/>
                  </a:cubicBezTo>
                  <a:cubicBezTo>
                    <a:pt x="4018" y="4497"/>
                    <a:pt x="4099" y="4595"/>
                    <a:pt x="4012" y="4698"/>
                  </a:cubicBezTo>
                  <a:cubicBezTo>
                    <a:pt x="3977" y="4739"/>
                    <a:pt x="3933" y="4751"/>
                    <a:pt x="3887" y="4751"/>
                  </a:cubicBezTo>
                  <a:cubicBezTo>
                    <a:pt x="3841" y="4751"/>
                    <a:pt x="3792" y="4739"/>
                    <a:pt x="3746" y="4731"/>
                  </a:cubicBezTo>
                  <a:cubicBezTo>
                    <a:pt x="3395" y="4660"/>
                    <a:pt x="3069" y="4505"/>
                    <a:pt x="2723" y="4425"/>
                  </a:cubicBezTo>
                  <a:lnTo>
                    <a:pt x="2723" y="4425"/>
                  </a:lnTo>
                  <a:cubicBezTo>
                    <a:pt x="2748" y="4417"/>
                    <a:pt x="2773" y="4403"/>
                    <a:pt x="2798" y="4382"/>
                  </a:cubicBezTo>
                  <a:cubicBezTo>
                    <a:pt x="1916" y="3925"/>
                    <a:pt x="904" y="3909"/>
                    <a:pt x="0" y="3528"/>
                  </a:cubicBezTo>
                  <a:lnTo>
                    <a:pt x="0" y="3528"/>
                  </a:lnTo>
                  <a:cubicBezTo>
                    <a:pt x="82" y="3729"/>
                    <a:pt x="299" y="3718"/>
                    <a:pt x="408" y="3870"/>
                  </a:cubicBezTo>
                  <a:cubicBezTo>
                    <a:pt x="327" y="3881"/>
                    <a:pt x="250" y="3887"/>
                    <a:pt x="169" y="3898"/>
                  </a:cubicBezTo>
                  <a:cubicBezTo>
                    <a:pt x="163" y="4034"/>
                    <a:pt x="278" y="4072"/>
                    <a:pt x="370" y="4115"/>
                  </a:cubicBezTo>
                  <a:cubicBezTo>
                    <a:pt x="855" y="4366"/>
                    <a:pt x="1339" y="4600"/>
                    <a:pt x="1846" y="4791"/>
                  </a:cubicBezTo>
                  <a:cubicBezTo>
                    <a:pt x="2766" y="5133"/>
                    <a:pt x="3658" y="5531"/>
                    <a:pt x="4519" y="5999"/>
                  </a:cubicBezTo>
                  <a:cubicBezTo>
                    <a:pt x="5003" y="6266"/>
                    <a:pt x="5493" y="6533"/>
                    <a:pt x="5999" y="6750"/>
                  </a:cubicBezTo>
                  <a:cubicBezTo>
                    <a:pt x="6800" y="7082"/>
                    <a:pt x="7524" y="7540"/>
                    <a:pt x="8231" y="8035"/>
                  </a:cubicBezTo>
                  <a:cubicBezTo>
                    <a:pt x="8678" y="8356"/>
                    <a:pt x="8977" y="8765"/>
                    <a:pt x="9239" y="9244"/>
                  </a:cubicBezTo>
                  <a:cubicBezTo>
                    <a:pt x="9625" y="9951"/>
                    <a:pt x="9930" y="10714"/>
                    <a:pt x="10458" y="11345"/>
                  </a:cubicBezTo>
                  <a:cubicBezTo>
                    <a:pt x="10676" y="11606"/>
                    <a:pt x="10986" y="11786"/>
                    <a:pt x="11144" y="12102"/>
                  </a:cubicBezTo>
                  <a:cubicBezTo>
                    <a:pt x="11705" y="12543"/>
                    <a:pt x="12423" y="12608"/>
                    <a:pt x="13060" y="12869"/>
                  </a:cubicBezTo>
                  <a:cubicBezTo>
                    <a:pt x="13120" y="12820"/>
                    <a:pt x="13191" y="12831"/>
                    <a:pt x="13262" y="12826"/>
                  </a:cubicBezTo>
                  <a:cubicBezTo>
                    <a:pt x="13268" y="12825"/>
                    <a:pt x="13274" y="12825"/>
                    <a:pt x="13280" y="12825"/>
                  </a:cubicBezTo>
                  <a:cubicBezTo>
                    <a:pt x="13346" y="12825"/>
                    <a:pt x="13424" y="12854"/>
                    <a:pt x="13491" y="12854"/>
                  </a:cubicBezTo>
                  <a:cubicBezTo>
                    <a:pt x="13542" y="12854"/>
                    <a:pt x="13586" y="12837"/>
                    <a:pt x="13615" y="12777"/>
                  </a:cubicBezTo>
                  <a:cubicBezTo>
                    <a:pt x="13681" y="12635"/>
                    <a:pt x="13561" y="12510"/>
                    <a:pt x="13490" y="12390"/>
                  </a:cubicBezTo>
                  <a:cubicBezTo>
                    <a:pt x="13425" y="12276"/>
                    <a:pt x="13332" y="12178"/>
                    <a:pt x="13278" y="12064"/>
                  </a:cubicBezTo>
                  <a:cubicBezTo>
                    <a:pt x="13153" y="11802"/>
                    <a:pt x="12957" y="11568"/>
                    <a:pt x="12979" y="11258"/>
                  </a:cubicBezTo>
                  <a:cubicBezTo>
                    <a:pt x="12478" y="10795"/>
                    <a:pt x="12140" y="10218"/>
                    <a:pt x="11868" y="9608"/>
                  </a:cubicBezTo>
                  <a:cubicBezTo>
                    <a:pt x="11683" y="9206"/>
                    <a:pt x="11498" y="8792"/>
                    <a:pt x="11432" y="8340"/>
                  </a:cubicBezTo>
                  <a:cubicBezTo>
                    <a:pt x="11449" y="8269"/>
                    <a:pt x="11394" y="8231"/>
                    <a:pt x="11356" y="8193"/>
                  </a:cubicBezTo>
                  <a:cubicBezTo>
                    <a:pt x="10627" y="7540"/>
                    <a:pt x="10175" y="6712"/>
                    <a:pt x="9805" y="5819"/>
                  </a:cubicBezTo>
                  <a:cubicBezTo>
                    <a:pt x="9337" y="4703"/>
                    <a:pt x="8667" y="3734"/>
                    <a:pt x="7594" y="3092"/>
                  </a:cubicBezTo>
                  <a:cubicBezTo>
                    <a:pt x="7159" y="2836"/>
                    <a:pt x="6729" y="2575"/>
                    <a:pt x="6331" y="2259"/>
                  </a:cubicBezTo>
                  <a:cubicBezTo>
                    <a:pt x="6228" y="2150"/>
                    <a:pt x="6076" y="2161"/>
                    <a:pt x="5956" y="2090"/>
                  </a:cubicBezTo>
                  <a:cubicBezTo>
                    <a:pt x="5477" y="1813"/>
                    <a:pt x="5041" y="1481"/>
                    <a:pt x="4589" y="1159"/>
                  </a:cubicBezTo>
                  <a:cubicBezTo>
                    <a:pt x="3795" y="582"/>
                    <a:pt x="2831" y="359"/>
                    <a:pt x="1933" y="5"/>
                  </a:cubicBezTo>
                  <a:cubicBezTo>
                    <a:pt x="1925" y="2"/>
                    <a:pt x="1918" y="0"/>
                    <a:pt x="1909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26"/>
            <p:cNvSpPr/>
            <p:nvPr/>
          </p:nvSpPr>
          <p:spPr>
            <a:xfrm>
              <a:off x="1518234" y="439475"/>
              <a:ext cx="1009996" cy="1828742"/>
            </a:xfrm>
            <a:custGeom>
              <a:rect b="b" l="l" r="r" t="t"/>
              <a:pathLst>
                <a:path extrusionOk="0" h="31918" w="17628">
                  <a:moveTo>
                    <a:pt x="9070" y="2013"/>
                  </a:moveTo>
                  <a:cubicBezTo>
                    <a:pt x="9076" y="2014"/>
                    <a:pt x="9082" y="2015"/>
                    <a:pt x="9088" y="2015"/>
                  </a:cubicBezTo>
                  <a:lnTo>
                    <a:pt x="9088" y="2015"/>
                  </a:lnTo>
                  <a:cubicBezTo>
                    <a:pt x="9078" y="2018"/>
                    <a:pt x="9077" y="2022"/>
                    <a:pt x="9081" y="2030"/>
                  </a:cubicBezTo>
                  <a:cubicBezTo>
                    <a:pt x="9086" y="2041"/>
                    <a:pt x="9085" y="2046"/>
                    <a:pt x="9081" y="2046"/>
                  </a:cubicBezTo>
                  <a:cubicBezTo>
                    <a:pt x="9070" y="2046"/>
                    <a:pt x="9038" y="2013"/>
                    <a:pt x="9070" y="2013"/>
                  </a:cubicBezTo>
                  <a:close/>
                  <a:moveTo>
                    <a:pt x="10298" y="0"/>
                  </a:moveTo>
                  <a:cubicBezTo>
                    <a:pt x="10043" y="0"/>
                    <a:pt x="9785" y="163"/>
                    <a:pt x="9560" y="320"/>
                  </a:cubicBezTo>
                  <a:cubicBezTo>
                    <a:pt x="9015" y="696"/>
                    <a:pt x="8444" y="1001"/>
                    <a:pt x="7763" y="1066"/>
                  </a:cubicBezTo>
                  <a:cubicBezTo>
                    <a:pt x="7594" y="1083"/>
                    <a:pt x="7404" y="1142"/>
                    <a:pt x="7284" y="1317"/>
                  </a:cubicBezTo>
                  <a:cubicBezTo>
                    <a:pt x="7343" y="1359"/>
                    <a:pt x="7402" y="1371"/>
                    <a:pt x="7462" y="1371"/>
                  </a:cubicBezTo>
                  <a:cubicBezTo>
                    <a:pt x="7541" y="1371"/>
                    <a:pt x="7619" y="1350"/>
                    <a:pt x="7695" y="1350"/>
                  </a:cubicBezTo>
                  <a:cubicBezTo>
                    <a:pt x="7733" y="1350"/>
                    <a:pt x="7770" y="1355"/>
                    <a:pt x="7807" y="1371"/>
                  </a:cubicBezTo>
                  <a:cubicBezTo>
                    <a:pt x="7551" y="1420"/>
                    <a:pt x="7251" y="1426"/>
                    <a:pt x="7039" y="1524"/>
                  </a:cubicBezTo>
                  <a:cubicBezTo>
                    <a:pt x="6429" y="1807"/>
                    <a:pt x="5754" y="1965"/>
                    <a:pt x="5188" y="2346"/>
                  </a:cubicBezTo>
                  <a:cubicBezTo>
                    <a:pt x="3506" y="3467"/>
                    <a:pt x="2270" y="4997"/>
                    <a:pt x="1377" y="6761"/>
                  </a:cubicBezTo>
                  <a:cubicBezTo>
                    <a:pt x="392" y="8699"/>
                    <a:pt x="0" y="10806"/>
                    <a:pt x="27" y="12994"/>
                  </a:cubicBezTo>
                  <a:cubicBezTo>
                    <a:pt x="60" y="15106"/>
                    <a:pt x="452" y="17159"/>
                    <a:pt x="996" y="19173"/>
                  </a:cubicBezTo>
                  <a:cubicBezTo>
                    <a:pt x="1922" y="22608"/>
                    <a:pt x="3413" y="25798"/>
                    <a:pt x="5618" y="28618"/>
                  </a:cubicBezTo>
                  <a:cubicBezTo>
                    <a:pt x="6511" y="29761"/>
                    <a:pt x="7333" y="30954"/>
                    <a:pt x="8427" y="31917"/>
                  </a:cubicBezTo>
                  <a:cubicBezTo>
                    <a:pt x="8531" y="31781"/>
                    <a:pt x="8444" y="31667"/>
                    <a:pt x="8362" y="31569"/>
                  </a:cubicBezTo>
                  <a:cubicBezTo>
                    <a:pt x="8079" y="31220"/>
                    <a:pt x="7823" y="30856"/>
                    <a:pt x="7545" y="30507"/>
                  </a:cubicBezTo>
                  <a:cubicBezTo>
                    <a:pt x="6446" y="29152"/>
                    <a:pt x="5384" y="27769"/>
                    <a:pt x="4431" y="26305"/>
                  </a:cubicBezTo>
                  <a:cubicBezTo>
                    <a:pt x="4072" y="25755"/>
                    <a:pt x="3838" y="25129"/>
                    <a:pt x="3408" y="24617"/>
                  </a:cubicBezTo>
                  <a:cubicBezTo>
                    <a:pt x="3337" y="24497"/>
                    <a:pt x="3256" y="24383"/>
                    <a:pt x="3196" y="24252"/>
                  </a:cubicBezTo>
                  <a:cubicBezTo>
                    <a:pt x="2243" y="22205"/>
                    <a:pt x="1410" y="20120"/>
                    <a:pt x="969" y="17888"/>
                  </a:cubicBezTo>
                  <a:cubicBezTo>
                    <a:pt x="675" y="16396"/>
                    <a:pt x="359" y="14921"/>
                    <a:pt x="305" y="13402"/>
                  </a:cubicBezTo>
                  <a:cubicBezTo>
                    <a:pt x="267" y="12352"/>
                    <a:pt x="327" y="11306"/>
                    <a:pt x="512" y="10277"/>
                  </a:cubicBezTo>
                  <a:cubicBezTo>
                    <a:pt x="735" y="9047"/>
                    <a:pt x="1111" y="7855"/>
                    <a:pt x="1682" y="6744"/>
                  </a:cubicBezTo>
                  <a:cubicBezTo>
                    <a:pt x="2319" y="5498"/>
                    <a:pt x="3234" y="4452"/>
                    <a:pt x="4214" y="3456"/>
                  </a:cubicBezTo>
                  <a:cubicBezTo>
                    <a:pt x="5455" y="2189"/>
                    <a:pt x="7713" y="1498"/>
                    <a:pt x="9415" y="1498"/>
                  </a:cubicBezTo>
                  <a:cubicBezTo>
                    <a:pt x="9556" y="1498"/>
                    <a:pt x="9694" y="1503"/>
                    <a:pt x="9826" y="1513"/>
                  </a:cubicBezTo>
                  <a:cubicBezTo>
                    <a:pt x="9663" y="1545"/>
                    <a:pt x="9505" y="1573"/>
                    <a:pt x="9347" y="1611"/>
                  </a:cubicBezTo>
                  <a:cubicBezTo>
                    <a:pt x="9179" y="1654"/>
                    <a:pt x="9010" y="1720"/>
                    <a:pt x="8841" y="1758"/>
                  </a:cubicBezTo>
                  <a:cubicBezTo>
                    <a:pt x="6435" y="2324"/>
                    <a:pt x="4655" y="3750"/>
                    <a:pt x="3375" y="5813"/>
                  </a:cubicBezTo>
                  <a:cubicBezTo>
                    <a:pt x="2482" y="7245"/>
                    <a:pt x="1922" y="8802"/>
                    <a:pt x="1824" y="10517"/>
                  </a:cubicBezTo>
                  <a:cubicBezTo>
                    <a:pt x="1726" y="12150"/>
                    <a:pt x="1797" y="13756"/>
                    <a:pt x="2390" y="15308"/>
                  </a:cubicBezTo>
                  <a:cubicBezTo>
                    <a:pt x="2766" y="16293"/>
                    <a:pt x="3310" y="17186"/>
                    <a:pt x="3843" y="18084"/>
                  </a:cubicBezTo>
                  <a:cubicBezTo>
                    <a:pt x="4812" y="19717"/>
                    <a:pt x="6081" y="21106"/>
                    <a:pt x="7447" y="22418"/>
                  </a:cubicBezTo>
                  <a:cubicBezTo>
                    <a:pt x="9130" y="24029"/>
                    <a:pt x="10937" y="25472"/>
                    <a:pt x="12984" y="26593"/>
                  </a:cubicBezTo>
                  <a:cubicBezTo>
                    <a:pt x="14160" y="27241"/>
                    <a:pt x="15303" y="27954"/>
                    <a:pt x="16610" y="28313"/>
                  </a:cubicBezTo>
                  <a:cubicBezTo>
                    <a:pt x="16858" y="28379"/>
                    <a:pt x="17101" y="28496"/>
                    <a:pt x="17360" y="28496"/>
                  </a:cubicBezTo>
                  <a:cubicBezTo>
                    <a:pt x="17447" y="28496"/>
                    <a:pt x="17536" y="28482"/>
                    <a:pt x="17628" y="28449"/>
                  </a:cubicBezTo>
                  <a:cubicBezTo>
                    <a:pt x="17334" y="28243"/>
                    <a:pt x="17018" y="28096"/>
                    <a:pt x="16659" y="28057"/>
                  </a:cubicBezTo>
                  <a:cubicBezTo>
                    <a:pt x="16376" y="28030"/>
                    <a:pt x="16125" y="27905"/>
                    <a:pt x="15864" y="27796"/>
                  </a:cubicBezTo>
                  <a:cubicBezTo>
                    <a:pt x="14535" y="27246"/>
                    <a:pt x="13387" y="26381"/>
                    <a:pt x="12124" y="25711"/>
                  </a:cubicBezTo>
                  <a:cubicBezTo>
                    <a:pt x="11677" y="25477"/>
                    <a:pt x="11236" y="25232"/>
                    <a:pt x="10828" y="24927"/>
                  </a:cubicBezTo>
                  <a:cubicBezTo>
                    <a:pt x="8950" y="23528"/>
                    <a:pt x="7241" y="21960"/>
                    <a:pt x="5716" y="20180"/>
                  </a:cubicBezTo>
                  <a:cubicBezTo>
                    <a:pt x="4431" y="18678"/>
                    <a:pt x="3397" y="17017"/>
                    <a:pt x="2646" y="15199"/>
                  </a:cubicBezTo>
                  <a:cubicBezTo>
                    <a:pt x="1998" y="13631"/>
                    <a:pt x="1976" y="11976"/>
                    <a:pt x="2123" y="10310"/>
                  </a:cubicBezTo>
                  <a:cubicBezTo>
                    <a:pt x="2335" y="7888"/>
                    <a:pt x="3413" y="5890"/>
                    <a:pt x="5063" y="4148"/>
                  </a:cubicBezTo>
                  <a:cubicBezTo>
                    <a:pt x="5836" y="3331"/>
                    <a:pt x="6838" y="2885"/>
                    <a:pt x="7812" y="2405"/>
                  </a:cubicBezTo>
                  <a:cubicBezTo>
                    <a:pt x="8057" y="2285"/>
                    <a:pt x="8306" y="2221"/>
                    <a:pt x="8551" y="2221"/>
                  </a:cubicBezTo>
                  <a:cubicBezTo>
                    <a:pt x="8894" y="2221"/>
                    <a:pt x="9230" y="2347"/>
                    <a:pt x="9538" y="2623"/>
                  </a:cubicBezTo>
                  <a:cubicBezTo>
                    <a:pt x="9679" y="2754"/>
                    <a:pt x="9826" y="2874"/>
                    <a:pt x="9990" y="2966"/>
                  </a:cubicBezTo>
                  <a:cubicBezTo>
                    <a:pt x="10194" y="3090"/>
                    <a:pt x="10408" y="3185"/>
                    <a:pt x="10635" y="3185"/>
                  </a:cubicBezTo>
                  <a:cubicBezTo>
                    <a:pt x="10747" y="3185"/>
                    <a:pt x="10862" y="3162"/>
                    <a:pt x="10981" y="3108"/>
                  </a:cubicBezTo>
                  <a:cubicBezTo>
                    <a:pt x="11008" y="2944"/>
                    <a:pt x="10883" y="2906"/>
                    <a:pt x="10774" y="2879"/>
                  </a:cubicBezTo>
                  <a:cubicBezTo>
                    <a:pt x="10398" y="2803"/>
                    <a:pt x="10110" y="2585"/>
                    <a:pt x="9826" y="2356"/>
                  </a:cubicBezTo>
                  <a:cubicBezTo>
                    <a:pt x="9627" y="2193"/>
                    <a:pt x="9419" y="2049"/>
                    <a:pt x="9161" y="2018"/>
                  </a:cubicBezTo>
                  <a:lnTo>
                    <a:pt x="9161" y="2018"/>
                  </a:lnTo>
                  <a:cubicBezTo>
                    <a:pt x="9161" y="2018"/>
                    <a:pt x="9161" y="2018"/>
                    <a:pt x="9161" y="2018"/>
                  </a:cubicBezTo>
                  <a:cubicBezTo>
                    <a:pt x="9439" y="2018"/>
                    <a:pt x="9686" y="1893"/>
                    <a:pt x="9952" y="1839"/>
                  </a:cubicBezTo>
                  <a:cubicBezTo>
                    <a:pt x="10115" y="1807"/>
                    <a:pt x="10300" y="1747"/>
                    <a:pt x="10300" y="1545"/>
                  </a:cubicBezTo>
                  <a:cubicBezTo>
                    <a:pt x="10295" y="1333"/>
                    <a:pt x="10115" y="1246"/>
                    <a:pt x="9941" y="1208"/>
                  </a:cubicBezTo>
                  <a:cubicBezTo>
                    <a:pt x="9691" y="1151"/>
                    <a:pt x="9441" y="1091"/>
                    <a:pt x="9207" y="1091"/>
                  </a:cubicBezTo>
                  <a:cubicBezTo>
                    <a:pt x="9137" y="1091"/>
                    <a:pt x="9070" y="1096"/>
                    <a:pt x="9004" y="1108"/>
                  </a:cubicBezTo>
                  <a:lnTo>
                    <a:pt x="9004" y="1108"/>
                  </a:lnTo>
                  <a:cubicBezTo>
                    <a:pt x="9267" y="996"/>
                    <a:pt x="9526" y="805"/>
                    <a:pt x="9794" y="631"/>
                  </a:cubicBezTo>
                  <a:cubicBezTo>
                    <a:pt x="9987" y="506"/>
                    <a:pt x="10189" y="393"/>
                    <a:pt x="10410" y="393"/>
                  </a:cubicBezTo>
                  <a:cubicBezTo>
                    <a:pt x="10489" y="393"/>
                    <a:pt x="10570" y="407"/>
                    <a:pt x="10654" y="440"/>
                  </a:cubicBezTo>
                  <a:cubicBezTo>
                    <a:pt x="10803" y="500"/>
                    <a:pt x="10954" y="524"/>
                    <a:pt x="11105" y="524"/>
                  </a:cubicBezTo>
                  <a:cubicBezTo>
                    <a:pt x="11187" y="524"/>
                    <a:pt x="11269" y="517"/>
                    <a:pt x="11351" y="506"/>
                  </a:cubicBezTo>
                  <a:cubicBezTo>
                    <a:pt x="11726" y="452"/>
                    <a:pt x="12102" y="439"/>
                    <a:pt x="12478" y="439"/>
                  </a:cubicBezTo>
                  <a:cubicBezTo>
                    <a:pt x="12559" y="439"/>
                    <a:pt x="12641" y="439"/>
                    <a:pt x="12723" y="440"/>
                  </a:cubicBezTo>
                  <a:cubicBezTo>
                    <a:pt x="12740" y="440"/>
                    <a:pt x="12757" y="440"/>
                    <a:pt x="12775" y="440"/>
                  </a:cubicBezTo>
                  <a:cubicBezTo>
                    <a:pt x="12864" y="440"/>
                    <a:pt x="12956" y="437"/>
                    <a:pt x="13033" y="391"/>
                  </a:cubicBezTo>
                  <a:cubicBezTo>
                    <a:pt x="13136" y="331"/>
                    <a:pt x="13131" y="271"/>
                    <a:pt x="13027" y="212"/>
                  </a:cubicBezTo>
                  <a:cubicBezTo>
                    <a:pt x="12989" y="190"/>
                    <a:pt x="12946" y="163"/>
                    <a:pt x="12902" y="157"/>
                  </a:cubicBezTo>
                  <a:cubicBezTo>
                    <a:pt x="12592" y="92"/>
                    <a:pt x="12281" y="79"/>
                    <a:pt x="11969" y="79"/>
                  </a:cubicBezTo>
                  <a:cubicBezTo>
                    <a:pt x="11753" y="79"/>
                    <a:pt x="11538" y="85"/>
                    <a:pt x="11322" y="85"/>
                  </a:cubicBezTo>
                  <a:cubicBezTo>
                    <a:pt x="11016" y="85"/>
                    <a:pt x="10709" y="72"/>
                    <a:pt x="10403" y="10"/>
                  </a:cubicBezTo>
                  <a:cubicBezTo>
                    <a:pt x="10369" y="4"/>
                    <a:pt x="10333" y="0"/>
                    <a:pt x="10298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26"/>
            <p:cNvSpPr/>
            <p:nvPr/>
          </p:nvSpPr>
          <p:spPr>
            <a:xfrm>
              <a:off x="3038762" y="2458687"/>
              <a:ext cx="656314" cy="330707"/>
            </a:xfrm>
            <a:custGeom>
              <a:rect b="b" l="l" r="r" t="t"/>
              <a:pathLst>
                <a:path extrusionOk="0" h="5772" w="11455">
                  <a:moveTo>
                    <a:pt x="5395" y="1"/>
                  </a:moveTo>
                  <a:cubicBezTo>
                    <a:pt x="5283" y="82"/>
                    <a:pt x="5158" y="93"/>
                    <a:pt x="5031" y="93"/>
                  </a:cubicBezTo>
                  <a:cubicBezTo>
                    <a:pt x="4983" y="93"/>
                    <a:pt x="4934" y="92"/>
                    <a:pt x="4886" y="92"/>
                  </a:cubicBezTo>
                  <a:cubicBezTo>
                    <a:pt x="4790" y="92"/>
                    <a:pt x="4695" y="98"/>
                    <a:pt x="4606" y="137"/>
                  </a:cubicBezTo>
                  <a:cubicBezTo>
                    <a:pt x="4579" y="158"/>
                    <a:pt x="4546" y="186"/>
                    <a:pt x="4541" y="218"/>
                  </a:cubicBezTo>
                  <a:cubicBezTo>
                    <a:pt x="4285" y="1122"/>
                    <a:pt x="3626" y="1710"/>
                    <a:pt x="2946" y="2282"/>
                  </a:cubicBezTo>
                  <a:cubicBezTo>
                    <a:pt x="2679" y="2505"/>
                    <a:pt x="2396" y="2723"/>
                    <a:pt x="2124" y="2946"/>
                  </a:cubicBezTo>
                  <a:cubicBezTo>
                    <a:pt x="1601" y="3365"/>
                    <a:pt x="1106" y="3811"/>
                    <a:pt x="583" y="4230"/>
                  </a:cubicBezTo>
                  <a:cubicBezTo>
                    <a:pt x="545" y="4601"/>
                    <a:pt x="327" y="4818"/>
                    <a:pt x="0" y="4955"/>
                  </a:cubicBezTo>
                  <a:cubicBezTo>
                    <a:pt x="343" y="5319"/>
                    <a:pt x="746" y="5586"/>
                    <a:pt x="1204" y="5771"/>
                  </a:cubicBezTo>
                  <a:cubicBezTo>
                    <a:pt x="1302" y="5755"/>
                    <a:pt x="1356" y="5706"/>
                    <a:pt x="1383" y="5613"/>
                  </a:cubicBezTo>
                  <a:cubicBezTo>
                    <a:pt x="1378" y="5510"/>
                    <a:pt x="1438" y="5428"/>
                    <a:pt x="1514" y="5379"/>
                  </a:cubicBezTo>
                  <a:cubicBezTo>
                    <a:pt x="2113" y="4993"/>
                    <a:pt x="2657" y="4503"/>
                    <a:pt x="3365" y="4307"/>
                  </a:cubicBezTo>
                  <a:cubicBezTo>
                    <a:pt x="3528" y="4258"/>
                    <a:pt x="3653" y="4165"/>
                    <a:pt x="3730" y="4029"/>
                  </a:cubicBezTo>
                  <a:cubicBezTo>
                    <a:pt x="3850" y="4077"/>
                    <a:pt x="3864" y="4245"/>
                    <a:pt x="3990" y="4245"/>
                  </a:cubicBezTo>
                  <a:cubicBezTo>
                    <a:pt x="4007" y="4245"/>
                    <a:pt x="4025" y="4242"/>
                    <a:pt x="4045" y="4236"/>
                  </a:cubicBezTo>
                  <a:cubicBezTo>
                    <a:pt x="4065" y="4178"/>
                    <a:pt x="3972" y="4056"/>
                    <a:pt x="4085" y="4056"/>
                  </a:cubicBezTo>
                  <a:cubicBezTo>
                    <a:pt x="4099" y="4056"/>
                    <a:pt x="4117" y="4057"/>
                    <a:pt x="4138" y="4062"/>
                  </a:cubicBezTo>
                  <a:cubicBezTo>
                    <a:pt x="4169" y="4068"/>
                    <a:pt x="4198" y="4071"/>
                    <a:pt x="4226" y="4071"/>
                  </a:cubicBezTo>
                  <a:cubicBezTo>
                    <a:pt x="4322" y="4071"/>
                    <a:pt x="4404" y="4034"/>
                    <a:pt x="4475" y="3958"/>
                  </a:cubicBezTo>
                  <a:cubicBezTo>
                    <a:pt x="4470" y="3811"/>
                    <a:pt x="4595" y="3768"/>
                    <a:pt x="4688" y="3702"/>
                  </a:cubicBezTo>
                  <a:cubicBezTo>
                    <a:pt x="5112" y="3414"/>
                    <a:pt x="5586" y="3251"/>
                    <a:pt x="6087" y="3142"/>
                  </a:cubicBezTo>
                  <a:cubicBezTo>
                    <a:pt x="7072" y="2924"/>
                    <a:pt x="8068" y="2755"/>
                    <a:pt x="9076" y="2657"/>
                  </a:cubicBezTo>
                  <a:cubicBezTo>
                    <a:pt x="9254" y="2640"/>
                    <a:pt x="9436" y="2621"/>
                    <a:pt x="9617" y="2621"/>
                  </a:cubicBezTo>
                  <a:cubicBezTo>
                    <a:pt x="9889" y="2621"/>
                    <a:pt x="10158" y="2663"/>
                    <a:pt x="10409" y="2810"/>
                  </a:cubicBezTo>
                  <a:cubicBezTo>
                    <a:pt x="10602" y="2741"/>
                    <a:pt x="10799" y="2713"/>
                    <a:pt x="10997" y="2713"/>
                  </a:cubicBezTo>
                  <a:cubicBezTo>
                    <a:pt x="11113" y="2713"/>
                    <a:pt x="11229" y="2723"/>
                    <a:pt x="11346" y="2739"/>
                  </a:cubicBezTo>
                  <a:cubicBezTo>
                    <a:pt x="11351" y="2740"/>
                    <a:pt x="11356" y="2740"/>
                    <a:pt x="11361" y="2740"/>
                  </a:cubicBezTo>
                  <a:cubicBezTo>
                    <a:pt x="11417" y="2740"/>
                    <a:pt x="11450" y="2685"/>
                    <a:pt x="11455" y="2630"/>
                  </a:cubicBezTo>
                  <a:cubicBezTo>
                    <a:pt x="11362" y="2439"/>
                    <a:pt x="11177" y="2429"/>
                    <a:pt x="11008" y="2390"/>
                  </a:cubicBezTo>
                  <a:cubicBezTo>
                    <a:pt x="10360" y="2254"/>
                    <a:pt x="9767" y="1982"/>
                    <a:pt x="9185" y="1666"/>
                  </a:cubicBezTo>
                  <a:cubicBezTo>
                    <a:pt x="8264" y="1171"/>
                    <a:pt x="7317" y="730"/>
                    <a:pt x="6359" y="327"/>
                  </a:cubicBezTo>
                  <a:cubicBezTo>
                    <a:pt x="6043" y="197"/>
                    <a:pt x="5695" y="169"/>
                    <a:pt x="5395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26"/>
            <p:cNvSpPr/>
            <p:nvPr/>
          </p:nvSpPr>
          <p:spPr>
            <a:xfrm>
              <a:off x="2761459" y="2615558"/>
              <a:ext cx="1020653" cy="897354"/>
            </a:xfrm>
            <a:custGeom>
              <a:rect b="b" l="l" r="r" t="t"/>
              <a:pathLst>
                <a:path extrusionOk="0" h="15662" w="17814">
                  <a:moveTo>
                    <a:pt x="1" y="1"/>
                  </a:moveTo>
                  <a:lnTo>
                    <a:pt x="1" y="1"/>
                  </a:lnTo>
                  <a:cubicBezTo>
                    <a:pt x="121" y="197"/>
                    <a:pt x="191" y="317"/>
                    <a:pt x="262" y="431"/>
                  </a:cubicBezTo>
                  <a:cubicBezTo>
                    <a:pt x="420" y="926"/>
                    <a:pt x="670" y="1373"/>
                    <a:pt x="1002" y="1776"/>
                  </a:cubicBezTo>
                  <a:cubicBezTo>
                    <a:pt x="1498" y="2374"/>
                    <a:pt x="1972" y="2990"/>
                    <a:pt x="2412" y="3627"/>
                  </a:cubicBezTo>
                  <a:cubicBezTo>
                    <a:pt x="3039" y="4536"/>
                    <a:pt x="3893" y="5162"/>
                    <a:pt x="4819" y="5712"/>
                  </a:cubicBezTo>
                  <a:cubicBezTo>
                    <a:pt x="4860" y="5736"/>
                    <a:pt x="4903" y="5748"/>
                    <a:pt x="4948" y="5748"/>
                  </a:cubicBezTo>
                  <a:cubicBezTo>
                    <a:pt x="4963" y="5748"/>
                    <a:pt x="4978" y="5747"/>
                    <a:pt x="4993" y="5744"/>
                  </a:cubicBezTo>
                  <a:cubicBezTo>
                    <a:pt x="5178" y="5815"/>
                    <a:pt x="5358" y="5902"/>
                    <a:pt x="5548" y="5951"/>
                  </a:cubicBezTo>
                  <a:cubicBezTo>
                    <a:pt x="5842" y="6022"/>
                    <a:pt x="5815" y="6163"/>
                    <a:pt x="5728" y="6403"/>
                  </a:cubicBezTo>
                  <a:cubicBezTo>
                    <a:pt x="5677" y="6534"/>
                    <a:pt x="5618" y="6575"/>
                    <a:pt x="5554" y="6575"/>
                  </a:cubicBezTo>
                  <a:cubicBezTo>
                    <a:pt x="5454" y="6575"/>
                    <a:pt x="5340" y="6473"/>
                    <a:pt x="5227" y="6463"/>
                  </a:cubicBezTo>
                  <a:lnTo>
                    <a:pt x="5227" y="6463"/>
                  </a:lnTo>
                  <a:cubicBezTo>
                    <a:pt x="5410" y="6689"/>
                    <a:pt x="5518" y="6800"/>
                    <a:pt x="5627" y="6800"/>
                  </a:cubicBezTo>
                  <a:cubicBezTo>
                    <a:pt x="5722" y="6800"/>
                    <a:pt x="5817" y="6715"/>
                    <a:pt x="5962" y="6550"/>
                  </a:cubicBezTo>
                  <a:cubicBezTo>
                    <a:pt x="6009" y="6496"/>
                    <a:pt x="6044" y="6476"/>
                    <a:pt x="6077" y="6476"/>
                  </a:cubicBezTo>
                  <a:cubicBezTo>
                    <a:pt x="6114" y="6476"/>
                    <a:pt x="6148" y="6500"/>
                    <a:pt x="6191" y="6528"/>
                  </a:cubicBezTo>
                  <a:cubicBezTo>
                    <a:pt x="6419" y="6915"/>
                    <a:pt x="6762" y="7181"/>
                    <a:pt x="7083" y="7470"/>
                  </a:cubicBezTo>
                  <a:cubicBezTo>
                    <a:pt x="7171" y="7552"/>
                    <a:pt x="7279" y="7606"/>
                    <a:pt x="7318" y="7726"/>
                  </a:cubicBezTo>
                  <a:cubicBezTo>
                    <a:pt x="7416" y="8031"/>
                    <a:pt x="7633" y="8243"/>
                    <a:pt x="7867" y="8444"/>
                  </a:cubicBezTo>
                  <a:cubicBezTo>
                    <a:pt x="8025" y="8581"/>
                    <a:pt x="8210" y="8689"/>
                    <a:pt x="8374" y="8896"/>
                  </a:cubicBezTo>
                  <a:cubicBezTo>
                    <a:pt x="8214" y="8911"/>
                    <a:pt x="8074" y="8913"/>
                    <a:pt x="7940" y="8913"/>
                  </a:cubicBezTo>
                  <a:cubicBezTo>
                    <a:pt x="7873" y="8913"/>
                    <a:pt x="7807" y="8913"/>
                    <a:pt x="7742" y="8913"/>
                  </a:cubicBezTo>
                  <a:cubicBezTo>
                    <a:pt x="7318" y="8907"/>
                    <a:pt x="6915" y="8858"/>
                    <a:pt x="6681" y="8428"/>
                  </a:cubicBezTo>
                  <a:cubicBezTo>
                    <a:pt x="6632" y="8336"/>
                    <a:pt x="6534" y="8276"/>
                    <a:pt x="6446" y="8216"/>
                  </a:cubicBezTo>
                  <a:cubicBezTo>
                    <a:pt x="6331" y="8140"/>
                    <a:pt x="6232" y="8103"/>
                    <a:pt x="6151" y="8103"/>
                  </a:cubicBezTo>
                  <a:cubicBezTo>
                    <a:pt x="5999" y="8103"/>
                    <a:pt x="5909" y="8236"/>
                    <a:pt x="5891" y="8499"/>
                  </a:cubicBezTo>
                  <a:cubicBezTo>
                    <a:pt x="5837" y="9315"/>
                    <a:pt x="6267" y="10029"/>
                    <a:pt x="7024" y="10361"/>
                  </a:cubicBezTo>
                  <a:cubicBezTo>
                    <a:pt x="7421" y="10535"/>
                    <a:pt x="7829" y="10682"/>
                    <a:pt x="8178" y="10965"/>
                  </a:cubicBezTo>
                  <a:cubicBezTo>
                    <a:pt x="8276" y="11047"/>
                    <a:pt x="8395" y="11107"/>
                    <a:pt x="8526" y="11117"/>
                  </a:cubicBezTo>
                  <a:cubicBezTo>
                    <a:pt x="8569" y="11121"/>
                    <a:pt x="8615" y="11129"/>
                    <a:pt x="8659" y="11129"/>
                  </a:cubicBezTo>
                  <a:cubicBezTo>
                    <a:pt x="8737" y="11129"/>
                    <a:pt x="8807" y="11104"/>
                    <a:pt x="8831" y="10981"/>
                  </a:cubicBezTo>
                  <a:cubicBezTo>
                    <a:pt x="8439" y="10589"/>
                    <a:pt x="7965" y="10344"/>
                    <a:pt x="7432" y="10203"/>
                  </a:cubicBezTo>
                  <a:cubicBezTo>
                    <a:pt x="6637" y="9996"/>
                    <a:pt x="6131" y="9337"/>
                    <a:pt x="6272" y="8581"/>
                  </a:cubicBezTo>
                  <a:lnTo>
                    <a:pt x="6272" y="8581"/>
                  </a:lnTo>
                  <a:cubicBezTo>
                    <a:pt x="6491" y="9201"/>
                    <a:pt x="6966" y="9356"/>
                    <a:pt x="7498" y="9356"/>
                  </a:cubicBezTo>
                  <a:cubicBezTo>
                    <a:pt x="7536" y="9356"/>
                    <a:pt x="7573" y="9355"/>
                    <a:pt x="7611" y="9354"/>
                  </a:cubicBezTo>
                  <a:cubicBezTo>
                    <a:pt x="7665" y="9351"/>
                    <a:pt x="7719" y="9351"/>
                    <a:pt x="7774" y="9351"/>
                  </a:cubicBezTo>
                  <a:cubicBezTo>
                    <a:pt x="7866" y="9351"/>
                    <a:pt x="7959" y="9353"/>
                    <a:pt x="8052" y="9353"/>
                  </a:cubicBezTo>
                  <a:cubicBezTo>
                    <a:pt x="8446" y="9353"/>
                    <a:pt x="8837" y="9317"/>
                    <a:pt x="9141" y="8945"/>
                  </a:cubicBezTo>
                  <a:cubicBezTo>
                    <a:pt x="8777" y="8673"/>
                    <a:pt x="8472" y="8346"/>
                    <a:pt x="8101" y="8096"/>
                  </a:cubicBezTo>
                  <a:cubicBezTo>
                    <a:pt x="7769" y="7873"/>
                    <a:pt x="7573" y="7541"/>
                    <a:pt x="7470" y="7149"/>
                  </a:cubicBezTo>
                  <a:cubicBezTo>
                    <a:pt x="7421" y="6942"/>
                    <a:pt x="7481" y="6713"/>
                    <a:pt x="7416" y="6539"/>
                  </a:cubicBezTo>
                  <a:cubicBezTo>
                    <a:pt x="7209" y="5967"/>
                    <a:pt x="7094" y="5369"/>
                    <a:pt x="6887" y="4797"/>
                  </a:cubicBezTo>
                  <a:cubicBezTo>
                    <a:pt x="6768" y="4459"/>
                    <a:pt x="6615" y="4155"/>
                    <a:pt x="6370" y="3882"/>
                  </a:cubicBezTo>
                  <a:cubicBezTo>
                    <a:pt x="6174" y="3670"/>
                    <a:pt x="5967" y="3452"/>
                    <a:pt x="5886" y="3153"/>
                  </a:cubicBezTo>
                  <a:lnTo>
                    <a:pt x="5886" y="3153"/>
                  </a:lnTo>
                  <a:cubicBezTo>
                    <a:pt x="6218" y="3485"/>
                    <a:pt x="6534" y="3839"/>
                    <a:pt x="6926" y="4100"/>
                  </a:cubicBezTo>
                  <a:cubicBezTo>
                    <a:pt x="7279" y="4345"/>
                    <a:pt x="7503" y="4683"/>
                    <a:pt x="7628" y="5086"/>
                  </a:cubicBezTo>
                  <a:cubicBezTo>
                    <a:pt x="7731" y="5401"/>
                    <a:pt x="7791" y="5739"/>
                    <a:pt x="7960" y="6011"/>
                  </a:cubicBezTo>
                  <a:cubicBezTo>
                    <a:pt x="8238" y="6468"/>
                    <a:pt x="8553" y="6942"/>
                    <a:pt x="9125" y="7051"/>
                  </a:cubicBezTo>
                  <a:cubicBezTo>
                    <a:pt x="9517" y="7132"/>
                    <a:pt x="9860" y="7290"/>
                    <a:pt x="10203" y="7481"/>
                  </a:cubicBezTo>
                  <a:cubicBezTo>
                    <a:pt x="10276" y="7522"/>
                    <a:pt x="10337" y="7556"/>
                    <a:pt x="10382" y="7556"/>
                  </a:cubicBezTo>
                  <a:cubicBezTo>
                    <a:pt x="10438" y="7556"/>
                    <a:pt x="10470" y="7504"/>
                    <a:pt x="10470" y="7350"/>
                  </a:cubicBezTo>
                  <a:cubicBezTo>
                    <a:pt x="10474" y="7175"/>
                    <a:pt x="10557" y="7087"/>
                    <a:pt x="10691" y="7087"/>
                  </a:cubicBezTo>
                  <a:cubicBezTo>
                    <a:pt x="10740" y="7087"/>
                    <a:pt x="10795" y="7098"/>
                    <a:pt x="10856" y="7122"/>
                  </a:cubicBezTo>
                  <a:cubicBezTo>
                    <a:pt x="10911" y="7138"/>
                    <a:pt x="10965" y="7154"/>
                    <a:pt x="11025" y="7160"/>
                  </a:cubicBezTo>
                  <a:cubicBezTo>
                    <a:pt x="11061" y="7165"/>
                    <a:pt x="11101" y="7172"/>
                    <a:pt x="11139" y="7172"/>
                  </a:cubicBezTo>
                  <a:cubicBezTo>
                    <a:pt x="11185" y="7172"/>
                    <a:pt x="11229" y="7161"/>
                    <a:pt x="11259" y="7122"/>
                  </a:cubicBezTo>
                  <a:cubicBezTo>
                    <a:pt x="11324" y="7040"/>
                    <a:pt x="11243" y="6969"/>
                    <a:pt x="11210" y="6898"/>
                  </a:cubicBezTo>
                  <a:cubicBezTo>
                    <a:pt x="11128" y="6746"/>
                    <a:pt x="11003" y="6604"/>
                    <a:pt x="10987" y="6354"/>
                  </a:cubicBezTo>
                  <a:lnTo>
                    <a:pt x="10987" y="6354"/>
                  </a:lnTo>
                  <a:cubicBezTo>
                    <a:pt x="11575" y="6849"/>
                    <a:pt x="12135" y="7274"/>
                    <a:pt x="12576" y="7835"/>
                  </a:cubicBezTo>
                  <a:cubicBezTo>
                    <a:pt x="12664" y="7944"/>
                    <a:pt x="12762" y="8074"/>
                    <a:pt x="12887" y="8112"/>
                  </a:cubicBezTo>
                  <a:cubicBezTo>
                    <a:pt x="13175" y="8210"/>
                    <a:pt x="13311" y="8434"/>
                    <a:pt x="13426" y="8679"/>
                  </a:cubicBezTo>
                  <a:cubicBezTo>
                    <a:pt x="14052" y="10018"/>
                    <a:pt x="14890" y="11161"/>
                    <a:pt x="16191" y="11923"/>
                  </a:cubicBezTo>
                  <a:cubicBezTo>
                    <a:pt x="16545" y="12130"/>
                    <a:pt x="16861" y="12402"/>
                    <a:pt x="17149" y="12702"/>
                  </a:cubicBezTo>
                  <a:cubicBezTo>
                    <a:pt x="17285" y="12843"/>
                    <a:pt x="17394" y="12996"/>
                    <a:pt x="17438" y="13181"/>
                  </a:cubicBezTo>
                  <a:cubicBezTo>
                    <a:pt x="17547" y="13692"/>
                    <a:pt x="17558" y="14210"/>
                    <a:pt x="17509" y="14727"/>
                  </a:cubicBezTo>
                  <a:cubicBezTo>
                    <a:pt x="17487" y="14912"/>
                    <a:pt x="17514" y="15130"/>
                    <a:pt x="17356" y="15298"/>
                  </a:cubicBezTo>
                  <a:cubicBezTo>
                    <a:pt x="17171" y="15179"/>
                    <a:pt x="17079" y="14983"/>
                    <a:pt x="16932" y="14836"/>
                  </a:cubicBezTo>
                  <a:cubicBezTo>
                    <a:pt x="16863" y="14759"/>
                    <a:pt x="16791" y="14644"/>
                    <a:pt x="16686" y="14644"/>
                  </a:cubicBezTo>
                  <a:cubicBezTo>
                    <a:pt x="16642" y="14644"/>
                    <a:pt x="16592" y="14664"/>
                    <a:pt x="16534" y="14716"/>
                  </a:cubicBezTo>
                  <a:cubicBezTo>
                    <a:pt x="16774" y="14988"/>
                    <a:pt x="17013" y="15266"/>
                    <a:pt x="17242" y="15543"/>
                  </a:cubicBezTo>
                  <a:cubicBezTo>
                    <a:pt x="17289" y="15600"/>
                    <a:pt x="17329" y="15662"/>
                    <a:pt x="17403" y="15662"/>
                  </a:cubicBezTo>
                  <a:cubicBezTo>
                    <a:pt x="17414" y="15662"/>
                    <a:pt x="17426" y="15660"/>
                    <a:pt x="17438" y="15658"/>
                  </a:cubicBezTo>
                  <a:cubicBezTo>
                    <a:pt x="17552" y="15630"/>
                    <a:pt x="17569" y="15549"/>
                    <a:pt x="17596" y="15451"/>
                  </a:cubicBezTo>
                  <a:cubicBezTo>
                    <a:pt x="17759" y="14732"/>
                    <a:pt x="17814" y="14025"/>
                    <a:pt x="17705" y="13290"/>
                  </a:cubicBezTo>
                  <a:cubicBezTo>
                    <a:pt x="17650" y="12919"/>
                    <a:pt x="17514" y="12658"/>
                    <a:pt x="17258" y="12457"/>
                  </a:cubicBezTo>
                  <a:cubicBezTo>
                    <a:pt x="16839" y="12119"/>
                    <a:pt x="16453" y="11744"/>
                    <a:pt x="16006" y="11428"/>
                  </a:cubicBezTo>
                  <a:cubicBezTo>
                    <a:pt x="15625" y="11161"/>
                    <a:pt x="15195" y="10927"/>
                    <a:pt x="14917" y="10540"/>
                  </a:cubicBezTo>
                  <a:cubicBezTo>
                    <a:pt x="14493" y="9936"/>
                    <a:pt x="14052" y="9337"/>
                    <a:pt x="13703" y="8684"/>
                  </a:cubicBezTo>
                  <a:cubicBezTo>
                    <a:pt x="13545" y="8395"/>
                    <a:pt x="13382" y="8107"/>
                    <a:pt x="13028" y="8014"/>
                  </a:cubicBezTo>
                  <a:cubicBezTo>
                    <a:pt x="12941" y="7993"/>
                    <a:pt x="12941" y="7911"/>
                    <a:pt x="12919" y="7846"/>
                  </a:cubicBezTo>
                  <a:cubicBezTo>
                    <a:pt x="12631" y="6958"/>
                    <a:pt x="12353" y="6065"/>
                    <a:pt x="12288" y="5124"/>
                  </a:cubicBezTo>
                  <a:cubicBezTo>
                    <a:pt x="12228" y="4307"/>
                    <a:pt x="11890" y="3654"/>
                    <a:pt x="11172" y="3229"/>
                  </a:cubicBezTo>
                  <a:cubicBezTo>
                    <a:pt x="10960" y="3104"/>
                    <a:pt x="10742" y="2984"/>
                    <a:pt x="10529" y="2864"/>
                  </a:cubicBezTo>
                  <a:cubicBezTo>
                    <a:pt x="9893" y="2516"/>
                    <a:pt x="9386" y="2010"/>
                    <a:pt x="8885" y="1498"/>
                  </a:cubicBezTo>
                  <a:cubicBezTo>
                    <a:pt x="8717" y="1454"/>
                    <a:pt x="8766" y="1253"/>
                    <a:pt x="8657" y="1166"/>
                  </a:cubicBezTo>
                  <a:cubicBezTo>
                    <a:pt x="8612" y="1130"/>
                    <a:pt x="8560" y="1093"/>
                    <a:pt x="8521" y="1093"/>
                  </a:cubicBezTo>
                  <a:cubicBezTo>
                    <a:pt x="8489" y="1093"/>
                    <a:pt x="8466" y="1119"/>
                    <a:pt x="8466" y="1193"/>
                  </a:cubicBezTo>
                  <a:cubicBezTo>
                    <a:pt x="8466" y="1454"/>
                    <a:pt x="8287" y="1449"/>
                    <a:pt x="8123" y="1503"/>
                  </a:cubicBezTo>
                  <a:cubicBezTo>
                    <a:pt x="7377" y="1743"/>
                    <a:pt x="6773" y="2233"/>
                    <a:pt x="6163" y="2701"/>
                  </a:cubicBezTo>
                  <a:cubicBezTo>
                    <a:pt x="6114" y="2745"/>
                    <a:pt x="6044" y="2810"/>
                    <a:pt x="6180" y="2843"/>
                  </a:cubicBezTo>
                  <a:cubicBezTo>
                    <a:pt x="6194" y="2844"/>
                    <a:pt x="6208" y="2845"/>
                    <a:pt x="6222" y="2845"/>
                  </a:cubicBezTo>
                  <a:cubicBezTo>
                    <a:pt x="6340" y="2845"/>
                    <a:pt x="6442" y="2787"/>
                    <a:pt x="6539" y="2728"/>
                  </a:cubicBezTo>
                  <a:cubicBezTo>
                    <a:pt x="7051" y="2413"/>
                    <a:pt x="7568" y="2119"/>
                    <a:pt x="8085" y="1825"/>
                  </a:cubicBezTo>
                  <a:cubicBezTo>
                    <a:pt x="8228" y="1745"/>
                    <a:pt x="8310" y="1697"/>
                    <a:pt x="8369" y="1697"/>
                  </a:cubicBezTo>
                  <a:cubicBezTo>
                    <a:pt x="8442" y="1697"/>
                    <a:pt x="8478" y="1771"/>
                    <a:pt x="8548" y="1950"/>
                  </a:cubicBezTo>
                  <a:cubicBezTo>
                    <a:pt x="8793" y="2581"/>
                    <a:pt x="9256" y="3044"/>
                    <a:pt x="9697" y="3529"/>
                  </a:cubicBezTo>
                  <a:cubicBezTo>
                    <a:pt x="9788" y="3630"/>
                    <a:pt x="9880" y="3742"/>
                    <a:pt x="10028" y="3742"/>
                  </a:cubicBezTo>
                  <a:cubicBezTo>
                    <a:pt x="10055" y="3742"/>
                    <a:pt x="10084" y="3738"/>
                    <a:pt x="10116" y="3730"/>
                  </a:cubicBezTo>
                  <a:cubicBezTo>
                    <a:pt x="10306" y="3545"/>
                    <a:pt x="10110" y="3436"/>
                    <a:pt x="10018" y="3327"/>
                  </a:cubicBezTo>
                  <a:cubicBezTo>
                    <a:pt x="9680" y="2946"/>
                    <a:pt x="9321" y="2587"/>
                    <a:pt x="9054" y="2146"/>
                  </a:cubicBezTo>
                  <a:lnTo>
                    <a:pt x="9054" y="2146"/>
                  </a:lnTo>
                  <a:cubicBezTo>
                    <a:pt x="9642" y="2712"/>
                    <a:pt x="10301" y="3175"/>
                    <a:pt x="11009" y="3583"/>
                  </a:cubicBezTo>
                  <a:cubicBezTo>
                    <a:pt x="11520" y="3882"/>
                    <a:pt x="11760" y="4372"/>
                    <a:pt x="11841" y="4949"/>
                  </a:cubicBezTo>
                  <a:cubicBezTo>
                    <a:pt x="11929" y="5548"/>
                    <a:pt x="11923" y="6158"/>
                    <a:pt x="12135" y="6740"/>
                  </a:cubicBezTo>
                  <a:cubicBezTo>
                    <a:pt x="11961" y="6604"/>
                    <a:pt x="11858" y="6381"/>
                    <a:pt x="11656" y="6316"/>
                  </a:cubicBezTo>
                  <a:cubicBezTo>
                    <a:pt x="11003" y="6104"/>
                    <a:pt x="10851" y="5641"/>
                    <a:pt x="10954" y="5026"/>
                  </a:cubicBezTo>
                  <a:cubicBezTo>
                    <a:pt x="10960" y="4982"/>
                    <a:pt x="10954" y="4933"/>
                    <a:pt x="10949" y="4884"/>
                  </a:cubicBezTo>
                  <a:cubicBezTo>
                    <a:pt x="10905" y="4557"/>
                    <a:pt x="10753" y="4280"/>
                    <a:pt x="10557" y="4029"/>
                  </a:cubicBezTo>
                  <a:cubicBezTo>
                    <a:pt x="10504" y="3964"/>
                    <a:pt x="10434" y="3889"/>
                    <a:pt x="10369" y="3889"/>
                  </a:cubicBezTo>
                  <a:cubicBezTo>
                    <a:pt x="10320" y="3889"/>
                    <a:pt x="10274" y="3932"/>
                    <a:pt x="10241" y="4057"/>
                  </a:cubicBezTo>
                  <a:cubicBezTo>
                    <a:pt x="10246" y="4127"/>
                    <a:pt x="10263" y="4198"/>
                    <a:pt x="10290" y="4263"/>
                  </a:cubicBezTo>
                  <a:cubicBezTo>
                    <a:pt x="10470" y="4672"/>
                    <a:pt x="10540" y="5091"/>
                    <a:pt x="10437" y="5537"/>
                  </a:cubicBezTo>
                  <a:cubicBezTo>
                    <a:pt x="10399" y="5695"/>
                    <a:pt x="10410" y="5864"/>
                    <a:pt x="10399" y="6033"/>
                  </a:cubicBezTo>
                  <a:cubicBezTo>
                    <a:pt x="10382" y="6185"/>
                    <a:pt x="10399" y="6343"/>
                    <a:pt x="10578" y="6414"/>
                  </a:cubicBezTo>
                  <a:cubicBezTo>
                    <a:pt x="10660" y="6447"/>
                    <a:pt x="10736" y="6479"/>
                    <a:pt x="10709" y="6583"/>
                  </a:cubicBezTo>
                  <a:cubicBezTo>
                    <a:pt x="10686" y="6680"/>
                    <a:pt x="10611" y="6710"/>
                    <a:pt x="10529" y="6710"/>
                  </a:cubicBezTo>
                  <a:cubicBezTo>
                    <a:pt x="10515" y="6710"/>
                    <a:pt x="10500" y="6709"/>
                    <a:pt x="10486" y="6708"/>
                  </a:cubicBezTo>
                  <a:cubicBezTo>
                    <a:pt x="10437" y="6703"/>
                    <a:pt x="10388" y="6700"/>
                    <a:pt x="10340" y="6700"/>
                  </a:cubicBezTo>
                  <a:cubicBezTo>
                    <a:pt x="10165" y="6700"/>
                    <a:pt x="9997" y="6736"/>
                    <a:pt x="9844" y="6838"/>
                  </a:cubicBezTo>
                  <a:cubicBezTo>
                    <a:pt x="9815" y="6859"/>
                    <a:pt x="9781" y="6866"/>
                    <a:pt x="9747" y="6866"/>
                  </a:cubicBezTo>
                  <a:cubicBezTo>
                    <a:pt x="9709" y="6866"/>
                    <a:pt x="9671" y="6858"/>
                    <a:pt x="9637" y="6849"/>
                  </a:cubicBezTo>
                  <a:cubicBezTo>
                    <a:pt x="9223" y="6740"/>
                    <a:pt x="8836" y="6610"/>
                    <a:pt x="8532" y="6267"/>
                  </a:cubicBezTo>
                  <a:cubicBezTo>
                    <a:pt x="8248" y="5951"/>
                    <a:pt x="8134" y="5570"/>
                    <a:pt x="8036" y="5189"/>
                  </a:cubicBezTo>
                  <a:cubicBezTo>
                    <a:pt x="7748" y="4106"/>
                    <a:pt x="6866" y="3583"/>
                    <a:pt x="6055" y="2990"/>
                  </a:cubicBezTo>
                  <a:cubicBezTo>
                    <a:pt x="5652" y="2728"/>
                    <a:pt x="5249" y="2472"/>
                    <a:pt x="4840" y="2217"/>
                  </a:cubicBezTo>
                  <a:cubicBezTo>
                    <a:pt x="4579" y="2048"/>
                    <a:pt x="4296" y="1955"/>
                    <a:pt x="3964" y="1950"/>
                  </a:cubicBezTo>
                  <a:lnTo>
                    <a:pt x="3964" y="1950"/>
                  </a:lnTo>
                  <a:cubicBezTo>
                    <a:pt x="4062" y="2146"/>
                    <a:pt x="4209" y="2238"/>
                    <a:pt x="4361" y="2325"/>
                  </a:cubicBezTo>
                  <a:cubicBezTo>
                    <a:pt x="4508" y="2413"/>
                    <a:pt x="4525" y="2472"/>
                    <a:pt x="4416" y="2641"/>
                  </a:cubicBezTo>
                  <a:cubicBezTo>
                    <a:pt x="4122" y="3093"/>
                    <a:pt x="3899" y="3594"/>
                    <a:pt x="3436" y="3937"/>
                  </a:cubicBezTo>
                  <a:cubicBezTo>
                    <a:pt x="3487" y="3963"/>
                    <a:pt x="3531" y="3973"/>
                    <a:pt x="3570" y="3973"/>
                  </a:cubicBezTo>
                  <a:cubicBezTo>
                    <a:pt x="3652" y="3973"/>
                    <a:pt x="3714" y="3932"/>
                    <a:pt x="3784" y="3921"/>
                  </a:cubicBezTo>
                  <a:cubicBezTo>
                    <a:pt x="3803" y="3928"/>
                    <a:pt x="3821" y="3932"/>
                    <a:pt x="3837" y="3932"/>
                  </a:cubicBezTo>
                  <a:cubicBezTo>
                    <a:pt x="3889" y="3932"/>
                    <a:pt x="3934" y="3899"/>
                    <a:pt x="3975" y="3866"/>
                  </a:cubicBezTo>
                  <a:cubicBezTo>
                    <a:pt x="4263" y="3627"/>
                    <a:pt x="4432" y="3311"/>
                    <a:pt x="4590" y="2979"/>
                  </a:cubicBezTo>
                  <a:cubicBezTo>
                    <a:pt x="4630" y="2905"/>
                    <a:pt x="4629" y="2750"/>
                    <a:pt x="4725" y="2750"/>
                  </a:cubicBezTo>
                  <a:cubicBezTo>
                    <a:pt x="4735" y="2750"/>
                    <a:pt x="4747" y="2752"/>
                    <a:pt x="4759" y="2755"/>
                  </a:cubicBezTo>
                  <a:cubicBezTo>
                    <a:pt x="4922" y="2804"/>
                    <a:pt x="5069" y="2935"/>
                    <a:pt x="5167" y="3077"/>
                  </a:cubicBezTo>
                  <a:cubicBezTo>
                    <a:pt x="5238" y="3180"/>
                    <a:pt x="5091" y="3229"/>
                    <a:pt x="5031" y="3289"/>
                  </a:cubicBezTo>
                  <a:cubicBezTo>
                    <a:pt x="4721" y="3605"/>
                    <a:pt x="4400" y="3910"/>
                    <a:pt x="4095" y="4236"/>
                  </a:cubicBezTo>
                  <a:cubicBezTo>
                    <a:pt x="4040" y="4296"/>
                    <a:pt x="3969" y="4367"/>
                    <a:pt x="4002" y="4449"/>
                  </a:cubicBezTo>
                  <a:cubicBezTo>
                    <a:pt x="4029" y="4512"/>
                    <a:pt x="4075" y="4530"/>
                    <a:pt x="4126" y="4530"/>
                  </a:cubicBezTo>
                  <a:cubicBezTo>
                    <a:pt x="4167" y="4530"/>
                    <a:pt x="4211" y="4518"/>
                    <a:pt x="4253" y="4508"/>
                  </a:cubicBezTo>
                  <a:cubicBezTo>
                    <a:pt x="4296" y="4503"/>
                    <a:pt x="4340" y="4487"/>
                    <a:pt x="4383" y="4465"/>
                  </a:cubicBezTo>
                  <a:cubicBezTo>
                    <a:pt x="4759" y="4296"/>
                    <a:pt x="5004" y="3970"/>
                    <a:pt x="5320" y="3719"/>
                  </a:cubicBezTo>
                  <a:cubicBezTo>
                    <a:pt x="5417" y="3641"/>
                    <a:pt x="5495" y="3592"/>
                    <a:pt x="5569" y="3592"/>
                  </a:cubicBezTo>
                  <a:cubicBezTo>
                    <a:pt x="5644" y="3592"/>
                    <a:pt x="5714" y="3642"/>
                    <a:pt x="5793" y="3763"/>
                  </a:cubicBezTo>
                  <a:cubicBezTo>
                    <a:pt x="5935" y="3980"/>
                    <a:pt x="6120" y="4165"/>
                    <a:pt x="6278" y="4367"/>
                  </a:cubicBezTo>
                  <a:cubicBezTo>
                    <a:pt x="6632" y="4841"/>
                    <a:pt x="6795" y="5401"/>
                    <a:pt x="7007" y="6000"/>
                  </a:cubicBezTo>
                  <a:cubicBezTo>
                    <a:pt x="5924" y="5679"/>
                    <a:pt x="4971" y="5265"/>
                    <a:pt x="4122" y="4623"/>
                  </a:cubicBezTo>
                  <a:cubicBezTo>
                    <a:pt x="3964" y="4577"/>
                    <a:pt x="3868" y="4397"/>
                    <a:pt x="3686" y="4397"/>
                  </a:cubicBezTo>
                  <a:cubicBezTo>
                    <a:pt x="3674" y="4397"/>
                    <a:pt x="3661" y="4398"/>
                    <a:pt x="3648" y="4400"/>
                  </a:cubicBezTo>
                  <a:cubicBezTo>
                    <a:pt x="3000" y="4002"/>
                    <a:pt x="2559" y="3387"/>
                    <a:pt x="2124" y="2804"/>
                  </a:cubicBezTo>
                  <a:cubicBezTo>
                    <a:pt x="1634" y="2146"/>
                    <a:pt x="1068" y="1541"/>
                    <a:pt x="676" y="812"/>
                  </a:cubicBezTo>
                  <a:cubicBezTo>
                    <a:pt x="529" y="529"/>
                    <a:pt x="355" y="251"/>
                    <a:pt x="1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26"/>
            <p:cNvSpPr/>
            <p:nvPr/>
          </p:nvSpPr>
          <p:spPr>
            <a:xfrm>
              <a:off x="2783632" y="3187581"/>
              <a:ext cx="282006" cy="522588"/>
            </a:xfrm>
            <a:custGeom>
              <a:rect b="b" l="l" r="r" t="t"/>
              <a:pathLst>
                <a:path extrusionOk="0" h="9121" w="4922">
                  <a:moveTo>
                    <a:pt x="561" y="0"/>
                  </a:moveTo>
                  <a:cubicBezTo>
                    <a:pt x="541" y="0"/>
                    <a:pt x="519" y="4"/>
                    <a:pt x="496" y="12"/>
                  </a:cubicBezTo>
                  <a:cubicBezTo>
                    <a:pt x="316" y="306"/>
                    <a:pt x="289" y="687"/>
                    <a:pt x="0" y="927"/>
                  </a:cubicBezTo>
                  <a:cubicBezTo>
                    <a:pt x="115" y="1384"/>
                    <a:pt x="131" y="1857"/>
                    <a:pt x="109" y="2326"/>
                  </a:cubicBezTo>
                  <a:cubicBezTo>
                    <a:pt x="159" y="2440"/>
                    <a:pt x="225" y="2520"/>
                    <a:pt x="342" y="2520"/>
                  </a:cubicBezTo>
                  <a:cubicBezTo>
                    <a:pt x="364" y="2520"/>
                    <a:pt x="388" y="2517"/>
                    <a:pt x="414" y="2511"/>
                  </a:cubicBezTo>
                  <a:cubicBezTo>
                    <a:pt x="496" y="2445"/>
                    <a:pt x="447" y="2331"/>
                    <a:pt x="534" y="2211"/>
                  </a:cubicBezTo>
                  <a:cubicBezTo>
                    <a:pt x="757" y="3186"/>
                    <a:pt x="1280" y="3932"/>
                    <a:pt x="2025" y="4530"/>
                  </a:cubicBezTo>
                  <a:cubicBezTo>
                    <a:pt x="2096" y="4585"/>
                    <a:pt x="2156" y="4661"/>
                    <a:pt x="2211" y="4737"/>
                  </a:cubicBezTo>
                  <a:cubicBezTo>
                    <a:pt x="2281" y="4841"/>
                    <a:pt x="2325" y="4950"/>
                    <a:pt x="2309" y="5069"/>
                  </a:cubicBezTo>
                  <a:cubicBezTo>
                    <a:pt x="2238" y="5489"/>
                    <a:pt x="2287" y="5924"/>
                    <a:pt x="2162" y="6327"/>
                  </a:cubicBezTo>
                  <a:cubicBezTo>
                    <a:pt x="1976" y="6904"/>
                    <a:pt x="1677" y="7416"/>
                    <a:pt x="1154" y="7759"/>
                  </a:cubicBezTo>
                  <a:cubicBezTo>
                    <a:pt x="953" y="7889"/>
                    <a:pt x="964" y="8036"/>
                    <a:pt x="1203" y="8222"/>
                  </a:cubicBezTo>
                  <a:cubicBezTo>
                    <a:pt x="1231" y="8216"/>
                    <a:pt x="1252" y="8216"/>
                    <a:pt x="1280" y="8216"/>
                  </a:cubicBezTo>
                  <a:cubicBezTo>
                    <a:pt x="1360" y="8222"/>
                    <a:pt x="1438" y="8226"/>
                    <a:pt x="1515" y="8226"/>
                  </a:cubicBezTo>
                  <a:cubicBezTo>
                    <a:pt x="1895" y="8226"/>
                    <a:pt x="2237" y="8131"/>
                    <a:pt x="2499" y="7764"/>
                  </a:cubicBezTo>
                  <a:cubicBezTo>
                    <a:pt x="2553" y="7689"/>
                    <a:pt x="2614" y="7657"/>
                    <a:pt x="2676" y="7657"/>
                  </a:cubicBezTo>
                  <a:cubicBezTo>
                    <a:pt x="2770" y="7657"/>
                    <a:pt x="2863" y="7732"/>
                    <a:pt x="2929" y="7840"/>
                  </a:cubicBezTo>
                  <a:cubicBezTo>
                    <a:pt x="3033" y="8009"/>
                    <a:pt x="3027" y="8200"/>
                    <a:pt x="2973" y="8385"/>
                  </a:cubicBezTo>
                  <a:cubicBezTo>
                    <a:pt x="2929" y="8532"/>
                    <a:pt x="2853" y="8668"/>
                    <a:pt x="2799" y="8809"/>
                  </a:cubicBezTo>
                  <a:cubicBezTo>
                    <a:pt x="2766" y="8897"/>
                    <a:pt x="2706" y="8995"/>
                    <a:pt x="2788" y="9076"/>
                  </a:cubicBezTo>
                  <a:cubicBezTo>
                    <a:pt x="2820" y="9108"/>
                    <a:pt x="2856" y="9120"/>
                    <a:pt x="2894" y="9120"/>
                  </a:cubicBezTo>
                  <a:cubicBezTo>
                    <a:pt x="2946" y="9120"/>
                    <a:pt x="3001" y="9098"/>
                    <a:pt x="3054" y="9076"/>
                  </a:cubicBezTo>
                  <a:cubicBezTo>
                    <a:pt x="3209" y="9020"/>
                    <a:pt x="3354" y="8890"/>
                    <a:pt x="3516" y="8890"/>
                  </a:cubicBezTo>
                  <a:cubicBezTo>
                    <a:pt x="3526" y="8890"/>
                    <a:pt x="3535" y="8890"/>
                    <a:pt x="3544" y="8891"/>
                  </a:cubicBezTo>
                  <a:cubicBezTo>
                    <a:pt x="3576" y="8895"/>
                    <a:pt x="3608" y="8897"/>
                    <a:pt x="3638" y="8897"/>
                  </a:cubicBezTo>
                  <a:cubicBezTo>
                    <a:pt x="3955" y="8897"/>
                    <a:pt x="4195" y="8703"/>
                    <a:pt x="4448" y="8559"/>
                  </a:cubicBezTo>
                  <a:cubicBezTo>
                    <a:pt x="4704" y="8412"/>
                    <a:pt x="4862" y="8173"/>
                    <a:pt x="4884" y="7868"/>
                  </a:cubicBezTo>
                  <a:cubicBezTo>
                    <a:pt x="4922" y="7323"/>
                    <a:pt x="4851" y="6784"/>
                    <a:pt x="4617" y="6283"/>
                  </a:cubicBezTo>
                  <a:cubicBezTo>
                    <a:pt x="4225" y="5461"/>
                    <a:pt x="3964" y="4596"/>
                    <a:pt x="3637" y="3752"/>
                  </a:cubicBezTo>
                  <a:cubicBezTo>
                    <a:pt x="3419" y="3191"/>
                    <a:pt x="3419" y="2620"/>
                    <a:pt x="3697" y="2070"/>
                  </a:cubicBezTo>
                  <a:cubicBezTo>
                    <a:pt x="3720" y="2031"/>
                    <a:pt x="3732" y="1972"/>
                    <a:pt x="3774" y="1972"/>
                  </a:cubicBezTo>
                  <a:cubicBezTo>
                    <a:pt x="3790" y="1972"/>
                    <a:pt x="3811" y="1981"/>
                    <a:pt x="3838" y="2004"/>
                  </a:cubicBezTo>
                  <a:cubicBezTo>
                    <a:pt x="3942" y="1901"/>
                    <a:pt x="3866" y="1760"/>
                    <a:pt x="3904" y="1645"/>
                  </a:cubicBezTo>
                  <a:cubicBezTo>
                    <a:pt x="3876" y="1553"/>
                    <a:pt x="3806" y="1520"/>
                    <a:pt x="3724" y="1493"/>
                  </a:cubicBezTo>
                  <a:cubicBezTo>
                    <a:pt x="3420" y="1400"/>
                    <a:pt x="3118" y="1327"/>
                    <a:pt x="2819" y="1327"/>
                  </a:cubicBezTo>
                  <a:cubicBezTo>
                    <a:pt x="2540" y="1327"/>
                    <a:pt x="2263" y="1390"/>
                    <a:pt x="1987" y="1558"/>
                  </a:cubicBezTo>
                  <a:cubicBezTo>
                    <a:pt x="1808" y="1672"/>
                    <a:pt x="1590" y="1711"/>
                    <a:pt x="1389" y="1770"/>
                  </a:cubicBezTo>
                  <a:cubicBezTo>
                    <a:pt x="1312" y="1795"/>
                    <a:pt x="1234" y="1814"/>
                    <a:pt x="1155" y="1814"/>
                  </a:cubicBezTo>
                  <a:cubicBezTo>
                    <a:pt x="1109" y="1814"/>
                    <a:pt x="1064" y="1808"/>
                    <a:pt x="1018" y="1792"/>
                  </a:cubicBezTo>
                  <a:cubicBezTo>
                    <a:pt x="1383" y="1634"/>
                    <a:pt x="1753" y="1525"/>
                    <a:pt x="2118" y="1389"/>
                  </a:cubicBezTo>
                  <a:cubicBezTo>
                    <a:pt x="2221" y="1351"/>
                    <a:pt x="2336" y="1308"/>
                    <a:pt x="2336" y="1182"/>
                  </a:cubicBezTo>
                  <a:cubicBezTo>
                    <a:pt x="2330" y="1074"/>
                    <a:pt x="2216" y="1041"/>
                    <a:pt x="2134" y="1008"/>
                  </a:cubicBezTo>
                  <a:cubicBezTo>
                    <a:pt x="1628" y="796"/>
                    <a:pt x="1193" y="475"/>
                    <a:pt x="773" y="121"/>
                  </a:cubicBezTo>
                  <a:cubicBezTo>
                    <a:pt x="711" y="68"/>
                    <a:pt x="649" y="0"/>
                    <a:pt x="561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26"/>
            <p:cNvSpPr/>
            <p:nvPr/>
          </p:nvSpPr>
          <p:spPr>
            <a:xfrm>
              <a:off x="3051253" y="2000220"/>
              <a:ext cx="646345" cy="429942"/>
            </a:xfrm>
            <a:custGeom>
              <a:rect b="b" l="l" r="r" t="t"/>
              <a:pathLst>
                <a:path extrusionOk="0" h="7504" w="11281">
                  <a:moveTo>
                    <a:pt x="3615" y="1557"/>
                  </a:moveTo>
                  <a:cubicBezTo>
                    <a:pt x="3793" y="1621"/>
                    <a:pt x="3976" y="1672"/>
                    <a:pt x="4162" y="1718"/>
                  </a:cubicBezTo>
                  <a:lnTo>
                    <a:pt x="4162" y="1718"/>
                  </a:lnTo>
                  <a:cubicBezTo>
                    <a:pt x="3966" y="1677"/>
                    <a:pt x="3777" y="1640"/>
                    <a:pt x="3615" y="1557"/>
                  </a:cubicBezTo>
                  <a:close/>
                  <a:moveTo>
                    <a:pt x="235" y="0"/>
                  </a:moveTo>
                  <a:cubicBezTo>
                    <a:pt x="158" y="0"/>
                    <a:pt x="79" y="18"/>
                    <a:pt x="0" y="65"/>
                  </a:cubicBezTo>
                  <a:cubicBezTo>
                    <a:pt x="316" y="321"/>
                    <a:pt x="779" y="223"/>
                    <a:pt x="1111" y="512"/>
                  </a:cubicBezTo>
                  <a:cubicBezTo>
                    <a:pt x="1087" y="518"/>
                    <a:pt x="1063" y="520"/>
                    <a:pt x="1038" y="520"/>
                  </a:cubicBezTo>
                  <a:cubicBezTo>
                    <a:pt x="975" y="520"/>
                    <a:pt x="910" y="506"/>
                    <a:pt x="852" y="506"/>
                  </a:cubicBezTo>
                  <a:cubicBezTo>
                    <a:pt x="783" y="506"/>
                    <a:pt x="723" y="525"/>
                    <a:pt x="686" y="604"/>
                  </a:cubicBezTo>
                  <a:cubicBezTo>
                    <a:pt x="599" y="784"/>
                    <a:pt x="757" y="909"/>
                    <a:pt x="839" y="1045"/>
                  </a:cubicBezTo>
                  <a:cubicBezTo>
                    <a:pt x="1116" y="1502"/>
                    <a:pt x="1563" y="1764"/>
                    <a:pt x="2036" y="1943"/>
                  </a:cubicBezTo>
                  <a:cubicBezTo>
                    <a:pt x="2662" y="2183"/>
                    <a:pt x="3256" y="2504"/>
                    <a:pt x="3904" y="2689"/>
                  </a:cubicBezTo>
                  <a:cubicBezTo>
                    <a:pt x="3980" y="2711"/>
                    <a:pt x="4023" y="2749"/>
                    <a:pt x="4034" y="2831"/>
                  </a:cubicBezTo>
                  <a:cubicBezTo>
                    <a:pt x="4100" y="2989"/>
                    <a:pt x="4132" y="3136"/>
                    <a:pt x="3969" y="3250"/>
                  </a:cubicBezTo>
                  <a:cubicBezTo>
                    <a:pt x="3991" y="3274"/>
                    <a:pt x="4012" y="3285"/>
                    <a:pt x="4035" y="3285"/>
                  </a:cubicBezTo>
                  <a:cubicBezTo>
                    <a:pt x="4057" y="3285"/>
                    <a:pt x="4081" y="3274"/>
                    <a:pt x="4105" y="3255"/>
                  </a:cubicBezTo>
                  <a:cubicBezTo>
                    <a:pt x="4215" y="3011"/>
                    <a:pt x="4267" y="2907"/>
                    <a:pt x="4383" y="2907"/>
                  </a:cubicBezTo>
                  <a:cubicBezTo>
                    <a:pt x="4463" y="2907"/>
                    <a:pt x="4573" y="2956"/>
                    <a:pt x="4753" y="3043"/>
                  </a:cubicBezTo>
                  <a:cubicBezTo>
                    <a:pt x="5058" y="3195"/>
                    <a:pt x="5341" y="3397"/>
                    <a:pt x="5657" y="3517"/>
                  </a:cubicBezTo>
                  <a:cubicBezTo>
                    <a:pt x="6511" y="3849"/>
                    <a:pt x="7214" y="4453"/>
                    <a:pt x="7769" y="5106"/>
                  </a:cubicBezTo>
                  <a:cubicBezTo>
                    <a:pt x="8498" y="5956"/>
                    <a:pt x="9320" y="6642"/>
                    <a:pt x="10257" y="7191"/>
                  </a:cubicBezTo>
                  <a:cubicBezTo>
                    <a:pt x="10600" y="7395"/>
                    <a:pt x="10784" y="7503"/>
                    <a:pt x="10900" y="7503"/>
                  </a:cubicBezTo>
                  <a:cubicBezTo>
                    <a:pt x="11063" y="7503"/>
                    <a:pt x="11090" y="7287"/>
                    <a:pt x="11237" y="6816"/>
                  </a:cubicBezTo>
                  <a:cubicBezTo>
                    <a:pt x="11248" y="6783"/>
                    <a:pt x="11253" y="6745"/>
                    <a:pt x="11258" y="6712"/>
                  </a:cubicBezTo>
                  <a:cubicBezTo>
                    <a:pt x="11280" y="6598"/>
                    <a:pt x="11193" y="6544"/>
                    <a:pt x="11128" y="6478"/>
                  </a:cubicBezTo>
                  <a:cubicBezTo>
                    <a:pt x="10562" y="5934"/>
                    <a:pt x="10001" y="5379"/>
                    <a:pt x="9473" y="4791"/>
                  </a:cubicBezTo>
                  <a:cubicBezTo>
                    <a:pt x="9043" y="4312"/>
                    <a:pt x="8607" y="3822"/>
                    <a:pt x="8085" y="3440"/>
                  </a:cubicBezTo>
                  <a:cubicBezTo>
                    <a:pt x="6985" y="2646"/>
                    <a:pt x="5753" y="2127"/>
                    <a:pt x="4446" y="1784"/>
                  </a:cubicBezTo>
                  <a:lnTo>
                    <a:pt x="4446" y="1784"/>
                  </a:lnTo>
                  <a:cubicBezTo>
                    <a:pt x="4913" y="1891"/>
                    <a:pt x="5390" y="1992"/>
                    <a:pt x="5831" y="2216"/>
                  </a:cubicBezTo>
                  <a:cubicBezTo>
                    <a:pt x="5869" y="2236"/>
                    <a:pt x="5911" y="2249"/>
                    <a:pt x="5953" y="2249"/>
                  </a:cubicBezTo>
                  <a:cubicBezTo>
                    <a:pt x="6000" y="2249"/>
                    <a:pt x="6049" y="2232"/>
                    <a:pt x="6092" y="2188"/>
                  </a:cubicBezTo>
                  <a:cubicBezTo>
                    <a:pt x="5602" y="1916"/>
                    <a:pt x="5150" y="1579"/>
                    <a:pt x="4573" y="1481"/>
                  </a:cubicBezTo>
                  <a:cubicBezTo>
                    <a:pt x="4339" y="1443"/>
                    <a:pt x="4094" y="1366"/>
                    <a:pt x="3876" y="1257"/>
                  </a:cubicBezTo>
                  <a:cubicBezTo>
                    <a:pt x="2864" y="751"/>
                    <a:pt x="1797" y="397"/>
                    <a:pt x="708" y="114"/>
                  </a:cubicBezTo>
                  <a:cubicBezTo>
                    <a:pt x="557" y="77"/>
                    <a:pt x="398" y="0"/>
                    <a:pt x="235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26"/>
            <p:cNvSpPr/>
            <p:nvPr/>
          </p:nvSpPr>
          <p:spPr>
            <a:xfrm>
              <a:off x="1713435" y="1849824"/>
              <a:ext cx="347551" cy="455151"/>
            </a:xfrm>
            <a:custGeom>
              <a:rect b="b" l="l" r="r" t="t"/>
              <a:pathLst>
                <a:path extrusionOk="0" h="7944" w="6066">
                  <a:moveTo>
                    <a:pt x="1" y="1"/>
                  </a:moveTo>
                  <a:lnTo>
                    <a:pt x="1" y="1"/>
                  </a:lnTo>
                  <a:cubicBezTo>
                    <a:pt x="23" y="66"/>
                    <a:pt x="39" y="137"/>
                    <a:pt x="66" y="197"/>
                  </a:cubicBezTo>
                  <a:cubicBezTo>
                    <a:pt x="1166" y="2304"/>
                    <a:pt x="2630" y="4149"/>
                    <a:pt x="4100" y="5989"/>
                  </a:cubicBezTo>
                  <a:cubicBezTo>
                    <a:pt x="4432" y="6408"/>
                    <a:pt x="4819" y="6795"/>
                    <a:pt x="5020" y="7301"/>
                  </a:cubicBezTo>
                  <a:cubicBezTo>
                    <a:pt x="5205" y="7519"/>
                    <a:pt x="5347" y="7769"/>
                    <a:pt x="5581" y="7944"/>
                  </a:cubicBezTo>
                  <a:cubicBezTo>
                    <a:pt x="5723" y="7846"/>
                    <a:pt x="5733" y="7688"/>
                    <a:pt x="5761" y="7535"/>
                  </a:cubicBezTo>
                  <a:cubicBezTo>
                    <a:pt x="5886" y="6664"/>
                    <a:pt x="6066" y="5799"/>
                    <a:pt x="5913" y="4906"/>
                  </a:cubicBezTo>
                  <a:cubicBezTo>
                    <a:pt x="5853" y="4547"/>
                    <a:pt x="5728" y="4198"/>
                    <a:pt x="5728" y="3833"/>
                  </a:cubicBezTo>
                  <a:cubicBezTo>
                    <a:pt x="5412" y="3610"/>
                    <a:pt x="5265" y="3218"/>
                    <a:pt x="4917" y="3028"/>
                  </a:cubicBezTo>
                  <a:cubicBezTo>
                    <a:pt x="3447" y="2233"/>
                    <a:pt x="2042" y="1335"/>
                    <a:pt x="671" y="382"/>
                  </a:cubicBezTo>
                  <a:cubicBezTo>
                    <a:pt x="464" y="235"/>
                    <a:pt x="268" y="50"/>
                    <a:pt x="1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26"/>
            <p:cNvSpPr/>
            <p:nvPr/>
          </p:nvSpPr>
          <p:spPr>
            <a:xfrm>
              <a:off x="2065622" y="2878480"/>
              <a:ext cx="749247" cy="830033"/>
            </a:xfrm>
            <a:custGeom>
              <a:rect b="b" l="l" r="r" t="t"/>
              <a:pathLst>
                <a:path extrusionOk="0" h="14487" w="13077">
                  <a:moveTo>
                    <a:pt x="6015" y="1"/>
                  </a:moveTo>
                  <a:cubicBezTo>
                    <a:pt x="5329" y="1"/>
                    <a:pt x="4657" y="129"/>
                    <a:pt x="4023" y="502"/>
                  </a:cubicBezTo>
                  <a:cubicBezTo>
                    <a:pt x="3620" y="741"/>
                    <a:pt x="3419" y="1041"/>
                    <a:pt x="3528" y="1487"/>
                  </a:cubicBezTo>
                  <a:cubicBezTo>
                    <a:pt x="3778" y="2500"/>
                    <a:pt x="4061" y="3507"/>
                    <a:pt x="4345" y="4514"/>
                  </a:cubicBezTo>
                  <a:cubicBezTo>
                    <a:pt x="4551" y="5233"/>
                    <a:pt x="4845" y="5930"/>
                    <a:pt x="4965" y="6675"/>
                  </a:cubicBezTo>
                  <a:cubicBezTo>
                    <a:pt x="5183" y="7977"/>
                    <a:pt x="5145" y="9294"/>
                    <a:pt x="5188" y="10601"/>
                  </a:cubicBezTo>
                  <a:cubicBezTo>
                    <a:pt x="5210" y="11314"/>
                    <a:pt x="4595" y="11793"/>
                    <a:pt x="4100" y="11836"/>
                  </a:cubicBezTo>
                  <a:cubicBezTo>
                    <a:pt x="3435" y="11891"/>
                    <a:pt x="3141" y="12315"/>
                    <a:pt x="3071" y="12920"/>
                  </a:cubicBezTo>
                  <a:cubicBezTo>
                    <a:pt x="3033" y="13203"/>
                    <a:pt x="2907" y="13399"/>
                    <a:pt x="2700" y="13573"/>
                  </a:cubicBezTo>
                  <a:cubicBezTo>
                    <a:pt x="2276" y="13932"/>
                    <a:pt x="1726" y="13949"/>
                    <a:pt x="1231" y="14106"/>
                  </a:cubicBezTo>
                  <a:cubicBezTo>
                    <a:pt x="1095" y="14152"/>
                    <a:pt x="950" y="14184"/>
                    <a:pt x="793" y="14184"/>
                  </a:cubicBezTo>
                  <a:cubicBezTo>
                    <a:pt x="705" y="14184"/>
                    <a:pt x="613" y="14174"/>
                    <a:pt x="517" y="14150"/>
                  </a:cubicBezTo>
                  <a:cubicBezTo>
                    <a:pt x="964" y="13791"/>
                    <a:pt x="1301" y="13388"/>
                    <a:pt x="1661" y="12952"/>
                  </a:cubicBezTo>
                  <a:cubicBezTo>
                    <a:pt x="1641" y="12949"/>
                    <a:pt x="1624" y="12947"/>
                    <a:pt x="1607" y="12947"/>
                  </a:cubicBezTo>
                  <a:cubicBezTo>
                    <a:pt x="1437" y="12947"/>
                    <a:pt x="1404" y="13111"/>
                    <a:pt x="1280" y="13116"/>
                  </a:cubicBezTo>
                  <a:cubicBezTo>
                    <a:pt x="986" y="13497"/>
                    <a:pt x="528" y="13698"/>
                    <a:pt x="234" y="14079"/>
                  </a:cubicBezTo>
                  <a:cubicBezTo>
                    <a:pt x="169" y="14166"/>
                    <a:pt x="0" y="14237"/>
                    <a:pt x="55" y="14351"/>
                  </a:cubicBezTo>
                  <a:cubicBezTo>
                    <a:pt x="109" y="14455"/>
                    <a:pt x="272" y="14460"/>
                    <a:pt x="403" y="14471"/>
                  </a:cubicBezTo>
                  <a:cubicBezTo>
                    <a:pt x="506" y="14482"/>
                    <a:pt x="609" y="14487"/>
                    <a:pt x="710" y="14487"/>
                  </a:cubicBezTo>
                  <a:cubicBezTo>
                    <a:pt x="1352" y="14487"/>
                    <a:pt x="1960" y="14290"/>
                    <a:pt x="2543" y="14036"/>
                  </a:cubicBezTo>
                  <a:cubicBezTo>
                    <a:pt x="2924" y="13872"/>
                    <a:pt x="3218" y="13562"/>
                    <a:pt x="3261" y="13105"/>
                  </a:cubicBezTo>
                  <a:cubicBezTo>
                    <a:pt x="3343" y="12261"/>
                    <a:pt x="3375" y="12207"/>
                    <a:pt x="4154" y="11989"/>
                  </a:cubicBezTo>
                  <a:cubicBezTo>
                    <a:pt x="4791" y="11815"/>
                    <a:pt x="5254" y="11488"/>
                    <a:pt x="5477" y="10818"/>
                  </a:cubicBezTo>
                  <a:cubicBezTo>
                    <a:pt x="5608" y="10421"/>
                    <a:pt x="5515" y="10051"/>
                    <a:pt x="5488" y="9675"/>
                  </a:cubicBezTo>
                  <a:cubicBezTo>
                    <a:pt x="5433" y="8973"/>
                    <a:pt x="5482" y="8309"/>
                    <a:pt x="5760" y="7655"/>
                  </a:cubicBezTo>
                  <a:cubicBezTo>
                    <a:pt x="6081" y="6910"/>
                    <a:pt x="6288" y="6120"/>
                    <a:pt x="6288" y="5309"/>
                  </a:cubicBezTo>
                  <a:cubicBezTo>
                    <a:pt x="6293" y="4574"/>
                    <a:pt x="6462" y="3894"/>
                    <a:pt x="6751" y="3229"/>
                  </a:cubicBezTo>
                  <a:cubicBezTo>
                    <a:pt x="6789" y="3148"/>
                    <a:pt x="6816" y="3055"/>
                    <a:pt x="6871" y="2979"/>
                  </a:cubicBezTo>
                  <a:cubicBezTo>
                    <a:pt x="7426" y="2157"/>
                    <a:pt x="8215" y="1656"/>
                    <a:pt x="9119" y="1286"/>
                  </a:cubicBezTo>
                  <a:cubicBezTo>
                    <a:pt x="9370" y="1181"/>
                    <a:pt x="9611" y="1131"/>
                    <a:pt x="9854" y="1131"/>
                  </a:cubicBezTo>
                  <a:cubicBezTo>
                    <a:pt x="10091" y="1131"/>
                    <a:pt x="10328" y="1178"/>
                    <a:pt x="10578" y="1270"/>
                  </a:cubicBezTo>
                  <a:cubicBezTo>
                    <a:pt x="11054" y="1448"/>
                    <a:pt x="11548" y="1587"/>
                    <a:pt x="12062" y="1587"/>
                  </a:cubicBezTo>
                  <a:cubicBezTo>
                    <a:pt x="12129" y="1587"/>
                    <a:pt x="12197" y="1585"/>
                    <a:pt x="12266" y="1580"/>
                  </a:cubicBezTo>
                  <a:cubicBezTo>
                    <a:pt x="12788" y="1547"/>
                    <a:pt x="13077" y="1231"/>
                    <a:pt x="12984" y="763"/>
                  </a:cubicBezTo>
                  <a:lnTo>
                    <a:pt x="12984" y="763"/>
                  </a:lnTo>
                  <a:cubicBezTo>
                    <a:pt x="12799" y="932"/>
                    <a:pt x="12696" y="1210"/>
                    <a:pt x="12418" y="1226"/>
                  </a:cubicBezTo>
                  <a:cubicBezTo>
                    <a:pt x="12279" y="1236"/>
                    <a:pt x="12139" y="1244"/>
                    <a:pt x="12000" y="1244"/>
                  </a:cubicBezTo>
                  <a:cubicBezTo>
                    <a:pt x="11823" y="1244"/>
                    <a:pt x="11647" y="1230"/>
                    <a:pt x="11471" y="1188"/>
                  </a:cubicBezTo>
                  <a:cubicBezTo>
                    <a:pt x="9957" y="812"/>
                    <a:pt x="8487" y="262"/>
                    <a:pt x="6936" y="66"/>
                  </a:cubicBezTo>
                  <a:cubicBezTo>
                    <a:pt x="6628" y="26"/>
                    <a:pt x="6320" y="1"/>
                    <a:pt x="6015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26"/>
            <p:cNvSpPr/>
            <p:nvPr/>
          </p:nvSpPr>
          <p:spPr>
            <a:xfrm>
              <a:off x="2747135" y="3302111"/>
              <a:ext cx="304179" cy="800984"/>
            </a:xfrm>
            <a:custGeom>
              <a:rect b="b" l="l" r="r" t="t"/>
              <a:pathLst>
                <a:path extrusionOk="0" h="13980" w="5309">
                  <a:moveTo>
                    <a:pt x="1187" y="0"/>
                  </a:moveTo>
                  <a:cubicBezTo>
                    <a:pt x="1024" y="147"/>
                    <a:pt x="964" y="299"/>
                    <a:pt x="1056" y="501"/>
                  </a:cubicBezTo>
                  <a:cubicBezTo>
                    <a:pt x="958" y="637"/>
                    <a:pt x="1024" y="773"/>
                    <a:pt x="1078" y="898"/>
                  </a:cubicBezTo>
                  <a:cubicBezTo>
                    <a:pt x="1323" y="1503"/>
                    <a:pt x="1612" y="2074"/>
                    <a:pt x="2156" y="2482"/>
                  </a:cubicBezTo>
                  <a:cubicBezTo>
                    <a:pt x="2363" y="2635"/>
                    <a:pt x="2554" y="2825"/>
                    <a:pt x="2564" y="3114"/>
                  </a:cubicBezTo>
                  <a:cubicBezTo>
                    <a:pt x="2581" y="3920"/>
                    <a:pt x="2385" y="4649"/>
                    <a:pt x="1851" y="5270"/>
                  </a:cubicBezTo>
                  <a:cubicBezTo>
                    <a:pt x="1779" y="5355"/>
                    <a:pt x="1726" y="5400"/>
                    <a:pt x="1678" y="5400"/>
                  </a:cubicBezTo>
                  <a:cubicBezTo>
                    <a:pt x="1627" y="5400"/>
                    <a:pt x="1583" y="5351"/>
                    <a:pt x="1530" y="5248"/>
                  </a:cubicBezTo>
                  <a:cubicBezTo>
                    <a:pt x="1285" y="4791"/>
                    <a:pt x="1149" y="4284"/>
                    <a:pt x="920" y="3822"/>
                  </a:cubicBezTo>
                  <a:cubicBezTo>
                    <a:pt x="572" y="3125"/>
                    <a:pt x="528" y="2412"/>
                    <a:pt x="643" y="1660"/>
                  </a:cubicBezTo>
                  <a:cubicBezTo>
                    <a:pt x="670" y="1503"/>
                    <a:pt x="708" y="1328"/>
                    <a:pt x="556" y="1203"/>
                  </a:cubicBezTo>
                  <a:cubicBezTo>
                    <a:pt x="512" y="1170"/>
                    <a:pt x="473" y="1143"/>
                    <a:pt x="439" y="1143"/>
                  </a:cubicBezTo>
                  <a:cubicBezTo>
                    <a:pt x="405" y="1143"/>
                    <a:pt x="376" y="1170"/>
                    <a:pt x="354" y="1247"/>
                  </a:cubicBezTo>
                  <a:cubicBezTo>
                    <a:pt x="164" y="1933"/>
                    <a:pt x="0" y="2629"/>
                    <a:pt x="256" y="3326"/>
                  </a:cubicBezTo>
                  <a:cubicBezTo>
                    <a:pt x="752" y="4682"/>
                    <a:pt x="1356" y="5999"/>
                    <a:pt x="1949" y="7317"/>
                  </a:cubicBezTo>
                  <a:cubicBezTo>
                    <a:pt x="2456" y="8427"/>
                    <a:pt x="3223" y="9375"/>
                    <a:pt x="4029" y="10278"/>
                  </a:cubicBezTo>
                  <a:cubicBezTo>
                    <a:pt x="4356" y="10643"/>
                    <a:pt x="4650" y="11024"/>
                    <a:pt x="4775" y="11503"/>
                  </a:cubicBezTo>
                  <a:cubicBezTo>
                    <a:pt x="4900" y="12009"/>
                    <a:pt x="4851" y="12483"/>
                    <a:pt x="4454" y="12968"/>
                  </a:cubicBezTo>
                  <a:cubicBezTo>
                    <a:pt x="4448" y="12510"/>
                    <a:pt x="4486" y="12129"/>
                    <a:pt x="4290" y="11705"/>
                  </a:cubicBezTo>
                  <a:cubicBezTo>
                    <a:pt x="4214" y="11911"/>
                    <a:pt x="4170" y="12042"/>
                    <a:pt x="4121" y="12167"/>
                  </a:cubicBezTo>
                  <a:cubicBezTo>
                    <a:pt x="3925" y="12684"/>
                    <a:pt x="3670" y="13147"/>
                    <a:pt x="3212" y="13485"/>
                  </a:cubicBezTo>
                  <a:cubicBezTo>
                    <a:pt x="3050" y="13602"/>
                    <a:pt x="2878" y="13660"/>
                    <a:pt x="2711" y="13660"/>
                  </a:cubicBezTo>
                  <a:cubicBezTo>
                    <a:pt x="2453" y="13660"/>
                    <a:pt x="2206" y="13520"/>
                    <a:pt x="2031" y="13245"/>
                  </a:cubicBezTo>
                  <a:cubicBezTo>
                    <a:pt x="2695" y="13093"/>
                    <a:pt x="3250" y="12287"/>
                    <a:pt x="3027" y="11792"/>
                  </a:cubicBezTo>
                  <a:lnTo>
                    <a:pt x="3027" y="11792"/>
                  </a:lnTo>
                  <a:cubicBezTo>
                    <a:pt x="2886" y="11917"/>
                    <a:pt x="2858" y="12097"/>
                    <a:pt x="2782" y="12254"/>
                  </a:cubicBezTo>
                  <a:cubicBezTo>
                    <a:pt x="2668" y="12489"/>
                    <a:pt x="2565" y="12604"/>
                    <a:pt x="2435" y="12604"/>
                  </a:cubicBezTo>
                  <a:cubicBezTo>
                    <a:pt x="2329" y="12604"/>
                    <a:pt x="2205" y="12528"/>
                    <a:pt x="2042" y="12380"/>
                  </a:cubicBezTo>
                  <a:cubicBezTo>
                    <a:pt x="1944" y="12260"/>
                    <a:pt x="1928" y="12151"/>
                    <a:pt x="1977" y="11939"/>
                  </a:cubicBezTo>
                  <a:cubicBezTo>
                    <a:pt x="2009" y="11792"/>
                    <a:pt x="1982" y="11645"/>
                    <a:pt x="1879" y="11541"/>
                  </a:cubicBezTo>
                  <a:cubicBezTo>
                    <a:pt x="1704" y="11367"/>
                    <a:pt x="1590" y="11144"/>
                    <a:pt x="1427" y="10964"/>
                  </a:cubicBezTo>
                  <a:cubicBezTo>
                    <a:pt x="1319" y="10846"/>
                    <a:pt x="1231" y="10685"/>
                    <a:pt x="1043" y="10685"/>
                  </a:cubicBezTo>
                  <a:cubicBezTo>
                    <a:pt x="1032" y="10685"/>
                    <a:pt x="1020" y="10685"/>
                    <a:pt x="1007" y="10687"/>
                  </a:cubicBezTo>
                  <a:cubicBezTo>
                    <a:pt x="888" y="11062"/>
                    <a:pt x="1231" y="11220"/>
                    <a:pt x="1378" y="11470"/>
                  </a:cubicBezTo>
                  <a:cubicBezTo>
                    <a:pt x="1443" y="11579"/>
                    <a:pt x="1661" y="11623"/>
                    <a:pt x="1519" y="11841"/>
                  </a:cubicBezTo>
                  <a:cubicBezTo>
                    <a:pt x="1438" y="11963"/>
                    <a:pt x="1359" y="12019"/>
                    <a:pt x="1256" y="12019"/>
                  </a:cubicBezTo>
                  <a:cubicBezTo>
                    <a:pt x="1207" y="12019"/>
                    <a:pt x="1152" y="12007"/>
                    <a:pt x="1089" y="11982"/>
                  </a:cubicBezTo>
                  <a:cubicBezTo>
                    <a:pt x="1065" y="11970"/>
                    <a:pt x="1036" y="11966"/>
                    <a:pt x="1004" y="11966"/>
                  </a:cubicBezTo>
                  <a:cubicBezTo>
                    <a:pt x="950" y="11966"/>
                    <a:pt x="884" y="11977"/>
                    <a:pt x="806" y="11977"/>
                  </a:cubicBezTo>
                  <a:cubicBezTo>
                    <a:pt x="958" y="12156"/>
                    <a:pt x="1138" y="12162"/>
                    <a:pt x="1274" y="12238"/>
                  </a:cubicBezTo>
                  <a:cubicBezTo>
                    <a:pt x="1438" y="12331"/>
                    <a:pt x="1634" y="12450"/>
                    <a:pt x="1416" y="12674"/>
                  </a:cubicBezTo>
                  <a:cubicBezTo>
                    <a:pt x="1361" y="12733"/>
                    <a:pt x="1334" y="12804"/>
                    <a:pt x="1367" y="12870"/>
                  </a:cubicBezTo>
                  <a:cubicBezTo>
                    <a:pt x="1563" y="13256"/>
                    <a:pt x="1851" y="13588"/>
                    <a:pt x="2156" y="13871"/>
                  </a:cubicBezTo>
                  <a:cubicBezTo>
                    <a:pt x="2239" y="13948"/>
                    <a:pt x="2390" y="13980"/>
                    <a:pt x="2565" y="13980"/>
                  </a:cubicBezTo>
                  <a:cubicBezTo>
                    <a:pt x="2938" y="13980"/>
                    <a:pt x="3424" y="13833"/>
                    <a:pt x="3610" y="13659"/>
                  </a:cubicBezTo>
                  <a:cubicBezTo>
                    <a:pt x="3882" y="13403"/>
                    <a:pt x="4111" y="13109"/>
                    <a:pt x="4328" y="12761"/>
                  </a:cubicBezTo>
                  <a:cubicBezTo>
                    <a:pt x="4426" y="12957"/>
                    <a:pt x="4372" y="13120"/>
                    <a:pt x="4377" y="13278"/>
                  </a:cubicBezTo>
                  <a:cubicBezTo>
                    <a:pt x="4383" y="13349"/>
                    <a:pt x="4399" y="13419"/>
                    <a:pt x="4475" y="13452"/>
                  </a:cubicBezTo>
                  <a:cubicBezTo>
                    <a:pt x="4490" y="13458"/>
                    <a:pt x="4504" y="13461"/>
                    <a:pt x="4517" y="13461"/>
                  </a:cubicBezTo>
                  <a:cubicBezTo>
                    <a:pt x="4562" y="13461"/>
                    <a:pt x="4597" y="13429"/>
                    <a:pt x="4622" y="13387"/>
                  </a:cubicBezTo>
                  <a:cubicBezTo>
                    <a:pt x="4949" y="12831"/>
                    <a:pt x="5308" y="12287"/>
                    <a:pt x="5107" y="11579"/>
                  </a:cubicBezTo>
                  <a:cubicBezTo>
                    <a:pt x="4949" y="11030"/>
                    <a:pt x="4682" y="10545"/>
                    <a:pt x="4290" y="10126"/>
                  </a:cubicBezTo>
                  <a:cubicBezTo>
                    <a:pt x="3234" y="8977"/>
                    <a:pt x="2363" y="7709"/>
                    <a:pt x="1840" y="6223"/>
                  </a:cubicBezTo>
                  <a:cubicBezTo>
                    <a:pt x="1737" y="6130"/>
                    <a:pt x="1726" y="5999"/>
                    <a:pt x="1693" y="5841"/>
                  </a:cubicBezTo>
                  <a:lnTo>
                    <a:pt x="1693" y="5841"/>
                  </a:lnTo>
                  <a:cubicBezTo>
                    <a:pt x="1734" y="5855"/>
                    <a:pt x="1769" y="5860"/>
                    <a:pt x="1802" y="5860"/>
                  </a:cubicBezTo>
                  <a:cubicBezTo>
                    <a:pt x="1943" y="5860"/>
                    <a:pt x="2017" y="5747"/>
                    <a:pt x="2124" y="5645"/>
                  </a:cubicBezTo>
                  <a:cubicBezTo>
                    <a:pt x="2858" y="4921"/>
                    <a:pt x="2989" y="3990"/>
                    <a:pt x="3044" y="3038"/>
                  </a:cubicBezTo>
                  <a:cubicBezTo>
                    <a:pt x="3054" y="2858"/>
                    <a:pt x="2978" y="2717"/>
                    <a:pt x="2858" y="2597"/>
                  </a:cubicBezTo>
                  <a:cubicBezTo>
                    <a:pt x="2706" y="2444"/>
                    <a:pt x="2575" y="2276"/>
                    <a:pt x="2407" y="2150"/>
                  </a:cubicBezTo>
                  <a:cubicBezTo>
                    <a:pt x="1683" y="1622"/>
                    <a:pt x="1443" y="822"/>
                    <a:pt x="1187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26"/>
            <p:cNvSpPr/>
            <p:nvPr/>
          </p:nvSpPr>
          <p:spPr>
            <a:xfrm>
              <a:off x="441792" y="3614249"/>
              <a:ext cx="1697479" cy="749361"/>
            </a:xfrm>
            <a:custGeom>
              <a:rect b="b" l="l" r="r" t="t"/>
              <a:pathLst>
                <a:path extrusionOk="0" h="13079" w="29627">
                  <a:moveTo>
                    <a:pt x="29515" y="0"/>
                  </a:moveTo>
                  <a:cubicBezTo>
                    <a:pt x="29463" y="0"/>
                    <a:pt x="29402" y="46"/>
                    <a:pt x="29344" y="83"/>
                  </a:cubicBezTo>
                  <a:cubicBezTo>
                    <a:pt x="29066" y="279"/>
                    <a:pt x="28772" y="464"/>
                    <a:pt x="28511" y="677"/>
                  </a:cubicBezTo>
                  <a:cubicBezTo>
                    <a:pt x="26959" y="1923"/>
                    <a:pt x="25462" y="3230"/>
                    <a:pt x="23911" y="4476"/>
                  </a:cubicBezTo>
                  <a:cubicBezTo>
                    <a:pt x="22283" y="5778"/>
                    <a:pt x="20617" y="7030"/>
                    <a:pt x="18821" y="8086"/>
                  </a:cubicBezTo>
                  <a:cubicBezTo>
                    <a:pt x="17759" y="8712"/>
                    <a:pt x="16654" y="9262"/>
                    <a:pt x="15527" y="9768"/>
                  </a:cubicBezTo>
                  <a:cubicBezTo>
                    <a:pt x="14090" y="10416"/>
                    <a:pt x="12707" y="11162"/>
                    <a:pt x="11248" y="11755"/>
                  </a:cubicBezTo>
                  <a:cubicBezTo>
                    <a:pt x="9600" y="12428"/>
                    <a:pt x="7942" y="12737"/>
                    <a:pt x="6249" y="12737"/>
                  </a:cubicBezTo>
                  <a:cubicBezTo>
                    <a:pt x="5382" y="12737"/>
                    <a:pt x="4505" y="12656"/>
                    <a:pt x="3616" y="12501"/>
                  </a:cubicBezTo>
                  <a:cubicBezTo>
                    <a:pt x="2774" y="12357"/>
                    <a:pt x="2094" y="11770"/>
                    <a:pt x="1229" y="11770"/>
                  </a:cubicBezTo>
                  <a:cubicBezTo>
                    <a:pt x="1210" y="11770"/>
                    <a:pt x="1191" y="11771"/>
                    <a:pt x="1171" y="11771"/>
                  </a:cubicBezTo>
                  <a:cubicBezTo>
                    <a:pt x="1375" y="11683"/>
                    <a:pt x="1721" y="11639"/>
                    <a:pt x="2051" y="11639"/>
                  </a:cubicBezTo>
                  <a:cubicBezTo>
                    <a:pt x="2232" y="11639"/>
                    <a:pt x="2408" y="11652"/>
                    <a:pt x="2554" y="11679"/>
                  </a:cubicBezTo>
                  <a:cubicBezTo>
                    <a:pt x="2907" y="11746"/>
                    <a:pt x="3152" y="11792"/>
                    <a:pt x="3332" y="11792"/>
                  </a:cubicBezTo>
                  <a:cubicBezTo>
                    <a:pt x="3740" y="11792"/>
                    <a:pt x="3823" y="11557"/>
                    <a:pt x="4095" y="10791"/>
                  </a:cubicBezTo>
                  <a:cubicBezTo>
                    <a:pt x="4133" y="10677"/>
                    <a:pt x="4187" y="10568"/>
                    <a:pt x="4073" y="10470"/>
                  </a:cubicBezTo>
                  <a:cubicBezTo>
                    <a:pt x="3888" y="10699"/>
                    <a:pt x="3763" y="10960"/>
                    <a:pt x="3654" y="11232"/>
                  </a:cubicBezTo>
                  <a:cubicBezTo>
                    <a:pt x="3575" y="11440"/>
                    <a:pt x="3477" y="11588"/>
                    <a:pt x="3285" y="11588"/>
                  </a:cubicBezTo>
                  <a:cubicBezTo>
                    <a:pt x="3225" y="11588"/>
                    <a:pt x="3156" y="11574"/>
                    <a:pt x="3077" y="11543"/>
                  </a:cubicBezTo>
                  <a:cubicBezTo>
                    <a:pt x="2859" y="11461"/>
                    <a:pt x="2619" y="11428"/>
                    <a:pt x="2385" y="11407"/>
                  </a:cubicBezTo>
                  <a:cubicBezTo>
                    <a:pt x="2240" y="11393"/>
                    <a:pt x="2095" y="11386"/>
                    <a:pt x="1952" y="11386"/>
                  </a:cubicBezTo>
                  <a:cubicBezTo>
                    <a:pt x="1345" y="11386"/>
                    <a:pt x="763" y="11518"/>
                    <a:pt x="235" y="11875"/>
                  </a:cubicBezTo>
                  <a:cubicBezTo>
                    <a:pt x="142" y="11935"/>
                    <a:pt x="1" y="12011"/>
                    <a:pt x="61" y="12147"/>
                  </a:cubicBezTo>
                  <a:cubicBezTo>
                    <a:pt x="87" y="12210"/>
                    <a:pt x="130" y="12230"/>
                    <a:pt x="178" y="12230"/>
                  </a:cubicBezTo>
                  <a:cubicBezTo>
                    <a:pt x="238" y="12230"/>
                    <a:pt x="308" y="12200"/>
                    <a:pt x="371" y="12185"/>
                  </a:cubicBezTo>
                  <a:cubicBezTo>
                    <a:pt x="632" y="12124"/>
                    <a:pt x="892" y="12081"/>
                    <a:pt x="1154" y="12081"/>
                  </a:cubicBezTo>
                  <a:cubicBezTo>
                    <a:pt x="1357" y="12081"/>
                    <a:pt x="1560" y="12107"/>
                    <a:pt x="1765" y="12169"/>
                  </a:cubicBezTo>
                  <a:cubicBezTo>
                    <a:pt x="2178" y="12294"/>
                    <a:pt x="2527" y="12566"/>
                    <a:pt x="2957" y="12664"/>
                  </a:cubicBezTo>
                  <a:cubicBezTo>
                    <a:pt x="3572" y="12806"/>
                    <a:pt x="4198" y="12904"/>
                    <a:pt x="4824" y="12985"/>
                  </a:cubicBezTo>
                  <a:cubicBezTo>
                    <a:pt x="5302" y="13049"/>
                    <a:pt x="5779" y="13079"/>
                    <a:pt x="6255" y="13079"/>
                  </a:cubicBezTo>
                  <a:cubicBezTo>
                    <a:pt x="6918" y="13079"/>
                    <a:pt x="7579" y="13021"/>
                    <a:pt x="8238" y="12920"/>
                  </a:cubicBezTo>
                  <a:cubicBezTo>
                    <a:pt x="9898" y="12670"/>
                    <a:pt x="11395" y="11935"/>
                    <a:pt x="12898" y="11238"/>
                  </a:cubicBezTo>
                  <a:cubicBezTo>
                    <a:pt x="13823" y="10813"/>
                    <a:pt x="14738" y="10367"/>
                    <a:pt x="15652" y="9920"/>
                  </a:cubicBezTo>
                  <a:cubicBezTo>
                    <a:pt x="17574" y="8968"/>
                    <a:pt x="19501" y="8037"/>
                    <a:pt x="21265" y="6806"/>
                  </a:cubicBezTo>
                  <a:cubicBezTo>
                    <a:pt x="22550" y="5914"/>
                    <a:pt x="23769" y="4934"/>
                    <a:pt x="24983" y="3948"/>
                  </a:cubicBezTo>
                  <a:cubicBezTo>
                    <a:pt x="26393" y="2811"/>
                    <a:pt x="27771" y="1629"/>
                    <a:pt x="29175" y="481"/>
                  </a:cubicBezTo>
                  <a:cubicBezTo>
                    <a:pt x="29317" y="366"/>
                    <a:pt x="29409" y="170"/>
                    <a:pt x="29627" y="143"/>
                  </a:cubicBezTo>
                  <a:cubicBezTo>
                    <a:pt x="29601" y="36"/>
                    <a:pt x="29562" y="0"/>
                    <a:pt x="29515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26"/>
            <p:cNvSpPr/>
            <p:nvPr/>
          </p:nvSpPr>
          <p:spPr>
            <a:xfrm>
              <a:off x="400941" y="2606792"/>
              <a:ext cx="774858" cy="816511"/>
            </a:xfrm>
            <a:custGeom>
              <a:rect b="b" l="l" r="r" t="t"/>
              <a:pathLst>
                <a:path extrusionOk="0" h="14251" w="13524">
                  <a:moveTo>
                    <a:pt x="10209" y="0"/>
                  </a:moveTo>
                  <a:cubicBezTo>
                    <a:pt x="10164" y="0"/>
                    <a:pt x="10176" y="115"/>
                    <a:pt x="10165" y="176"/>
                  </a:cubicBezTo>
                  <a:cubicBezTo>
                    <a:pt x="10263" y="399"/>
                    <a:pt x="10241" y="606"/>
                    <a:pt x="10148" y="840"/>
                  </a:cubicBezTo>
                  <a:cubicBezTo>
                    <a:pt x="9925" y="1384"/>
                    <a:pt x="9805" y="1950"/>
                    <a:pt x="9941" y="2555"/>
                  </a:cubicBezTo>
                  <a:cubicBezTo>
                    <a:pt x="10061" y="3083"/>
                    <a:pt x="10273" y="3600"/>
                    <a:pt x="10192" y="4172"/>
                  </a:cubicBezTo>
                  <a:cubicBezTo>
                    <a:pt x="10154" y="4400"/>
                    <a:pt x="10328" y="4607"/>
                    <a:pt x="10578" y="4700"/>
                  </a:cubicBezTo>
                  <a:cubicBezTo>
                    <a:pt x="10785" y="4776"/>
                    <a:pt x="10872" y="4906"/>
                    <a:pt x="10780" y="5135"/>
                  </a:cubicBezTo>
                  <a:cubicBezTo>
                    <a:pt x="10562" y="5652"/>
                    <a:pt x="10415" y="6186"/>
                    <a:pt x="10448" y="6752"/>
                  </a:cubicBezTo>
                  <a:cubicBezTo>
                    <a:pt x="10463" y="6972"/>
                    <a:pt x="10367" y="7114"/>
                    <a:pt x="10148" y="7114"/>
                  </a:cubicBezTo>
                  <a:cubicBezTo>
                    <a:pt x="10129" y="7114"/>
                    <a:pt x="10109" y="7113"/>
                    <a:pt x="10088" y="7111"/>
                  </a:cubicBezTo>
                  <a:cubicBezTo>
                    <a:pt x="9985" y="7100"/>
                    <a:pt x="9881" y="7096"/>
                    <a:pt x="9778" y="7096"/>
                  </a:cubicBezTo>
                  <a:cubicBezTo>
                    <a:pt x="9308" y="7096"/>
                    <a:pt x="8842" y="7192"/>
                    <a:pt x="8373" y="7236"/>
                  </a:cubicBezTo>
                  <a:cubicBezTo>
                    <a:pt x="8139" y="7258"/>
                    <a:pt x="8041" y="7345"/>
                    <a:pt x="8041" y="7585"/>
                  </a:cubicBezTo>
                  <a:cubicBezTo>
                    <a:pt x="8041" y="7895"/>
                    <a:pt x="8199" y="8189"/>
                    <a:pt x="8188" y="8483"/>
                  </a:cubicBezTo>
                  <a:cubicBezTo>
                    <a:pt x="8161" y="9202"/>
                    <a:pt x="8450" y="9773"/>
                    <a:pt x="8902" y="10291"/>
                  </a:cubicBezTo>
                  <a:cubicBezTo>
                    <a:pt x="8925" y="10369"/>
                    <a:pt x="8955" y="10439"/>
                    <a:pt x="9040" y="10439"/>
                  </a:cubicBezTo>
                  <a:cubicBezTo>
                    <a:pt x="9056" y="10439"/>
                    <a:pt x="9073" y="10437"/>
                    <a:pt x="9092" y="10432"/>
                  </a:cubicBezTo>
                  <a:cubicBezTo>
                    <a:pt x="9096" y="10432"/>
                    <a:pt x="9122" y="10453"/>
                    <a:pt x="9107" y="10453"/>
                  </a:cubicBezTo>
                  <a:cubicBezTo>
                    <a:pt x="9103" y="10453"/>
                    <a:pt x="9096" y="10452"/>
                    <a:pt x="9087" y="10448"/>
                  </a:cubicBezTo>
                  <a:cubicBezTo>
                    <a:pt x="8950" y="10533"/>
                    <a:pt x="8813" y="10562"/>
                    <a:pt x="8676" y="10562"/>
                  </a:cubicBezTo>
                  <a:cubicBezTo>
                    <a:pt x="8442" y="10562"/>
                    <a:pt x="8207" y="10477"/>
                    <a:pt x="7971" y="10432"/>
                  </a:cubicBezTo>
                  <a:cubicBezTo>
                    <a:pt x="7849" y="10390"/>
                    <a:pt x="7729" y="10371"/>
                    <a:pt x="7609" y="10371"/>
                  </a:cubicBezTo>
                  <a:cubicBezTo>
                    <a:pt x="7435" y="10371"/>
                    <a:pt x="7261" y="10411"/>
                    <a:pt x="7083" y="10476"/>
                  </a:cubicBezTo>
                  <a:cubicBezTo>
                    <a:pt x="6610" y="10644"/>
                    <a:pt x="6136" y="10802"/>
                    <a:pt x="5733" y="11123"/>
                  </a:cubicBezTo>
                  <a:cubicBezTo>
                    <a:pt x="5586" y="11243"/>
                    <a:pt x="5379" y="11309"/>
                    <a:pt x="5189" y="11347"/>
                  </a:cubicBezTo>
                  <a:cubicBezTo>
                    <a:pt x="4372" y="11537"/>
                    <a:pt x="3605" y="11886"/>
                    <a:pt x="2815" y="12152"/>
                  </a:cubicBezTo>
                  <a:cubicBezTo>
                    <a:pt x="1906" y="12463"/>
                    <a:pt x="991" y="12876"/>
                    <a:pt x="305" y="13628"/>
                  </a:cubicBezTo>
                  <a:cubicBezTo>
                    <a:pt x="197" y="13747"/>
                    <a:pt x="1" y="13835"/>
                    <a:pt x="60" y="14020"/>
                  </a:cubicBezTo>
                  <a:cubicBezTo>
                    <a:pt x="124" y="14204"/>
                    <a:pt x="300" y="14250"/>
                    <a:pt x="472" y="14250"/>
                  </a:cubicBezTo>
                  <a:cubicBezTo>
                    <a:pt x="493" y="14250"/>
                    <a:pt x="514" y="14249"/>
                    <a:pt x="534" y="14248"/>
                  </a:cubicBezTo>
                  <a:cubicBezTo>
                    <a:pt x="991" y="14221"/>
                    <a:pt x="1454" y="14150"/>
                    <a:pt x="1835" y="13900"/>
                  </a:cubicBezTo>
                  <a:cubicBezTo>
                    <a:pt x="2259" y="13619"/>
                    <a:pt x="2702" y="13527"/>
                    <a:pt x="3148" y="13527"/>
                  </a:cubicBezTo>
                  <a:cubicBezTo>
                    <a:pt x="3514" y="13527"/>
                    <a:pt x="3883" y="13589"/>
                    <a:pt x="4247" y="13660"/>
                  </a:cubicBezTo>
                  <a:cubicBezTo>
                    <a:pt x="4393" y="13689"/>
                    <a:pt x="4527" y="13707"/>
                    <a:pt x="4650" y="13707"/>
                  </a:cubicBezTo>
                  <a:cubicBezTo>
                    <a:pt x="4932" y="13707"/>
                    <a:pt x="5159" y="13612"/>
                    <a:pt x="5352" y="13328"/>
                  </a:cubicBezTo>
                  <a:cubicBezTo>
                    <a:pt x="5390" y="13208"/>
                    <a:pt x="5428" y="13089"/>
                    <a:pt x="5477" y="12931"/>
                  </a:cubicBezTo>
                  <a:lnTo>
                    <a:pt x="5477" y="12931"/>
                  </a:lnTo>
                  <a:cubicBezTo>
                    <a:pt x="5253" y="13146"/>
                    <a:pt x="5128" y="13450"/>
                    <a:pt x="4822" y="13450"/>
                  </a:cubicBezTo>
                  <a:cubicBezTo>
                    <a:pt x="4764" y="13450"/>
                    <a:pt x="4700" y="13440"/>
                    <a:pt x="4628" y="13415"/>
                  </a:cubicBezTo>
                  <a:cubicBezTo>
                    <a:pt x="4139" y="13253"/>
                    <a:pt x="3656" y="13171"/>
                    <a:pt x="3180" y="13171"/>
                  </a:cubicBezTo>
                  <a:cubicBezTo>
                    <a:pt x="2458" y="13171"/>
                    <a:pt x="1751" y="13360"/>
                    <a:pt x="1062" y="13747"/>
                  </a:cubicBezTo>
                  <a:cubicBezTo>
                    <a:pt x="943" y="13812"/>
                    <a:pt x="811" y="13880"/>
                    <a:pt x="652" y="13880"/>
                  </a:cubicBezTo>
                  <a:cubicBezTo>
                    <a:pt x="623" y="13880"/>
                    <a:pt x="593" y="13878"/>
                    <a:pt x="561" y="13873"/>
                  </a:cubicBezTo>
                  <a:cubicBezTo>
                    <a:pt x="697" y="13649"/>
                    <a:pt x="910" y="13557"/>
                    <a:pt x="1095" y="13443"/>
                  </a:cubicBezTo>
                  <a:cubicBezTo>
                    <a:pt x="1895" y="12958"/>
                    <a:pt x="2586" y="12250"/>
                    <a:pt x="3610" y="12218"/>
                  </a:cubicBezTo>
                  <a:cubicBezTo>
                    <a:pt x="3670" y="12218"/>
                    <a:pt x="3735" y="12196"/>
                    <a:pt x="3779" y="12163"/>
                  </a:cubicBezTo>
                  <a:cubicBezTo>
                    <a:pt x="4138" y="11875"/>
                    <a:pt x="4579" y="11782"/>
                    <a:pt x="5009" y="11673"/>
                  </a:cubicBezTo>
                  <a:cubicBezTo>
                    <a:pt x="5450" y="11564"/>
                    <a:pt x="5826" y="11341"/>
                    <a:pt x="6218" y="11118"/>
                  </a:cubicBezTo>
                  <a:cubicBezTo>
                    <a:pt x="6690" y="10853"/>
                    <a:pt x="7176" y="10582"/>
                    <a:pt x="7710" y="10582"/>
                  </a:cubicBezTo>
                  <a:cubicBezTo>
                    <a:pt x="7921" y="10582"/>
                    <a:pt x="8140" y="10624"/>
                    <a:pt x="8368" y="10726"/>
                  </a:cubicBezTo>
                  <a:cubicBezTo>
                    <a:pt x="8458" y="10766"/>
                    <a:pt x="8546" y="10782"/>
                    <a:pt x="8633" y="10782"/>
                  </a:cubicBezTo>
                  <a:cubicBezTo>
                    <a:pt x="8822" y="10782"/>
                    <a:pt x="9006" y="10706"/>
                    <a:pt x="9185" y="10628"/>
                  </a:cubicBezTo>
                  <a:cubicBezTo>
                    <a:pt x="9364" y="10546"/>
                    <a:pt x="9408" y="10443"/>
                    <a:pt x="9223" y="10301"/>
                  </a:cubicBezTo>
                  <a:cubicBezTo>
                    <a:pt x="8896" y="10056"/>
                    <a:pt x="8651" y="9757"/>
                    <a:pt x="8520" y="9360"/>
                  </a:cubicBezTo>
                  <a:cubicBezTo>
                    <a:pt x="8335" y="8793"/>
                    <a:pt x="8504" y="8200"/>
                    <a:pt x="8330" y="7634"/>
                  </a:cubicBezTo>
                  <a:cubicBezTo>
                    <a:pt x="8286" y="7487"/>
                    <a:pt x="8417" y="7476"/>
                    <a:pt x="8526" y="7471"/>
                  </a:cubicBezTo>
                  <a:cubicBezTo>
                    <a:pt x="8961" y="7448"/>
                    <a:pt x="9392" y="7375"/>
                    <a:pt x="9825" y="7375"/>
                  </a:cubicBezTo>
                  <a:cubicBezTo>
                    <a:pt x="9907" y="7375"/>
                    <a:pt x="9990" y="7377"/>
                    <a:pt x="10072" y="7383"/>
                  </a:cubicBezTo>
                  <a:cubicBezTo>
                    <a:pt x="10100" y="7385"/>
                    <a:pt x="10126" y="7387"/>
                    <a:pt x="10152" y="7387"/>
                  </a:cubicBezTo>
                  <a:cubicBezTo>
                    <a:pt x="10463" y="7387"/>
                    <a:pt x="10585" y="7230"/>
                    <a:pt x="10595" y="6883"/>
                  </a:cubicBezTo>
                  <a:cubicBezTo>
                    <a:pt x="10600" y="6507"/>
                    <a:pt x="10567" y="6131"/>
                    <a:pt x="10665" y="5761"/>
                  </a:cubicBezTo>
                  <a:cubicBezTo>
                    <a:pt x="10867" y="5625"/>
                    <a:pt x="10981" y="5413"/>
                    <a:pt x="11095" y="5211"/>
                  </a:cubicBezTo>
                  <a:cubicBezTo>
                    <a:pt x="11226" y="4972"/>
                    <a:pt x="11193" y="4738"/>
                    <a:pt x="10948" y="4596"/>
                  </a:cubicBezTo>
                  <a:cubicBezTo>
                    <a:pt x="10622" y="4416"/>
                    <a:pt x="10567" y="4128"/>
                    <a:pt x="10622" y="3812"/>
                  </a:cubicBezTo>
                  <a:cubicBezTo>
                    <a:pt x="10676" y="3496"/>
                    <a:pt x="10622" y="3208"/>
                    <a:pt x="10508" y="2919"/>
                  </a:cubicBezTo>
                  <a:cubicBezTo>
                    <a:pt x="10459" y="2789"/>
                    <a:pt x="10442" y="2647"/>
                    <a:pt x="10399" y="2511"/>
                  </a:cubicBezTo>
                  <a:cubicBezTo>
                    <a:pt x="10246" y="1972"/>
                    <a:pt x="10437" y="1471"/>
                    <a:pt x="10540" y="927"/>
                  </a:cubicBezTo>
                  <a:cubicBezTo>
                    <a:pt x="10709" y="1417"/>
                    <a:pt x="11003" y="1809"/>
                    <a:pt x="11330" y="2179"/>
                  </a:cubicBezTo>
                  <a:cubicBezTo>
                    <a:pt x="11869" y="2772"/>
                    <a:pt x="12473" y="3295"/>
                    <a:pt x="13088" y="3807"/>
                  </a:cubicBezTo>
                  <a:cubicBezTo>
                    <a:pt x="13149" y="3856"/>
                    <a:pt x="13239" y="3935"/>
                    <a:pt x="13321" y="3935"/>
                  </a:cubicBezTo>
                  <a:cubicBezTo>
                    <a:pt x="13357" y="3935"/>
                    <a:pt x="13391" y="3921"/>
                    <a:pt x="13420" y="3883"/>
                  </a:cubicBezTo>
                  <a:cubicBezTo>
                    <a:pt x="13523" y="3758"/>
                    <a:pt x="13333" y="3676"/>
                    <a:pt x="13268" y="3573"/>
                  </a:cubicBezTo>
                  <a:cubicBezTo>
                    <a:pt x="12848" y="3181"/>
                    <a:pt x="12429" y="2789"/>
                    <a:pt x="12010" y="2391"/>
                  </a:cubicBezTo>
                  <a:cubicBezTo>
                    <a:pt x="11487" y="1896"/>
                    <a:pt x="11036" y="1352"/>
                    <a:pt x="10714" y="698"/>
                  </a:cubicBezTo>
                  <a:cubicBezTo>
                    <a:pt x="10606" y="480"/>
                    <a:pt x="10464" y="274"/>
                    <a:pt x="10312" y="83"/>
                  </a:cubicBezTo>
                  <a:cubicBezTo>
                    <a:pt x="10261" y="23"/>
                    <a:pt x="10230" y="0"/>
                    <a:pt x="10209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26"/>
            <p:cNvSpPr/>
            <p:nvPr/>
          </p:nvSpPr>
          <p:spPr>
            <a:xfrm>
              <a:off x="2008843" y="451565"/>
              <a:ext cx="369667" cy="165984"/>
            </a:xfrm>
            <a:custGeom>
              <a:rect b="b" l="l" r="r" t="t"/>
              <a:pathLst>
                <a:path extrusionOk="0" h="2897" w="6452">
                  <a:moveTo>
                    <a:pt x="4464" y="1"/>
                  </a:moveTo>
                  <a:lnTo>
                    <a:pt x="4464" y="1"/>
                  </a:lnTo>
                  <a:cubicBezTo>
                    <a:pt x="4508" y="117"/>
                    <a:pt x="4462" y="136"/>
                    <a:pt x="4404" y="136"/>
                  </a:cubicBezTo>
                  <a:cubicBezTo>
                    <a:pt x="4375" y="136"/>
                    <a:pt x="4343" y="131"/>
                    <a:pt x="4317" y="131"/>
                  </a:cubicBezTo>
                  <a:cubicBezTo>
                    <a:pt x="3915" y="142"/>
                    <a:pt x="3512" y="126"/>
                    <a:pt x="3114" y="153"/>
                  </a:cubicBezTo>
                  <a:cubicBezTo>
                    <a:pt x="2913" y="168"/>
                    <a:pt x="2711" y="220"/>
                    <a:pt x="2512" y="220"/>
                  </a:cubicBezTo>
                  <a:cubicBezTo>
                    <a:pt x="2352" y="220"/>
                    <a:pt x="2192" y="186"/>
                    <a:pt x="2036" y="71"/>
                  </a:cubicBezTo>
                  <a:cubicBezTo>
                    <a:pt x="2005" y="49"/>
                    <a:pt x="1970" y="41"/>
                    <a:pt x="1932" y="41"/>
                  </a:cubicBezTo>
                  <a:cubicBezTo>
                    <a:pt x="1858" y="41"/>
                    <a:pt x="1775" y="73"/>
                    <a:pt x="1699" y="99"/>
                  </a:cubicBezTo>
                  <a:cubicBezTo>
                    <a:pt x="1073" y="300"/>
                    <a:pt x="621" y="812"/>
                    <a:pt x="0" y="1019"/>
                  </a:cubicBezTo>
                  <a:cubicBezTo>
                    <a:pt x="44" y="1038"/>
                    <a:pt x="81" y="1052"/>
                    <a:pt x="116" y="1052"/>
                  </a:cubicBezTo>
                  <a:cubicBezTo>
                    <a:pt x="128" y="1052"/>
                    <a:pt x="141" y="1050"/>
                    <a:pt x="153" y="1046"/>
                  </a:cubicBezTo>
                  <a:cubicBezTo>
                    <a:pt x="304" y="999"/>
                    <a:pt x="454" y="982"/>
                    <a:pt x="603" y="982"/>
                  </a:cubicBezTo>
                  <a:cubicBezTo>
                    <a:pt x="837" y="982"/>
                    <a:pt x="1069" y="1023"/>
                    <a:pt x="1302" y="1057"/>
                  </a:cubicBezTo>
                  <a:cubicBezTo>
                    <a:pt x="1470" y="1084"/>
                    <a:pt x="1661" y="1155"/>
                    <a:pt x="1672" y="1329"/>
                  </a:cubicBezTo>
                  <a:cubicBezTo>
                    <a:pt x="1677" y="1514"/>
                    <a:pt x="1470" y="1514"/>
                    <a:pt x="1323" y="1552"/>
                  </a:cubicBezTo>
                  <a:cubicBezTo>
                    <a:pt x="1018" y="1623"/>
                    <a:pt x="719" y="1705"/>
                    <a:pt x="316" y="1808"/>
                  </a:cubicBezTo>
                  <a:cubicBezTo>
                    <a:pt x="648" y="1879"/>
                    <a:pt x="866" y="1955"/>
                    <a:pt x="1051" y="2107"/>
                  </a:cubicBezTo>
                  <a:cubicBezTo>
                    <a:pt x="1438" y="2412"/>
                    <a:pt x="1808" y="2739"/>
                    <a:pt x="2330" y="2793"/>
                  </a:cubicBezTo>
                  <a:cubicBezTo>
                    <a:pt x="2363" y="2799"/>
                    <a:pt x="2390" y="2864"/>
                    <a:pt x="2418" y="2897"/>
                  </a:cubicBezTo>
                  <a:cubicBezTo>
                    <a:pt x="2581" y="2804"/>
                    <a:pt x="2744" y="2706"/>
                    <a:pt x="2913" y="2608"/>
                  </a:cubicBezTo>
                  <a:cubicBezTo>
                    <a:pt x="2946" y="2499"/>
                    <a:pt x="3038" y="2445"/>
                    <a:pt x="3120" y="2385"/>
                  </a:cubicBezTo>
                  <a:cubicBezTo>
                    <a:pt x="3196" y="2336"/>
                    <a:pt x="3305" y="2298"/>
                    <a:pt x="3294" y="2184"/>
                  </a:cubicBezTo>
                  <a:cubicBezTo>
                    <a:pt x="3278" y="2053"/>
                    <a:pt x="3152" y="2042"/>
                    <a:pt x="3060" y="2009"/>
                  </a:cubicBezTo>
                  <a:cubicBezTo>
                    <a:pt x="3011" y="1993"/>
                    <a:pt x="2967" y="1982"/>
                    <a:pt x="2924" y="1960"/>
                  </a:cubicBezTo>
                  <a:cubicBezTo>
                    <a:pt x="2810" y="1911"/>
                    <a:pt x="2733" y="1830"/>
                    <a:pt x="2733" y="1694"/>
                  </a:cubicBezTo>
                  <a:cubicBezTo>
                    <a:pt x="2733" y="1547"/>
                    <a:pt x="2848" y="1492"/>
                    <a:pt x="2957" y="1465"/>
                  </a:cubicBezTo>
                  <a:cubicBezTo>
                    <a:pt x="3109" y="1430"/>
                    <a:pt x="3265" y="1385"/>
                    <a:pt x="3424" y="1385"/>
                  </a:cubicBezTo>
                  <a:cubicBezTo>
                    <a:pt x="3464" y="1385"/>
                    <a:pt x="3504" y="1388"/>
                    <a:pt x="3544" y="1394"/>
                  </a:cubicBezTo>
                  <a:cubicBezTo>
                    <a:pt x="3757" y="1323"/>
                    <a:pt x="3975" y="1253"/>
                    <a:pt x="4187" y="1182"/>
                  </a:cubicBezTo>
                  <a:cubicBezTo>
                    <a:pt x="4312" y="1136"/>
                    <a:pt x="4436" y="1116"/>
                    <a:pt x="4559" y="1116"/>
                  </a:cubicBezTo>
                  <a:cubicBezTo>
                    <a:pt x="4699" y="1116"/>
                    <a:pt x="4837" y="1141"/>
                    <a:pt x="4976" y="1182"/>
                  </a:cubicBezTo>
                  <a:cubicBezTo>
                    <a:pt x="5357" y="1302"/>
                    <a:pt x="5711" y="1481"/>
                    <a:pt x="6070" y="1656"/>
                  </a:cubicBezTo>
                  <a:cubicBezTo>
                    <a:pt x="6133" y="1685"/>
                    <a:pt x="6206" y="1735"/>
                    <a:pt x="6272" y="1735"/>
                  </a:cubicBezTo>
                  <a:cubicBezTo>
                    <a:pt x="6303" y="1735"/>
                    <a:pt x="6333" y="1723"/>
                    <a:pt x="6359" y="1694"/>
                  </a:cubicBezTo>
                  <a:cubicBezTo>
                    <a:pt x="6452" y="1590"/>
                    <a:pt x="6337" y="1492"/>
                    <a:pt x="6266" y="1427"/>
                  </a:cubicBezTo>
                  <a:cubicBezTo>
                    <a:pt x="5918" y="1089"/>
                    <a:pt x="5668" y="681"/>
                    <a:pt x="5325" y="344"/>
                  </a:cubicBezTo>
                  <a:cubicBezTo>
                    <a:pt x="5096" y="77"/>
                    <a:pt x="4748" y="131"/>
                    <a:pt x="4464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26"/>
            <p:cNvSpPr/>
            <p:nvPr/>
          </p:nvSpPr>
          <p:spPr>
            <a:xfrm>
              <a:off x="2906528" y="1947338"/>
              <a:ext cx="927033" cy="498925"/>
            </a:xfrm>
            <a:custGeom>
              <a:rect b="b" l="l" r="r" t="t"/>
              <a:pathLst>
                <a:path extrusionOk="0" h="8708" w="16180">
                  <a:moveTo>
                    <a:pt x="2471" y="1"/>
                  </a:moveTo>
                  <a:cubicBezTo>
                    <a:pt x="1726" y="1"/>
                    <a:pt x="981" y="132"/>
                    <a:pt x="234" y="335"/>
                  </a:cubicBezTo>
                  <a:cubicBezTo>
                    <a:pt x="147" y="357"/>
                    <a:pt x="22" y="368"/>
                    <a:pt x="11" y="471"/>
                  </a:cubicBezTo>
                  <a:cubicBezTo>
                    <a:pt x="0" y="580"/>
                    <a:pt x="98" y="656"/>
                    <a:pt x="191" y="705"/>
                  </a:cubicBezTo>
                  <a:cubicBezTo>
                    <a:pt x="282" y="763"/>
                    <a:pt x="382" y="782"/>
                    <a:pt x="487" y="782"/>
                  </a:cubicBezTo>
                  <a:cubicBezTo>
                    <a:pt x="500" y="782"/>
                    <a:pt x="514" y="782"/>
                    <a:pt x="528" y="781"/>
                  </a:cubicBezTo>
                  <a:cubicBezTo>
                    <a:pt x="801" y="770"/>
                    <a:pt x="1073" y="765"/>
                    <a:pt x="1339" y="760"/>
                  </a:cubicBezTo>
                  <a:cubicBezTo>
                    <a:pt x="1388" y="760"/>
                    <a:pt x="1438" y="754"/>
                    <a:pt x="1486" y="754"/>
                  </a:cubicBezTo>
                  <a:cubicBezTo>
                    <a:pt x="1569" y="754"/>
                    <a:pt x="1645" y="770"/>
                    <a:pt x="1693" y="852"/>
                  </a:cubicBezTo>
                  <a:cubicBezTo>
                    <a:pt x="1938" y="1266"/>
                    <a:pt x="2341" y="1315"/>
                    <a:pt x="2760" y="1348"/>
                  </a:cubicBezTo>
                  <a:cubicBezTo>
                    <a:pt x="2864" y="1358"/>
                    <a:pt x="2984" y="1358"/>
                    <a:pt x="3033" y="1505"/>
                  </a:cubicBezTo>
                  <a:cubicBezTo>
                    <a:pt x="3250" y="2121"/>
                    <a:pt x="3669" y="2572"/>
                    <a:pt x="4257" y="2834"/>
                  </a:cubicBezTo>
                  <a:cubicBezTo>
                    <a:pt x="5014" y="3166"/>
                    <a:pt x="5760" y="3525"/>
                    <a:pt x="6560" y="3754"/>
                  </a:cubicBezTo>
                  <a:cubicBezTo>
                    <a:pt x="6691" y="3607"/>
                    <a:pt x="6555" y="3580"/>
                    <a:pt x="6462" y="3541"/>
                  </a:cubicBezTo>
                  <a:cubicBezTo>
                    <a:pt x="5863" y="3302"/>
                    <a:pt x="5265" y="3073"/>
                    <a:pt x="4666" y="2823"/>
                  </a:cubicBezTo>
                  <a:cubicBezTo>
                    <a:pt x="4110" y="2589"/>
                    <a:pt x="3599" y="2284"/>
                    <a:pt x="3299" y="1723"/>
                  </a:cubicBezTo>
                  <a:cubicBezTo>
                    <a:pt x="3267" y="1658"/>
                    <a:pt x="3218" y="1598"/>
                    <a:pt x="3272" y="1533"/>
                  </a:cubicBezTo>
                  <a:cubicBezTo>
                    <a:pt x="3290" y="1506"/>
                    <a:pt x="3315" y="1498"/>
                    <a:pt x="3342" y="1498"/>
                  </a:cubicBezTo>
                  <a:cubicBezTo>
                    <a:pt x="3372" y="1498"/>
                    <a:pt x="3404" y="1508"/>
                    <a:pt x="3435" y="1516"/>
                  </a:cubicBezTo>
                  <a:cubicBezTo>
                    <a:pt x="3490" y="1533"/>
                    <a:pt x="3544" y="1554"/>
                    <a:pt x="3604" y="1554"/>
                  </a:cubicBezTo>
                  <a:cubicBezTo>
                    <a:pt x="3637" y="1554"/>
                    <a:pt x="3676" y="1560"/>
                    <a:pt x="3714" y="1560"/>
                  </a:cubicBezTo>
                  <a:cubicBezTo>
                    <a:pt x="3763" y="1560"/>
                    <a:pt x="3809" y="1550"/>
                    <a:pt x="3827" y="1500"/>
                  </a:cubicBezTo>
                  <a:cubicBezTo>
                    <a:pt x="3876" y="1375"/>
                    <a:pt x="3746" y="1353"/>
                    <a:pt x="3669" y="1315"/>
                  </a:cubicBezTo>
                  <a:cubicBezTo>
                    <a:pt x="3310" y="1135"/>
                    <a:pt x="2918" y="1054"/>
                    <a:pt x="2526" y="988"/>
                  </a:cubicBezTo>
                  <a:cubicBezTo>
                    <a:pt x="2500" y="991"/>
                    <a:pt x="2475" y="993"/>
                    <a:pt x="2451" y="993"/>
                  </a:cubicBezTo>
                  <a:cubicBezTo>
                    <a:pt x="2252" y="993"/>
                    <a:pt x="2093" y="896"/>
                    <a:pt x="1982" y="727"/>
                  </a:cubicBezTo>
                  <a:cubicBezTo>
                    <a:pt x="1841" y="503"/>
                    <a:pt x="1654" y="421"/>
                    <a:pt x="1441" y="421"/>
                  </a:cubicBezTo>
                  <a:cubicBezTo>
                    <a:pt x="1358" y="421"/>
                    <a:pt x="1271" y="433"/>
                    <a:pt x="1182" y="455"/>
                  </a:cubicBezTo>
                  <a:cubicBezTo>
                    <a:pt x="1076" y="483"/>
                    <a:pt x="973" y="506"/>
                    <a:pt x="860" y="506"/>
                  </a:cubicBezTo>
                  <a:cubicBezTo>
                    <a:pt x="799" y="506"/>
                    <a:pt x="734" y="499"/>
                    <a:pt x="664" y="482"/>
                  </a:cubicBezTo>
                  <a:cubicBezTo>
                    <a:pt x="882" y="286"/>
                    <a:pt x="1127" y="351"/>
                    <a:pt x="1339" y="313"/>
                  </a:cubicBezTo>
                  <a:cubicBezTo>
                    <a:pt x="1777" y="241"/>
                    <a:pt x="2211" y="190"/>
                    <a:pt x="2646" y="190"/>
                  </a:cubicBezTo>
                  <a:cubicBezTo>
                    <a:pt x="3097" y="190"/>
                    <a:pt x="3549" y="245"/>
                    <a:pt x="4007" y="389"/>
                  </a:cubicBezTo>
                  <a:cubicBezTo>
                    <a:pt x="4873" y="667"/>
                    <a:pt x="5673" y="1075"/>
                    <a:pt x="6495" y="1446"/>
                  </a:cubicBezTo>
                  <a:cubicBezTo>
                    <a:pt x="6996" y="1674"/>
                    <a:pt x="7502" y="1897"/>
                    <a:pt x="8008" y="2110"/>
                  </a:cubicBezTo>
                  <a:cubicBezTo>
                    <a:pt x="9173" y="2594"/>
                    <a:pt x="10257" y="3242"/>
                    <a:pt x="11405" y="3754"/>
                  </a:cubicBezTo>
                  <a:cubicBezTo>
                    <a:pt x="12848" y="4402"/>
                    <a:pt x="14008" y="5387"/>
                    <a:pt x="14645" y="6895"/>
                  </a:cubicBezTo>
                  <a:cubicBezTo>
                    <a:pt x="14960" y="7635"/>
                    <a:pt x="15467" y="8234"/>
                    <a:pt x="16120" y="8708"/>
                  </a:cubicBezTo>
                  <a:cubicBezTo>
                    <a:pt x="16180" y="8517"/>
                    <a:pt x="16022" y="8441"/>
                    <a:pt x="15924" y="8343"/>
                  </a:cubicBezTo>
                  <a:cubicBezTo>
                    <a:pt x="15439" y="7880"/>
                    <a:pt x="15075" y="7341"/>
                    <a:pt x="14781" y="6742"/>
                  </a:cubicBezTo>
                  <a:cubicBezTo>
                    <a:pt x="14530" y="6247"/>
                    <a:pt x="14296" y="5746"/>
                    <a:pt x="13991" y="5284"/>
                  </a:cubicBezTo>
                  <a:cubicBezTo>
                    <a:pt x="13583" y="4674"/>
                    <a:pt x="12930" y="4336"/>
                    <a:pt x="12331" y="3950"/>
                  </a:cubicBezTo>
                  <a:cubicBezTo>
                    <a:pt x="11503" y="3416"/>
                    <a:pt x="10556" y="3122"/>
                    <a:pt x="9712" y="2632"/>
                  </a:cubicBezTo>
                  <a:cubicBezTo>
                    <a:pt x="8928" y="2175"/>
                    <a:pt x="8095" y="1816"/>
                    <a:pt x="7257" y="1473"/>
                  </a:cubicBezTo>
                  <a:cubicBezTo>
                    <a:pt x="6538" y="1184"/>
                    <a:pt x="5809" y="923"/>
                    <a:pt x="5145" y="504"/>
                  </a:cubicBezTo>
                  <a:cubicBezTo>
                    <a:pt x="4889" y="444"/>
                    <a:pt x="4622" y="411"/>
                    <a:pt x="4377" y="324"/>
                  </a:cubicBezTo>
                  <a:cubicBezTo>
                    <a:pt x="3741" y="96"/>
                    <a:pt x="3106" y="1"/>
                    <a:pt x="2471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26"/>
            <p:cNvSpPr/>
            <p:nvPr/>
          </p:nvSpPr>
          <p:spPr>
            <a:xfrm>
              <a:off x="2529418" y="3067492"/>
              <a:ext cx="292606" cy="842294"/>
            </a:xfrm>
            <a:custGeom>
              <a:rect b="b" l="l" r="r" t="t"/>
              <a:pathLst>
                <a:path extrusionOk="0" h="14701" w="5107">
                  <a:moveTo>
                    <a:pt x="54" y="0"/>
                  </a:moveTo>
                  <a:cubicBezTo>
                    <a:pt x="0" y="0"/>
                    <a:pt x="3" y="63"/>
                    <a:pt x="39" y="197"/>
                  </a:cubicBezTo>
                  <a:cubicBezTo>
                    <a:pt x="284" y="1079"/>
                    <a:pt x="387" y="1977"/>
                    <a:pt x="327" y="2892"/>
                  </a:cubicBezTo>
                  <a:cubicBezTo>
                    <a:pt x="327" y="2963"/>
                    <a:pt x="333" y="3033"/>
                    <a:pt x="333" y="3104"/>
                  </a:cubicBezTo>
                  <a:cubicBezTo>
                    <a:pt x="338" y="3997"/>
                    <a:pt x="431" y="4884"/>
                    <a:pt x="224" y="5783"/>
                  </a:cubicBezTo>
                  <a:cubicBezTo>
                    <a:pt x="104" y="6284"/>
                    <a:pt x="158" y="6822"/>
                    <a:pt x="147" y="7345"/>
                  </a:cubicBezTo>
                  <a:cubicBezTo>
                    <a:pt x="147" y="7487"/>
                    <a:pt x="186" y="7639"/>
                    <a:pt x="338" y="7694"/>
                  </a:cubicBezTo>
                  <a:cubicBezTo>
                    <a:pt x="365" y="7703"/>
                    <a:pt x="389" y="7708"/>
                    <a:pt x="412" y="7708"/>
                  </a:cubicBezTo>
                  <a:cubicBezTo>
                    <a:pt x="527" y="7708"/>
                    <a:pt x="594" y="7592"/>
                    <a:pt x="675" y="7492"/>
                  </a:cubicBezTo>
                  <a:cubicBezTo>
                    <a:pt x="801" y="7977"/>
                    <a:pt x="882" y="8439"/>
                    <a:pt x="1116" y="8853"/>
                  </a:cubicBezTo>
                  <a:cubicBezTo>
                    <a:pt x="1193" y="8986"/>
                    <a:pt x="1265" y="9100"/>
                    <a:pt x="1363" y="9100"/>
                  </a:cubicBezTo>
                  <a:cubicBezTo>
                    <a:pt x="1426" y="9100"/>
                    <a:pt x="1499" y="9054"/>
                    <a:pt x="1590" y="8935"/>
                  </a:cubicBezTo>
                  <a:cubicBezTo>
                    <a:pt x="1737" y="9452"/>
                    <a:pt x="1906" y="9909"/>
                    <a:pt x="2118" y="10356"/>
                  </a:cubicBezTo>
                  <a:cubicBezTo>
                    <a:pt x="2200" y="10524"/>
                    <a:pt x="2281" y="10715"/>
                    <a:pt x="2483" y="10758"/>
                  </a:cubicBezTo>
                  <a:cubicBezTo>
                    <a:pt x="2504" y="10763"/>
                    <a:pt x="2523" y="10766"/>
                    <a:pt x="2540" y="10766"/>
                  </a:cubicBezTo>
                  <a:cubicBezTo>
                    <a:pt x="2715" y="10766"/>
                    <a:pt x="2712" y="10531"/>
                    <a:pt x="2831" y="10426"/>
                  </a:cubicBezTo>
                  <a:cubicBezTo>
                    <a:pt x="3136" y="10889"/>
                    <a:pt x="3403" y="11346"/>
                    <a:pt x="3719" y="11766"/>
                  </a:cubicBezTo>
                  <a:cubicBezTo>
                    <a:pt x="4377" y="12637"/>
                    <a:pt x="4650" y="13644"/>
                    <a:pt x="4807" y="14700"/>
                  </a:cubicBezTo>
                  <a:cubicBezTo>
                    <a:pt x="4814" y="14700"/>
                    <a:pt x="4820" y="14701"/>
                    <a:pt x="4826" y="14701"/>
                  </a:cubicBezTo>
                  <a:cubicBezTo>
                    <a:pt x="4968" y="14701"/>
                    <a:pt x="5000" y="14581"/>
                    <a:pt x="5036" y="14477"/>
                  </a:cubicBezTo>
                  <a:cubicBezTo>
                    <a:pt x="5101" y="14275"/>
                    <a:pt x="5107" y="14063"/>
                    <a:pt x="5069" y="13851"/>
                  </a:cubicBezTo>
                  <a:cubicBezTo>
                    <a:pt x="4949" y="13181"/>
                    <a:pt x="4688" y="12571"/>
                    <a:pt x="4296" y="12016"/>
                  </a:cubicBezTo>
                  <a:cubicBezTo>
                    <a:pt x="4165" y="11836"/>
                    <a:pt x="4056" y="11640"/>
                    <a:pt x="3942" y="11450"/>
                  </a:cubicBezTo>
                  <a:cubicBezTo>
                    <a:pt x="3681" y="11031"/>
                    <a:pt x="3452" y="10590"/>
                    <a:pt x="3142" y="10209"/>
                  </a:cubicBezTo>
                  <a:cubicBezTo>
                    <a:pt x="3044" y="10087"/>
                    <a:pt x="2938" y="9956"/>
                    <a:pt x="2784" y="9956"/>
                  </a:cubicBezTo>
                  <a:cubicBezTo>
                    <a:pt x="2731" y="9956"/>
                    <a:pt x="2673" y="9971"/>
                    <a:pt x="2608" y="10007"/>
                  </a:cubicBezTo>
                  <a:cubicBezTo>
                    <a:pt x="2569" y="10029"/>
                    <a:pt x="2537" y="10038"/>
                    <a:pt x="2510" y="10038"/>
                  </a:cubicBezTo>
                  <a:cubicBezTo>
                    <a:pt x="2426" y="10038"/>
                    <a:pt x="2389" y="9952"/>
                    <a:pt x="2352" y="9866"/>
                  </a:cubicBezTo>
                  <a:cubicBezTo>
                    <a:pt x="2173" y="9419"/>
                    <a:pt x="2004" y="8967"/>
                    <a:pt x="1922" y="8488"/>
                  </a:cubicBezTo>
                  <a:cubicBezTo>
                    <a:pt x="1895" y="8336"/>
                    <a:pt x="1884" y="8173"/>
                    <a:pt x="1715" y="8102"/>
                  </a:cubicBezTo>
                  <a:cubicBezTo>
                    <a:pt x="1674" y="8085"/>
                    <a:pt x="1634" y="8078"/>
                    <a:pt x="1596" y="8078"/>
                  </a:cubicBezTo>
                  <a:cubicBezTo>
                    <a:pt x="1471" y="8078"/>
                    <a:pt x="1368" y="8161"/>
                    <a:pt x="1280" y="8287"/>
                  </a:cubicBezTo>
                  <a:cubicBezTo>
                    <a:pt x="1171" y="7906"/>
                    <a:pt x="1111" y="7563"/>
                    <a:pt x="1057" y="7209"/>
                  </a:cubicBezTo>
                  <a:cubicBezTo>
                    <a:pt x="1013" y="6959"/>
                    <a:pt x="969" y="6686"/>
                    <a:pt x="659" y="6610"/>
                  </a:cubicBezTo>
                  <a:cubicBezTo>
                    <a:pt x="539" y="6577"/>
                    <a:pt x="583" y="6512"/>
                    <a:pt x="594" y="6452"/>
                  </a:cubicBezTo>
                  <a:cubicBezTo>
                    <a:pt x="730" y="5875"/>
                    <a:pt x="714" y="5287"/>
                    <a:pt x="757" y="4699"/>
                  </a:cubicBezTo>
                  <a:cubicBezTo>
                    <a:pt x="812" y="3926"/>
                    <a:pt x="888" y="3153"/>
                    <a:pt x="855" y="2380"/>
                  </a:cubicBezTo>
                  <a:cubicBezTo>
                    <a:pt x="822" y="1743"/>
                    <a:pt x="757" y="1112"/>
                    <a:pt x="550" y="502"/>
                  </a:cubicBezTo>
                  <a:cubicBezTo>
                    <a:pt x="485" y="311"/>
                    <a:pt x="420" y="121"/>
                    <a:pt x="196" y="56"/>
                  </a:cubicBezTo>
                  <a:cubicBezTo>
                    <a:pt x="129" y="19"/>
                    <a:pt x="83" y="0"/>
                    <a:pt x="54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26"/>
            <p:cNvSpPr/>
            <p:nvPr/>
          </p:nvSpPr>
          <p:spPr>
            <a:xfrm>
              <a:off x="369487" y="3609436"/>
              <a:ext cx="782936" cy="162603"/>
            </a:xfrm>
            <a:custGeom>
              <a:rect b="b" l="l" r="r" t="t"/>
              <a:pathLst>
                <a:path extrusionOk="0" h="2838" w="13665">
                  <a:moveTo>
                    <a:pt x="76" y="1"/>
                  </a:moveTo>
                  <a:cubicBezTo>
                    <a:pt x="0" y="1"/>
                    <a:pt x="64" y="114"/>
                    <a:pt x="32" y="151"/>
                  </a:cubicBezTo>
                  <a:cubicBezTo>
                    <a:pt x="98" y="396"/>
                    <a:pt x="261" y="592"/>
                    <a:pt x="392" y="804"/>
                  </a:cubicBezTo>
                  <a:cubicBezTo>
                    <a:pt x="446" y="891"/>
                    <a:pt x="582" y="978"/>
                    <a:pt x="675" y="978"/>
                  </a:cubicBezTo>
                  <a:cubicBezTo>
                    <a:pt x="1274" y="984"/>
                    <a:pt x="1823" y="1218"/>
                    <a:pt x="2395" y="1343"/>
                  </a:cubicBezTo>
                  <a:cubicBezTo>
                    <a:pt x="3076" y="1501"/>
                    <a:pt x="3789" y="1534"/>
                    <a:pt x="4447" y="1811"/>
                  </a:cubicBezTo>
                  <a:cubicBezTo>
                    <a:pt x="4909" y="2007"/>
                    <a:pt x="5384" y="2095"/>
                    <a:pt x="5868" y="2095"/>
                  </a:cubicBezTo>
                  <a:cubicBezTo>
                    <a:pt x="6070" y="2095"/>
                    <a:pt x="6273" y="2080"/>
                    <a:pt x="6478" y="2051"/>
                  </a:cubicBezTo>
                  <a:cubicBezTo>
                    <a:pt x="6897" y="1991"/>
                    <a:pt x="7315" y="1976"/>
                    <a:pt x="7732" y="1976"/>
                  </a:cubicBezTo>
                  <a:cubicBezTo>
                    <a:pt x="8112" y="1976"/>
                    <a:pt x="8492" y="1988"/>
                    <a:pt x="8873" y="1991"/>
                  </a:cubicBezTo>
                  <a:cubicBezTo>
                    <a:pt x="9023" y="1990"/>
                    <a:pt x="9172" y="1989"/>
                    <a:pt x="9321" y="1989"/>
                  </a:cubicBezTo>
                  <a:cubicBezTo>
                    <a:pt x="10598" y="1989"/>
                    <a:pt x="11874" y="2038"/>
                    <a:pt x="13142" y="2252"/>
                  </a:cubicBezTo>
                  <a:cubicBezTo>
                    <a:pt x="12377" y="2475"/>
                    <a:pt x="11614" y="2698"/>
                    <a:pt x="10815" y="2698"/>
                  </a:cubicBezTo>
                  <a:cubicBezTo>
                    <a:pt x="10442" y="2698"/>
                    <a:pt x="10061" y="2649"/>
                    <a:pt x="9668" y="2530"/>
                  </a:cubicBezTo>
                  <a:lnTo>
                    <a:pt x="9668" y="2530"/>
                  </a:lnTo>
                  <a:cubicBezTo>
                    <a:pt x="9739" y="2601"/>
                    <a:pt x="9745" y="2611"/>
                    <a:pt x="9755" y="2617"/>
                  </a:cubicBezTo>
                  <a:cubicBezTo>
                    <a:pt x="10180" y="2779"/>
                    <a:pt x="10603" y="2837"/>
                    <a:pt x="11025" y="2837"/>
                  </a:cubicBezTo>
                  <a:cubicBezTo>
                    <a:pt x="11734" y="2837"/>
                    <a:pt x="12440" y="2674"/>
                    <a:pt x="13147" y="2568"/>
                  </a:cubicBezTo>
                  <a:cubicBezTo>
                    <a:pt x="13245" y="2552"/>
                    <a:pt x="13343" y="2486"/>
                    <a:pt x="13425" y="2421"/>
                  </a:cubicBezTo>
                  <a:cubicBezTo>
                    <a:pt x="13539" y="2334"/>
                    <a:pt x="13664" y="2230"/>
                    <a:pt x="13637" y="2078"/>
                  </a:cubicBezTo>
                  <a:cubicBezTo>
                    <a:pt x="13610" y="1926"/>
                    <a:pt x="13452" y="1926"/>
                    <a:pt x="13327" y="1898"/>
                  </a:cubicBezTo>
                  <a:cubicBezTo>
                    <a:pt x="12156" y="1648"/>
                    <a:pt x="10969" y="1632"/>
                    <a:pt x="9788" y="1632"/>
                  </a:cubicBezTo>
                  <a:cubicBezTo>
                    <a:pt x="9694" y="1632"/>
                    <a:pt x="9598" y="1634"/>
                    <a:pt x="9503" y="1634"/>
                  </a:cubicBezTo>
                  <a:cubicBezTo>
                    <a:pt x="9384" y="1634"/>
                    <a:pt x="9266" y="1630"/>
                    <a:pt x="9151" y="1615"/>
                  </a:cubicBezTo>
                  <a:cubicBezTo>
                    <a:pt x="8839" y="1570"/>
                    <a:pt x="8526" y="1553"/>
                    <a:pt x="8214" y="1553"/>
                  </a:cubicBezTo>
                  <a:cubicBezTo>
                    <a:pt x="7623" y="1553"/>
                    <a:pt x="7033" y="1614"/>
                    <a:pt x="6445" y="1664"/>
                  </a:cubicBezTo>
                  <a:cubicBezTo>
                    <a:pt x="6194" y="1686"/>
                    <a:pt x="5944" y="1702"/>
                    <a:pt x="5696" y="1702"/>
                  </a:cubicBezTo>
                  <a:cubicBezTo>
                    <a:pt x="5328" y="1702"/>
                    <a:pt x="4962" y="1667"/>
                    <a:pt x="4594" y="1566"/>
                  </a:cubicBezTo>
                  <a:cubicBezTo>
                    <a:pt x="3762" y="1343"/>
                    <a:pt x="2918" y="1142"/>
                    <a:pt x="2068" y="984"/>
                  </a:cubicBezTo>
                  <a:cubicBezTo>
                    <a:pt x="1393" y="859"/>
                    <a:pt x="642" y="831"/>
                    <a:pt x="234" y="113"/>
                  </a:cubicBezTo>
                  <a:cubicBezTo>
                    <a:pt x="212" y="69"/>
                    <a:pt x="174" y="31"/>
                    <a:pt x="136" y="15"/>
                  </a:cubicBezTo>
                  <a:cubicBezTo>
                    <a:pt x="110" y="5"/>
                    <a:pt x="90" y="1"/>
                    <a:pt x="76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26"/>
            <p:cNvSpPr/>
            <p:nvPr/>
          </p:nvSpPr>
          <p:spPr>
            <a:xfrm>
              <a:off x="708152" y="3807043"/>
              <a:ext cx="483570" cy="378720"/>
            </a:xfrm>
            <a:custGeom>
              <a:rect b="b" l="l" r="r" t="t"/>
              <a:pathLst>
                <a:path extrusionOk="0" h="6610" w="8440">
                  <a:moveTo>
                    <a:pt x="2679" y="1"/>
                  </a:moveTo>
                  <a:lnTo>
                    <a:pt x="2679" y="1"/>
                  </a:lnTo>
                  <a:cubicBezTo>
                    <a:pt x="2260" y="1030"/>
                    <a:pt x="2717" y="2266"/>
                    <a:pt x="3333" y="2696"/>
                  </a:cubicBezTo>
                  <a:cubicBezTo>
                    <a:pt x="3148" y="3055"/>
                    <a:pt x="2799" y="3251"/>
                    <a:pt x="2532" y="3529"/>
                  </a:cubicBezTo>
                  <a:cubicBezTo>
                    <a:pt x="2353" y="3719"/>
                    <a:pt x="2255" y="3915"/>
                    <a:pt x="2369" y="4165"/>
                  </a:cubicBezTo>
                  <a:cubicBezTo>
                    <a:pt x="2500" y="4465"/>
                    <a:pt x="2701" y="4688"/>
                    <a:pt x="3039" y="4781"/>
                  </a:cubicBezTo>
                  <a:cubicBezTo>
                    <a:pt x="3214" y="4833"/>
                    <a:pt x="3390" y="4855"/>
                    <a:pt x="3564" y="4855"/>
                  </a:cubicBezTo>
                  <a:cubicBezTo>
                    <a:pt x="3859" y="4855"/>
                    <a:pt x="4149" y="4792"/>
                    <a:pt x="4427" y="4710"/>
                  </a:cubicBezTo>
                  <a:cubicBezTo>
                    <a:pt x="5200" y="4487"/>
                    <a:pt x="5989" y="4503"/>
                    <a:pt x="6795" y="4421"/>
                  </a:cubicBezTo>
                  <a:lnTo>
                    <a:pt x="6795" y="4421"/>
                  </a:lnTo>
                  <a:cubicBezTo>
                    <a:pt x="6136" y="5064"/>
                    <a:pt x="5287" y="5271"/>
                    <a:pt x="4476" y="5543"/>
                  </a:cubicBezTo>
                  <a:cubicBezTo>
                    <a:pt x="4199" y="5634"/>
                    <a:pt x="3919" y="5685"/>
                    <a:pt x="3630" y="5685"/>
                  </a:cubicBezTo>
                  <a:cubicBezTo>
                    <a:pt x="3521" y="5685"/>
                    <a:pt x="3411" y="5677"/>
                    <a:pt x="3300" y="5663"/>
                  </a:cubicBezTo>
                  <a:cubicBezTo>
                    <a:pt x="3122" y="5639"/>
                    <a:pt x="2936" y="5614"/>
                    <a:pt x="2754" y="5614"/>
                  </a:cubicBezTo>
                  <a:cubicBezTo>
                    <a:pt x="2557" y="5614"/>
                    <a:pt x="2364" y="5643"/>
                    <a:pt x="2189" y="5733"/>
                  </a:cubicBezTo>
                  <a:cubicBezTo>
                    <a:pt x="1612" y="6033"/>
                    <a:pt x="1052" y="6343"/>
                    <a:pt x="393" y="6398"/>
                  </a:cubicBezTo>
                  <a:cubicBezTo>
                    <a:pt x="257" y="6408"/>
                    <a:pt x="132" y="6495"/>
                    <a:pt x="1" y="6550"/>
                  </a:cubicBezTo>
                  <a:cubicBezTo>
                    <a:pt x="60" y="6599"/>
                    <a:pt x="127" y="6610"/>
                    <a:pt x="194" y="6610"/>
                  </a:cubicBezTo>
                  <a:cubicBezTo>
                    <a:pt x="231" y="6610"/>
                    <a:pt x="269" y="6606"/>
                    <a:pt x="306" y="6604"/>
                  </a:cubicBezTo>
                  <a:cubicBezTo>
                    <a:pt x="507" y="6592"/>
                    <a:pt x="718" y="6542"/>
                    <a:pt x="918" y="6542"/>
                  </a:cubicBezTo>
                  <a:cubicBezTo>
                    <a:pt x="982" y="6542"/>
                    <a:pt x="1045" y="6548"/>
                    <a:pt x="1106" y="6561"/>
                  </a:cubicBezTo>
                  <a:cubicBezTo>
                    <a:pt x="1161" y="6571"/>
                    <a:pt x="1211" y="6576"/>
                    <a:pt x="1258" y="6576"/>
                  </a:cubicBezTo>
                  <a:cubicBezTo>
                    <a:pt x="1438" y="6576"/>
                    <a:pt x="1563" y="6501"/>
                    <a:pt x="1689" y="6354"/>
                  </a:cubicBezTo>
                  <a:cubicBezTo>
                    <a:pt x="1933" y="6077"/>
                    <a:pt x="2246" y="5962"/>
                    <a:pt x="2610" y="5962"/>
                  </a:cubicBezTo>
                  <a:cubicBezTo>
                    <a:pt x="2619" y="5962"/>
                    <a:pt x="2627" y="5962"/>
                    <a:pt x="2636" y="5962"/>
                  </a:cubicBezTo>
                  <a:cubicBezTo>
                    <a:pt x="2850" y="5966"/>
                    <a:pt x="3069" y="5981"/>
                    <a:pt x="3288" y="5981"/>
                  </a:cubicBezTo>
                  <a:cubicBezTo>
                    <a:pt x="3341" y="5981"/>
                    <a:pt x="3394" y="5980"/>
                    <a:pt x="3447" y="5978"/>
                  </a:cubicBezTo>
                  <a:cubicBezTo>
                    <a:pt x="4514" y="5940"/>
                    <a:pt x="5499" y="5597"/>
                    <a:pt x="6392" y="5042"/>
                  </a:cubicBezTo>
                  <a:cubicBezTo>
                    <a:pt x="7105" y="4601"/>
                    <a:pt x="7797" y="4133"/>
                    <a:pt x="8439" y="3550"/>
                  </a:cubicBezTo>
                  <a:cubicBezTo>
                    <a:pt x="8387" y="3535"/>
                    <a:pt x="8337" y="3528"/>
                    <a:pt x="8290" y="3528"/>
                  </a:cubicBezTo>
                  <a:cubicBezTo>
                    <a:pt x="8069" y="3528"/>
                    <a:pt x="7892" y="3672"/>
                    <a:pt x="7704" y="3757"/>
                  </a:cubicBezTo>
                  <a:cubicBezTo>
                    <a:pt x="7199" y="3997"/>
                    <a:pt x="6704" y="4289"/>
                    <a:pt x="6128" y="4289"/>
                  </a:cubicBezTo>
                  <a:cubicBezTo>
                    <a:pt x="6089" y="4289"/>
                    <a:pt x="6050" y="4288"/>
                    <a:pt x="6011" y="4285"/>
                  </a:cubicBezTo>
                  <a:cubicBezTo>
                    <a:pt x="5924" y="4279"/>
                    <a:pt x="5837" y="4276"/>
                    <a:pt x="5750" y="4276"/>
                  </a:cubicBezTo>
                  <a:cubicBezTo>
                    <a:pt x="5308" y="4276"/>
                    <a:pt x="4876" y="4351"/>
                    <a:pt x="4443" y="4438"/>
                  </a:cubicBezTo>
                  <a:cubicBezTo>
                    <a:pt x="4166" y="4496"/>
                    <a:pt x="3882" y="4567"/>
                    <a:pt x="3595" y="4567"/>
                  </a:cubicBezTo>
                  <a:cubicBezTo>
                    <a:pt x="3427" y="4567"/>
                    <a:pt x="3257" y="4542"/>
                    <a:pt x="3088" y="4476"/>
                  </a:cubicBezTo>
                  <a:cubicBezTo>
                    <a:pt x="2598" y="4280"/>
                    <a:pt x="2516" y="3899"/>
                    <a:pt x="2924" y="3583"/>
                  </a:cubicBezTo>
                  <a:cubicBezTo>
                    <a:pt x="3186" y="3382"/>
                    <a:pt x="3409" y="3142"/>
                    <a:pt x="3605" y="2881"/>
                  </a:cubicBezTo>
                  <a:cubicBezTo>
                    <a:pt x="3921" y="2472"/>
                    <a:pt x="3899" y="2396"/>
                    <a:pt x="3403" y="2304"/>
                  </a:cubicBezTo>
                  <a:cubicBezTo>
                    <a:pt x="3235" y="2276"/>
                    <a:pt x="3115" y="2206"/>
                    <a:pt x="3131" y="2048"/>
                  </a:cubicBezTo>
                  <a:cubicBezTo>
                    <a:pt x="3158" y="1754"/>
                    <a:pt x="3001" y="1563"/>
                    <a:pt x="2821" y="1373"/>
                  </a:cubicBezTo>
                  <a:cubicBezTo>
                    <a:pt x="2679" y="921"/>
                    <a:pt x="2690" y="458"/>
                    <a:pt x="2679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26"/>
            <p:cNvSpPr/>
            <p:nvPr/>
          </p:nvSpPr>
          <p:spPr>
            <a:xfrm>
              <a:off x="3124245" y="1674447"/>
              <a:ext cx="647892" cy="309565"/>
            </a:xfrm>
            <a:custGeom>
              <a:rect b="b" l="l" r="r" t="t"/>
              <a:pathLst>
                <a:path extrusionOk="0" h="5403" w="11308">
                  <a:moveTo>
                    <a:pt x="2288" y="0"/>
                  </a:moveTo>
                  <a:cubicBezTo>
                    <a:pt x="2189" y="0"/>
                    <a:pt x="2083" y="19"/>
                    <a:pt x="1987" y="40"/>
                  </a:cubicBezTo>
                  <a:cubicBezTo>
                    <a:pt x="1100" y="247"/>
                    <a:pt x="588" y="928"/>
                    <a:pt x="76" y="1603"/>
                  </a:cubicBezTo>
                  <a:cubicBezTo>
                    <a:pt x="49" y="1641"/>
                    <a:pt x="33" y="1685"/>
                    <a:pt x="22" y="1728"/>
                  </a:cubicBezTo>
                  <a:cubicBezTo>
                    <a:pt x="0" y="1799"/>
                    <a:pt x="6" y="1875"/>
                    <a:pt x="76" y="1913"/>
                  </a:cubicBezTo>
                  <a:cubicBezTo>
                    <a:pt x="100" y="1927"/>
                    <a:pt x="124" y="1933"/>
                    <a:pt x="146" y="1933"/>
                  </a:cubicBezTo>
                  <a:cubicBezTo>
                    <a:pt x="194" y="1933"/>
                    <a:pt x="235" y="1904"/>
                    <a:pt x="261" y="1859"/>
                  </a:cubicBezTo>
                  <a:cubicBezTo>
                    <a:pt x="566" y="1320"/>
                    <a:pt x="1122" y="1211"/>
                    <a:pt x="1650" y="1075"/>
                  </a:cubicBezTo>
                  <a:cubicBezTo>
                    <a:pt x="1886" y="1013"/>
                    <a:pt x="2039" y="975"/>
                    <a:pt x="2155" y="975"/>
                  </a:cubicBezTo>
                  <a:cubicBezTo>
                    <a:pt x="2376" y="975"/>
                    <a:pt x="2455" y="1118"/>
                    <a:pt x="2706" y="1516"/>
                  </a:cubicBezTo>
                  <a:cubicBezTo>
                    <a:pt x="2894" y="1813"/>
                    <a:pt x="3021" y="2220"/>
                    <a:pt x="3472" y="2220"/>
                  </a:cubicBezTo>
                  <a:cubicBezTo>
                    <a:pt x="3492" y="2220"/>
                    <a:pt x="3512" y="2220"/>
                    <a:pt x="3533" y="2218"/>
                  </a:cubicBezTo>
                  <a:cubicBezTo>
                    <a:pt x="3702" y="2131"/>
                    <a:pt x="3653" y="2077"/>
                    <a:pt x="3517" y="1989"/>
                  </a:cubicBezTo>
                  <a:cubicBezTo>
                    <a:pt x="3299" y="1837"/>
                    <a:pt x="3103" y="1652"/>
                    <a:pt x="3038" y="1374"/>
                  </a:cubicBezTo>
                  <a:cubicBezTo>
                    <a:pt x="3000" y="1331"/>
                    <a:pt x="2951" y="1293"/>
                    <a:pt x="2918" y="1244"/>
                  </a:cubicBezTo>
                  <a:cubicBezTo>
                    <a:pt x="2690" y="900"/>
                    <a:pt x="2418" y="726"/>
                    <a:pt x="2101" y="726"/>
                  </a:cubicBezTo>
                  <a:cubicBezTo>
                    <a:pt x="1971" y="726"/>
                    <a:pt x="1833" y="755"/>
                    <a:pt x="1688" y="814"/>
                  </a:cubicBezTo>
                  <a:cubicBezTo>
                    <a:pt x="1556" y="866"/>
                    <a:pt x="1417" y="908"/>
                    <a:pt x="1263" y="908"/>
                  </a:cubicBezTo>
                  <a:cubicBezTo>
                    <a:pt x="1226" y="908"/>
                    <a:pt x="1188" y="906"/>
                    <a:pt x="1149" y="901"/>
                  </a:cubicBezTo>
                  <a:cubicBezTo>
                    <a:pt x="1368" y="563"/>
                    <a:pt x="1735" y="379"/>
                    <a:pt x="2172" y="379"/>
                  </a:cubicBezTo>
                  <a:cubicBezTo>
                    <a:pt x="2257" y="379"/>
                    <a:pt x="2344" y="386"/>
                    <a:pt x="2434" y="400"/>
                  </a:cubicBezTo>
                  <a:cubicBezTo>
                    <a:pt x="3631" y="601"/>
                    <a:pt x="4851" y="688"/>
                    <a:pt x="5999" y="1151"/>
                  </a:cubicBezTo>
                  <a:cubicBezTo>
                    <a:pt x="6691" y="1434"/>
                    <a:pt x="7464" y="1538"/>
                    <a:pt x="8008" y="2109"/>
                  </a:cubicBezTo>
                  <a:cubicBezTo>
                    <a:pt x="8384" y="2496"/>
                    <a:pt x="8743" y="2904"/>
                    <a:pt x="9086" y="3323"/>
                  </a:cubicBezTo>
                  <a:cubicBezTo>
                    <a:pt x="9680" y="4053"/>
                    <a:pt x="10262" y="4788"/>
                    <a:pt x="11035" y="5343"/>
                  </a:cubicBezTo>
                  <a:cubicBezTo>
                    <a:pt x="11090" y="5354"/>
                    <a:pt x="11144" y="5365"/>
                    <a:pt x="11307" y="5403"/>
                  </a:cubicBezTo>
                  <a:cubicBezTo>
                    <a:pt x="10164" y="4314"/>
                    <a:pt x="9342" y="3084"/>
                    <a:pt x="8357" y="1995"/>
                  </a:cubicBezTo>
                  <a:cubicBezTo>
                    <a:pt x="8221" y="1815"/>
                    <a:pt x="8030" y="1701"/>
                    <a:pt x="7845" y="1570"/>
                  </a:cubicBezTo>
                  <a:cubicBezTo>
                    <a:pt x="6963" y="939"/>
                    <a:pt x="5891" y="786"/>
                    <a:pt x="4894" y="465"/>
                  </a:cubicBezTo>
                  <a:cubicBezTo>
                    <a:pt x="4105" y="209"/>
                    <a:pt x="3245" y="258"/>
                    <a:pt x="2439" y="19"/>
                  </a:cubicBezTo>
                  <a:cubicBezTo>
                    <a:pt x="2392" y="5"/>
                    <a:pt x="2341" y="0"/>
                    <a:pt x="2288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26"/>
            <p:cNvSpPr/>
            <p:nvPr/>
          </p:nvSpPr>
          <p:spPr>
            <a:xfrm>
              <a:off x="1539433" y="2292420"/>
              <a:ext cx="526541" cy="303606"/>
            </a:xfrm>
            <a:custGeom>
              <a:rect b="b" l="l" r="r" t="t"/>
              <a:pathLst>
                <a:path extrusionOk="0" h="5299" w="9190">
                  <a:moveTo>
                    <a:pt x="1054" y="0"/>
                  </a:moveTo>
                  <a:cubicBezTo>
                    <a:pt x="976" y="0"/>
                    <a:pt x="921" y="83"/>
                    <a:pt x="866" y="142"/>
                  </a:cubicBezTo>
                  <a:cubicBezTo>
                    <a:pt x="811" y="208"/>
                    <a:pt x="762" y="268"/>
                    <a:pt x="713" y="338"/>
                  </a:cubicBezTo>
                  <a:cubicBezTo>
                    <a:pt x="125" y="1117"/>
                    <a:pt x="0" y="2021"/>
                    <a:pt x="6" y="2962"/>
                  </a:cubicBezTo>
                  <a:cubicBezTo>
                    <a:pt x="41" y="2962"/>
                    <a:pt x="56" y="3050"/>
                    <a:pt x="89" y="3050"/>
                  </a:cubicBezTo>
                  <a:cubicBezTo>
                    <a:pt x="101" y="3050"/>
                    <a:pt x="117" y="3037"/>
                    <a:pt x="136" y="3001"/>
                  </a:cubicBezTo>
                  <a:cubicBezTo>
                    <a:pt x="207" y="2859"/>
                    <a:pt x="202" y="2701"/>
                    <a:pt x="207" y="2549"/>
                  </a:cubicBezTo>
                  <a:cubicBezTo>
                    <a:pt x="223" y="2075"/>
                    <a:pt x="343" y="1629"/>
                    <a:pt x="490" y="1248"/>
                  </a:cubicBezTo>
                  <a:cubicBezTo>
                    <a:pt x="898" y="2091"/>
                    <a:pt x="893" y="3093"/>
                    <a:pt x="1258" y="3986"/>
                  </a:cubicBezTo>
                  <a:cubicBezTo>
                    <a:pt x="1410" y="3730"/>
                    <a:pt x="1258" y="3485"/>
                    <a:pt x="1290" y="3180"/>
                  </a:cubicBezTo>
                  <a:lnTo>
                    <a:pt x="1290" y="3180"/>
                  </a:lnTo>
                  <a:cubicBezTo>
                    <a:pt x="1448" y="3316"/>
                    <a:pt x="1606" y="3398"/>
                    <a:pt x="1682" y="3529"/>
                  </a:cubicBezTo>
                  <a:cubicBezTo>
                    <a:pt x="1922" y="3937"/>
                    <a:pt x="2276" y="4225"/>
                    <a:pt x="2641" y="4508"/>
                  </a:cubicBezTo>
                  <a:cubicBezTo>
                    <a:pt x="2756" y="4598"/>
                    <a:pt x="2878" y="4674"/>
                    <a:pt x="3011" y="4674"/>
                  </a:cubicBezTo>
                  <a:cubicBezTo>
                    <a:pt x="3048" y="4674"/>
                    <a:pt x="3086" y="4668"/>
                    <a:pt x="3125" y="4655"/>
                  </a:cubicBezTo>
                  <a:cubicBezTo>
                    <a:pt x="3192" y="4633"/>
                    <a:pt x="3251" y="4623"/>
                    <a:pt x="3303" y="4623"/>
                  </a:cubicBezTo>
                  <a:cubicBezTo>
                    <a:pt x="3482" y="4623"/>
                    <a:pt x="3587" y="4744"/>
                    <a:pt x="3675" y="4933"/>
                  </a:cubicBezTo>
                  <a:cubicBezTo>
                    <a:pt x="3771" y="5148"/>
                    <a:pt x="3927" y="5239"/>
                    <a:pt x="4112" y="5239"/>
                  </a:cubicBezTo>
                  <a:cubicBezTo>
                    <a:pt x="4189" y="5239"/>
                    <a:pt x="4271" y="5223"/>
                    <a:pt x="4355" y="5194"/>
                  </a:cubicBezTo>
                  <a:cubicBezTo>
                    <a:pt x="4595" y="5113"/>
                    <a:pt x="4824" y="5015"/>
                    <a:pt x="5003" y="4802"/>
                  </a:cubicBezTo>
                  <a:cubicBezTo>
                    <a:pt x="5170" y="4600"/>
                    <a:pt x="5503" y="4490"/>
                    <a:pt x="5804" y="4490"/>
                  </a:cubicBezTo>
                  <a:cubicBezTo>
                    <a:pt x="5964" y="4490"/>
                    <a:pt x="6115" y="4521"/>
                    <a:pt x="6228" y="4585"/>
                  </a:cubicBezTo>
                  <a:cubicBezTo>
                    <a:pt x="6451" y="4770"/>
                    <a:pt x="6642" y="4998"/>
                    <a:pt x="6876" y="5173"/>
                  </a:cubicBezTo>
                  <a:cubicBezTo>
                    <a:pt x="6993" y="5258"/>
                    <a:pt x="7115" y="5298"/>
                    <a:pt x="7229" y="5298"/>
                  </a:cubicBezTo>
                  <a:cubicBezTo>
                    <a:pt x="7443" y="5298"/>
                    <a:pt x="7631" y="5156"/>
                    <a:pt x="7720" y="4900"/>
                  </a:cubicBezTo>
                  <a:cubicBezTo>
                    <a:pt x="7763" y="4781"/>
                    <a:pt x="7791" y="4655"/>
                    <a:pt x="7769" y="4519"/>
                  </a:cubicBezTo>
                  <a:cubicBezTo>
                    <a:pt x="7790" y="4345"/>
                    <a:pt x="7779" y="4145"/>
                    <a:pt x="7947" y="4145"/>
                  </a:cubicBezTo>
                  <a:cubicBezTo>
                    <a:pt x="7999" y="4145"/>
                    <a:pt x="8068" y="4164"/>
                    <a:pt x="8161" y="4209"/>
                  </a:cubicBezTo>
                  <a:cubicBezTo>
                    <a:pt x="8199" y="4226"/>
                    <a:pt x="8231" y="4234"/>
                    <a:pt x="8260" y="4234"/>
                  </a:cubicBezTo>
                  <a:cubicBezTo>
                    <a:pt x="8382" y="4234"/>
                    <a:pt x="8420" y="4089"/>
                    <a:pt x="8411" y="3948"/>
                  </a:cubicBezTo>
                  <a:cubicBezTo>
                    <a:pt x="8389" y="3518"/>
                    <a:pt x="8324" y="3088"/>
                    <a:pt x="8193" y="2674"/>
                  </a:cubicBezTo>
                  <a:cubicBezTo>
                    <a:pt x="8134" y="2493"/>
                    <a:pt x="8175" y="2446"/>
                    <a:pt x="8274" y="2446"/>
                  </a:cubicBezTo>
                  <a:cubicBezTo>
                    <a:pt x="8312" y="2446"/>
                    <a:pt x="8358" y="2453"/>
                    <a:pt x="8411" y="2462"/>
                  </a:cubicBezTo>
                  <a:cubicBezTo>
                    <a:pt x="8656" y="2505"/>
                    <a:pt x="8738" y="2766"/>
                    <a:pt x="8956" y="2832"/>
                  </a:cubicBezTo>
                  <a:cubicBezTo>
                    <a:pt x="9001" y="2850"/>
                    <a:pt x="9044" y="2866"/>
                    <a:pt x="9087" y="2866"/>
                  </a:cubicBezTo>
                  <a:cubicBezTo>
                    <a:pt x="9122" y="2866"/>
                    <a:pt x="9156" y="2856"/>
                    <a:pt x="9190" y="2826"/>
                  </a:cubicBezTo>
                  <a:cubicBezTo>
                    <a:pt x="9070" y="2696"/>
                    <a:pt x="8966" y="2554"/>
                    <a:pt x="8830" y="2445"/>
                  </a:cubicBezTo>
                  <a:cubicBezTo>
                    <a:pt x="8690" y="2336"/>
                    <a:pt x="8514" y="2258"/>
                    <a:pt x="8345" y="2258"/>
                  </a:cubicBezTo>
                  <a:cubicBezTo>
                    <a:pt x="8278" y="2258"/>
                    <a:pt x="8212" y="2270"/>
                    <a:pt x="8150" y="2298"/>
                  </a:cubicBezTo>
                  <a:cubicBezTo>
                    <a:pt x="7916" y="2402"/>
                    <a:pt x="8014" y="2663"/>
                    <a:pt x="8068" y="2864"/>
                  </a:cubicBezTo>
                  <a:cubicBezTo>
                    <a:pt x="8123" y="3071"/>
                    <a:pt x="8134" y="3284"/>
                    <a:pt x="8139" y="3496"/>
                  </a:cubicBezTo>
                  <a:cubicBezTo>
                    <a:pt x="8144" y="3658"/>
                    <a:pt x="8164" y="3804"/>
                    <a:pt x="7989" y="3804"/>
                  </a:cubicBezTo>
                  <a:cubicBezTo>
                    <a:pt x="7958" y="3804"/>
                    <a:pt x="7922" y="3800"/>
                    <a:pt x="7878" y="3790"/>
                  </a:cubicBezTo>
                  <a:cubicBezTo>
                    <a:pt x="7865" y="3787"/>
                    <a:pt x="7852" y="3786"/>
                    <a:pt x="7840" y="3786"/>
                  </a:cubicBezTo>
                  <a:cubicBezTo>
                    <a:pt x="7736" y="3786"/>
                    <a:pt x="7666" y="3884"/>
                    <a:pt x="7622" y="3991"/>
                  </a:cubicBezTo>
                  <a:cubicBezTo>
                    <a:pt x="7535" y="4198"/>
                    <a:pt x="7469" y="4405"/>
                    <a:pt x="7415" y="4623"/>
                  </a:cubicBezTo>
                  <a:cubicBezTo>
                    <a:pt x="7368" y="4816"/>
                    <a:pt x="7314" y="4908"/>
                    <a:pt x="7229" y="4908"/>
                  </a:cubicBezTo>
                  <a:cubicBezTo>
                    <a:pt x="7165" y="4908"/>
                    <a:pt x="7083" y="4857"/>
                    <a:pt x="6974" y="4759"/>
                  </a:cubicBezTo>
                  <a:cubicBezTo>
                    <a:pt x="6538" y="4364"/>
                    <a:pt x="6160" y="4166"/>
                    <a:pt x="5783" y="4166"/>
                  </a:cubicBezTo>
                  <a:cubicBezTo>
                    <a:pt x="5403" y="4166"/>
                    <a:pt x="5024" y="4368"/>
                    <a:pt x="4589" y="4770"/>
                  </a:cubicBezTo>
                  <a:cubicBezTo>
                    <a:pt x="4461" y="4889"/>
                    <a:pt x="4335" y="4949"/>
                    <a:pt x="4219" y="4949"/>
                  </a:cubicBezTo>
                  <a:cubicBezTo>
                    <a:pt x="4080" y="4949"/>
                    <a:pt x="3955" y="4863"/>
                    <a:pt x="3855" y="4688"/>
                  </a:cubicBezTo>
                  <a:cubicBezTo>
                    <a:pt x="3724" y="4460"/>
                    <a:pt x="3560" y="4327"/>
                    <a:pt x="3336" y="4327"/>
                  </a:cubicBezTo>
                  <a:cubicBezTo>
                    <a:pt x="3271" y="4327"/>
                    <a:pt x="3201" y="4338"/>
                    <a:pt x="3125" y="4362"/>
                  </a:cubicBezTo>
                  <a:cubicBezTo>
                    <a:pt x="3091" y="4373"/>
                    <a:pt x="3058" y="4380"/>
                    <a:pt x="3025" y="4380"/>
                  </a:cubicBezTo>
                  <a:cubicBezTo>
                    <a:pt x="2969" y="4380"/>
                    <a:pt x="2915" y="4361"/>
                    <a:pt x="2864" y="4323"/>
                  </a:cubicBezTo>
                  <a:cubicBezTo>
                    <a:pt x="2537" y="4073"/>
                    <a:pt x="2183" y="3850"/>
                    <a:pt x="1982" y="3474"/>
                  </a:cubicBezTo>
                  <a:cubicBezTo>
                    <a:pt x="1916" y="3360"/>
                    <a:pt x="1857" y="3213"/>
                    <a:pt x="1731" y="3191"/>
                  </a:cubicBezTo>
                  <a:cubicBezTo>
                    <a:pt x="1203" y="3093"/>
                    <a:pt x="1171" y="2685"/>
                    <a:pt x="1111" y="2276"/>
                  </a:cubicBezTo>
                  <a:cubicBezTo>
                    <a:pt x="1073" y="2048"/>
                    <a:pt x="996" y="1819"/>
                    <a:pt x="915" y="1601"/>
                  </a:cubicBezTo>
                  <a:cubicBezTo>
                    <a:pt x="811" y="1329"/>
                    <a:pt x="811" y="1090"/>
                    <a:pt x="969" y="834"/>
                  </a:cubicBezTo>
                  <a:cubicBezTo>
                    <a:pt x="1067" y="676"/>
                    <a:pt x="1122" y="491"/>
                    <a:pt x="1171" y="311"/>
                  </a:cubicBezTo>
                  <a:cubicBezTo>
                    <a:pt x="1198" y="219"/>
                    <a:pt x="1231" y="83"/>
                    <a:pt x="1127" y="23"/>
                  </a:cubicBezTo>
                  <a:cubicBezTo>
                    <a:pt x="1101" y="7"/>
                    <a:pt x="1077" y="0"/>
                    <a:pt x="1054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26"/>
            <p:cNvSpPr/>
            <p:nvPr/>
          </p:nvSpPr>
          <p:spPr>
            <a:xfrm>
              <a:off x="2810560" y="3182768"/>
              <a:ext cx="456297" cy="154353"/>
            </a:xfrm>
            <a:custGeom>
              <a:rect b="b" l="l" r="r" t="t"/>
              <a:pathLst>
                <a:path extrusionOk="0" h="2694" w="7964">
                  <a:moveTo>
                    <a:pt x="226" y="1"/>
                  </a:moveTo>
                  <a:cubicBezTo>
                    <a:pt x="187" y="1"/>
                    <a:pt x="146" y="8"/>
                    <a:pt x="102" y="25"/>
                  </a:cubicBezTo>
                  <a:cubicBezTo>
                    <a:pt x="97" y="31"/>
                    <a:pt x="89" y="33"/>
                    <a:pt x="79" y="33"/>
                  </a:cubicBezTo>
                  <a:cubicBezTo>
                    <a:pt x="67" y="33"/>
                    <a:pt x="52" y="30"/>
                    <a:pt x="40" y="30"/>
                  </a:cubicBezTo>
                  <a:cubicBezTo>
                    <a:pt x="16" y="30"/>
                    <a:pt x="0" y="40"/>
                    <a:pt x="26" y="96"/>
                  </a:cubicBezTo>
                  <a:cubicBezTo>
                    <a:pt x="576" y="564"/>
                    <a:pt x="1136" y="1011"/>
                    <a:pt x="1926" y="1288"/>
                  </a:cubicBezTo>
                  <a:cubicBezTo>
                    <a:pt x="1387" y="1468"/>
                    <a:pt x="957" y="1609"/>
                    <a:pt x="527" y="1762"/>
                  </a:cubicBezTo>
                  <a:cubicBezTo>
                    <a:pt x="439" y="1795"/>
                    <a:pt x="271" y="1773"/>
                    <a:pt x="303" y="1920"/>
                  </a:cubicBezTo>
                  <a:cubicBezTo>
                    <a:pt x="319" y="1994"/>
                    <a:pt x="379" y="2009"/>
                    <a:pt x="445" y="2009"/>
                  </a:cubicBezTo>
                  <a:cubicBezTo>
                    <a:pt x="491" y="2009"/>
                    <a:pt x="541" y="2001"/>
                    <a:pt x="581" y="2001"/>
                  </a:cubicBezTo>
                  <a:cubicBezTo>
                    <a:pt x="935" y="2001"/>
                    <a:pt x="1272" y="1892"/>
                    <a:pt x="1555" y="1724"/>
                  </a:cubicBezTo>
                  <a:cubicBezTo>
                    <a:pt x="1820" y="1564"/>
                    <a:pt x="2080" y="1507"/>
                    <a:pt x="2337" y="1507"/>
                  </a:cubicBezTo>
                  <a:cubicBezTo>
                    <a:pt x="2704" y="1507"/>
                    <a:pt x="3066" y="1624"/>
                    <a:pt x="3434" y="1729"/>
                  </a:cubicBezTo>
                  <a:cubicBezTo>
                    <a:pt x="4303" y="1980"/>
                    <a:pt x="5199" y="2002"/>
                    <a:pt x="6120" y="2002"/>
                  </a:cubicBezTo>
                  <a:cubicBezTo>
                    <a:pt x="6318" y="2002"/>
                    <a:pt x="6517" y="2001"/>
                    <a:pt x="6716" y="2001"/>
                  </a:cubicBezTo>
                  <a:cubicBezTo>
                    <a:pt x="6602" y="2181"/>
                    <a:pt x="6515" y="2317"/>
                    <a:pt x="6433" y="2448"/>
                  </a:cubicBezTo>
                  <a:cubicBezTo>
                    <a:pt x="6395" y="2513"/>
                    <a:pt x="6363" y="2578"/>
                    <a:pt x="6422" y="2638"/>
                  </a:cubicBezTo>
                  <a:cubicBezTo>
                    <a:pt x="6454" y="2673"/>
                    <a:pt x="6495" y="2693"/>
                    <a:pt x="6534" y="2693"/>
                  </a:cubicBezTo>
                  <a:cubicBezTo>
                    <a:pt x="6563" y="2693"/>
                    <a:pt x="6590" y="2683"/>
                    <a:pt x="6613" y="2660"/>
                  </a:cubicBezTo>
                  <a:cubicBezTo>
                    <a:pt x="6869" y="2415"/>
                    <a:pt x="7212" y="2448"/>
                    <a:pt x="7522" y="2372"/>
                  </a:cubicBezTo>
                  <a:cubicBezTo>
                    <a:pt x="7587" y="2290"/>
                    <a:pt x="7729" y="2312"/>
                    <a:pt x="7773" y="2176"/>
                  </a:cubicBezTo>
                  <a:cubicBezTo>
                    <a:pt x="7604" y="2018"/>
                    <a:pt x="7381" y="2094"/>
                    <a:pt x="7190" y="2050"/>
                  </a:cubicBezTo>
                  <a:cubicBezTo>
                    <a:pt x="7397" y="1762"/>
                    <a:pt x="7756" y="1653"/>
                    <a:pt x="7963" y="1370"/>
                  </a:cubicBezTo>
                  <a:cubicBezTo>
                    <a:pt x="7915" y="1251"/>
                    <a:pt x="7847" y="1212"/>
                    <a:pt x="7775" y="1212"/>
                  </a:cubicBezTo>
                  <a:cubicBezTo>
                    <a:pt x="7693" y="1212"/>
                    <a:pt x="7605" y="1264"/>
                    <a:pt x="7538" y="1305"/>
                  </a:cubicBezTo>
                  <a:cubicBezTo>
                    <a:pt x="7293" y="1451"/>
                    <a:pt x="7042" y="1517"/>
                    <a:pt x="6775" y="1517"/>
                  </a:cubicBezTo>
                  <a:cubicBezTo>
                    <a:pt x="6674" y="1517"/>
                    <a:pt x="6572" y="1507"/>
                    <a:pt x="6466" y="1490"/>
                  </a:cubicBezTo>
                  <a:cubicBezTo>
                    <a:pt x="6401" y="1479"/>
                    <a:pt x="6334" y="1469"/>
                    <a:pt x="6266" y="1469"/>
                  </a:cubicBezTo>
                  <a:cubicBezTo>
                    <a:pt x="6162" y="1469"/>
                    <a:pt x="6059" y="1492"/>
                    <a:pt x="5971" y="1571"/>
                  </a:cubicBezTo>
                  <a:cubicBezTo>
                    <a:pt x="5834" y="1573"/>
                    <a:pt x="5698" y="1574"/>
                    <a:pt x="5562" y="1574"/>
                  </a:cubicBezTo>
                  <a:cubicBezTo>
                    <a:pt x="5227" y="1574"/>
                    <a:pt x="4894" y="1565"/>
                    <a:pt x="4561" y="1522"/>
                  </a:cubicBezTo>
                  <a:cubicBezTo>
                    <a:pt x="3145" y="1332"/>
                    <a:pt x="1817" y="918"/>
                    <a:pt x="597" y="161"/>
                  </a:cubicBezTo>
                  <a:cubicBezTo>
                    <a:pt x="479" y="89"/>
                    <a:pt x="364" y="1"/>
                    <a:pt x="226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26"/>
            <p:cNvSpPr/>
            <p:nvPr/>
          </p:nvSpPr>
          <p:spPr>
            <a:xfrm>
              <a:off x="4191291" y="2796492"/>
              <a:ext cx="675966" cy="345145"/>
            </a:xfrm>
            <a:custGeom>
              <a:rect b="b" l="l" r="r" t="t"/>
              <a:pathLst>
                <a:path extrusionOk="0" h="6024" w="11798">
                  <a:moveTo>
                    <a:pt x="89" y="1"/>
                  </a:moveTo>
                  <a:cubicBezTo>
                    <a:pt x="47" y="1"/>
                    <a:pt x="10" y="28"/>
                    <a:pt x="0" y="120"/>
                  </a:cubicBezTo>
                  <a:cubicBezTo>
                    <a:pt x="22" y="278"/>
                    <a:pt x="136" y="322"/>
                    <a:pt x="278" y="327"/>
                  </a:cubicBezTo>
                  <a:cubicBezTo>
                    <a:pt x="299" y="276"/>
                    <a:pt x="323" y="259"/>
                    <a:pt x="347" y="259"/>
                  </a:cubicBezTo>
                  <a:cubicBezTo>
                    <a:pt x="390" y="259"/>
                    <a:pt x="434" y="311"/>
                    <a:pt x="468" y="322"/>
                  </a:cubicBezTo>
                  <a:cubicBezTo>
                    <a:pt x="793" y="418"/>
                    <a:pt x="1123" y="479"/>
                    <a:pt x="1454" y="479"/>
                  </a:cubicBezTo>
                  <a:cubicBezTo>
                    <a:pt x="1590" y="479"/>
                    <a:pt x="1726" y="469"/>
                    <a:pt x="1862" y="447"/>
                  </a:cubicBezTo>
                  <a:cubicBezTo>
                    <a:pt x="2483" y="343"/>
                    <a:pt x="3098" y="311"/>
                    <a:pt x="3724" y="300"/>
                  </a:cubicBezTo>
                  <a:cubicBezTo>
                    <a:pt x="3758" y="299"/>
                    <a:pt x="3792" y="299"/>
                    <a:pt x="3827" y="299"/>
                  </a:cubicBezTo>
                  <a:cubicBezTo>
                    <a:pt x="5216" y="299"/>
                    <a:pt x="6436" y="835"/>
                    <a:pt x="7573" y="1563"/>
                  </a:cubicBezTo>
                  <a:cubicBezTo>
                    <a:pt x="8144" y="1933"/>
                    <a:pt x="8629" y="2423"/>
                    <a:pt x="9244" y="2739"/>
                  </a:cubicBezTo>
                  <a:cubicBezTo>
                    <a:pt x="9821" y="3033"/>
                    <a:pt x="10208" y="3495"/>
                    <a:pt x="10398" y="4121"/>
                  </a:cubicBezTo>
                  <a:cubicBezTo>
                    <a:pt x="10561" y="4660"/>
                    <a:pt x="10491" y="5221"/>
                    <a:pt x="10534" y="5766"/>
                  </a:cubicBezTo>
                  <a:cubicBezTo>
                    <a:pt x="10540" y="5853"/>
                    <a:pt x="10496" y="5967"/>
                    <a:pt x="10616" y="6011"/>
                  </a:cubicBezTo>
                  <a:cubicBezTo>
                    <a:pt x="10641" y="6020"/>
                    <a:pt x="10665" y="6024"/>
                    <a:pt x="10688" y="6024"/>
                  </a:cubicBezTo>
                  <a:cubicBezTo>
                    <a:pt x="10770" y="6024"/>
                    <a:pt x="10835" y="5968"/>
                    <a:pt x="10899" y="5913"/>
                  </a:cubicBezTo>
                  <a:cubicBezTo>
                    <a:pt x="11650" y="5248"/>
                    <a:pt x="11797" y="4094"/>
                    <a:pt x="11247" y="3229"/>
                  </a:cubicBezTo>
                  <a:lnTo>
                    <a:pt x="11247" y="3229"/>
                  </a:lnTo>
                  <a:cubicBezTo>
                    <a:pt x="11144" y="3316"/>
                    <a:pt x="11182" y="3414"/>
                    <a:pt x="11220" y="3517"/>
                  </a:cubicBezTo>
                  <a:cubicBezTo>
                    <a:pt x="11362" y="3893"/>
                    <a:pt x="11351" y="4279"/>
                    <a:pt x="11313" y="4666"/>
                  </a:cubicBezTo>
                  <a:cubicBezTo>
                    <a:pt x="11280" y="5025"/>
                    <a:pt x="11133" y="5341"/>
                    <a:pt x="10796" y="5640"/>
                  </a:cubicBezTo>
                  <a:cubicBezTo>
                    <a:pt x="10850" y="5129"/>
                    <a:pt x="10823" y="4693"/>
                    <a:pt x="10730" y="4268"/>
                  </a:cubicBezTo>
                  <a:cubicBezTo>
                    <a:pt x="10545" y="3387"/>
                    <a:pt x="9963" y="2799"/>
                    <a:pt x="9206" y="2390"/>
                  </a:cubicBezTo>
                  <a:cubicBezTo>
                    <a:pt x="8819" y="2183"/>
                    <a:pt x="8444" y="1982"/>
                    <a:pt x="8112" y="1693"/>
                  </a:cubicBezTo>
                  <a:cubicBezTo>
                    <a:pt x="6782" y="540"/>
                    <a:pt x="5255" y="72"/>
                    <a:pt x="3604" y="72"/>
                  </a:cubicBezTo>
                  <a:cubicBezTo>
                    <a:pt x="3261" y="72"/>
                    <a:pt x="2912" y="93"/>
                    <a:pt x="2559" y="131"/>
                  </a:cubicBezTo>
                  <a:cubicBezTo>
                    <a:pt x="2132" y="178"/>
                    <a:pt x="1708" y="245"/>
                    <a:pt x="1287" y="245"/>
                  </a:cubicBezTo>
                  <a:cubicBezTo>
                    <a:pt x="934" y="245"/>
                    <a:pt x="584" y="199"/>
                    <a:pt x="234" y="55"/>
                  </a:cubicBezTo>
                  <a:cubicBezTo>
                    <a:pt x="204" y="43"/>
                    <a:pt x="142" y="1"/>
                    <a:pt x="89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26"/>
            <p:cNvSpPr/>
            <p:nvPr/>
          </p:nvSpPr>
          <p:spPr>
            <a:xfrm>
              <a:off x="2008843" y="2069432"/>
              <a:ext cx="230555" cy="578336"/>
            </a:xfrm>
            <a:custGeom>
              <a:rect b="b" l="l" r="r" t="t"/>
              <a:pathLst>
                <a:path extrusionOk="0" h="10094" w="4024">
                  <a:moveTo>
                    <a:pt x="572" y="0"/>
                  </a:moveTo>
                  <a:cubicBezTo>
                    <a:pt x="447" y="109"/>
                    <a:pt x="523" y="235"/>
                    <a:pt x="539" y="354"/>
                  </a:cubicBezTo>
                  <a:cubicBezTo>
                    <a:pt x="632" y="877"/>
                    <a:pt x="730" y="1394"/>
                    <a:pt x="714" y="1922"/>
                  </a:cubicBezTo>
                  <a:cubicBezTo>
                    <a:pt x="692" y="2663"/>
                    <a:pt x="539" y="3387"/>
                    <a:pt x="425" y="4111"/>
                  </a:cubicBezTo>
                  <a:cubicBezTo>
                    <a:pt x="371" y="4318"/>
                    <a:pt x="305" y="4514"/>
                    <a:pt x="186" y="4693"/>
                  </a:cubicBezTo>
                  <a:cubicBezTo>
                    <a:pt x="0" y="4971"/>
                    <a:pt x="82" y="5178"/>
                    <a:pt x="365" y="5319"/>
                  </a:cubicBezTo>
                  <a:cubicBezTo>
                    <a:pt x="545" y="5412"/>
                    <a:pt x="724" y="5493"/>
                    <a:pt x="899" y="5586"/>
                  </a:cubicBezTo>
                  <a:cubicBezTo>
                    <a:pt x="1421" y="5874"/>
                    <a:pt x="1911" y="6217"/>
                    <a:pt x="2113" y="6805"/>
                  </a:cubicBezTo>
                  <a:cubicBezTo>
                    <a:pt x="2309" y="7382"/>
                    <a:pt x="2494" y="7960"/>
                    <a:pt x="2831" y="8477"/>
                  </a:cubicBezTo>
                  <a:cubicBezTo>
                    <a:pt x="2951" y="8662"/>
                    <a:pt x="3027" y="8874"/>
                    <a:pt x="3076" y="9092"/>
                  </a:cubicBezTo>
                  <a:cubicBezTo>
                    <a:pt x="3093" y="9152"/>
                    <a:pt x="3152" y="9228"/>
                    <a:pt x="3054" y="9272"/>
                  </a:cubicBezTo>
                  <a:cubicBezTo>
                    <a:pt x="3032" y="9280"/>
                    <a:pt x="3010" y="9284"/>
                    <a:pt x="2989" y="9284"/>
                  </a:cubicBezTo>
                  <a:cubicBezTo>
                    <a:pt x="2942" y="9284"/>
                    <a:pt x="2898" y="9264"/>
                    <a:pt x="2864" y="9223"/>
                  </a:cubicBezTo>
                  <a:cubicBezTo>
                    <a:pt x="2483" y="8694"/>
                    <a:pt x="1917" y="8292"/>
                    <a:pt x="1693" y="7649"/>
                  </a:cubicBezTo>
                  <a:cubicBezTo>
                    <a:pt x="1557" y="7257"/>
                    <a:pt x="1351" y="6942"/>
                    <a:pt x="997" y="6718"/>
                  </a:cubicBezTo>
                  <a:lnTo>
                    <a:pt x="763" y="6724"/>
                  </a:lnTo>
                  <a:cubicBezTo>
                    <a:pt x="915" y="6903"/>
                    <a:pt x="1144" y="7023"/>
                    <a:pt x="1220" y="7257"/>
                  </a:cubicBezTo>
                  <a:cubicBezTo>
                    <a:pt x="1432" y="7932"/>
                    <a:pt x="1840" y="8488"/>
                    <a:pt x="2298" y="9016"/>
                  </a:cubicBezTo>
                  <a:cubicBezTo>
                    <a:pt x="2684" y="9457"/>
                    <a:pt x="3044" y="9930"/>
                    <a:pt x="3670" y="10072"/>
                  </a:cubicBezTo>
                  <a:cubicBezTo>
                    <a:pt x="3720" y="10083"/>
                    <a:pt x="3768" y="10094"/>
                    <a:pt x="3812" y="10094"/>
                  </a:cubicBezTo>
                  <a:cubicBezTo>
                    <a:pt x="3878" y="10094"/>
                    <a:pt x="3933" y="10069"/>
                    <a:pt x="3969" y="9985"/>
                  </a:cubicBezTo>
                  <a:cubicBezTo>
                    <a:pt x="4024" y="9843"/>
                    <a:pt x="3926" y="9734"/>
                    <a:pt x="3806" y="9718"/>
                  </a:cubicBezTo>
                  <a:cubicBezTo>
                    <a:pt x="3436" y="9674"/>
                    <a:pt x="3387" y="9402"/>
                    <a:pt x="3332" y="9119"/>
                  </a:cubicBezTo>
                  <a:cubicBezTo>
                    <a:pt x="3278" y="8852"/>
                    <a:pt x="3180" y="8596"/>
                    <a:pt x="3027" y="8373"/>
                  </a:cubicBezTo>
                  <a:cubicBezTo>
                    <a:pt x="2733" y="7938"/>
                    <a:pt x="2565" y="7448"/>
                    <a:pt x="2418" y="6952"/>
                  </a:cubicBezTo>
                  <a:cubicBezTo>
                    <a:pt x="2281" y="6517"/>
                    <a:pt x="2053" y="6147"/>
                    <a:pt x="1710" y="5836"/>
                  </a:cubicBezTo>
                  <a:cubicBezTo>
                    <a:pt x="1361" y="5526"/>
                    <a:pt x="948" y="5336"/>
                    <a:pt x="534" y="5140"/>
                  </a:cubicBezTo>
                  <a:cubicBezTo>
                    <a:pt x="343" y="5047"/>
                    <a:pt x="273" y="4949"/>
                    <a:pt x="430" y="4769"/>
                  </a:cubicBezTo>
                  <a:cubicBezTo>
                    <a:pt x="561" y="4622"/>
                    <a:pt x="605" y="4437"/>
                    <a:pt x="648" y="4252"/>
                  </a:cubicBezTo>
                  <a:cubicBezTo>
                    <a:pt x="763" y="3762"/>
                    <a:pt x="833" y="3267"/>
                    <a:pt x="888" y="2766"/>
                  </a:cubicBezTo>
                  <a:cubicBezTo>
                    <a:pt x="997" y="1819"/>
                    <a:pt x="931" y="893"/>
                    <a:pt x="572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26"/>
            <p:cNvSpPr/>
            <p:nvPr/>
          </p:nvSpPr>
          <p:spPr>
            <a:xfrm>
              <a:off x="3793899" y="2638131"/>
              <a:ext cx="571804" cy="274844"/>
            </a:xfrm>
            <a:custGeom>
              <a:rect b="b" l="l" r="r" t="t"/>
              <a:pathLst>
                <a:path extrusionOk="0" h="4797" w="9980">
                  <a:moveTo>
                    <a:pt x="371" y="0"/>
                  </a:moveTo>
                  <a:cubicBezTo>
                    <a:pt x="246" y="0"/>
                    <a:pt x="123" y="30"/>
                    <a:pt x="0" y="102"/>
                  </a:cubicBezTo>
                  <a:cubicBezTo>
                    <a:pt x="534" y="309"/>
                    <a:pt x="1089" y="462"/>
                    <a:pt x="1596" y="745"/>
                  </a:cubicBezTo>
                  <a:cubicBezTo>
                    <a:pt x="2494" y="1251"/>
                    <a:pt x="3272" y="1953"/>
                    <a:pt x="4203" y="2410"/>
                  </a:cubicBezTo>
                  <a:cubicBezTo>
                    <a:pt x="4328" y="2476"/>
                    <a:pt x="4415" y="2628"/>
                    <a:pt x="4519" y="2737"/>
                  </a:cubicBezTo>
                  <a:cubicBezTo>
                    <a:pt x="4905" y="3162"/>
                    <a:pt x="5265" y="3652"/>
                    <a:pt x="5766" y="3924"/>
                  </a:cubicBezTo>
                  <a:cubicBezTo>
                    <a:pt x="6737" y="4448"/>
                    <a:pt x="7763" y="4796"/>
                    <a:pt x="8856" y="4796"/>
                  </a:cubicBezTo>
                  <a:cubicBezTo>
                    <a:pt x="9147" y="4796"/>
                    <a:pt x="9444" y="4771"/>
                    <a:pt x="9745" y="4719"/>
                  </a:cubicBezTo>
                  <a:cubicBezTo>
                    <a:pt x="9838" y="4702"/>
                    <a:pt x="9941" y="4724"/>
                    <a:pt x="9963" y="4594"/>
                  </a:cubicBezTo>
                  <a:cubicBezTo>
                    <a:pt x="9979" y="4479"/>
                    <a:pt x="9898" y="4425"/>
                    <a:pt x="9821" y="4370"/>
                  </a:cubicBezTo>
                  <a:cubicBezTo>
                    <a:pt x="9707" y="4278"/>
                    <a:pt x="9571" y="4251"/>
                    <a:pt x="9429" y="4223"/>
                  </a:cubicBezTo>
                  <a:cubicBezTo>
                    <a:pt x="9190" y="4180"/>
                    <a:pt x="8956" y="4109"/>
                    <a:pt x="8722" y="4038"/>
                  </a:cubicBezTo>
                  <a:cubicBezTo>
                    <a:pt x="8123" y="3859"/>
                    <a:pt x="7720" y="3396"/>
                    <a:pt x="7214" y="3091"/>
                  </a:cubicBezTo>
                  <a:cubicBezTo>
                    <a:pt x="7121" y="3020"/>
                    <a:pt x="7029" y="2955"/>
                    <a:pt x="6936" y="2884"/>
                  </a:cubicBezTo>
                  <a:cubicBezTo>
                    <a:pt x="6878" y="2863"/>
                    <a:pt x="6820" y="2804"/>
                    <a:pt x="6761" y="2804"/>
                  </a:cubicBezTo>
                  <a:cubicBezTo>
                    <a:pt x="6743" y="2804"/>
                    <a:pt x="6725" y="2810"/>
                    <a:pt x="6707" y="2824"/>
                  </a:cubicBezTo>
                  <a:cubicBezTo>
                    <a:pt x="6609" y="2906"/>
                    <a:pt x="6697" y="3009"/>
                    <a:pt x="6735" y="3080"/>
                  </a:cubicBezTo>
                  <a:cubicBezTo>
                    <a:pt x="6778" y="3173"/>
                    <a:pt x="6854" y="3254"/>
                    <a:pt x="6936" y="3320"/>
                  </a:cubicBezTo>
                  <a:cubicBezTo>
                    <a:pt x="7584" y="3820"/>
                    <a:pt x="8210" y="4359"/>
                    <a:pt x="9048" y="4545"/>
                  </a:cubicBezTo>
                  <a:cubicBezTo>
                    <a:pt x="8963" y="4550"/>
                    <a:pt x="8878" y="4553"/>
                    <a:pt x="8794" y="4553"/>
                  </a:cubicBezTo>
                  <a:cubicBezTo>
                    <a:pt x="8410" y="4553"/>
                    <a:pt x="8036" y="4497"/>
                    <a:pt x="7666" y="4430"/>
                  </a:cubicBezTo>
                  <a:cubicBezTo>
                    <a:pt x="6620" y="4234"/>
                    <a:pt x="5678" y="3853"/>
                    <a:pt x="5009" y="2971"/>
                  </a:cubicBezTo>
                  <a:cubicBezTo>
                    <a:pt x="4933" y="2873"/>
                    <a:pt x="4846" y="2775"/>
                    <a:pt x="4764" y="2672"/>
                  </a:cubicBezTo>
                  <a:cubicBezTo>
                    <a:pt x="4573" y="2449"/>
                    <a:pt x="4394" y="2209"/>
                    <a:pt x="4100" y="2111"/>
                  </a:cubicBezTo>
                  <a:cubicBezTo>
                    <a:pt x="3860" y="2024"/>
                    <a:pt x="3659" y="1888"/>
                    <a:pt x="3468" y="1735"/>
                  </a:cubicBezTo>
                  <a:cubicBezTo>
                    <a:pt x="2624" y="1066"/>
                    <a:pt x="1781" y="407"/>
                    <a:pt x="741" y="70"/>
                  </a:cubicBezTo>
                  <a:cubicBezTo>
                    <a:pt x="613" y="27"/>
                    <a:pt x="491" y="0"/>
                    <a:pt x="371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26"/>
            <p:cNvSpPr/>
            <p:nvPr/>
          </p:nvSpPr>
          <p:spPr>
            <a:xfrm>
              <a:off x="2856911" y="3292486"/>
              <a:ext cx="215257" cy="435958"/>
            </a:xfrm>
            <a:custGeom>
              <a:rect b="b" l="l" r="r" t="t"/>
              <a:pathLst>
                <a:path extrusionOk="0" h="7609" w="3757">
                  <a:moveTo>
                    <a:pt x="2484" y="0"/>
                  </a:moveTo>
                  <a:cubicBezTo>
                    <a:pt x="2442" y="0"/>
                    <a:pt x="2424" y="63"/>
                    <a:pt x="2401" y="103"/>
                  </a:cubicBezTo>
                  <a:cubicBezTo>
                    <a:pt x="2091" y="549"/>
                    <a:pt x="2053" y="1050"/>
                    <a:pt x="2162" y="1556"/>
                  </a:cubicBezTo>
                  <a:cubicBezTo>
                    <a:pt x="2309" y="2231"/>
                    <a:pt x="2625" y="2857"/>
                    <a:pt x="2842" y="3516"/>
                  </a:cubicBezTo>
                  <a:cubicBezTo>
                    <a:pt x="3060" y="4158"/>
                    <a:pt x="3398" y="4752"/>
                    <a:pt x="3523" y="5432"/>
                  </a:cubicBezTo>
                  <a:cubicBezTo>
                    <a:pt x="3643" y="6107"/>
                    <a:pt x="3485" y="6450"/>
                    <a:pt x="2891" y="6799"/>
                  </a:cubicBezTo>
                  <a:cubicBezTo>
                    <a:pt x="2565" y="6995"/>
                    <a:pt x="2184" y="6880"/>
                    <a:pt x="1873" y="7087"/>
                  </a:cubicBezTo>
                  <a:cubicBezTo>
                    <a:pt x="1802" y="7133"/>
                    <a:pt x="1728" y="7225"/>
                    <a:pt x="1620" y="7225"/>
                  </a:cubicBezTo>
                  <a:cubicBezTo>
                    <a:pt x="1588" y="7225"/>
                    <a:pt x="1553" y="7216"/>
                    <a:pt x="1514" y="7196"/>
                  </a:cubicBezTo>
                  <a:cubicBezTo>
                    <a:pt x="1574" y="7066"/>
                    <a:pt x="1639" y="6946"/>
                    <a:pt x="1694" y="6815"/>
                  </a:cubicBezTo>
                  <a:cubicBezTo>
                    <a:pt x="1797" y="6592"/>
                    <a:pt x="1890" y="6369"/>
                    <a:pt x="1808" y="6102"/>
                  </a:cubicBezTo>
                  <a:cubicBezTo>
                    <a:pt x="1743" y="5906"/>
                    <a:pt x="1656" y="5775"/>
                    <a:pt x="1438" y="5726"/>
                  </a:cubicBezTo>
                  <a:cubicBezTo>
                    <a:pt x="1410" y="5719"/>
                    <a:pt x="1384" y="5716"/>
                    <a:pt x="1361" y="5716"/>
                  </a:cubicBezTo>
                  <a:cubicBezTo>
                    <a:pt x="1200" y="5716"/>
                    <a:pt x="1148" y="5866"/>
                    <a:pt x="1062" y="5966"/>
                  </a:cubicBezTo>
                  <a:cubicBezTo>
                    <a:pt x="891" y="6158"/>
                    <a:pt x="710" y="6311"/>
                    <a:pt x="471" y="6311"/>
                  </a:cubicBezTo>
                  <a:cubicBezTo>
                    <a:pt x="398" y="6311"/>
                    <a:pt x="320" y="6297"/>
                    <a:pt x="235" y="6265"/>
                  </a:cubicBezTo>
                  <a:cubicBezTo>
                    <a:pt x="200" y="6251"/>
                    <a:pt x="166" y="6243"/>
                    <a:pt x="135" y="6243"/>
                  </a:cubicBezTo>
                  <a:cubicBezTo>
                    <a:pt x="68" y="6243"/>
                    <a:pt x="15" y="6281"/>
                    <a:pt x="1" y="6385"/>
                  </a:cubicBezTo>
                  <a:cubicBezTo>
                    <a:pt x="28" y="6472"/>
                    <a:pt x="77" y="6516"/>
                    <a:pt x="169" y="6537"/>
                  </a:cubicBezTo>
                  <a:cubicBezTo>
                    <a:pt x="260" y="6560"/>
                    <a:pt x="346" y="6570"/>
                    <a:pt x="428" y="6570"/>
                  </a:cubicBezTo>
                  <a:cubicBezTo>
                    <a:pt x="787" y="6570"/>
                    <a:pt x="1064" y="6369"/>
                    <a:pt x="1313" y="6086"/>
                  </a:cubicBezTo>
                  <a:cubicBezTo>
                    <a:pt x="1348" y="6041"/>
                    <a:pt x="1377" y="5978"/>
                    <a:pt x="1434" y="5978"/>
                  </a:cubicBezTo>
                  <a:cubicBezTo>
                    <a:pt x="1447" y="5978"/>
                    <a:pt x="1460" y="5981"/>
                    <a:pt x="1476" y="5988"/>
                  </a:cubicBezTo>
                  <a:cubicBezTo>
                    <a:pt x="1547" y="6015"/>
                    <a:pt x="1547" y="6097"/>
                    <a:pt x="1552" y="6167"/>
                  </a:cubicBezTo>
                  <a:cubicBezTo>
                    <a:pt x="1563" y="6418"/>
                    <a:pt x="1460" y="6614"/>
                    <a:pt x="1313" y="6810"/>
                  </a:cubicBezTo>
                  <a:cubicBezTo>
                    <a:pt x="1177" y="7006"/>
                    <a:pt x="1046" y="7262"/>
                    <a:pt x="1187" y="7490"/>
                  </a:cubicBezTo>
                  <a:cubicBezTo>
                    <a:pt x="1245" y="7579"/>
                    <a:pt x="1315" y="7609"/>
                    <a:pt x="1392" y="7609"/>
                  </a:cubicBezTo>
                  <a:cubicBezTo>
                    <a:pt x="1511" y="7609"/>
                    <a:pt x="1645" y="7536"/>
                    <a:pt x="1764" y="7507"/>
                  </a:cubicBezTo>
                  <a:cubicBezTo>
                    <a:pt x="2091" y="7414"/>
                    <a:pt x="2391" y="7267"/>
                    <a:pt x="2739" y="7207"/>
                  </a:cubicBezTo>
                  <a:cubicBezTo>
                    <a:pt x="3354" y="7098"/>
                    <a:pt x="3626" y="6744"/>
                    <a:pt x="3681" y="6113"/>
                  </a:cubicBezTo>
                  <a:cubicBezTo>
                    <a:pt x="3757" y="5231"/>
                    <a:pt x="3577" y="4393"/>
                    <a:pt x="3245" y="3576"/>
                  </a:cubicBezTo>
                  <a:cubicBezTo>
                    <a:pt x="2810" y="2487"/>
                    <a:pt x="2233" y="1420"/>
                    <a:pt x="2559" y="173"/>
                  </a:cubicBezTo>
                  <a:cubicBezTo>
                    <a:pt x="2543" y="119"/>
                    <a:pt x="2548" y="32"/>
                    <a:pt x="2516" y="10"/>
                  </a:cubicBezTo>
                  <a:cubicBezTo>
                    <a:pt x="2504" y="3"/>
                    <a:pt x="2494" y="0"/>
                    <a:pt x="2484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26"/>
            <p:cNvSpPr/>
            <p:nvPr/>
          </p:nvSpPr>
          <p:spPr>
            <a:xfrm>
              <a:off x="3325691" y="3341701"/>
              <a:ext cx="369094" cy="120491"/>
            </a:xfrm>
            <a:custGeom>
              <a:rect b="b" l="l" r="r" t="t"/>
              <a:pathLst>
                <a:path extrusionOk="0" h="2103" w="6442">
                  <a:moveTo>
                    <a:pt x="1" y="0"/>
                  </a:moveTo>
                  <a:cubicBezTo>
                    <a:pt x="83" y="229"/>
                    <a:pt x="251" y="256"/>
                    <a:pt x="387" y="278"/>
                  </a:cubicBezTo>
                  <a:cubicBezTo>
                    <a:pt x="769" y="343"/>
                    <a:pt x="1155" y="381"/>
                    <a:pt x="1536" y="436"/>
                  </a:cubicBezTo>
                  <a:cubicBezTo>
                    <a:pt x="2010" y="507"/>
                    <a:pt x="2489" y="556"/>
                    <a:pt x="2924" y="784"/>
                  </a:cubicBezTo>
                  <a:cubicBezTo>
                    <a:pt x="3561" y="1116"/>
                    <a:pt x="4070" y="1707"/>
                    <a:pt x="4875" y="1707"/>
                  </a:cubicBezTo>
                  <a:cubicBezTo>
                    <a:pt x="4903" y="1707"/>
                    <a:pt x="4932" y="1706"/>
                    <a:pt x="4960" y="1704"/>
                  </a:cubicBezTo>
                  <a:lnTo>
                    <a:pt x="4960" y="1704"/>
                  </a:lnTo>
                  <a:cubicBezTo>
                    <a:pt x="4858" y="1834"/>
                    <a:pt x="4773" y="1902"/>
                    <a:pt x="4677" y="1902"/>
                  </a:cubicBezTo>
                  <a:cubicBezTo>
                    <a:pt x="4621" y="1902"/>
                    <a:pt x="4561" y="1878"/>
                    <a:pt x="4492" y="1830"/>
                  </a:cubicBezTo>
                  <a:cubicBezTo>
                    <a:pt x="4302" y="1693"/>
                    <a:pt x="4057" y="1650"/>
                    <a:pt x="3823" y="1639"/>
                  </a:cubicBezTo>
                  <a:cubicBezTo>
                    <a:pt x="2707" y="1568"/>
                    <a:pt x="1634" y="1367"/>
                    <a:pt x="698" y="697"/>
                  </a:cubicBezTo>
                  <a:cubicBezTo>
                    <a:pt x="631" y="651"/>
                    <a:pt x="547" y="573"/>
                    <a:pt x="456" y="573"/>
                  </a:cubicBezTo>
                  <a:cubicBezTo>
                    <a:pt x="406" y="573"/>
                    <a:pt x="354" y="596"/>
                    <a:pt x="300" y="659"/>
                  </a:cubicBezTo>
                  <a:cubicBezTo>
                    <a:pt x="905" y="1198"/>
                    <a:pt x="1580" y="1585"/>
                    <a:pt x="2396" y="1715"/>
                  </a:cubicBezTo>
                  <a:cubicBezTo>
                    <a:pt x="2739" y="1764"/>
                    <a:pt x="3077" y="1884"/>
                    <a:pt x="3420" y="1938"/>
                  </a:cubicBezTo>
                  <a:cubicBezTo>
                    <a:pt x="3784" y="2001"/>
                    <a:pt x="4166" y="2103"/>
                    <a:pt x="4528" y="2103"/>
                  </a:cubicBezTo>
                  <a:cubicBezTo>
                    <a:pt x="4610" y="2103"/>
                    <a:pt x="4691" y="2097"/>
                    <a:pt x="4770" y="2085"/>
                  </a:cubicBezTo>
                  <a:cubicBezTo>
                    <a:pt x="5260" y="2009"/>
                    <a:pt x="5750" y="1966"/>
                    <a:pt x="6245" y="1928"/>
                  </a:cubicBezTo>
                  <a:cubicBezTo>
                    <a:pt x="6300" y="1917"/>
                    <a:pt x="6381" y="1922"/>
                    <a:pt x="6403" y="1884"/>
                  </a:cubicBezTo>
                  <a:cubicBezTo>
                    <a:pt x="6441" y="1830"/>
                    <a:pt x="6370" y="1781"/>
                    <a:pt x="6321" y="1753"/>
                  </a:cubicBezTo>
                  <a:cubicBezTo>
                    <a:pt x="6071" y="1617"/>
                    <a:pt x="5804" y="1547"/>
                    <a:pt x="5527" y="1487"/>
                  </a:cubicBezTo>
                  <a:cubicBezTo>
                    <a:pt x="5026" y="1383"/>
                    <a:pt x="4460" y="1421"/>
                    <a:pt x="4040" y="1111"/>
                  </a:cubicBezTo>
                  <a:cubicBezTo>
                    <a:pt x="3442" y="665"/>
                    <a:pt x="2816" y="333"/>
                    <a:pt x="2070" y="245"/>
                  </a:cubicBezTo>
                  <a:cubicBezTo>
                    <a:pt x="1389" y="169"/>
                    <a:pt x="709" y="88"/>
                    <a:pt x="1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26"/>
            <p:cNvSpPr/>
            <p:nvPr/>
          </p:nvSpPr>
          <p:spPr>
            <a:xfrm>
              <a:off x="1426506" y="2515752"/>
              <a:ext cx="210903" cy="421176"/>
            </a:xfrm>
            <a:custGeom>
              <a:rect b="b" l="l" r="r" t="t"/>
              <a:pathLst>
                <a:path extrusionOk="0" h="7351" w="3681">
                  <a:moveTo>
                    <a:pt x="2017" y="1"/>
                  </a:moveTo>
                  <a:cubicBezTo>
                    <a:pt x="1752" y="1"/>
                    <a:pt x="1921" y="241"/>
                    <a:pt x="1835" y="344"/>
                  </a:cubicBezTo>
                  <a:cubicBezTo>
                    <a:pt x="1775" y="719"/>
                    <a:pt x="1666" y="1041"/>
                    <a:pt x="1312" y="1275"/>
                  </a:cubicBezTo>
                  <a:cubicBezTo>
                    <a:pt x="964" y="1498"/>
                    <a:pt x="757" y="1814"/>
                    <a:pt x="812" y="2309"/>
                  </a:cubicBezTo>
                  <a:cubicBezTo>
                    <a:pt x="877" y="2946"/>
                    <a:pt x="1116" y="3496"/>
                    <a:pt x="1427" y="4029"/>
                  </a:cubicBezTo>
                  <a:cubicBezTo>
                    <a:pt x="1764" y="4606"/>
                    <a:pt x="2113" y="5173"/>
                    <a:pt x="2461" y="5744"/>
                  </a:cubicBezTo>
                  <a:cubicBezTo>
                    <a:pt x="2499" y="5809"/>
                    <a:pt x="2597" y="5869"/>
                    <a:pt x="2477" y="5940"/>
                  </a:cubicBezTo>
                  <a:cubicBezTo>
                    <a:pt x="2447" y="5959"/>
                    <a:pt x="2418" y="5968"/>
                    <a:pt x="2391" y="5968"/>
                  </a:cubicBezTo>
                  <a:cubicBezTo>
                    <a:pt x="2340" y="5968"/>
                    <a:pt x="2297" y="5937"/>
                    <a:pt x="2265" y="5880"/>
                  </a:cubicBezTo>
                  <a:cubicBezTo>
                    <a:pt x="2009" y="5445"/>
                    <a:pt x="1563" y="5113"/>
                    <a:pt x="1372" y="4677"/>
                  </a:cubicBezTo>
                  <a:cubicBezTo>
                    <a:pt x="1067" y="3980"/>
                    <a:pt x="605" y="3392"/>
                    <a:pt x="262" y="2728"/>
                  </a:cubicBezTo>
                  <a:cubicBezTo>
                    <a:pt x="213" y="2630"/>
                    <a:pt x="186" y="2505"/>
                    <a:pt x="55" y="2461"/>
                  </a:cubicBezTo>
                  <a:lnTo>
                    <a:pt x="55" y="2461"/>
                  </a:lnTo>
                  <a:cubicBezTo>
                    <a:pt x="0" y="2559"/>
                    <a:pt x="55" y="2647"/>
                    <a:pt x="93" y="2728"/>
                  </a:cubicBezTo>
                  <a:cubicBezTo>
                    <a:pt x="431" y="3409"/>
                    <a:pt x="942" y="3997"/>
                    <a:pt x="1171" y="4737"/>
                  </a:cubicBezTo>
                  <a:cubicBezTo>
                    <a:pt x="1193" y="4813"/>
                    <a:pt x="1253" y="4884"/>
                    <a:pt x="1307" y="4944"/>
                  </a:cubicBezTo>
                  <a:cubicBezTo>
                    <a:pt x="1944" y="5630"/>
                    <a:pt x="2456" y="6419"/>
                    <a:pt x="3065" y="7132"/>
                  </a:cubicBezTo>
                  <a:cubicBezTo>
                    <a:pt x="3170" y="7256"/>
                    <a:pt x="3283" y="7351"/>
                    <a:pt x="3445" y="7351"/>
                  </a:cubicBezTo>
                  <a:cubicBezTo>
                    <a:pt x="3468" y="7351"/>
                    <a:pt x="3492" y="7349"/>
                    <a:pt x="3517" y="7345"/>
                  </a:cubicBezTo>
                  <a:cubicBezTo>
                    <a:pt x="3681" y="7105"/>
                    <a:pt x="3506" y="6920"/>
                    <a:pt x="3403" y="6730"/>
                  </a:cubicBezTo>
                  <a:cubicBezTo>
                    <a:pt x="2859" y="5744"/>
                    <a:pt x="2249" y="4791"/>
                    <a:pt x="1661" y="3828"/>
                  </a:cubicBezTo>
                  <a:cubicBezTo>
                    <a:pt x="1367" y="3343"/>
                    <a:pt x="1242" y="2810"/>
                    <a:pt x="1144" y="2265"/>
                  </a:cubicBezTo>
                  <a:cubicBezTo>
                    <a:pt x="1106" y="2042"/>
                    <a:pt x="1171" y="1857"/>
                    <a:pt x="1383" y="1721"/>
                  </a:cubicBezTo>
                  <a:cubicBezTo>
                    <a:pt x="1895" y="1400"/>
                    <a:pt x="2102" y="910"/>
                    <a:pt x="2124" y="322"/>
                  </a:cubicBezTo>
                  <a:cubicBezTo>
                    <a:pt x="2118" y="229"/>
                    <a:pt x="2102" y="137"/>
                    <a:pt x="2031" y="61"/>
                  </a:cubicBezTo>
                  <a:cubicBezTo>
                    <a:pt x="2031" y="44"/>
                    <a:pt x="2031" y="23"/>
                    <a:pt x="2026" y="1"/>
                  </a:cubicBezTo>
                  <a:cubicBezTo>
                    <a:pt x="2023" y="1"/>
                    <a:pt x="2020" y="1"/>
                    <a:pt x="2017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26"/>
            <p:cNvSpPr/>
            <p:nvPr/>
          </p:nvSpPr>
          <p:spPr>
            <a:xfrm>
              <a:off x="3326665" y="1807426"/>
              <a:ext cx="262354" cy="223852"/>
            </a:xfrm>
            <a:custGeom>
              <a:rect b="b" l="l" r="r" t="t"/>
              <a:pathLst>
                <a:path extrusionOk="0" h="3907" w="4579">
                  <a:moveTo>
                    <a:pt x="568" y="1"/>
                  </a:moveTo>
                  <a:cubicBezTo>
                    <a:pt x="525" y="1"/>
                    <a:pt x="468" y="42"/>
                    <a:pt x="419" y="126"/>
                  </a:cubicBezTo>
                  <a:cubicBezTo>
                    <a:pt x="262" y="621"/>
                    <a:pt x="425" y="1242"/>
                    <a:pt x="1035" y="1459"/>
                  </a:cubicBezTo>
                  <a:cubicBezTo>
                    <a:pt x="2113" y="1857"/>
                    <a:pt x="2946" y="2619"/>
                    <a:pt x="3762" y="3414"/>
                  </a:cubicBezTo>
                  <a:cubicBezTo>
                    <a:pt x="3637" y="3524"/>
                    <a:pt x="3508" y="3579"/>
                    <a:pt x="3374" y="3579"/>
                  </a:cubicBezTo>
                  <a:cubicBezTo>
                    <a:pt x="3270" y="3579"/>
                    <a:pt x="3164" y="3546"/>
                    <a:pt x="3054" y="3479"/>
                  </a:cubicBezTo>
                  <a:cubicBezTo>
                    <a:pt x="2793" y="3321"/>
                    <a:pt x="2526" y="3169"/>
                    <a:pt x="2336" y="2935"/>
                  </a:cubicBezTo>
                  <a:cubicBezTo>
                    <a:pt x="2104" y="2646"/>
                    <a:pt x="1834" y="2519"/>
                    <a:pt x="1529" y="2519"/>
                  </a:cubicBezTo>
                  <a:cubicBezTo>
                    <a:pt x="1398" y="2519"/>
                    <a:pt x="1260" y="2542"/>
                    <a:pt x="1116" y="2586"/>
                  </a:cubicBezTo>
                  <a:cubicBezTo>
                    <a:pt x="1024" y="2619"/>
                    <a:pt x="888" y="2576"/>
                    <a:pt x="860" y="2717"/>
                  </a:cubicBezTo>
                  <a:cubicBezTo>
                    <a:pt x="828" y="2859"/>
                    <a:pt x="953" y="2935"/>
                    <a:pt x="1046" y="2989"/>
                  </a:cubicBezTo>
                  <a:cubicBezTo>
                    <a:pt x="1285" y="3142"/>
                    <a:pt x="1421" y="3359"/>
                    <a:pt x="1525" y="3637"/>
                  </a:cubicBezTo>
                  <a:cubicBezTo>
                    <a:pt x="1142" y="3637"/>
                    <a:pt x="827" y="3430"/>
                    <a:pt x="468" y="3430"/>
                  </a:cubicBezTo>
                  <a:cubicBezTo>
                    <a:pt x="459" y="3430"/>
                    <a:pt x="450" y="3430"/>
                    <a:pt x="441" y="3430"/>
                  </a:cubicBezTo>
                  <a:cubicBezTo>
                    <a:pt x="294" y="3414"/>
                    <a:pt x="147" y="3403"/>
                    <a:pt x="0" y="3392"/>
                  </a:cubicBezTo>
                  <a:lnTo>
                    <a:pt x="0" y="3392"/>
                  </a:lnTo>
                  <a:cubicBezTo>
                    <a:pt x="501" y="3572"/>
                    <a:pt x="991" y="3811"/>
                    <a:pt x="1519" y="3898"/>
                  </a:cubicBezTo>
                  <a:cubicBezTo>
                    <a:pt x="1549" y="3904"/>
                    <a:pt x="1576" y="3906"/>
                    <a:pt x="1602" y="3906"/>
                  </a:cubicBezTo>
                  <a:cubicBezTo>
                    <a:pt x="1785" y="3906"/>
                    <a:pt x="1852" y="3772"/>
                    <a:pt x="1775" y="3566"/>
                  </a:cubicBezTo>
                  <a:cubicBezTo>
                    <a:pt x="1666" y="3278"/>
                    <a:pt x="1454" y="3060"/>
                    <a:pt x="1220" y="2820"/>
                  </a:cubicBezTo>
                  <a:cubicBezTo>
                    <a:pt x="1316" y="2803"/>
                    <a:pt x="1404" y="2793"/>
                    <a:pt x="1487" y="2793"/>
                  </a:cubicBezTo>
                  <a:cubicBezTo>
                    <a:pt x="1686" y="2793"/>
                    <a:pt x="1855" y="2849"/>
                    <a:pt x="2020" y="2984"/>
                  </a:cubicBezTo>
                  <a:cubicBezTo>
                    <a:pt x="2363" y="3267"/>
                    <a:pt x="2679" y="3615"/>
                    <a:pt x="3131" y="3697"/>
                  </a:cubicBezTo>
                  <a:cubicBezTo>
                    <a:pt x="3253" y="3720"/>
                    <a:pt x="3377" y="3726"/>
                    <a:pt x="3502" y="3726"/>
                  </a:cubicBezTo>
                  <a:cubicBezTo>
                    <a:pt x="3651" y="3726"/>
                    <a:pt x="3800" y="3717"/>
                    <a:pt x="3950" y="3717"/>
                  </a:cubicBezTo>
                  <a:cubicBezTo>
                    <a:pt x="4160" y="3717"/>
                    <a:pt x="4371" y="3734"/>
                    <a:pt x="4579" y="3817"/>
                  </a:cubicBezTo>
                  <a:cubicBezTo>
                    <a:pt x="4214" y="3545"/>
                    <a:pt x="3920" y="3212"/>
                    <a:pt x="3621" y="2891"/>
                  </a:cubicBezTo>
                  <a:cubicBezTo>
                    <a:pt x="3011" y="2260"/>
                    <a:pt x="2325" y="1726"/>
                    <a:pt x="1525" y="1372"/>
                  </a:cubicBezTo>
                  <a:cubicBezTo>
                    <a:pt x="969" y="1127"/>
                    <a:pt x="507" y="899"/>
                    <a:pt x="632" y="158"/>
                  </a:cubicBezTo>
                  <a:cubicBezTo>
                    <a:pt x="649" y="54"/>
                    <a:pt x="617" y="1"/>
                    <a:pt x="568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26"/>
            <p:cNvSpPr/>
            <p:nvPr/>
          </p:nvSpPr>
          <p:spPr>
            <a:xfrm>
              <a:off x="816724" y="3304346"/>
              <a:ext cx="232446" cy="172744"/>
            </a:xfrm>
            <a:custGeom>
              <a:rect b="b" l="l" r="r" t="t"/>
              <a:pathLst>
                <a:path extrusionOk="0" h="3015" w="4057">
                  <a:moveTo>
                    <a:pt x="223" y="0"/>
                  </a:moveTo>
                  <a:cubicBezTo>
                    <a:pt x="151" y="0"/>
                    <a:pt x="76" y="12"/>
                    <a:pt x="0" y="37"/>
                  </a:cubicBezTo>
                  <a:cubicBezTo>
                    <a:pt x="316" y="299"/>
                    <a:pt x="648" y="533"/>
                    <a:pt x="937" y="832"/>
                  </a:cubicBezTo>
                  <a:cubicBezTo>
                    <a:pt x="1253" y="1153"/>
                    <a:pt x="1639" y="1376"/>
                    <a:pt x="2075" y="1507"/>
                  </a:cubicBezTo>
                  <a:cubicBezTo>
                    <a:pt x="2510" y="1638"/>
                    <a:pt x="2940" y="1790"/>
                    <a:pt x="3338" y="2019"/>
                  </a:cubicBezTo>
                  <a:cubicBezTo>
                    <a:pt x="3419" y="2062"/>
                    <a:pt x="3555" y="2095"/>
                    <a:pt x="3408" y="2242"/>
                  </a:cubicBezTo>
                  <a:cubicBezTo>
                    <a:pt x="3055" y="2599"/>
                    <a:pt x="2629" y="2785"/>
                    <a:pt x="2185" y="2785"/>
                  </a:cubicBezTo>
                  <a:cubicBezTo>
                    <a:pt x="1911" y="2785"/>
                    <a:pt x="1630" y="2714"/>
                    <a:pt x="1356" y="2569"/>
                  </a:cubicBezTo>
                  <a:lnTo>
                    <a:pt x="1356" y="2569"/>
                  </a:lnTo>
                  <a:cubicBezTo>
                    <a:pt x="1476" y="2906"/>
                    <a:pt x="1786" y="2950"/>
                    <a:pt x="2069" y="2993"/>
                  </a:cubicBezTo>
                  <a:cubicBezTo>
                    <a:pt x="2159" y="3008"/>
                    <a:pt x="2247" y="3015"/>
                    <a:pt x="2333" y="3015"/>
                  </a:cubicBezTo>
                  <a:cubicBezTo>
                    <a:pt x="2893" y="3015"/>
                    <a:pt x="3375" y="2728"/>
                    <a:pt x="3833" y="2422"/>
                  </a:cubicBezTo>
                  <a:cubicBezTo>
                    <a:pt x="4056" y="2269"/>
                    <a:pt x="4040" y="1975"/>
                    <a:pt x="3833" y="1774"/>
                  </a:cubicBezTo>
                  <a:cubicBezTo>
                    <a:pt x="3626" y="1572"/>
                    <a:pt x="3365" y="1458"/>
                    <a:pt x="3104" y="1360"/>
                  </a:cubicBezTo>
                  <a:cubicBezTo>
                    <a:pt x="2298" y="1061"/>
                    <a:pt x="1503" y="761"/>
                    <a:pt x="806" y="228"/>
                  </a:cubicBezTo>
                  <a:cubicBezTo>
                    <a:pt x="650" y="105"/>
                    <a:pt x="445" y="0"/>
                    <a:pt x="223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26"/>
            <p:cNvSpPr/>
            <p:nvPr/>
          </p:nvSpPr>
          <p:spPr>
            <a:xfrm>
              <a:off x="3650091" y="1801811"/>
              <a:ext cx="514108" cy="138253"/>
            </a:xfrm>
            <a:custGeom>
              <a:rect b="b" l="l" r="r" t="t"/>
              <a:pathLst>
                <a:path extrusionOk="0" h="2413" w="8973">
                  <a:moveTo>
                    <a:pt x="838" y="1"/>
                  </a:moveTo>
                  <a:cubicBezTo>
                    <a:pt x="553" y="1"/>
                    <a:pt x="297" y="41"/>
                    <a:pt x="1" y="120"/>
                  </a:cubicBezTo>
                  <a:cubicBezTo>
                    <a:pt x="142" y="153"/>
                    <a:pt x="257" y="191"/>
                    <a:pt x="371" y="202"/>
                  </a:cubicBezTo>
                  <a:cubicBezTo>
                    <a:pt x="834" y="262"/>
                    <a:pt x="1296" y="327"/>
                    <a:pt x="1765" y="371"/>
                  </a:cubicBezTo>
                  <a:cubicBezTo>
                    <a:pt x="2478" y="436"/>
                    <a:pt x="3147" y="703"/>
                    <a:pt x="3855" y="801"/>
                  </a:cubicBezTo>
                  <a:cubicBezTo>
                    <a:pt x="3966" y="816"/>
                    <a:pt x="4078" y="819"/>
                    <a:pt x="4190" y="819"/>
                  </a:cubicBezTo>
                  <a:cubicBezTo>
                    <a:pt x="4252" y="819"/>
                    <a:pt x="4314" y="818"/>
                    <a:pt x="4375" y="818"/>
                  </a:cubicBezTo>
                  <a:cubicBezTo>
                    <a:pt x="4565" y="818"/>
                    <a:pt x="4754" y="825"/>
                    <a:pt x="4938" y="888"/>
                  </a:cubicBezTo>
                  <a:cubicBezTo>
                    <a:pt x="5984" y="1242"/>
                    <a:pt x="6947" y="1781"/>
                    <a:pt x="7971" y="2194"/>
                  </a:cubicBezTo>
                  <a:cubicBezTo>
                    <a:pt x="8303" y="2331"/>
                    <a:pt x="8619" y="2396"/>
                    <a:pt x="8972" y="2412"/>
                  </a:cubicBezTo>
                  <a:cubicBezTo>
                    <a:pt x="8629" y="2200"/>
                    <a:pt x="8259" y="2037"/>
                    <a:pt x="7905" y="1851"/>
                  </a:cubicBezTo>
                  <a:cubicBezTo>
                    <a:pt x="7535" y="1655"/>
                    <a:pt x="7138" y="1514"/>
                    <a:pt x="6746" y="1351"/>
                  </a:cubicBezTo>
                  <a:cubicBezTo>
                    <a:pt x="5701" y="730"/>
                    <a:pt x="4530" y="567"/>
                    <a:pt x="3354" y="414"/>
                  </a:cubicBezTo>
                  <a:cubicBezTo>
                    <a:pt x="2935" y="333"/>
                    <a:pt x="2505" y="262"/>
                    <a:pt x="2086" y="169"/>
                  </a:cubicBezTo>
                  <a:cubicBezTo>
                    <a:pt x="1554" y="57"/>
                    <a:pt x="1176" y="1"/>
                    <a:pt x="838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26"/>
            <p:cNvSpPr/>
            <p:nvPr/>
          </p:nvSpPr>
          <p:spPr>
            <a:xfrm>
              <a:off x="4523769" y="2198572"/>
              <a:ext cx="201564" cy="446213"/>
            </a:xfrm>
            <a:custGeom>
              <a:rect b="b" l="l" r="r" t="t"/>
              <a:pathLst>
                <a:path extrusionOk="0" h="7788" w="3518">
                  <a:moveTo>
                    <a:pt x="93" y="0"/>
                  </a:moveTo>
                  <a:cubicBezTo>
                    <a:pt x="0" y="349"/>
                    <a:pt x="82" y="621"/>
                    <a:pt x="371" y="844"/>
                  </a:cubicBezTo>
                  <a:cubicBezTo>
                    <a:pt x="539" y="969"/>
                    <a:pt x="686" y="1127"/>
                    <a:pt x="844" y="1263"/>
                  </a:cubicBezTo>
                  <a:cubicBezTo>
                    <a:pt x="1394" y="1721"/>
                    <a:pt x="1786" y="2298"/>
                    <a:pt x="1830" y="3027"/>
                  </a:cubicBezTo>
                  <a:cubicBezTo>
                    <a:pt x="1868" y="3762"/>
                    <a:pt x="2211" y="4350"/>
                    <a:pt x="2559" y="4971"/>
                  </a:cubicBezTo>
                  <a:cubicBezTo>
                    <a:pt x="2940" y="5640"/>
                    <a:pt x="3463" y="6337"/>
                    <a:pt x="2826" y="7159"/>
                  </a:cubicBezTo>
                  <a:cubicBezTo>
                    <a:pt x="2711" y="7306"/>
                    <a:pt x="2505" y="7480"/>
                    <a:pt x="2624" y="7676"/>
                  </a:cubicBezTo>
                  <a:cubicBezTo>
                    <a:pt x="2676" y="7761"/>
                    <a:pt x="2740" y="7788"/>
                    <a:pt x="2809" y="7788"/>
                  </a:cubicBezTo>
                  <a:cubicBezTo>
                    <a:pt x="2929" y="7788"/>
                    <a:pt x="3066" y="7708"/>
                    <a:pt x="3190" y="7708"/>
                  </a:cubicBezTo>
                  <a:cubicBezTo>
                    <a:pt x="3198" y="7708"/>
                    <a:pt x="3205" y="7708"/>
                    <a:pt x="3212" y="7709"/>
                  </a:cubicBezTo>
                  <a:cubicBezTo>
                    <a:pt x="3213" y="7709"/>
                    <a:pt x="3214" y="7710"/>
                    <a:pt x="3215" y="7710"/>
                  </a:cubicBezTo>
                  <a:cubicBezTo>
                    <a:pt x="3226" y="7710"/>
                    <a:pt x="3241" y="7686"/>
                    <a:pt x="3256" y="7671"/>
                  </a:cubicBezTo>
                  <a:cubicBezTo>
                    <a:pt x="3219" y="7647"/>
                    <a:pt x="3175" y="7643"/>
                    <a:pt x="3130" y="7643"/>
                  </a:cubicBezTo>
                  <a:cubicBezTo>
                    <a:pt x="3110" y="7643"/>
                    <a:pt x="3089" y="7644"/>
                    <a:pt x="3069" y="7644"/>
                  </a:cubicBezTo>
                  <a:cubicBezTo>
                    <a:pt x="3004" y="7644"/>
                    <a:pt x="2943" y="7635"/>
                    <a:pt x="2902" y="7567"/>
                  </a:cubicBezTo>
                  <a:cubicBezTo>
                    <a:pt x="3033" y="7339"/>
                    <a:pt x="3158" y="7105"/>
                    <a:pt x="3294" y="6876"/>
                  </a:cubicBezTo>
                  <a:cubicBezTo>
                    <a:pt x="3403" y="6685"/>
                    <a:pt x="3517" y="6484"/>
                    <a:pt x="3441" y="6277"/>
                  </a:cubicBezTo>
                  <a:cubicBezTo>
                    <a:pt x="3245" y="5755"/>
                    <a:pt x="3103" y="5205"/>
                    <a:pt x="2771" y="4737"/>
                  </a:cubicBezTo>
                  <a:cubicBezTo>
                    <a:pt x="2412" y="4236"/>
                    <a:pt x="2173" y="3686"/>
                    <a:pt x="2096" y="3065"/>
                  </a:cubicBezTo>
                  <a:cubicBezTo>
                    <a:pt x="2015" y="2347"/>
                    <a:pt x="1742" y="1731"/>
                    <a:pt x="1154" y="1274"/>
                  </a:cubicBezTo>
                  <a:cubicBezTo>
                    <a:pt x="817" y="1013"/>
                    <a:pt x="512" y="713"/>
                    <a:pt x="191" y="430"/>
                  </a:cubicBezTo>
                  <a:cubicBezTo>
                    <a:pt x="66" y="311"/>
                    <a:pt x="191" y="131"/>
                    <a:pt x="93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26"/>
            <p:cNvSpPr/>
            <p:nvPr/>
          </p:nvSpPr>
          <p:spPr>
            <a:xfrm>
              <a:off x="4268008" y="2170785"/>
              <a:ext cx="271120" cy="389320"/>
            </a:xfrm>
            <a:custGeom>
              <a:rect b="b" l="l" r="r" t="t"/>
              <a:pathLst>
                <a:path extrusionOk="0" h="6795" w="4732">
                  <a:moveTo>
                    <a:pt x="4731" y="1"/>
                  </a:moveTo>
                  <a:lnTo>
                    <a:pt x="4731" y="1"/>
                  </a:lnTo>
                  <a:cubicBezTo>
                    <a:pt x="4285" y="93"/>
                    <a:pt x="3980" y="420"/>
                    <a:pt x="3626" y="665"/>
                  </a:cubicBezTo>
                  <a:cubicBezTo>
                    <a:pt x="2592" y="1378"/>
                    <a:pt x="1677" y="2211"/>
                    <a:pt x="1171" y="3398"/>
                  </a:cubicBezTo>
                  <a:cubicBezTo>
                    <a:pt x="850" y="4149"/>
                    <a:pt x="436" y="4862"/>
                    <a:pt x="213" y="5657"/>
                  </a:cubicBezTo>
                  <a:cubicBezTo>
                    <a:pt x="251" y="6016"/>
                    <a:pt x="0" y="6343"/>
                    <a:pt x="109" y="6795"/>
                  </a:cubicBezTo>
                  <a:cubicBezTo>
                    <a:pt x="430" y="5358"/>
                    <a:pt x="1133" y="4171"/>
                    <a:pt x="1753" y="2946"/>
                  </a:cubicBezTo>
                  <a:cubicBezTo>
                    <a:pt x="2036" y="2385"/>
                    <a:pt x="2488" y="1944"/>
                    <a:pt x="2978" y="1547"/>
                  </a:cubicBezTo>
                  <a:cubicBezTo>
                    <a:pt x="3561" y="1073"/>
                    <a:pt x="4214" y="692"/>
                    <a:pt x="4726" y="131"/>
                  </a:cubicBezTo>
                  <a:cubicBezTo>
                    <a:pt x="4726" y="88"/>
                    <a:pt x="4731" y="44"/>
                    <a:pt x="4731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26"/>
            <p:cNvSpPr/>
            <p:nvPr/>
          </p:nvSpPr>
          <p:spPr>
            <a:xfrm>
              <a:off x="3347864" y="2458171"/>
              <a:ext cx="442031" cy="167130"/>
            </a:xfrm>
            <a:custGeom>
              <a:rect b="b" l="l" r="r" t="t"/>
              <a:pathLst>
                <a:path extrusionOk="0" h="2917" w="7715">
                  <a:moveTo>
                    <a:pt x="201" y="0"/>
                  </a:moveTo>
                  <a:cubicBezTo>
                    <a:pt x="135" y="0"/>
                    <a:pt x="68" y="3"/>
                    <a:pt x="0" y="10"/>
                  </a:cubicBezTo>
                  <a:cubicBezTo>
                    <a:pt x="33" y="233"/>
                    <a:pt x="240" y="216"/>
                    <a:pt x="382" y="249"/>
                  </a:cubicBezTo>
                  <a:cubicBezTo>
                    <a:pt x="953" y="396"/>
                    <a:pt x="1481" y="641"/>
                    <a:pt x="2009" y="902"/>
                  </a:cubicBezTo>
                  <a:cubicBezTo>
                    <a:pt x="2902" y="1343"/>
                    <a:pt x="3806" y="1762"/>
                    <a:pt x="4693" y="2214"/>
                  </a:cubicBezTo>
                  <a:cubicBezTo>
                    <a:pt x="5129" y="2438"/>
                    <a:pt x="5635" y="2410"/>
                    <a:pt x="6060" y="2639"/>
                  </a:cubicBezTo>
                  <a:cubicBezTo>
                    <a:pt x="6473" y="2791"/>
                    <a:pt x="6920" y="2802"/>
                    <a:pt x="7339" y="2917"/>
                  </a:cubicBezTo>
                  <a:cubicBezTo>
                    <a:pt x="7442" y="2900"/>
                    <a:pt x="7551" y="2884"/>
                    <a:pt x="7715" y="2862"/>
                  </a:cubicBezTo>
                  <a:cubicBezTo>
                    <a:pt x="7410" y="2677"/>
                    <a:pt x="7143" y="2612"/>
                    <a:pt x="6871" y="2546"/>
                  </a:cubicBezTo>
                  <a:cubicBezTo>
                    <a:pt x="5934" y="2323"/>
                    <a:pt x="4982" y="2122"/>
                    <a:pt x="4143" y="1643"/>
                  </a:cubicBezTo>
                  <a:cubicBezTo>
                    <a:pt x="3283" y="1153"/>
                    <a:pt x="2374" y="777"/>
                    <a:pt x="1492" y="342"/>
                  </a:cubicBezTo>
                  <a:cubicBezTo>
                    <a:pt x="1088" y="142"/>
                    <a:pt x="659" y="0"/>
                    <a:pt x="201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26"/>
            <p:cNvSpPr/>
            <p:nvPr/>
          </p:nvSpPr>
          <p:spPr>
            <a:xfrm>
              <a:off x="313911" y="3405756"/>
              <a:ext cx="519093" cy="67895"/>
            </a:xfrm>
            <a:custGeom>
              <a:rect b="b" l="l" r="r" t="t"/>
              <a:pathLst>
                <a:path extrusionOk="0" h="1185" w="9060">
                  <a:moveTo>
                    <a:pt x="8571" y="1"/>
                  </a:moveTo>
                  <a:cubicBezTo>
                    <a:pt x="8371" y="1"/>
                    <a:pt x="8193" y="104"/>
                    <a:pt x="8003" y="162"/>
                  </a:cubicBezTo>
                  <a:cubicBezTo>
                    <a:pt x="7682" y="282"/>
                    <a:pt x="7345" y="352"/>
                    <a:pt x="7002" y="374"/>
                  </a:cubicBezTo>
                  <a:cubicBezTo>
                    <a:pt x="6033" y="429"/>
                    <a:pt x="5069" y="586"/>
                    <a:pt x="4100" y="695"/>
                  </a:cubicBezTo>
                  <a:cubicBezTo>
                    <a:pt x="3579" y="757"/>
                    <a:pt x="3061" y="867"/>
                    <a:pt x="2534" y="867"/>
                  </a:cubicBezTo>
                  <a:cubicBezTo>
                    <a:pt x="2323" y="867"/>
                    <a:pt x="2110" y="849"/>
                    <a:pt x="1895" y="804"/>
                  </a:cubicBezTo>
                  <a:cubicBezTo>
                    <a:pt x="1578" y="740"/>
                    <a:pt x="1253" y="672"/>
                    <a:pt x="927" y="672"/>
                  </a:cubicBezTo>
                  <a:cubicBezTo>
                    <a:pt x="867" y="672"/>
                    <a:pt x="807" y="674"/>
                    <a:pt x="747" y="679"/>
                  </a:cubicBezTo>
                  <a:cubicBezTo>
                    <a:pt x="453" y="706"/>
                    <a:pt x="120" y="701"/>
                    <a:pt x="1" y="1076"/>
                  </a:cubicBezTo>
                  <a:cubicBezTo>
                    <a:pt x="7" y="1152"/>
                    <a:pt x="26" y="1184"/>
                    <a:pt x="55" y="1184"/>
                  </a:cubicBezTo>
                  <a:cubicBezTo>
                    <a:pt x="81" y="1184"/>
                    <a:pt x="112" y="1160"/>
                    <a:pt x="148" y="1120"/>
                  </a:cubicBezTo>
                  <a:cubicBezTo>
                    <a:pt x="313" y="924"/>
                    <a:pt x="529" y="850"/>
                    <a:pt x="747" y="850"/>
                  </a:cubicBezTo>
                  <a:cubicBezTo>
                    <a:pt x="838" y="850"/>
                    <a:pt x="930" y="863"/>
                    <a:pt x="1019" y="886"/>
                  </a:cubicBezTo>
                  <a:cubicBezTo>
                    <a:pt x="1567" y="1019"/>
                    <a:pt x="2116" y="1089"/>
                    <a:pt x="2669" y="1089"/>
                  </a:cubicBezTo>
                  <a:cubicBezTo>
                    <a:pt x="2977" y="1089"/>
                    <a:pt x="3287" y="1067"/>
                    <a:pt x="3599" y="1022"/>
                  </a:cubicBezTo>
                  <a:cubicBezTo>
                    <a:pt x="4497" y="886"/>
                    <a:pt x="5401" y="750"/>
                    <a:pt x="6310" y="679"/>
                  </a:cubicBezTo>
                  <a:cubicBezTo>
                    <a:pt x="7258" y="608"/>
                    <a:pt x="8107" y="107"/>
                    <a:pt x="9060" y="107"/>
                  </a:cubicBezTo>
                  <a:cubicBezTo>
                    <a:pt x="8945" y="80"/>
                    <a:pt x="8831" y="47"/>
                    <a:pt x="8717" y="20"/>
                  </a:cubicBezTo>
                  <a:cubicBezTo>
                    <a:pt x="8667" y="7"/>
                    <a:pt x="8618" y="1"/>
                    <a:pt x="8571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26"/>
            <p:cNvSpPr/>
            <p:nvPr/>
          </p:nvSpPr>
          <p:spPr>
            <a:xfrm>
              <a:off x="1097122" y="2563821"/>
              <a:ext cx="321654" cy="181453"/>
            </a:xfrm>
            <a:custGeom>
              <a:rect b="b" l="l" r="r" t="t"/>
              <a:pathLst>
                <a:path extrusionOk="0" h="3167" w="5614">
                  <a:moveTo>
                    <a:pt x="1" y="0"/>
                  </a:moveTo>
                  <a:lnTo>
                    <a:pt x="1" y="0"/>
                  </a:lnTo>
                  <a:cubicBezTo>
                    <a:pt x="137" y="365"/>
                    <a:pt x="518" y="490"/>
                    <a:pt x="752" y="768"/>
                  </a:cubicBezTo>
                  <a:cubicBezTo>
                    <a:pt x="972" y="1022"/>
                    <a:pt x="1242" y="1131"/>
                    <a:pt x="1559" y="1131"/>
                  </a:cubicBezTo>
                  <a:cubicBezTo>
                    <a:pt x="1649" y="1131"/>
                    <a:pt x="1743" y="1122"/>
                    <a:pt x="1841" y="1105"/>
                  </a:cubicBezTo>
                  <a:cubicBezTo>
                    <a:pt x="2005" y="1074"/>
                    <a:pt x="2168" y="1057"/>
                    <a:pt x="2330" y="1057"/>
                  </a:cubicBezTo>
                  <a:cubicBezTo>
                    <a:pt x="2651" y="1057"/>
                    <a:pt x="2969" y="1124"/>
                    <a:pt x="3283" y="1279"/>
                  </a:cubicBezTo>
                  <a:cubicBezTo>
                    <a:pt x="3556" y="1410"/>
                    <a:pt x="3735" y="1699"/>
                    <a:pt x="4024" y="1737"/>
                  </a:cubicBezTo>
                  <a:cubicBezTo>
                    <a:pt x="4416" y="1786"/>
                    <a:pt x="4519" y="2036"/>
                    <a:pt x="4601" y="2346"/>
                  </a:cubicBezTo>
                  <a:cubicBezTo>
                    <a:pt x="4661" y="2570"/>
                    <a:pt x="4726" y="2798"/>
                    <a:pt x="4802" y="3016"/>
                  </a:cubicBezTo>
                  <a:cubicBezTo>
                    <a:pt x="4831" y="3095"/>
                    <a:pt x="4885" y="3166"/>
                    <a:pt x="4951" y="3166"/>
                  </a:cubicBezTo>
                  <a:cubicBezTo>
                    <a:pt x="4986" y="3166"/>
                    <a:pt x="5024" y="3146"/>
                    <a:pt x="5064" y="3098"/>
                  </a:cubicBezTo>
                  <a:cubicBezTo>
                    <a:pt x="5374" y="2717"/>
                    <a:pt x="5613" y="2303"/>
                    <a:pt x="5581" y="1786"/>
                  </a:cubicBezTo>
                  <a:cubicBezTo>
                    <a:pt x="5575" y="1724"/>
                    <a:pt x="5562" y="1705"/>
                    <a:pt x="5547" y="1705"/>
                  </a:cubicBezTo>
                  <a:cubicBezTo>
                    <a:pt x="5522" y="1705"/>
                    <a:pt x="5488" y="1759"/>
                    <a:pt x="5461" y="1769"/>
                  </a:cubicBezTo>
                  <a:cubicBezTo>
                    <a:pt x="5379" y="2102"/>
                    <a:pt x="5341" y="2455"/>
                    <a:pt x="5042" y="2700"/>
                  </a:cubicBezTo>
                  <a:cubicBezTo>
                    <a:pt x="5015" y="2657"/>
                    <a:pt x="4987" y="2630"/>
                    <a:pt x="4976" y="2597"/>
                  </a:cubicBezTo>
                  <a:cubicBezTo>
                    <a:pt x="4857" y="2036"/>
                    <a:pt x="4748" y="1470"/>
                    <a:pt x="4007" y="1421"/>
                  </a:cubicBezTo>
                  <a:cubicBezTo>
                    <a:pt x="3986" y="1421"/>
                    <a:pt x="3964" y="1399"/>
                    <a:pt x="3947" y="1383"/>
                  </a:cubicBezTo>
                  <a:cubicBezTo>
                    <a:pt x="3475" y="958"/>
                    <a:pt x="2926" y="829"/>
                    <a:pt x="2356" y="829"/>
                  </a:cubicBezTo>
                  <a:cubicBezTo>
                    <a:pt x="2152" y="829"/>
                    <a:pt x="1944" y="845"/>
                    <a:pt x="1737" y="871"/>
                  </a:cubicBezTo>
                  <a:cubicBezTo>
                    <a:pt x="1673" y="879"/>
                    <a:pt x="1613" y="883"/>
                    <a:pt x="1556" y="883"/>
                  </a:cubicBezTo>
                  <a:cubicBezTo>
                    <a:pt x="1300" y="883"/>
                    <a:pt x="1102" y="801"/>
                    <a:pt x="915" y="610"/>
                  </a:cubicBezTo>
                  <a:cubicBezTo>
                    <a:pt x="659" y="338"/>
                    <a:pt x="376" y="98"/>
                    <a:pt x="1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26"/>
            <p:cNvSpPr/>
            <p:nvPr/>
          </p:nvSpPr>
          <p:spPr>
            <a:xfrm>
              <a:off x="3281002" y="2604042"/>
              <a:ext cx="358266" cy="81473"/>
            </a:xfrm>
            <a:custGeom>
              <a:rect b="b" l="l" r="r" t="t"/>
              <a:pathLst>
                <a:path extrusionOk="0" h="1422" w="6253">
                  <a:moveTo>
                    <a:pt x="5559" y="0"/>
                  </a:moveTo>
                  <a:cubicBezTo>
                    <a:pt x="5550" y="0"/>
                    <a:pt x="5542" y="0"/>
                    <a:pt x="5534" y="0"/>
                  </a:cubicBezTo>
                  <a:cubicBezTo>
                    <a:pt x="4042" y="44"/>
                    <a:pt x="2583" y="300"/>
                    <a:pt x="1151" y="708"/>
                  </a:cubicBezTo>
                  <a:cubicBezTo>
                    <a:pt x="786" y="812"/>
                    <a:pt x="471" y="1024"/>
                    <a:pt x="166" y="1247"/>
                  </a:cubicBezTo>
                  <a:cubicBezTo>
                    <a:pt x="0" y="1371"/>
                    <a:pt x="81" y="1422"/>
                    <a:pt x="225" y="1422"/>
                  </a:cubicBezTo>
                  <a:cubicBezTo>
                    <a:pt x="232" y="1422"/>
                    <a:pt x="240" y="1422"/>
                    <a:pt x="247" y="1421"/>
                  </a:cubicBezTo>
                  <a:cubicBezTo>
                    <a:pt x="901" y="1122"/>
                    <a:pt x="1581" y="888"/>
                    <a:pt x="2273" y="714"/>
                  </a:cubicBezTo>
                  <a:cubicBezTo>
                    <a:pt x="3412" y="437"/>
                    <a:pt x="4572" y="265"/>
                    <a:pt x="5747" y="265"/>
                  </a:cubicBezTo>
                  <a:cubicBezTo>
                    <a:pt x="5891" y="265"/>
                    <a:pt x="6036" y="267"/>
                    <a:pt x="6181" y="273"/>
                  </a:cubicBezTo>
                  <a:cubicBezTo>
                    <a:pt x="6252" y="158"/>
                    <a:pt x="6160" y="126"/>
                    <a:pt x="6083" y="104"/>
                  </a:cubicBezTo>
                  <a:cubicBezTo>
                    <a:pt x="5911" y="57"/>
                    <a:pt x="5744" y="0"/>
                    <a:pt x="5559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26"/>
            <p:cNvSpPr/>
            <p:nvPr/>
          </p:nvSpPr>
          <p:spPr>
            <a:xfrm>
              <a:off x="4208422" y="1905972"/>
              <a:ext cx="229925" cy="147936"/>
            </a:xfrm>
            <a:custGeom>
              <a:rect b="b" l="l" r="r" t="t"/>
              <a:pathLst>
                <a:path extrusionOk="0" h="2582" w="4013">
                  <a:moveTo>
                    <a:pt x="780" y="0"/>
                  </a:moveTo>
                  <a:cubicBezTo>
                    <a:pt x="558" y="0"/>
                    <a:pt x="340" y="98"/>
                    <a:pt x="186" y="295"/>
                  </a:cubicBezTo>
                  <a:cubicBezTo>
                    <a:pt x="126" y="464"/>
                    <a:pt x="66" y="632"/>
                    <a:pt x="0" y="801"/>
                  </a:cubicBezTo>
                  <a:cubicBezTo>
                    <a:pt x="104" y="730"/>
                    <a:pt x="180" y="649"/>
                    <a:pt x="235" y="551"/>
                  </a:cubicBezTo>
                  <a:cubicBezTo>
                    <a:pt x="319" y="396"/>
                    <a:pt x="414" y="329"/>
                    <a:pt x="517" y="329"/>
                  </a:cubicBezTo>
                  <a:cubicBezTo>
                    <a:pt x="607" y="329"/>
                    <a:pt x="702" y="380"/>
                    <a:pt x="801" y="469"/>
                  </a:cubicBezTo>
                  <a:cubicBezTo>
                    <a:pt x="1040" y="687"/>
                    <a:pt x="1198" y="964"/>
                    <a:pt x="1329" y="1253"/>
                  </a:cubicBezTo>
                  <a:cubicBezTo>
                    <a:pt x="1454" y="1514"/>
                    <a:pt x="1645" y="1705"/>
                    <a:pt x="1873" y="1879"/>
                  </a:cubicBezTo>
                  <a:cubicBezTo>
                    <a:pt x="2423" y="2293"/>
                    <a:pt x="3098" y="2336"/>
                    <a:pt x="3713" y="2554"/>
                  </a:cubicBezTo>
                  <a:cubicBezTo>
                    <a:pt x="3752" y="2567"/>
                    <a:pt x="3803" y="2582"/>
                    <a:pt x="3852" y="2582"/>
                  </a:cubicBezTo>
                  <a:cubicBezTo>
                    <a:pt x="3927" y="2582"/>
                    <a:pt x="3996" y="2548"/>
                    <a:pt x="4013" y="2423"/>
                  </a:cubicBezTo>
                  <a:cubicBezTo>
                    <a:pt x="3572" y="2265"/>
                    <a:pt x="3131" y="2113"/>
                    <a:pt x="2695" y="1950"/>
                  </a:cubicBezTo>
                  <a:cubicBezTo>
                    <a:pt x="2178" y="1754"/>
                    <a:pt x="1677" y="1531"/>
                    <a:pt x="1666" y="856"/>
                  </a:cubicBezTo>
                  <a:cubicBezTo>
                    <a:pt x="1661" y="779"/>
                    <a:pt x="1623" y="703"/>
                    <a:pt x="1596" y="627"/>
                  </a:cubicBezTo>
                  <a:cubicBezTo>
                    <a:pt x="1437" y="210"/>
                    <a:pt x="1104" y="0"/>
                    <a:pt x="780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26"/>
            <p:cNvSpPr/>
            <p:nvPr/>
          </p:nvSpPr>
          <p:spPr>
            <a:xfrm>
              <a:off x="948043" y="2379850"/>
              <a:ext cx="120892" cy="213309"/>
            </a:xfrm>
            <a:custGeom>
              <a:rect b="b" l="l" r="r" t="t"/>
              <a:pathLst>
                <a:path extrusionOk="0" h="3723" w="2110">
                  <a:moveTo>
                    <a:pt x="603" y="0"/>
                  </a:moveTo>
                  <a:cubicBezTo>
                    <a:pt x="489" y="0"/>
                    <a:pt x="402" y="139"/>
                    <a:pt x="343" y="255"/>
                  </a:cubicBezTo>
                  <a:cubicBezTo>
                    <a:pt x="316" y="320"/>
                    <a:pt x="289" y="386"/>
                    <a:pt x="267" y="451"/>
                  </a:cubicBezTo>
                  <a:cubicBezTo>
                    <a:pt x="0" y="1355"/>
                    <a:pt x="126" y="2253"/>
                    <a:pt x="322" y="3151"/>
                  </a:cubicBezTo>
                  <a:cubicBezTo>
                    <a:pt x="512" y="3255"/>
                    <a:pt x="409" y="3516"/>
                    <a:pt x="643" y="3723"/>
                  </a:cubicBezTo>
                  <a:cubicBezTo>
                    <a:pt x="583" y="2819"/>
                    <a:pt x="98" y="2046"/>
                    <a:pt x="338" y="1121"/>
                  </a:cubicBezTo>
                  <a:lnTo>
                    <a:pt x="338" y="1121"/>
                  </a:lnTo>
                  <a:cubicBezTo>
                    <a:pt x="616" y="1671"/>
                    <a:pt x="937" y="2106"/>
                    <a:pt x="1122" y="2623"/>
                  </a:cubicBezTo>
                  <a:cubicBezTo>
                    <a:pt x="1242" y="2966"/>
                    <a:pt x="1465" y="3211"/>
                    <a:pt x="1808" y="3325"/>
                  </a:cubicBezTo>
                  <a:cubicBezTo>
                    <a:pt x="1856" y="3342"/>
                    <a:pt x="1927" y="3366"/>
                    <a:pt x="1984" y="3366"/>
                  </a:cubicBezTo>
                  <a:cubicBezTo>
                    <a:pt x="2061" y="3366"/>
                    <a:pt x="2110" y="3320"/>
                    <a:pt x="2031" y="3140"/>
                  </a:cubicBezTo>
                  <a:cubicBezTo>
                    <a:pt x="1851" y="3075"/>
                    <a:pt x="1715" y="2955"/>
                    <a:pt x="1612" y="2792"/>
                  </a:cubicBezTo>
                  <a:cubicBezTo>
                    <a:pt x="1231" y="2188"/>
                    <a:pt x="899" y="1556"/>
                    <a:pt x="583" y="914"/>
                  </a:cubicBezTo>
                  <a:cubicBezTo>
                    <a:pt x="501" y="734"/>
                    <a:pt x="458" y="560"/>
                    <a:pt x="621" y="391"/>
                  </a:cubicBezTo>
                  <a:cubicBezTo>
                    <a:pt x="719" y="288"/>
                    <a:pt x="861" y="124"/>
                    <a:pt x="681" y="21"/>
                  </a:cubicBezTo>
                  <a:cubicBezTo>
                    <a:pt x="654" y="6"/>
                    <a:pt x="628" y="0"/>
                    <a:pt x="603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26"/>
            <p:cNvSpPr/>
            <p:nvPr/>
          </p:nvSpPr>
          <p:spPr>
            <a:xfrm>
              <a:off x="3095827" y="2137382"/>
              <a:ext cx="190678" cy="109777"/>
            </a:xfrm>
            <a:custGeom>
              <a:rect b="b" l="l" r="r" t="t"/>
              <a:pathLst>
                <a:path extrusionOk="0" h="1916" w="3328">
                  <a:moveTo>
                    <a:pt x="514" y="0"/>
                  </a:moveTo>
                  <a:cubicBezTo>
                    <a:pt x="364" y="0"/>
                    <a:pt x="247" y="79"/>
                    <a:pt x="164" y="241"/>
                  </a:cubicBezTo>
                  <a:cubicBezTo>
                    <a:pt x="77" y="415"/>
                    <a:pt x="33" y="595"/>
                    <a:pt x="28" y="785"/>
                  </a:cubicBezTo>
                  <a:cubicBezTo>
                    <a:pt x="23" y="1161"/>
                    <a:pt x="12" y="1536"/>
                    <a:pt x="1" y="1912"/>
                  </a:cubicBezTo>
                  <a:cubicBezTo>
                    <a:pt x="29" y="1914"/>
                    <a:pt x="55" y="1915"/>
                    <a:pt x="78" y="1915"/>
                  </a:cubicBezTo>
                  <a:cubicBezTo>
                    <a:pt x="233" y="1915"/>
                    <a:pt x="279" y="1862"/>
                    <a:pt x="284" y="1673"/>
                  </a:cubicBezTo>
                  <a:cubicBezTo>
                    <a:pt x="284" y="1428"/>
                    <a:pt x="327" y="1188"/>
                    <a:pt x="355" y="943"/>
                  </a:cubicBezTo>
                  <a:cubicBezTo>
                    <a:pt x="403" y="520"/>
                    <a:pt x="446" y="349"/>
                    <a:pt x="567" y="349"/>
                  </a:cubicBezTo>
                  <a:cubicBezTo>
                    <a:pt x="664" y="349"/>
                    <a:pt x="812" y="459"/>
                    <a:pt x="1051" y="638"/>
                  </a:cubicBezTo>
                  <a:cubicBezTo>
                    <a:pt x="1536" y="997"/>
                    <a:pt x="2037" y="1161"/>
                    <a:pt x="2608" y="1177"/>
                  </a:cubicBezTo>
                  <a:cubicBezTo>
                    <a:pt x="2650" y="1179"/>
                    <a:pt x="2692" y="1180"/>
                    <a:pt x="2734" y="1180"/>
                  </a:cubicBezTo>
                  <a:cubicBezTo>
                    <a:pt x="2967" y="1180"/>
                    <a:pt x="3207" y="1138"/>
                    <a:pt x="3327" y="861"/>
                  </a:cubicBezTo>
                  <a:cubicBezTo>
                    <a:pt x="3278" y="861"/>
                    <a:pt x="3234" y="861"/>
                    <a:pt x="3191" y="856"/>
                  </a:cubicBezTo>
                  <a:cubicBezTo>
                    <a:pt x="3066" y="880"/>
                    <a:pt x="2944" y="890"/>
                    <a:pt x="2824" y="890"/>
                  </a:cubicBezTo>
                  <a:cubicBezTo>
                    <a:pt x="2310" y="890"/>
                    <a:pt x="1844" y="690"/>
                    <a:pt x="1389" y="442"/>
                  </a:cubicBezTo>
                  <a:cubicBezTo>
                    <a:pt x="1155" y="317"/>
                    <a:pt x="953" y="126"/>
                    <a:pt x="698" y="34"/>
                  </a:cubicBezTo>
                  <a:cubicBezTo>
                    <a:pt x="632" y="11"/>
                    <a:pt x="570" y="0"/>
                    <a:pt x="514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26"/>
            <p:cNvSpPr/>
            <p:nvPr/>
          </p:nvSpPr>
          <p:spPr>
            <a:xfrm>
              <a:off x="2775496" y="3755937"/>
              <a:ext cx="97688" cy="255478"/>
            </a:xfrm>
            <a:custGeom>
              <a:rect b="b" l="l" r="r" t="t"/>
              <a:pathLst>
                <a:path extrusionOk="0" h="4459" w="1705">
                  <a:moveTo>
                    <a:pt x="1" y="0"/>
                  </a:moveTo>
                  <a:lnTo>
                    <a:pt x="1" y="0"/>
                  </a:lnTo>
                  <a:cubicBezTo>
                    <a:pt x="191" y="490"/>
                    <a:pt x="463" y="947"/>
                    <a:pt x="589" y="1459"/>
                  </a:cubicBezTo>
                  <a:cubicBezTo>
                    <a:pt x="698" y="1873"/>
                    <a:pt x="828" y="2292"/>
                    <a:pt x="512" y="2684"/>
                  </a:cubicBezTo>
                  <a:cubicBezTo>
                    <a:pt x="512" y="2711"/>
                    <a:pt x="512" y="2738"/>
                    <a:pt x="512" y="2766"/>
                  </a:cubicBezTo>
                  <a:cubicBezTo>
                    <a:pt x="806" y="2967"/>
                    <a:pt x="970" y="3294"/>
                    <a:pt x="1204" y="3549"/>
                  </a:cubicBezTo>
                  <a:cubicBezTo>
                    <a:pt x="1482" y="3860"/>
                    <a:pt x="1498" y="3980"/>
                    <a:pt x="1204" y="4290"/>
                  </a:cubicBezTo>
                  <a:cubicBezTo>
                    <a:pt x="1318" y="4344"/>
                    <a:pt x="1433" y="4404"/>
                    <a:pt x="1552" y="4459"/>
                  </a:cubicBezTo>
                  <a:cubicBezTo>
                    <a:pt x="1705" y="4230"/>
                    <a:pt x="1650" y="3980"/>
                    <a:pt x="1596" y="3751"/>
                  </a:cubicBezTo>
                  <a:cubicBezTo>
                    <a:pt x="1351" y="2793"/>
                    <a:pt x="970" y="1878"/>
                    <a:pt x="643" y="947"/>
                  </a:cubicBezTo>
                  <a:cubicBezTo>
                    <a:pt x="518" y="588"/>
                    <a:pt x="306" y="256"/>
                    <a:pt x="1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26"/>
            <p:cNvSpPr/>
            <p:nvPr/>
          </p:nvSpPr>
          <p:spPr>
            <a:xfrm>
              <a:off x="2743984" y="2106042"/>
              <a:ext cx="139972" cy="202079"/>
            </a:xfrm>
            <a:custGeom>
              <a:rect b="b" l="l" r="r" t="t"/>
              <a:pathLst>
                <a:path extrusionOk="0" h="3527" w="2443">
                  <a:moveTo>
                    <a:pt x="2171" y="1"/>
                  </a:moveTo>
                  <a:cubicBezTo>
                    <a:pt x="2012" y="1"/>
                    <a:pt x="1927" y="151"/>
                    <a:pt x="1868" y="336"/>
                  </a:cubicBezTo>
                  <a:cubicBezTo>
                    <a:pt x="1825" y="467"/>
                    <a:pt x="1819" y="614"/>
                    <a:pt x="1808" y="750"/>
                  </a:cubicBezTo>
                  <a:cubicBezTo>
                    <a:pt x="1797" y="837"/>
                    <a:pt x="1792" y="946"/>
                    <a:pt x="1699" y="951"/>
                  </a:cubicBezTo>
                  <a:cubicBezTo>
                    <a:pt x="1465" y="973"/>
                    <a:pt x="1416" y="1169"/>
                    <a:pt x="1313" y="1316"/>
                  </a:cubicBezTo>
                  <a:cubicBezTo>
                    <a:pt x="1169" y="1513"/>
                    <a:pt x="989" y="1632"/>
                    <a:pt x="737" y="1632"/>
                  </a:cubicBezTo>
                  <a:cubicBezTo>
                    <a:pt x="731" y="1632"/>
                    <a:pt x="725" y="1632"/>
                    <a:pt x="720" y="1632"/>
                  </a:cubicBezTo>
                  <a:cubicBezTo>
                    <a:pt x="583" y="1632"/>
                    <a:pt x="442" y="1664"/>
                    <a:pt x="300" y="1686"/>
                  </a:cubicBezTo>
                  <a:cubicBezTo>
                    <a:pt x="39" y="1724"/>
                    <a:pt x="1" y="1915"/>
                    <a:pt x="77" y="2105"/>
                  </a:cubicBezTo>
                  <a:cubicBezTo>
                    <a:pt x="191" y="2394"/>
                    <a:pt x="344" y="2693"/>
                    <a:pt x="611" y="2867"/>
                  </a:cubicBezTo>
                  <a:cubicBezTo>
                    <a:pt x="883" y="3047"/>
                    <a:pt x="1090" y="3270"/>
                    <a:pt x="1275" y="3526"/>
                  </a:cubicBezTo>
                  <a:cubicBezTo>
                    <a:pt x="1422" y="3140"/>
                    <a:pt x="1133" y="2944"/>
                    <a:pt x="905" y="2737"/>
                  </a:cubicBezTo>
                  <a:cubicBezTo>
                    <a:pt x="730" y="2579"/>
                    <a:pt x="540" y="2443"/>
                    <a:pt x="420" y="2230"/>
                  </a:cubicBezTo>
                  <a:cubicBezTo>
                    <a:pt x="377" y="2143"/>
                    <a:pt x="262" y="2073"/>
                    <a:pt x="328" y="1958"/>
                  </a:cubicBezTo>
                  <a:cubicBezTo>
                    <a:pt x="357" y="1905"/>
                    <a:pt x="406" y="1892"/>
                    <a:pt x="458" y="1892"/>
                  </a:cubicBezTo>
                  <a:cubicBezTo>
                    <a:pt x="502" y="1892"/>
                    <a:pt x="549" y="1901"/>
                    <a:pt x="589" y="1904"/>
                  </a:cubicBezTo>
                  <a:cubicBezTo>
                    <a:pt x="615" y="1906"/>
                    <a:pt x="641" y="1906"/>
                    <a:pt x="667" y="1906"/>
                  </a:cubicBezTo>
                  <a:cubicBezTo>
                    <a:pt x="1046" y="1906"/>
                    <a:pt x="1327" y="1719"/>
                    <a:pt x="1542" y="1408"/>
                  </a:cubicBezTo>
                  <a:cubicBezTo>
                    <a:pt x="1601" y="1321"/>
                    <a:pt x="1650" y="1207"/>
                    <a:pt x="1765" y="1202"/>
                  </a:cubicBezTo>
                  <a:cubicBezTo>
                    <a:pt x="2042" y="1191"/>
                    <a:pt x="2048" y="1006"/>
                    <a:pt x="2042" y="810"/>
                  </a:cubicBezTo>
                  <a:cubicBezTo>
                    <a:pt x="2042" y="679"/>
                    <a:pt x="2021" y="543"/>
                    <a:pt x="2053" y="423"/>
                  </a:cubicBezTo>
                  <a:cubicBezTo>
                    <a:pt x="2087" y="314"/>
                    <a:pt x="2088" y="139"/>
                    <a:pt x="2224" y="139"/>
                  </a:cubicBezTo>
                  <a:cubicBezTo>
                    <a:pt x="2266" y="139"/>
                    <a:pt x="2320" y="155"/>
                    <a:pt x="2391" y="194"/>
                  </a:cubicBezTo>
                  <a:cubicBezTo>
                    <a:pt x="2406" y="204"/>
                    <a:pt x="2415" y="207"/>
                    <a:pt x="2420" y="207"/>
                  </a:cubicBezTo>
                  <a:cubicBezTo>
                    <a:pt x="2443" y="207"/>
                    <a:pt x="2355" y="111"/>
                    <a:pt x="2391" y="75"/>
                  </a:cubicBezTo>
                  <a:cubicBezTo>
                    <a:pt x="2304" y="23"/>
                    <a:pt x="2232" y="1"/>
                    <a:pt x="2171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26"/>
            <p:cNvSpPr/>
            <p:nvPr/>
          </p:nvSpPr>
          <p:spPr>
            <a:xfrm>
              <a:off x="202875" y="3439961"/>
              <a:ext cx="161629" cy="154467"/>
            </a:xfrm>
            <a:custGeom>
              <a:rect b="b" l="l" r="r" t="t"/>
              <a:pathLst>
                <a:path extrusionOk="0" h="2696" w="2821">
                  <a:moveTo>
                    <a:pt x="191" y="0"/>
                  </a:moveTo>
                  <a:cubicBezTo>
                    <a:pt x="120" y="240"/>
                    <a:pt x="131" y="490"/>
                    <a:pt x="93" y="730"/>
                  </a:cubicBezTo>
                  <a:cubicBezTo>
                    <a:pt x="1" y="1350"/>
                    <a:pt x="180" y="1748"/>
                    <a:pt x="752" y="1971"/>
                  </a:cubicBezTo>
                  <a:cubicBezTo>
                    <a:pt x="1427" y="2232"/>
                    <a:pt x="2113" y="2456"/>
                    <a:pt x="2793" y="2695"/>
                  </a:cubicBezTo>
                  <a:cubicBezTo>
                    <a:pt x="2821" y="2543"/>
                    <a:pt x="2734" y="2439"/>
                    <a:pt x="2652" y="2330"/>
                  </a:cubicBezTo>
                  <a:cubicBezTo>
                    <a:pt x="2162" y="2080"/>
                    <a:pt x="1639" y="1906"/>
                    <a:pt x="1117" y="1753"/>
                  </a:cubicBezTo>
                  <a:cubicBezTo>
                    <a:pt x="589" y="1606"/>
                    <a:pt x="316" y="1263"/>
                    <a:pt x="322" y="724"/>
                  </a:cubicBezTo>
                  <a:cubicBezTo>
                    <a:pt x="327" y="468"/>
                    <a:pt x="251" y="240"/>
                    <a:pt x="191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26"/>
            <p:cNvSpPr/>
            <p:nvPr/>
          </p:nvSpPr>
          <p:spPr>
            <a:xfrm>
              <a:off x="2248676" y="471216"/>
              <a:ext cx="155728" cy="104621"/>
            </a:xfrm>
            <a:custGeom>
              <a:rect b="b" l="l" r="r" t="t"/>
              <a:pathLst>
                <a:path extrusionOk="0" h="1826" w="2718">
                  <a:moveTo>
                    <a:pt x="1139" y="1"/>
                  </a:moveTo>
                  <a:cubicBezTo>
                    <a:pt x="1052" y="88"/>
                    <a:pt x="1150" y="120"/>
                    <a:pt x="1188" y="164"/>
                  </a:cubicBezTo>
                  <a:cubicBezTo>
                    <a:pt x="1503" y="550"/>
                    <a:pt x="1797" y="953"/>
                    <a:pt x="2151" y="1313"/>
                  </a:cubicBezTo>
                  <a:cubicBezTo>
                    <a:pt x="1678" y="1155"/>
                    <a:pt x="1275" y="855"/>
                    <a:pt x="790" y="757"/>
                  </a:cubicBezTo>
                  <a:cubicBezTo>
                    <a:pt x="653" y="729"/>
                    <a:pt x="512" y="690"/>
                    <a:pt x="374" y="690"/>
                  </a:cubicBezTo>
                  <a:cubicBezTo>
                    <a:pt x="244" y="690"/>
                    <a:pt x="117" y="725"/>
                    <a:pt x="1" y="839"/>
                  </a:cubicBezTo>
                  <a:cubicBezTo>
                    <a:pt x="70" y="846"/>
                    <a:pt x="140" y="847"/>
                    <a:pt x="211" y="847"/>
                  </a:cubicBezTo>
                  <a:cubicBezTo>
                    <a:pt x="236" y="847"/>
                    <a:pt x="261" y="847"/>
                    <a:pt x="287" y="847"/>
                  </a:cubicBezTo>
                  <a:cubicBezTo>
                    <a:pt x="450" y="847"/>
                    <a:pt x="612" y="852"/>
                    <a:pt x="763" y="931"/>
                  </a:cubicBezTo>
                  <a:cubicBezTo>
                    <a:pt x="1318" y="1220"/>
                    <a:pt x="1944" y="1367"/>
                    <a:pt x="2462" y="1737"/>
                  </a:cubicBezTo>
                  <a:cubicBezTo>
                    <a:pt x="2500" y="1764"/>
                    <a:pt x="2544" y="1826"/>
                    <a:pt x="2595" y="1826"/>
                  </a:cubicBezTo>
                  <a:cubicBezTo>
                    <a:pt x="2616" y="1826"/>
                    <a:pt x="2639" y="1815"/>
                    <a:pt x="2663" y="1786"/>
                  </a:cubicBezTo>
                  <a:cubicBezTo>
                    <a:pt x="2717" y="1726"/>
                    <a:pt x="2690" y="1655"/>
                    <a:pt x="2652" y="1590"/>
                  </a:cubicBezTo>
                  <a:cubicBezTo>
                    <a:pt x="2282" y="931"/>
                    <a:pt x="1776" y="403"/>
                    <a:pt x="1139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26"/>
            <p:cNvSpPr/>
            <p:nvPr/>
          </p:nvSpPr>
          <p:spPr>
            <a:xfrm>
              <a:off x="4466990" y="2068114"/>
              <a:ext cx="81703" cy="85255"/>
            </a:xfrm>
            <a:custGeom>
              <a:rect b="b" l="l" r="r" t="t"/>
              <a:pathLst>
                <a:path extrusionOk="0" h="1488" w="1426">
                  <a:moveTo>
                    <a:pt x="810" y="1"/>
                  </a:moveTo>
                  <a:cubicBezTo>
                    <a:pt x="791" y="1"/>
                    <a:pt x="772" y="1"/>
                    <a:pt x="752" y="2"/>
                  </a:cubicBezTo>
                  <a:cubicBezTo>
                    <a:pt x="629" y="5"/>
                    <a:pt x="507" y="52"/>
                    <a:pt x="384" y="52"/>
                  </a:cubicBezTo>
                  <a:cubicBezTo>
                    <a:pt x="327" y="52"/>
                    <a:pt x="270" y="42"/>
                    <a:pt x="213" y="13"/>
                  </a:cubicBezTo>
                  <a:cubicBezTo>
                    <a:pt x="198" y="14"/>
                    <a:pt x="182" y="14"/>
                    <a:pt x="166" y="14"/>
                  </a:cubicBezTo>
                  <a:cubicBezTo>
                    <a:pt x="133" y="14"/>
                    <a:pt x="100" y="14"/>
                    <a:pt x="82" y="29"/>
                  </a:cubicBezTo>
                  <a:cubicBezTo>
                    <a:pt x="1" y="94"/>
                    <a:pt x="88" y="121"/>
                    <a:pt x="126" y="149"/>
                  </a:cubicBezTo>
                  <a:cubicBezTo>
                    <a:pt x="342" y="291"/>
                    <a:pt x="548" y="449"/>
                    <a:pt x="823" y="449"/>
                  </a:cubicBezTo>
                  <a:cubicBezTo>
                    <a:pt x="832" y="449"/>
                    <a:pt x="841" y="448"/>
                    <a:pt x="850" y="448"/>
                  </a:cubicBezTo>
                  <a:cubicBezTo>
                    <a:pt x="886" y="441"/>
                    <a:pt x="918" y="437"/>
                    <a:pt x="946" y="437"/>
                  </a:cubicBezTo>
                  <a:cubicBezTo>
                    <a:pt x="1088" y="437"/>
                    <a:pt x="1133" y="528"/>
                    <a:pt x="1133" y="709"/>
                  </a:cubicBezTo>
                  <a:cubicBezTo>
                    <a:pt x="1127" y="965"/>
                    <a:pt x="1073" y="1232"/>
                    <a:pt x="1176" y="1488"/>
                  </a:cubicBezTo>
                  <a:cubicBezTo>
                    <a:pt x="1296" y="1450"/>
                    <a:pt x="1253" y="1330"/>
                    <a:pt x="1329" y="1286"/>
                  </a:cubicBezTo>
                  <a:cubicBezTo>
                    <a:pt x="1351" y="1052"/>
                    <a:pt x="1389" y="824"/>
                    <a:pt x="1405" y="590"/>
                  </a:cubicBezTo>
                  <a:cubicBezTo>
                    <a:pt x="1426" y="173"/>
                    <a:pt x="1228" y="1"/>
                    <a:pt x="810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26"/>
            <p:cNvSpPr/>
            <p:nvPr/>
          </p:nvSpPr>
          <p:spPr>
            <a:xfrm>
              <a:off x="2554856" y="2089255"/>
              <a:ext cx="133039" cy="53227"/>
            </a:xfrm>
            <a:custGeom>
              <a:rect b="b" l="l" r="r" t="t"/>
              <a:pathLst>
                <a:path extrusionOk="0" h="929" w="2322">
                  <a:moveTo>
                    <a:pt x="195" y="1"/>
                  </a:moveTo>
                  <a:cubicBezTo>
                    <a:pt x="0" y="1"/>
                    <a:pt x="56" y="132"/>
                    <a:pt x="106" y="264"/>
                  </a:cubicBezTo>
                  <a:cubicBezTo>
                    <a:pt x="255" y="619"/>
                    <a:pt x="783" y="918"/>
                    <a:pt x="1219" y="918"/>
                  </a:cubicBezTo>
                  <a:cubicBezTo>
                    <a:pt x="1278" y="918"/>
                    <a:pt x="1336" y="913"/>
                    <a:pt x="1391" y="901"/>
                  </a:cubicBezTo>
                  <a:cubicBezTo>
                    <a:pt x="1461" y="888"/>
                    <a:pt x="1531" y="851"/>
                    <a:pt x="1598" y="851"/>
                  </a:cubicBezTo>
                  <a:cubicBezTo>
                    <a:pt x="1646" y="851"/>
                    <a:pt x="1691" y="870"/>
                    <a:pt x="1734" y="928"/>
                  </a:cubicBezTo>
                  <a:lnTo>
                    <a:pt x="2322" y="928"/>
                  </a:lnTo>
                  <a:cubicBezTo>
                    <a:pt x="2178" y="703"/>
                    <a:pt x="1920" y="642"/>
                    <a:pt x="1685" y="642"/>
                  </a:cubicBezTo>
                  <a:cubicBezTo>
                    <a:pt x="1654" y="642"/>
                    <a:pt x="1623" y="643"/>
                    <a:pt x="1592" y="645"/>
                  </a:cubicBezTo>
                  <a:cubicBezTo>
                    <a:pt x="1547" y="649"/>
                    <a:pt x="1503" y="650"/>
                    <a:pt x="1460" y="650"/>
                  </a:cubicBezTo>
                  <a:cubicBezTo>
                    <a:pt x="936" y="650"/>
                    <a:pt x="559" y="410"/>
                    <a:pt x="242" y="3"/>
                  </a:cubicBezTo>
                  <a:cubicBezTo>
                    <a:pt x="225" y="1"/>
                    <a:pt x="209" y="1"/>
                    <a:pt x="195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26"/>
            <p:cNvSpPr/>
            <p:nvPr/>
          </p:nvSpPr>
          <p:spPr>
            <a:xfrm>
              <a:off x="2152308" y="527536"/>
              <a:ext cx="63712" cy="73509"/>
            </a:xfrm>
            <a:custGeom>
              <a:rect b="b" l="l" r="r" t="t"/>
              <a:pathLst>
                <a:path extrusionOk="0" h="1283" w="1112">
                  <a:moveTo>
                    <a:pt x="722" y="0"/>
                  </a:moveTo>
                  <a:cubicBezTo>
                    <a:pt x="470" y="0"/>
                    <a:pt x="188" y="88"/>
                    <a:pt x="148" y="226"/>
                  </a:cubicBezTo>
                  <a:cubicBezTo>
                    <a:pt x="1" y="727"/>
                    <a:pt x="453" y="716"/>
                    <a:pt x="736" y="841"/>
                  </a:cubicBezTo>
                  <a:cubicBezTo>
                    <a:pt x="643" y="1026"/>
                    <a:pt x="333" y="1010"/>
                    <a:pt x="409" y="1282"/>
                  </a:cubicBezTo>
                  <a:cubicBezTo>
                    <a:pt x="567" y="1190"/>
                    <a:pt x="730" y="1097"/>
                    <a:pt x="888" y="999"/>
                  </a:cubicBezTo>
                  <a:cubicBezTo>
                    <a:pt x="970" y="950"/>
                    <a:pt x="1111" y="928"/>
                    <a:pt x="1084" y="787"/>
                  </a:cubicBezTo>
                  <a:cubicBezTo>
                    <a:pt x="1057" y="667"/>
                    <a:pt x="942" y="634"/>
                    <a:pt x="844" y="596"/>
                  </a:cubicBezTo>
                  <a:cubicBezTo>
                    <a:pt x="676" y="531"/>
                    <a:pt x="485" y="515"/>
                    <a:pt x="349" y="346"/>
                  </a:cubicBezTo>
                  <a:cubicBezTo>
                    <a:pt x="567" y="177"/>
                    <a:pt x="834" y="204"/>
                    <a:pt x="1040" y="68"/>
                  </a:cubicBezTo>
                  <a:cubicBezTo>
                    <a:pt x="963" y="21"/>
                    <a:pt x="846" y="0"/>
                    <a:pt x="722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26"/>
            <p:cNvSpPr/>
            <p:nvPr/>
          </p:nvSpPr>
          <p:spPr>
            <a:xfrm>
              <a:off x="3249548" y="3315804"/>
              <a:ext cx="53456" cy="76202"/>
            </a:xfrm>
            <a:custGeom>
              <a:rect b="b" l="l" r="r" t="t"/>
              <a:pathLst>
                <a:path extrusionOk="0" h="1330" w="933">
                  <a:moveTo>
                    <a:pt x="258" y="1"/>
                  </a:moveTo>
                  <a:cubicBezTo>
                    <a:pt x="127" y="93"/>
                    <a:pt x="214" y="256"/>
                    <a:pt x="94" y="322"/>
                  </a:cubicBezTo>
                  <a:cubicBezTo>
                    <a:pt x="67" y="578"/>
                    <a:pt x="34" y="833"/>
                    <a:pt x="13" y="1089"/>
                  </a:cubicBezTo>
                  <a:cubicBezTo>
                    <a:pt x="0" y="1230"/>
                    <a:pt x="63" y="1330"/>
                    <a:pt x="156" y="1330"/>
                  </a:cubicBezTo>
                  <a:cubicBezTo>
                    <a:pt x="189" y="1330"/>
                    <a:pt x="225" y="1318"/>
                    <a:pt x="263" y="1291"/>
                  </a:cubicBezTo>
                  <a:cubicBezTo>
                    <a:pt x="497" y="1127"/>
                    <a:pt x="791" y="1024"/>
                    <a:pt x="933" y="746"/>
                  </a:cubicBezTo>
                  <a:cubicBezTo>
                    <a:pt x="868" y="684"/>
                    <a:pt x="807" y="661"/>
                    <a:pt x="747" y="661"/>
                  </a:cubicBezTo>
                  <a:cubicBezTo>
                    <a:pt x="640" y="661"/>
                    <a:pt x="539" y="736"/>
                    <a:pt x="437" y="795"/>
                  </a:cubicBezTo>
                  <a:cubicBezTo>
                    <a:pt x="402" y="817"/>
                    <a:pt x="371" y="866"/>
                    <a:pt x="327" y="866"/>
                  </a:cubicBezTo>
                  <a:cubicBezTo>
                    <a:pt x="316" y="866"/>
                    <a:pt x="304" y="863"/>
                    <a:pt x="290" y="855"/>
                  </a:cubicBezTo>
                  <a:cubicBezTo>
                    <a:pt x="214" y="812"/>
                    <a:pt x="247" y="736"/>
                    <a:pt x="263" y="670"/>
                  </a:cubicBezTo>
                  <a:cubicBezTo>
                    <a:pt x="301" y="452"/>
                    <a:pt x="328" y="235"/>
                    <a:pt x="258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26"/>
            <p:cNvSpPr/>
            <p:nvPr/>
          </p:nvSpPr>
          <p:spPr>
            <a:xfrm>
              <a:off x="2494239" y="3093790"/>
              <a:ext cx="42398" cy="86401"/>
            </a:xfrm>
            <a:custGeom>
              <a:rect b="b" l="l" r="r" t="t"/>
              <a:pathLst>
                <a:path extrusionOk="0" h="1508" w="740">
                  <a:moveTo>
                    <a:pt x="63" y="0"/>
                  </a:moveTo>
                  <a:cubicBezTo>
                    <a:pt x="0" y="0"/>
                    <a:pt x="56" y="129"/>
                    <a:pt x="26" y="163"/>
                  </a:cubicBezTo>
                  <a:cubicBezTo>
                    <a:pt x="163" y="647"/>
                    <a:pt x="315" y="1126"/>
                    <a:pt x="663" y="1507"/>
                  </a:cubicBezTo>
                  <a:cubicBezTo>
                    <a:pt x="740" y="1230"/>
                    <a:pt x="380" y="174"/>
                    <a:pt x="152" y="38"/>
                  </a:cubicBezTo>
                  <a:cubicBezTo>
                    <a:pt x="109" y="11"/>
                    <a:pt x="81" y="0"/>
                    <a:pt x="63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26"/>
            <p:cNvSpPr/>
            <p:nvPr/>
          </p:nvSpPr>
          <p:spPr>
            <a:xfrm>
              <a:off x="2967947" y="2153940"/>
              <a:ext cx="96026" cy="90297"/>
            </a:xfrm>
            <a:custGeom>
              <a:rect b="b" l="l" r="r" t="t"/>
              <a:pathLst>
                <a:path extrusionOk="0" h="1576" w="1676">
                  <a:moveTo>
                    <a:pt x="120" y="1"/>
                  </a:moveTo>
                  <a:cubicBezTo>
                    <a:pt x="28" y="17"/>
                    <a:pt x="1" y="33"/>
                    <a:pt x="99" y="110"/>
                  </a:cubicBezTo>
                  <a:cubicBezTo>
                    <a:pt x="632" y="518"/>
                    <a:pt x="1226" y="866"/>
                    <a:pt x="1541" y="1503"/>
                  </a:cubicBezTo>
                  <a:cubicBezTo>
                    <a:pt x="1552" y="1536"/>
                    <a:pt x="1585" y="1574"/>
                    <a:pt x="1607" y="1574"/>
                  </a:cubicBezTo>
                  <a:cubicBezTo>
                    <a:pt x="1612" y="1575"/>
                    <a:pt x="1618" y="1575"/>
                    <a:pt x="1622" y="1575"/>
                  </a:cubicBezTo>
                  <a:cubicBezTo>
                    <a:pt x="1676" y="1575"/>
                    <a:pt x="1667" y="1522"/>
                    <a:pt x="1672" y="1482"/>
                  </a:cubicBezTo>
                  <a:cubicBezTo>
                    <a:pt x="1601" y="1324"/>
                    <a:pt x="1547" y="1171"/>
                    <a:pt x="1432" y="1024"/>
                  </a:cubicBezTo>
                  <a:cubicBezTo>
                    <a:pt x="1068" y="583"/>
                    <a:pt x="594" y="295"/>
                    <a:pt x="120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26"/>
            <p:cNvSpPr/>
            <p:nvPr/>
          </p:nvSpPr>
          <p:spPr>
            <a:xfrm>
              <a:off x="2715337" y="2181384"/>
              <a:ext cx="41195" cy="95855"/>
            </a:xfrm>
            <a:custGeom>
              <a:rect b="b" l="l" r="r" t="t"/>
              <a:pathLst>
                <a:path extrusionOk="0" h="1673" w="719">
                  <a:moveTo>
                    <a:pt x="82" y="1"/>
                  </a:moveTo>
                  <a:cubicBezTo>
                    <a:pt x="55" y="39"/>
                    <a:pt x="0" y="88"/>
                    <a:pt x="11" y="110"/>
                  </a:cubicBezTo>
                  <a:cubicBezTo>
                    <a:pt x="207" y="611"/>
                    <a:pt x="299" y="1155"/>
                    <a:pt x="588" y="1623"/>
                  </a:cubicBezTo>
                  <a:cubicBezTo>
                    <a:pt x="605" y="1655"/>
                    <a:pt x="627" y="1673"/>
                    <a:pt x="652" y="1673"/>
                  </a:cubicBezTo>
                  <a:cubicBezTo>
                    <a:pt x="673" y="1673"/>
                    <a:pt x="696" y="1659"/>
                    <a:pt x="719" y="1629"/>
                  </a:cubicBezTo>
                  <a:cubicBezTo>
                    <a:pt x="670" y="1498"/>
                    <a:pt x="621" y="1367"/>
                    <a:pt x="577" y="1231"/>
                  </a:cubicBezTo>
                  <a:cubicBezTo>
                    <a:pt x="452" y="807"/>
                    <a:pt x="343" y="376"/>
                    <a:pt x="82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26"/>
            <p:cNvSpPr/>
            <p:nvPr/>
          </p:nvSpPr>
          <p:spPr>
            <a:xfrm>
              <a:off x="857575" y="3196347"/>
              <a:ext cx="70244" cy="20168"/>
            </a:xfrm>
            <a:custGeom>
              <a:rect b="b" l="l" r="r" t="t"/>
              <a:pathLst>
                <a:path extrusionOk="0" h="352" w="1226">
                  <a:moveTo>
                    <a:pt x="932" y="1"/>
                  </a:moveTo>
                  <a:cubicBezTo>
                    <a:pt x="830" y="88"/>
                    <a:pt x="747" y="201"/>
                    <a:pt x="601" y="201"/>
                  </a:cubicBezTo>
                  <a:cubicBezTo>
                    <a:pt x="566" y="201"/>
                    <a:pt x="528" y="195"/>
                    <a:pt x="485" y="180"/>
                  </a:cubicBezTo>
                  <a:cubicBezTo>
                    <a:pt x="400" y="149"/>
                    <a:pt x="305" y="144"/>
                    <a:pt x="209" y="144"/>
                  </a:cubicBezTo>
                  <a:cubicBezTo>
                    <a:pt x="176" y="144"/>
                    <a:pt x="142" y="145"/>
                    <a:pt x="108" y="145"/>
                  </a:cubicBezTo>
                  <a:cubicBezTo>
                    <a:pt x="72" y="145"/>
                    <a:pt x="36" y="144"/>
                    <a:pt x="1" y="142"/>
                  </a:cubicBezTo>
                  <a:lnTo>
                    <a:pt x="1" y="142"/>
                  </a:lnTo>
                  <a:cubicBezTo>
                    <a:pt x="239" y="243"/>
                    <a:pt x="475" y="352"/>
                    <a:pt x="728" y="352"/>
                  </a:cubicBezTo>
                  <a:cubicBezTo>
                    <a:pt x="886" y="352"/>
                    <a:pt x="1050" y="309"/>
                    <a:pt x="1226" y="197"/>
                  </a:cubicBezTo>
                  <a:cubicBezTo>
                    <a:pt x="1100" y="115"/>
                    <a:pt x="1013" y="55"/>
                    <a:pt x="932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26"/>
            <p:cNvSpPr/>
            <p:nvPr/>
          </p:nvSpPr>
          <p:spPr>
            <a:xfrm>
              <a:off x="772436" y="3403751"/>
              <a:ext cx="40909" cy="11287"/>
            </a:xfrm>
            <a:custGeom>
              <a:rect b="b" l="l" r="r" t="t"/>
              <a:pathLst>
                <a:path extrusionOk="0" h="197" w="714">
                  <a:moveTo>
                    <a:pt x="478" y="1"/>
                  </a:moveTo>
                  <a:cubicBezTo>
                    <a:pt x="306" y="1"/>
                    <a:pt x="152" y="87"/>
                    <a:pt x="0" y="197"/>
                  </a:cubicBezTo>
                  <a:cubicBezTo>
                    <a:pt x="7" y="197"/>
                    <a:pt x="13" y="197"/>
                    <a:pt x="20" y="197"/>
                  </a:cubicBezTo>
                  <a:cubicBezTo>
                    <a:pt x="262" y="197"/>
                    <a:pt x="480" y="98"/>
                    <a:pt x="714" y="55"/>
                  </a:cubicBezTo>
                  <a:cubicBezTo>
                    <a:pt x="631" y="17"/>
                    <a:pt x="553" y="1"/>
                    <a:pt x="478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26"/>
            <p:cNvSpPr/>
            <p:nvPr/>
          </p:nvSpPr>
          <p:spPr>
            <a:xfrm>
              <a:off x="1527573" y="2504235"/>
              <a:ext cx="15011" cy="31226"/>
            </a:xfrm>
            <a:custGeom>
              <a:rect b="b" l="l" r="r" t="t"/>
              <a:pathLst>
                <a:path extrusionOk="0" h="545" w="262">
                  <a:moveTo>
                    <a:pt x="105" y="1"/>
                  </a:moveTo>
                  <a:cubicBezTo>
                    <a:pt x="90" y="1"/>
                    <a:pt x="76" y="16"/>
                    <a:pt x="60" y="60"/>
                  </a:cubicBezTo>
                  <a:cubicBezTo>
                    <a:pt x="0" y="224"/>
                    <a:pt x="66" y="381"/>
                    <a:pt x="71" y="545"/>
                  </a:cubicBezTo>
                  <a:cubicBezTo>
                    <a:pt x="175" y="452"/>
                    <a:pt x="82" y="251"/>
                    <a:pt x="262" y="202"/>
                  </a:cubicBezTo>
                  <a:cubicBezTo>
                    <a:pt x="240" y="158"/>
                    <a:pt x="218" y="109"/>
                    <a:pt x="196" y="66"/>
                  </a:cubicBezTo>
                  <a:cubicBezTo>
                    <a:pt x="195" y="66"/>
                    <a:pt x="193" y="66"/>
                    <a:pt x="192" y="66"/>
                  </a:cubicBezTo>
                  <a:cubicBezTo>
                    <a:pt x="163" y="66"/>
                    <a:pt x="135" y="1"/>
                    <a:pt x="105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26"/>
            <p:cNvSpPr/>
            <p:nvPr/>
          </p:nvSpPr>
          <p:spPr>
            <a:xfrm>
              <a:off x="983565" y="2642715"/>
              <a:ext cx="948175" cy="641589"/>
            </a:xfrm>
            <a:custGeom>
              <a:rect b="b" l="l" r="r" t="t"/>
              <a:pathLst>
                <a:path extrusionOk="0" h="11198" w="16549">
                  <a:moveTo>
                    <a:pt x="306" y="0"/>
                  </a:moveTo>
                  <a:cubicBezTo>
                    <a:pt x="284" y="202"/>
                    <a:pt x="295" y="311"/>
                    <a:pt x="262" y="409"/>
                  </a:cubicBezTo>
                  <a:cubicBezTo>
                    <a:pt x="1" y="1149"/>
                    <a:pt x="50" y="1879"/>
                    <a:pt x="344" y="2597"/>
                  </a:cubicBezTo>
                  <a:cubicBezTo>
                    <a:pt x="398" y="2728"/>
                    <a:pt x="398" y="2859"/>
                    <a:pt x="377" y="3006"/>
                  </a:cubicBezTo>
                  <a:cubicBezTo>
                    <a:pt x="317" y="3425"/>
                    <a:pt x="251" y="3849"/>
                    <a:pt x="774" y="4083"/>
                  </a:cubicBezTo>
                  <a:cubicBezTo>
                    <a:pt x="1041" y="4203"/>
                    <a:pt x="926" y="4454"/>
                    <a:pt x="801" y="4622"/>
                  </a:cubicBezTo>
                  <a:cubicBezTo>
                    <a:pt x="681" y="4786"/>
                    <a:pt x="573" y="4949"/>
                    <a:pt x="496" y="5134"/>
                  </a:cubicBezTo>
                  <a:cubicBezTo>
                    <a:pt x="502" y="5134"/>
                    <a:pt x="507" y="5134"/>
                    <a:pt x="512" y="5134"/>
                  </a:cubicBezTo>
                  <a:cubicBezTo>
                    <a:pt x="675" y="5134"/>
                    <a:pt x="817" y="5212"/>
                    <a:pt x="970" y="5265"/>
                  </a:cubicBezTo>
                  <a:cubicBezTo>
                    <a:pt x="2440" y="5766"/>
                    <a:pt x="3757" y="6604"/>
                    <a:pt x="5162" y="7252"/>
                  </a:cubicBezTo>
                  <a:cubicBezTo>
                    <a:pt x="6654" y="7943"/>
                    <a:pt x="8123" y="8695"/>
                    <a:pt x="9626" y="9364"/>
                  </a:cubicBezTo>
                  <a:cubicBezTo>
                    <a:pt x="10568" y="9778"/>
                    <a:pt x="11510" y="10213"/>
                    <a:pt x="12506" y="10502"/>
                  </a:cubicBezTo>
                  <a:cubicBezTo>
                    <a:pt x="13148" y="10687"/>
                    <a:pt x="13812" y="10752"/>
                    <a:pt x="14471" y="10867"/>
                  </a:cubicBezTo>
                  <a:cubicBezTo>
                    <a:pt x="14956" y="10948"/>
                    <a:pt x="15429" y="11074"/>
                    <a:pt x="15914" y="11177"/>
                  </a:cubicBezTo>
                  <a:cubicBezTo>
                    <a:pt x="15978" y="11191"/>
                    <a:pt x="16037" y="11197"/>
                    <a:pt x="16092" y="11197"/>
                  </a:cubicBezTo>
                  <a:cubicBezTo>
                    <a:pt x="16403" y="11197"/>
                    <a:pt x="16548" y="10979"/>
                    <a:pt x="16442" y="10627"/>
                  </a:cubicBezTo>
                  <a:cubicBezTo>
                    <a:pt x="16262" y="10017"/>
                    <a:pt x="15734" y="9881"/>
                    <a:pt x="15212" y="9734"/>
                  </a:cubicBezTo>
                  <a:lnTo>
                    <a:pt x="15212" y="9734"/>
                  </a:lnTo>
                  <a:cubicBezTo>
                    <a:pt x="15304" y="10028"/>
                    <a:pt x="15620" y="10045"/>
                    <a:pt x="15783" y="10208"/>
                  </a:cubicBezTo>
                  <a:cubicBezTo>
                    <a:pt x="15685" y="10159"/>
                    <a:pt x="15565" y="10094"/>
                    <a:pt x="15446" y="10028"/>
                  </a:cubicBezTo>
                  <a:cubicBezTo>
                    <a:pt x="13981" y="9266"/>
                    <a:pt x="12402" y="8765"/>
                    <a:pt x="10894" y="8096"/>
                  </a:cubicBezTo>
                  <a:cubicBezTo>
                    <a:pt x="9659" y="7546"/>
                    <a:pt x="8385" y="7083"/>
                    <a:pt x="7225" y="6370"/>
                  </a:cubicBezTo>
                  <a:cubicBezTo>
                    <a:pt x="6436" y="5891"/>
                    <a:pt x="5701" y="5336"/>
                    <a:pt x="4890" y="4900"/>
                  </a:cubicBezTo>
                  <a:lnTo>
                    <a:pt x="4890" y="4900"/>
                  </a:lnTo>
                  <a:cubicBezTo>
                    <a:pt x="5298" y="5091"/>
                    <a:pt x="5668" y="5341"/>
                    <a:pt x="6049" y="5570"/>
                  </a:cubicBezTo>
                  <a:cubicBezTo>
                    <a:pt x="7160" y="6228"/>
                    <a:pt x="8221" y="6985"/>
                    <a:pt x="9463" y="7404"/>
                  </a:cubicBezTo>
                  <a:cubicBezTo>
                    <a:pt x="9609" y="7454"/>
                    <a:pt x="9743" y="7572"/>
                    <a:pt x="9900" y="7572"/>
                  </a:cubicBezTo>
                  <a:cubicBezTo>
                    <a:pt x="9948" y="7572"/>
                    <a:pt x="9998" y="7561"/>
                    <a:pt x="10051" y="7535"/>
                  </a:cubicBezTo>
                  <a:cubicBezTo>
                    <a:pt x="9866" y="7328"/>
                    <a:pt x="9626" y="7214"/>
                    <a:pt x="9370" y="7110"/>
                  </a:cubicBezTo>
                  <a:cubicBezTo>
                    <a:pt x="8913" y="6931"/>
                    <a:pt x="8456" y="6751"/>
                    <a:pt x="8091" y="6397"/>
                  </a:cubicBezTo>
                  <a:cubicBezTo>
                    <a:pt x="7857" y="6163"/>
                    <a:pt x="7579" y="5983"/>
                    <a:pt x="7301" y="5809"/>
                  </a:cubicBezTo>
                  <a:cubicBezTo>
                    <a:pt x="6354" y="5210"/>
                    <a:pt x="5396" y="4617"/>
                    <a:pt x="4465" y="3996"/>
                  </a:cubicBezTo>
                  <a:cubicBezTo>
                    <a:pt x="3986" y="3675"/>
                    <a:pt x="3556" y="3300"/>
                    <a:pt x="3099" y="2946"/>
                  </a:cubicBezTo>
                  <a:lnTo>
                    <a:pt x="3099" y="2946"/>
                  </a:lnTo>
                  <a:cubicBezTo>
                    <a:pt x="3142" y="3038"/>
                    <a:pt x="3186" y="3131"/>
                    <a:pt x="3229" y="3223"/>
                  </a:cubicBezTo>
                  <a:cubicBezTo>
                    <a:pt x="2081" y="2336"/>
                    <a:pt x="916" y="1481"/>
                    <a:pt x="306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26"/>
            <p:cNvSpPr/>
            <p:nvPr/>
          </p:nvSpPr>
          <p:spPr>
            <a:xfrm>
              <a:off x="2247473" y="2065364"/>
              <a:ext cx="803505" cy="923080"/>
            </a:xfrm>
            <a:custGeom>
              <a:rect b="b" l="l" r="r" t="t"/>
              <a:pathLst>
                <a:path extrusionOk="0" h="16111" w="14024">
                  <a:moveTo>
                    <a:pt x="82" y="1"/>
                  </a:moveTo>
                  <a:cubicBezTo>
                    <a:pt x="0" y="93"/>
                    <a:pt x="27" y="202"/>
                    <a:pt x="76" y="289"/>
                  </a:cubicBezTo>
                  <a:cubicBezTo>
                    <a:pt x="207" y="529"/>
                    <a:pt x="256" y="790"/>
                    <a:pt x="299" y="1051"/>
                  </a:cubicBezTo>
                  <a:cubicBezTo>
                    <a:pt x="490" y="1177"/>
                    <a:pt x="659" y="1334"/>
                    <a:pt x="773" y="1520"/>
                  </a:cubicBezTo>
                  <a:cubicBezTo>
                    <a:pt x="1138" y="2097"/>
                    <a:pt x="1628" y="2554"/>
                    <a:pt x="2096" y="3028"/>
                  </a:cubicBezTo>
                  <a:cubicBezTo>
                    <a:pt x="2238" y="3169"/>
                    <a:pt x="2439" y="3240"/>
                    <a:pt x="2542" y="3425"/>
                  </a:cubicBezTo>
                  <a:cubicBezTo>
                    <a:pt x="3234" y="4623"/>
                    <a:pt x="4317" y="5515"/>
                    <a:pt x="5030" y="6702"/>
                  </a:cubicBezTo>
                  <a:cubicBezTo>
                    <a:pt x="5613" y="7666"/>
                    <a:pt x="6511" y="8428"/>
                    <a:pt x="6990" y="9484"/>
                  </a:cubicBezTo>
                  <a:cubicBezTo>
                    <a:pt x="7023" y="9555"/>
                    <a:pt x="7083" y="9615"/>
                    <a:pt x="7126" y="9686"/>
                  </a:cubicBezTo>
                  <a:cubicBezTo>
                    <a:pt x="7589" y="10339"/>
                    <a:pt x="8090" y="10965"/>
                    <a:pt x="8493" y="11651"/>
                  </a:cubicBezTo>
                  <a:cubicBezTo>
                    <a:pt x="9451" y="13279"/>
                    <a:pt x="10654" y="14634"/>
                    <a:pt x="12412" y="15418"/>
                  </a:cubicBezTo>
                  <a:cubicBezTo>
                    <a:pt x="12423" y="15420"/>
                    <a:pt x="12434" y="15421"/>
                    <a:pt x="12443" y="15421"/>
                  </a:cubicBezTo>
                  <a:cubicBezTo>
                    <a:pt x="12542" y="15421"/>
                    <a:pt x="12564" y="15325"/>
                    <a:pt x="12614" y="15260"/>
                  </a:cubicBezTo>
                  <a:cubicBezTo>
                    <a:pt x="12720" y="15113"/>
                    <a:pt x="12824" y="15040"/>
                    <a:pt x="12931" y="15040"/>
                  </a:cubicBezTo>
                  <a:cubicBezTo>
                    <a:pt x="13027" y="15040"/>
                    <a:pt x="13127" y="15098"/>
                    <a:pt x="13234" y="15217"/>
                  </a:cubicBezTo>
                  <a:cubicBezTo>
                    <a:pt x="13316" y="15309"/>
                    <a:pt x="13387" y="15413"/>
                    <a:pt x="13425" y="15549"/>
                  </a:cubicBezTo>
                  <a:cubicBezTo>
                    <a:pt x="13294" y="15467"/>
                    <a:pt x="13213" y="15347"/>
                    <a:pt x="13082" y="15287"/>
                  </a:cubicBezTo>
                  <a:cubicBezTo>
                    <a:pt x="13016" y="15257"/>
                    <a:pt x="12961" y="15241"/>
                    <a:pt x="12916" y="15241"/>
                  </a:cubicBezTo>
                  <a:cubicBezTo>
                    <a:pt x="12801" y="15241"/>
                    <a:pt x="12753" y="15343"/>
                    <a:pt x="12761" y="15554"/>
                  </a:cubicBezTo>
                  <a:cubicBezTo>
                    <a:pt x="12826" y="15707"/>
                    <a:pt x="12979" y="15766"/>
                    <a:pt x="13104" y="15832"/>
                  </a:cubicBezTo>
                  <a:cubicBezTo>
                    <a:pt x="13286" y="15931"/>
                    <a:pt x="13496" y="16111"/>
                    <a:pt x="13686" y="16111"/>
                  </a:cubicBezTo>
                  <a:cubicBezTo>
                    <a:pt x="13735" y="16111"/>
                    <a:pt x="13782" y="16099"/>
                    <a:pt x="13828" y="16071"/>
                  </a:cubicBezTo>
                  <a:cubicBezTo>
                    <a:pt x="14024" y="15952"/>
                    <a:pt x="13969" y="15603"/>
                    <a:pt x="13964" y="15347"/>
                  </a:cubicBezTo>
                  <a:cubicBezTo>
                    <a:pt x="12919" y="14683"/>
                    <a:pt x="11950" y="13964"/>
                    <a:pt x="11247" y="12897"/>
                  </a:cubicBezTo>
                  <a:cubicBezTo>
                    <a:pt x="10616" y="11934"/>
                    <a:pt x="9788" y="11101"/>
                    <a:pt x="9260" y="10056"/>
                  </a:cubicBezTo>
                  <a:cubicBezTo>
                    <a:pt x="9255" y="10050"/>
                    <a:pt x="9244" y="10045"/>
                    <a:pt x="9233" y="10034"/>
                  </a:cubicBezTo>
                  <a:cubicBezTo>
                    <a:pt x="9209" y="10062"/>
                    <a:pt x="9187" y="10072"/>
                    <a:pt x="9168" y="10072"/>
                  </a:cubicBezTo>
                  <a:cubicBezTo>
                    <a:pt x="9128" y="10072"/>
                    <a:pt x="9098" y="10025"/>
                    <a:pt x="9064" y="9996"/>
                  </a:cubicBezTo>
                  <a:cubicBezTo>
                    <a:pt x="8825" y="9773"/>
                    <a:pt x="8629" y="9500"/>
                    <a:pt x="8465" y="9223"/>
                  </a:cubicBezTo>
                  <a:cubicBezTo>
                    <a:pt x="7943" y="8352"/>
                    <a:pt x="7605" y="7361"/>
                    <a:pt x="6778" y="6697"/>
                  </a:cubicBezTo>
                  <a:cubicBezTo>
                    <a:pt x="6707" y="6637"/>
                    <a:pt x="6674" y="6539"/>
                    <a:pt x="6620" y="6463"/>
                  </a:cubicBezTo>
                  <a:cubicBezTo>
                    <a:pt x="6152" y="5880"/>
                    <a:pt x="5667" y="5314"/>
                    <a:pt x="5058" y="4873"/>
                  </a:cubicBezTo>
                  <a:cubicBezTo>
                    <a:pt x="4938" y="4900"/>
                    <a:pt x="4960" y="5047"/>
                    <a:pt x="4862" y="5102"/>
                  </a:cubicBezTo>
                  <a:cubicBezTo>
                    <a:pt x="4856" y="5064"/>
                    <a:pt x="4851" y="5025"/>
                    <a:pt x="4856" y="4993"/>
                  </a:cubicBezTo>
                  <a:cubicBezTo>
                    <a:pt x="4916" y="4715"/>
                    <a:pt x="4905" y="4568"/>
                    <a:pt x="4535" y="4508"/>
                  </a:cubicBezTo>
                  <a:cubicBezTo>
                    <a:pt x="4225" y="4459"/>
                    <a:pt x="3969" y="4182"/>
                    <a:pt x="3909" y="3817"/>
                  </a:cubicBezTo>
                  <a:cubicBezTo>
                    <a:pt x="3593" y="3365"/>
                    <a:pt x="3212" y="2973"/>
                    <a:pt x="2777" y="2630"/>
                  </a:cubicBezTo>
                  <a:cubicBezTo>
                    <a:pt x="2178" y="2162"/>
                    <a:pt x="1644" y="1628"/>
                    <a:pt x="1187" y="1019"/>
                  </a:cubicBezTo>
                  <a:cubicBezTo>
                    <a:pt x="887" y="621"/>
                    <a:pt x="534" y="246"/>
                    <a:pt x="82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26"/>
            <p:cNvSpPr/>
            <p:nvPr/>
          </p:nvSpPr>
          <p:spPr>
            <a:xfrm>
              <a:off x="1485461" y="2534315"/>
              <a:ext cx="515311" cy="669435"/>
            </a:xfrm>
            <a:custGeom>
              <a:rect b="b" l="l" r="r" t="t"/>
              <a:pathLst>
                <a:path extrusionOk="0" h="11684" w="8994">
                  <a:moveTo>
                    <a:pt x="3420" y="5625"/>
                  </a:moveTo>
                  <a:lnTo>
                    <a:pt x="3420" y="5625"/>
                  </a:lnTo>
                  <a:cubicBezTo>
                    <a:pt x="3447" y="5664"/>
                    <a:pt x="3477" y="5703"/>
                    <a:pt x="3495" y="5747"/>
                  </a:cubicBezTo>
                  <a:cubicBezTo>
                    <a:pt x="3470" y="5706"/>
                    <a:pt x="3445" y="5665"/>
                    <a:pt x="3420" y="5625"/>
                  </a:cubicBezTo>
                  <a:close/>
                  <a:moveTo>
                    <a:pt x="1107" y="0"/>
                  </a:moveTo>
                  <a:cubicBezTo>
                    <a:pt x="1082" y="0"/>
                    <a:pt x="1049" y="8"/>
                    <a:pt x="1008" y="25"/>
                  </a:cubicBezTo>
                  <a:cubicBezTo>
                    <a:pt x="980" y="597"/>
                    <a:pt x="768" y="1070"/>
                    <a:pt x="240" y="1354"/>
                  </a:cubicBezTo>
                  <a:cubicBezTo>
                    <a:pt x="77" y="1441"/>
                    <a:pt x="0" y="1566"/>
                    <a:pt x="11" y="1751"/>
                  </a:cubicBezTo>
                  <a:cubicBezTo>
                    <a:pt x="66" y="2415"/>
                    <a:pt x="234" y="3030"/>
                    <a:pt x="588" y="3607"/>
                  </a:cubicBezTo>
                  <a:cubicBezTo>
                    <a:pt x="1193" y="4593"/>
                    <a:pt x="1781" y="5594"/>
                    <a:pt x="2379" y="6591"/>
                  </a:cubicBezTo>
                  <a:cubicBezTo>
                    <a:pt x="2456" y="6721"/>
                    <a:pt x="2516" y="6863"/>
                    <a:pt x="2488" y="7021"/>
                  </a:cubicBezTo>
                  <a:cubicBezTo>
                    <a:pt x="2520" y="7006"/>
                    <a:pt x="2548" y="6999"/>
                    <a:pt x="2573" y="6999"/>
                  </a:cubicBezTo>
                  <a:cubicBezTo>
                    <a:pt x="2632" y="6999"/>
                    <a:pt x="2679" y="7035"/>
                    <a:pt x="2728" y="7091"/>
                  </a:cubicBezTo>
                  <a:cubicBezTo>
                    <a:pt x="3011" y="7402"/>
                    <a:pt x="3294" y="7718"/>
                    <a:pt x="3593" y="8012"/>
                  </a:cubicBezTo>
                  <a:cubicBezTo>
                    <a:pt x="4584" y="8997"/>
                    <a:pt x="5673" y="9873"/>
                    <a:pt x="6794" y="10712"/>
                  </a:cubicBezTo>
                  <a:cubicBezTo>
                    <a:pt x="7279" y="11071"/>
                    <a:pt x="7736" y="11447"/>
                    <a:pt x="8313" y="11643"/>
                  </a:cubicBezTo>
                  <a:cubicBezTo>
                    <a:pt x="8395" y="11668"/>
                    <a:pt x="8468" y="11683"/>
                    <a:pt x="8537" y="11683"/>
                  </a:cubicBezTo>
                  <a:cubicBezTo>
                    <a:pt x="8642" y="11683"/>
                    <a:pt x="8737" y="11649"/>
                    <a:pt x="8836" y="11566"/>
                  </a:cubicBezTo>
                  <a:cubicBezTo>
                    <a:pt x="8994" y="11425"/>
                    <a:pt x="8831" y="11311"/>
                    <a:pt x="8820" y="11185"/>
                  </a:cubicBezTo>
                  <a:cubicBezTo>
                    <a:pt x="8798" y="11006"/>
                    <a:pt x="8684" y="10870"/>
                    <a:pt x="8547" y="10788"/>
                  </a:cubicBezTo>
                  <a:cubicBezTo>
                    <a:pt x="8009" y="10467"/>
                    <a:pt x="7562" y="10026"/>
                    <a:pt x="7083" y="9628"/>
                  </a:cubicBezTo>
                  <a:cubicBezTo>
                    <a:pt x="6713" y="9323"/>
                    <a:pt x="6359" y="8986"/>
                    <a:pt x="6054" y="8616"/>
                  </a:cubicBezTo>
                  <a:cubicBezTo>
                    <a:pt x="5902" y="8425"/>
                    <a:pt x="5836" y="8153"/>
                    <a:pt x="5619" y="8001"/>
                  </a:cubicBezTo>
                  <a:cubicBezTo>
                    <a:pt x="4976" y="7549"/>
                    <a:pt x="4492" y="6950"/>
                    <a:pt x="4045" y="6313"/>
                  </a:cubicBezTo>
                  <a:cubicBezTo>
                    <a:pt x="3833" y="6014"/>
                    <a:pt x="3702" y="5649"/>
                    <a:pt x="3403" y="5404"/>
                  </a:cubicBezTo>
                  <a:lnTo>
                    <a:pt x="3403" y="5404"/>
                  </a:lnTo>
                  <a:cubicBezTo>
                    <a:pt x="3356" y="5472"/>
                    <a:pt x="3364" y="5526"/>
                    <a:pt x="3391" y="5578"/>
                  </a:cubicBezTo>
                  <a:lnTo>
                    <a:pt x="3391" y="5578"/>
                  </a:lnTo>
                  <a:cubicBezTo>
                    <a:pt x="2625" y="4339"/>
                    <a:pt x="1868" y="3106"/>
                    <a:pt x="1525" y="1669"/>
                  </a:cubicBezTo>
                  <a:cubicBezTo>
                    <a:pt x="1410" y="1190"/>
                    <a:pt x="1274" y="722"/>
                    <a:pt x="1204" y="232"/>
                  </a:cubicBezTo>
                  <a:cubicBezTo>
                    <a:pt x="1195" y="160"/>
                    <a:pt x="1226" y="0"/>
                    <a:pt x="1107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26"/>
            <p:cNvSpPr/>
            <p:nvPr/>
          </p:nvSpPr>
          <p:spPr>
            <a:xfrm>
              <a:off x="1896260" y="2551331"/>
              <a:ext cx="320050" cy="739048"/>
            </a:xfrm>
            <a:custGeom>
              <a:rect b="b" l="l" r="r" t="t"/>
              <a:pathLst>
                <a:path extrusionOk="0" h="12899" w="5586">
                  <a:moveTo>
                    <a:pt x="1541" y="0"/>
                  </a:moveTo>
                  <a:cubicBezTo>
                    <a:pt x="1514" y="66"/>
                    <a:pt x="1481" y="126"/>
                    <a:pt x="1459" y="191"/>
                  </a:cubicBezTo>
                  <a:cubicBezTo>
                    <a:pt x="1348" y="540"/>
                    <a:pt x="1208" y="714"/>
                    <a:pt x="1023" y="714"/>
                  </a:cubicBezTo>
                  <a:cubicBezTo>
                    <a:pt x="882" y="714"/>
                    <a:pt x="714" y="614"/>
                    <a:pt x="512" y="414"/>
                  </a:cubicBezTo>
                  <a:cubicBezTo>
                    <a:pt x="365" y="267"/>
                    <a:pt x="229" y="98"/>
                    <a:pt x="0" y="66"/>
                  </a:cubicBezTo>
                  <a:lnTo>
                    <a:pt x="0" y="66"/>
                  </a:lnTo>
                  <a:cubicBezTo>
                    <a:pt x="398" y="697"/>
                    <a:pt x="855" y="1291"/>
                    <a:pt x="1160" y="1982"/>
                  </a:cubicBezTo>
                  <a:cubicBezTo>
                    <a:pt x="1503" y="2777"/>
                    <a:pt x="2058" y="3495"/>
                    <a:pt x="2167" y="4366"/>
                  </a:cubicBezTo>
                  <a:cubicBezTo>
                    <a:pt x="2341" y="5733"/>
                    <a:pt x="2700" y="7023"/>
                    <a:pt x="3326" y="8248"/>
                  </a:cubicBezTo>
                  <a:cubicBezTo>
                    <a:pt x="3566" y="8722"/>
                    <a:pt x="3648" y="9250"/>
                    <a:pt x="3577" y="9865"/>
                  </a:cubicBezTo>
                  <a:cubicBezTo>
                    <a:pt x="3370" y="9620"/>
                    <a:pt x="3207" y="9457"/>
                    <a:pt x="3076" y="9261"/>
                  </a:cubicBezTo>
                  <a:cubicBezTo>
                    <a:pt x="2979" y="9115"/>
                    <a:pt x="2878" y="8988"/>
                    <a:pt x="2720" y="8988"/>
                  </a:cubicBezTo>
                  <a:cubicBezTo>
                    <a:pt x="2682" y="8988"/>
                    <a:pt x="2641" y="8995"/>
                    <a:pt x="2597" y="9010"/>
                  </a:cubicBezTo>
                  <a:cubicBezTo>
                    <a:pt x="2363" y="9092"/>
                    <a:pt x="2395" y="9304"/>
                    <a:pt x="2401" y="9489"/>
                  </a:cubicBezTo>
                  <a:cubicBezTo>
                    <a:pt x="2385" y="9734"/>
                    <a:pt x="2591" y="9821"/>
                    <a:pt x="2733" y="9947"/>
                  </a:cubicBezTo>
                  <a:cubicBezTo>
                    <a:pt x="3234" y="10377"/>
                    <a:pt x="3680" y="10850"/>
                    <a:pt x="3952" y="11460"/>
                  </a:cubicBezTo>
                  <a:cubicBezTo>
                    <a:pt x="4208" y="11803"/>
                    <a:pt x="4306" y="12222"/>
                    <a:pt x="4546" y="12571"/>
                  </a:cubicBezTo>
                  <a:cubicBezTo>
                    <a:pt x="4698" y="12788"/>
                    <a:pt x="4898" y="12898"/>
                    <a:pt x="5101" y="12898"/>
                  </a:cubicBezTo>
                  <a:cubicBezTo>
                    <a:pt x="5268" y="12898"/>
                    <a:pt x="5438" y="12824"/>
                    <a:pt x="5586" y="12674"/>
                  </a:cubicBezTo>
                  <a:cubicBezTo>
                    <a:pt x="5482" y="12587"/>
                    <a:pt x="5493" y="12462"/>
                    <a:pt x="5466" y="12347"/>
                  </a:cubicBezTo>
                  <a:cubicBezTo>
                    <a:pt x="5188" y="11182"/>
                    <a:pt x="4981" y="10001"/>
                    <a:pt x="4606" y="8852"/>
                  </a:cubicBezTo>
                  <a:cubicBezTo>
                    <a:pt x="4301" y="7916"/>
                    <a:pt x="4040" y="6963"/>
                    <a:pt x="4018" y="5962"/>
                  </a:cubicBezTo>
                  <a:cubicBezTo>
                    <a:pt x="4110" y="5755"/>
                    <a:pt x="3827" y="5869"/>
                    <a:pt x="3816" y="5722"/>
                  </a:cubicBezTo>
                  <a:cubicBezTo>
                    <a:pt x="3795" y="5227"/>
                    <a:pt x="3539" y="4775"/>
                    <a:pt x="3479" y="4296"/>
                  </a:cubicBezTo>
                  <a:cubicBezTo>
                    <a:pt x="3272" y="2695"/>
                    <a:pt x="2281" y="1459"/>
                    <a:pt x="1617" y="71"/>
                  </a:cubicBezTo>
                  <a:cubicBezTo>
                    <a:pt x="1601" y="44"/>
                    <a:pt x="1563" y="28"/>
                    <a:pt x="1541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26"/>
            <p:cNvSpPr/>
            <p:nvPr/>
          </p:nvSpPr>
          <p:spPr>
            <a:xfrm>
              <a:off x="2540647" y="3056778"/>
              <a:ext cx="234910" cy="699228"/>
            </a:xfrm>
            <a:custGeom>
              <a:rect b="b" l="l" r="r" t="t"/>
              <a:pathLst>
                <a:path extrusionOk="0" h="12204" w="4100">
                  <a:moveTo>
                    <a:pt x="452" y="0"/>
                  </a:moveTo>
                  <a:cubicBezTo>
                    <a:pt x="280" y="0"/>
                    <a:pt x="116" y="80"/>
                    <a:pt x="0" y="243"/>
                  </a:cubicBezTo>
                  <a:cubicBezTo>
                    <a:pt x="202" y="449"/>
                    <a:pt x="278" y="722"/>
                    <a:pt x="349" y="994"/>
                  </a:cubicBezTo>
                  <a:cubicBezTo>
                    <a:pt x="730" y="2469"/>
                    <a:pt x="496" y="3950"/>
                    <a:pt x="452" y="5431"/>
                  </a:cubicBezTo>
                  <a:cubicBezTo>
                    <a:pt x="441" y="5948"/>
                    <a:pt x="311" y="6449"/>
                    <a:pt x="267" y="7037"/>
                  </a:cubicBezTo>
                  <a:cubicBezTo>
                    <a:pt x="351" y="6933"/>
                    <a:pt x="414" y="6871"/>
                    <a:pt x="474" y="6871"/>
                  </a:cubicBezTo>
                  <a:cubicBezTo>
                    <a:pt x="523" y="6871"/>
                    <a:pt x="569" y="6913"/>
                    <a:pt x="621" y="7009"/>
                  </a:cubicBezTo>
                  <a:cubicBezTo>
                    <a:pt x="703" y="7173"/>
                    <a:pt x="757" y="7325"/>
                    <a:pt x="779" y="7499"/>
                  </a:cubicBezTo>
                  <a:cubicBezTo>
                    <a:pt x="833" y="7881"/>
                    <a:pt x="866" y="8272"/>
                    <a:pt x="1111" y="8654"/>
                  </a:cubicBezTo>
                  <a:cubicBezTo>
                    <a:pt x="1171" y="8484"/>
                    <a:pt x="1230" y="8345"/>
                    <a:pt x="1378" y="8345"/>
                  </a:cubicBezTo>
                  <a:cubicBezTo>
                    <a:pt x="1406" y="8345"/>
                    <a:pt x="1436" y="8349"/>
                    <a:pt x="1470" y="8360"/>
                  </a:cubicBezTo>
                  <a:cubicBezTo>
                    <a:pt x="1650" y="8414"/>
                    <a:pt x="1606" y="8572"/>
                    <a:pt x="1628" y="8703"/>
                  </a:cubicBezTo>
                  <a:cubicBezTo>
                    <a:pt x="1726" y="9236"/>
                    <a:pt x="1922" y="9737"/>
                    <a:pt x="2129" y="10238"/>
                  </a:cubicBezTo>
                  <a:cubicBezTo>
                    <a:pt x="2164" y="10327"/>
                    <a:pt x="2201" y="10368"/>
                    <a:pt x="2250" y="10368"/>
                  </a:cubicBezTo>
                  <a:cubicBezTo>
                    <a:pt x="2286" y="10368"/>
                    <a:pt x="2327" y="10347"/>
                    <a:pt x="2379" y="10309"/>
                  </a:cubicBezTo>
                  <a:cubicBezTo>
                    <a:pt x="2448" y="10255"/>
                    <a:pt x="2514" y="10229"/>
                    <a:pt x="2575" y="10229"/>
                  </a:cubicBezTo>
                  <a:cubicBezTo>
                    <a:pt x="2669" y="10229"/>
                    <a:pt x="2753" y="10289"/>
                    <a:pt x="2826" y="10401"/>
                  </a:cubicBezTo>
                  <a:cubicBezTo>
                    <a:pt x="3006" y="10662"/>
                    <a:pt x="3191" y="10918"/>
                    <a:pt x="3381" y="11174"/>
                  </a:cubicBezTo>
                  <a:cubicBezTo>
                    <a:pt x="3632" y="11512"/>
                    <a:pt x="3768" y="11925"/>
                    <a:pt x="4100" y="12203"/>
                  </a:cubicBezTo>
                  <a:cubicBezTo>
                    <a:pt x="3871" y="11610"/>
                    <a:pt x="3419" y="11131"/>
                    <a:pt x="3207" y="10532"/>
                  </a:cubicBezTo>
                  <a:cubicBezTo>
                    <a:pt x="2957" y="9829"/>
                    <a:pt x="2516" y="9263"/>
                    <a:pt x="2015" y="8730"/>
                  </a:cubicBezTo>
                  <a:cubicBezTo>
                    <a:pt x="1781" y="8474"/>
                    <a:pt x="1617" y="8169"/>
                    <a:pt x="1563" y="7826"/>
                  </a:cubicBezTo>
                  <a:cubicBezTo>
                    <a:pt x="1498" y="7418"/>
                    <a:pt x="1476" y="7009"/>
                    <a:pt x="1481" y="6596"/>
                  </a:cubicBezTo>
                  <a:cubicBezTo>
                    <a:pt x="1481" y="5801"/>
                    <a:pt x="1650" y="5017"/>
                    <a:pt x="1699" y="4222"/>
                  </a:cubicBezTo>
                  <a:cubicBezTo>
                    <a:pt x="1743" y="3433"/>
                    <a:pt x="1655" y="2649"/>
                    <a:pt x="1547" y="1870"/>
                  </a:cubicBezTo>
                  <a:cubicBezTo>
                    <a:pt x="1476" y="1337"/>
                    <a:pt x="1356" y="809"/>
                    <a:pt x="1040" y="351"/>
                  </a:cubicBezTo>
                  <a:cubicBezTo>
                    <a:pt x="882" y="119"/>
                    <a:pt x="661" y="0"/>
                    <a:pt x="452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26"/>
            <p:cNvSpPr/>
            <p:nvPr/>
          </p:nvSpPr>
          <p:spPr>
            <a:xfrm>
              <a:off x="3042830" y="2989573"/>
              <a:ext cx="233649" cy="287105"/>
            </a:xfrm>
            <a:custGeom>
              <a:rect b="b" l="l" r="r" t="t"/>
              <a:pathLst>
                <a:path extrusionOk="0" h="5011" w="4078">
                  <a:moveTo>
                    <a:pt x="1280" y="0"/>
                  </a:moveTo>
                  <a:cubicBezTo>
                    <a:pt x="1290" y="174"/>
                    <a:pt x="1290" y="354"/>
                    <a:pt x="1307" y="528"/>
                  </a:cubicBezTo>
                  <a:cubicBezTo>
                    <a:pt x="1312" y="594"/>
                    <a:pt x="1378" y="664"/>
                    <a:pt x="1318" y="724"/>
                  </a:cubicBezTo>
                  <a:cubicBezTo>
                    <a:pt x="1300" y="741"/>
                    <a:pt x="1283" y="747"/>
                    <a:pt x="1267" y="747"/>
                  </a:cubicBezTo>
                  <a:cubicBezTo>
                    <a:pt x="1221" y="747"/>
                    <a:pt x="1181" y="693"/>
                    <a:pt x="1133" y="681"/>
                  </a:cubicBezTo>
                  <a:cubicBezTo>
                    <a:pt x="1022" y="646"/>
                    <a:pt x="903" y="616"/>
                    <a:pt x="792" y="616"/>
                  </a:cubicBezTo>
                  <a:cubicBezTo>
                    <a:pt x="672" y="616"/>
                    <a:pt x="561" y="650"/>
                    <a:pt x="474" y="751"/>
                  </a:cubicBezTo>
                  <a:cubicBezTo>
                    <a:pt x="185" y="1089"/>
                    <a:pt x="0" y="1497"/>
                    <a:pt x="93" y="1949"/>
                  </a:cubicBezTo>
                  <a:cubicBezTo>
                    <a:pt x="223" y="2586"/>
                    <a:pt x="468" y="3179"/>
                    <a:pt x="806" y="3740"/>
                  </a:cubicBezTo>
                  <a:cubicBezTo>
                    <a:pt x="1095" y="4219"/>
                    <a:pt x="1546" y="4540"/>
                    <a:pt x="1917" y="4943"/>
                  </a:cubicBezTo>
                  <a:cubicBezTo>
                    <a:pt x="1929" y="4944"/>
                    <a:pt x="1942" y="4944"/>
                    <a:pt x="1955" y="4944"/>
                  </a:cubicBezTo>
                  <a:cubicBezTo>
                    <a:pt x="2064" y="4944"/>
                    <a:pt x="2178" y="4933"/>
                    <a:pt x="2289" y="4933"/>
                  </a:cubicBezTo>
                  <a:cubicBezTo>
                    <a:pt x="2378" y="4933"/>
                    <a:pt x="2466" y="4940"/>
                    <a:pt x="2548" y="4965"/>
                  </a:cubicBezTo>
                  <a:cubicBezTo>
                    <a:pt x="2646" y="4997"/>
                    <a:pt x="2738" y="5011"/>
                    <a:pt x="2827" y="5011"/>
                  </a:cubicBezTo>
                  <a:cubicBezTo>
                    <a:pt x="3044" y="5011"/>
                    <a:pt x="3238" y="4926"/>
                    <a:pt x="3435" y="4802"/>
                  </a:cubicBezTo>
                  <a:cubicBezTo>
                    <a:pt x="3525" y="4744"/>
                    <a:pt x="3625" y="4661"/>
                    <a:pt x="3734" y="4661"/>
                  </a:cubicBezTo>
                  <a:cubicBezTo>
                    <a:pt x="3790" y="4661"/>
                    <a:pt x="3848" y="4683"/>
                    <a:pt x="3909" y="4742"/>
                  </a:cubicBezTo>
                  <a:cubicBezTo>
                    <a:pt x="3996" y="4649"/>
                    <a:pt x="4078" y="4557"/>
                    <a:pt x="3920" y="4453"/>
                  </a:cubicBezTo>
                  <a:lnTo>
                    <a:pt x="3920" y="4453"/>
                  </a:lnTo>
                  <a:cubicBezTo>
                    <a:pt x="3842" y="4517"/>
                    <a:pt x="3766" y="4542"/>
                    <a:pt x="3693" y="4542"/>
                  </a:cubicBezTo>
                  <a:cubicBezTo>
                    <a:pt x="3550" y="4542"/>
                    <a:pt x="3421" y="4444"/>
                    <a:pt x="3316" y="4361"/>
                  </a:cubicBezTo>
                  <a:cubicBezTo>
                    <a:pt x="2973" y="4094"/>
                    <a:pt x="2592" y="3931"/>
                    <a:pt x="2194" y="3773"/>
                  </a:cubicBezTo>
                  <a:cubicBezTo>
                    <a:pt x="1535" y="3512"/>
                    <a:pt x="1160" y="3011"/>
                    <a:pt x="1084" y="2314"/>
                  </a:cubicBezTo>
                  <a:cubicBezTo>
                    <a:pt x="1056" y="2096"/>
                    <a:pt x="942" y="1748"/>
                    <a:pt x="1187" y="1671"/>
                  </a:cubicBezTo>
                  <a:cubicBezTo>
                    <a:pt x="1218" y="1661"/>
                    <a:pt x="1249" y="1657"/>
                    <a:pt x="1279" y="1657"/>
                  </a:cubicBezTo>
                  <a:cubicBezTo>
                    <a:pt x="1494" y="1657"/>
                    <a:pt x="1674" y="1895"/>
                    <a:pt x="1808" y="2091"/>
                  </a:cubicBezTo>
                  <a:cubicBezTo>
                    <a:pt x="1900" y="2227"/>
                    <a:pt x="1982" y="2363"/>
                    <a:pt x="2167" y="2406"/>
                  </a:cubicBezTo>
                  <a:cubicBezTo>
                    <a:pt x="2444" y="2462"/>
                    <a:pt x="2718" y="2477"/>
                    <a:pt x="3006" y="2477"/>
                  </a:cubicBezTo>
                  <a:cubicBezTo>
                    <a:pt x="3228" y="2477"/>
                    <a:pt x="3458" y="2468"/>
                    <a:pt x="3702" y="2461"/>
                  </a:cubicBezTo>
                  <a:cubicBezTo>
                    <a:pt x="3533" y="2281"/>
                    <a:pt x="3408" y="2156"/>
                    <a:pt x="3261" y="2042"/>
                  </a:cubicBezTo>
                  <a:cubicBezTo>
                    <a:pt x="2989" y="1824"/>
                    <a:pt x="2679" y="1633"/>
                    <a:pt x="2537" y="1290"/>
                  </a:cubicBezTo>
                  <a:cubicBezTo>
                    <a:pt x="2494" y="1192"/>
                    <a:pt x="2505" y="1035"/>
                    <a:pt x="2439" y="1002"/>
                  </a:cubicBezTo>
                  <a:cubicBezTo>
                    <a:pt x="1966" y="762"/>
                    <a:pt x="1710" y="283"/>
                    <a:pt x="1280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26"/>
            <p:cNvSpPr/>
            <p:nvPr/>
          </p:nvSpPr>
          <p:spPr>
            <a:xfrm>
              <a:off x="499487" y="3456977"/>
              <a:ext cx="1561804" cy="181740"/>
            </a:xfrm>
            <a:custGeom>
              <a:rect b="b" l="l" r="r" t="t"/>
              <a:pathLst>
                <a:path extrusionOk="0" h="3172" w="27259">
                  <a:moveTo>
                    <a:pt x="27108" y="0"/>
                  </a:moveTo>
                  <a:cubicBezTo>
                    <a:pt x="26924" y="0"/>
                    <a:pt x="26770" y="125"/>
                    <a:pt x="26606" y="125"/>
                  </a:cubicBezTo>
                  <a:cubicBezTo>
                    <a:pt x="26593" y="125"/>
                    <a:pt x="26580" y="124"/>
                    <a:pt x="26568" y="122"/>
                  </a:cubicBezTo>
                  <a:cubicBezTo>
                    <a:pt x="25218" y="819"/>
                    <a:pt x="23759" y="1195"/>
                    <a:pt x="22310" y="1598"/>
                  </a:cubicBezTo>
                  <a:cubicBezTo>
                    <a:pt x="21124" y="1930"/>
                    <a:pt x="19899" y="2077"/>
                    <a:pt x="18685" y="2289"/>
                  </a:cubicBezTo>
                  <a:cubicBezTo>
                    <a:pt x="17222" y="2541"/>
                    <a:pt x="15755" y="2742"/>
                    <a:pt x="14263" y="2742"/>
                  </a:cubicBezTo>
                  <a:cubicBezTo>
                    <a:pt x="14205" y="2742"/>
                    <a:pt x="14148" y="2742"/>
                    <a:pt x="14090" y="2741"/>
                  </a:cubicBezTo>
                  <a:cubicBezTo>
                    <a:pt x="13606" y="2737"/>
                    <a:pt x="13122" y="2735"/>
                    <a:pt x="12638" y="2735"/>
                  </a:cubicBezTo>
                  <a:cubicBezTo>
                    <a:pt x="11755" y="2735"/>
                    <a:pt x="10871" y="2741"/>
                    <a:pt x="9985" y="2752"/>
                  </a:cubicBezTo>
                  <a:cubicBezTo>
                    <a:pt x="8369" y="2781"/>
                    <a:pt x="6756" y="2927"/>
                    <a:pt x="5142" y="2927"/>
                  </a:cubicBezTo>
                  <a:cubicBezTo>
                    <a:pt x="4641" y="2927"/>
                    <a:pt x="4139" y="2913"/>
                    <a:pt x="3637" y="2877"/>
                  </a:cubicBezTo>
                  <a:cubicBezTo>
                    <a:pt x="3039" y="2834"/>
                    <a:pt x="2445" y="2746"/>
                    <a:pt x="1868" y="2594"/>
                  </a:cubicBezTo>
                  <a:cubicBezTo>
                    <a:pt x="1351" y="2580"/>
                    <a:pt x="850" y="2396"/>
                    <a:pt x="265" y="2396"/>
                  </a:cubicBezTo>
                  <a:cubicBezTo>
                    <a:pt x="179" y="2396"/>
                    <a:pt x="91" y="2400"/>
                    <a:pt x="1" y="2409"/>
                  </a:cubicBezTo>
                  <a:cubicBezTo>
                    <a:pt x="1340" y="2817"/>
                    <a:pt x="2603" y="3117"/>
                    <a:pt x="3904" y="3155"/>
                  </a:cubicBezTo>
                  <a:cubicBezTo>
                    <a:pt x="4254" y="3166"/>
                    <a:pt x="4603" y="3171"/>
                    <a:pt x="4952" y="3171"/>
                  </a:cubicBezTo>
                  <a:cubicBezTo>
                    <a:pt x="6392" y="3171"/>
                    <a:pt x="7830" y="3085"/>
                    <a:pt x="9272" y="3024"/>
                  </a:cubicBezTo>
                  <a:cubicBezTo>
                    <a:pt x="9511" y="3014"/>
                    <a:pt x="9751" y="3011"/>
                    <a:pt x="9992" y="3011"/>
                  </a:cubicBezTo>
                  <a:cubicBezTo>
                    <a:pt x="10387" y="3011"/>
                    <a:pt x="10784" y="3020"/>
                    <a:pt x="11179" y="3020"/>
                  </a:cubicBezTo>
                  <a:cubicBezTo>
                    <a:pt x="11357" y="3020"/>
                    <a:pt x="11534" y="3018"/>
                    <a:pt x="11711" y="3013"/>
                  </a:cubicBezTo>
                  <a:cubicBezTo>
                    <a:pt x="12062" y="3001"/>
                    <a:pt x="12416" y="2949"/>
                    <a:pt x="12769" y="2949"/>
                  </a:cubicBezTo>
                  <a:cubicBezTo>
                    <a:pt x="12887" y="2949"/>
                    <a:pt x="13004" y="2955"/>
                    <a:pt x="13121" y="2970"/>
                  </a:cubicBezTo>
                  <a:cubicBezTo>
                    <a:pt x="13375" y="3004"/>
                    <a:pt x="13629" y="3016"/>
                    <a:pt x="13883" y="3016"/>
                  </a:cubicBezTo>
                  <a:cubicBezTo>
                    <a:pt x="14602" y="3016"/>
                    <a:pt x="15320" y="2915"/>
                    <a:pt x="16044" y="2915"/>
                  </a:cubicBezTo>
                  <a:cubicBezTo>
                    <a:pt x="16268" y="2915"/>
                    <a:pt x="16507" y="2904"/>
                    <a:pt x="16741" y="2866"/>
                  </a:cubicBezTo>
                  <a:cubicBezTo>
                    <a:pt x="17988" y="2654"/>
                    <a:pt x="19235" y="2463"/>
                    <a:pt x="20481" y="2246"/>
                  </a:cubicBezTo>
                  <a:cubicBezTo>
                    <a:pt x="22833" y="1832"/>
                    <a:pt x="25081" y="1081"/>
                    <a:pt x="27259" y="30"/>
                  </a:cubicBezTo>
                  <a:cubicBezTo>
                    <a:pt x="27206" y="9"/>
                    <a:pt x="27156" y="0"/>
                    <a:pt x="27108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26"/>
            <p:cNvSpPr/>
            <p:nvPr/>
          </p:nvSpPr>
          <p:spPr>
            <a:xfrm>
              <a:off x="1729706" y="1563984"/>
              <a:ext cx="510957" cy="508951"/>
            </a:xfrm>
            <a:custGeom>
              <a:rect b="b" l="l" r="r" t="t"/>
              <a:pathLst>
                <a:path extrusionOk="0" h="8883" w="8918">
                  <a:moveTo>
                    <a:pt x="197" y="0"/>
                  </a:moveTo>
                  <a:cubicBezTo>
                    <a:pt x="176" y="0"/>
                    <a:pt x="154" y="5"/>
                    <a:pt x="131" y="14"/>
                  </a:cubicBezTo>
                  <a:cubicBezTo>
                    <a:pt x="0" y="69"/>
                    <a:pt x="60" y="254"/>
                    <a:pt x="76" y="368"/>
                  </a:cubicBezTo>
                  <a:cubicBezTo>
                    <a:pt x="142" y="831"/>
                    <a:pt x="321" y="1250"/>
                    <a:pt x="572" y="1642"/>
                  </a:cubicBezTo>
                  <a:cubicBezTo>
                    <a:pt x="1078" y="2426"/>
                    <a:pt x="1818" y="3014"/>
                    <a:pt x="2314" y="3803"/>
                  </a:cubicBezTo>
                  <a:cubicBezTo>
                    <a:pt x="2385" y="3912"/>
                    <a:pt x="2450" y="4043"/>
                    <a:pt x="2553" y="4108"/>
                  </a:cubicBezTo>
                  <a:cubicBezTo>
                    <a:pt x="3239" y="4538"/>
                    <a:pt x="3773" y="5121"/>
                    <a:pt x="4274" y="5752"/>
                  </a:cubicBezTo>
                  <a:cubicBezTo>
                    <a:pt x="4627" y="6204"/>
                    <a:pt x="5183" y="6405"/>
                    <a:pt x="5662" y="6688"/>
                  </a:cubicBezTo>
                  <a:cubicBezTo>
                    <a:pt x="6391" y="6933"/>
                    <a:pt x="7153" y="7124"/>
                    <a:pt x="7426" y="7995"/>
                  </a:cubicBezTo>
                  <a:cubicBezTo>
                    <a:pt x="7496" y="8234"/>
                    <a:pt x="7676" y="8381"/>
                    <a:pt x="7921" y="8447"/>
                  </a:cubicBezTo>
                  <a:cubicBezTo>
                    <a:pt x="8019" y="8594"/>
                    <a:pt x="8112" y="8741"/>
                    <a:pt x="8210" y="8882"/>
                  </a:cubicBezTo>
                  <a:cubicBezTo>
                    <a:pt x="8498" y="8866"/>
                    <a:pt x="8683" y="8648"/>
                    <a:pt x="8917" y="8523"/>
                  </a:cubicBezTo>
                  <a:cubicBezTo>
                    <a:pt x="8651" y="8463"/>
                    <a:pt x="8553" y="8213"/>
                    <a:pt x="8389" y="8039"/>
                  </a:cubicBezTo>
                  <a:cubicBezTo>
                    <a:pt x="7823" y="7451"/>
                    <a:pt x="7115" y="7042"/>
                    <a:pt x="6484" y="6541"/>
                  </a:cubicBezTo>
                  <a:cubicBezTo>
                    <a:pt x="6103" y="6237"/>
                    <a:pt x="5743" y="5888"/>
                    <a:pt x="5248" y="5763"/>
                  </a:cubicBezTo>
                  <a:cubicBezTo>
                    <a:pt x="5210" y="5817"/>
                    <a:pt x="5179" y="5836"/>
                    <a:pt x="5152" y="5836"/>
                  </a:cubicBezTo>
                  <a:cubicBezTo>
                    <a:pt x="5102" y="5836"/>
                    <a:pt x="5065" y="5769"/>
                    <a:pt x="5019" y="5719"/>
                  </a:cubicBezTo>
                  <a:cubicBezTo>
                    <a:pt x="4736" y="5431"/>
                    <a:pt x="4557" y="5023"/>
                    <a:pt x="4159" y="4865"/>
                  </a:cubicBezTo>
                  <a:cubicBezTo>
                    <a:pt x="3642" y="4663"/>
                    <a:pt x="3359" y="4277"/>
                    <a:pt x="3185" y="3787"/>
                  </a:cubicBezTo>
                  <a:cubicBezTo>
                    <a:pt x="2994" y="3662"/>
                    <a:pt x="2858" y="3487"/>
                    <a:pt x="2733" y="3302"/>
                  </a:cubicBezTo>
                  <a:cubicBezTo>
                    <a:pt x="2455" y="2878"/>
                    <a:pt x="2156" y="2475"/>
                    <a:pt x="1775" y="2132"/>
                  </a:cubicBezTo>
                  <a:cubicBezTo>
                    <a:pt x="1503" y="1881"/>
                    <a:pt x="1285" y="1593"/>
                    <a:pt x="1105" y="1272"/>
                  </a:cubicBezTo>
                  <a:cubicBezTo>
                    <a:pt x="898" y="918"/>
                    <a:pt x="670" y="580"/>
                    <a:pt x="452" y="226"/>
                  </a:cubicBezTo>
                  <a:cubicBezTo>
                    <a:pt x="388" y="121"/>
                    <a:pt x="308" y="0"/>
                    <a:pt x="197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26"/>
            <p:cNvSpPr/>
            <p:nvPr/>
          </p:nvSpPr>
          <p:spPr>
            <a:xfrm>
              <a:off x="1632650" y="2584676"/>
              <a:ext cx="491018" cy="623255"/>
            </a:xfrm>
            <a:custGeom>
              <a:rect b="b" l="l" r="r" t="t"/>
              <a:pathLst>
                <a:path extrusionOk="0" h="10878" w="8570">
                  <a:moveTo>
                    <a:pt x="1" y="1"/>
                  </a:moveTo>
                  <a:cubicBezTo>
                    <a:pt x="61" y="159"/>
                    <a:pt x="126" y="317"/>
                    <a:pt x="213" y="469"/>
                  </a:cubicBezTo>
                  <a:cubicBezTo>
                    <a:pt x="779" y="1493"/>
                    <a:pt x="1395" y="2500"/>
                    <a:pt x="1944" y="3539"/>
                  </a:cubicBezTo>
                  <a:cubicBezTo>
                    <a:pt x="2489" y="4579"/>
                    <a:pt x="3126" y="5570"/>
                    <a:pt x="3921" y="6452"/>
                  </a:cubicBezTo>
                  <a:cubicBezTo>
                    <a:pt x="4661" y="7274"/>
                    <a:pt x="5467" y="8036"/>
                    <a:pt x="6305" y="8760"/>
                  </a:cubicBezTo>
                  <a:cubicBezTo>
                    <a:pt x="7084" y="9435"/>
                    <a:pt x="7840" y="10138"/>
                    <a:pt x="8553" y="10878"/>
                  </a:cubicBezTo>
                  <a:cubicBezTo>
                    <a:pt x="8570" y="10600"/>
                    <a:pt x="8412" y="10399"/>
                    <a:pt x="8254" y="10192"/>
                  </a:cubicBezTo>
                  <a:cubicBezTo>
                    <a:pt x="7889" y="9708"/>
                    <a:pt x="7399" y="9354"/>
                    <a:pt x="7002" y="8907"/>
                  </a:cubicBezTo>
                  <a:cubicBezTo>
                    <a:pt x="6686" y="8646"/>
                    <a:pt x="6360" y="8396"/>
                    <a:pt x="6060" y="8112"/>
                  </a:cubicBezTo>
                  <a:cubicBezTo>
                    <a:pt x="4862" y="6964"/>
                    <a:pt x="3638" y="5842"/>
                    <a:pt x="2734" y="4421"/>
                  </a:cubicBezTo>
                  <a:cubicBezTo>
                    <a:pt x="1803" y="2962"/>
                    <a:pt x="981" y="1433"/>
                    <a:pt x="1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26"/>
            <p:cNvSpPr/>
            <p:nvPr/>
          </p:nvSpPr>
          <p:spPr>
            <a:xfrm>
              <a:off x="3858756" y="2093781"/>
              <a:ext cx="297934" cy="514681"/>
            </a:xfrm>
            <a:custGeom>
              <a:rect b="b" l="l" r="r" t="t"/>
              <a:pathLst>
                <a:path extrusionOk="0" h="8983" w="5200">
                  <a:moveTo>
                    <a:pt x="1" y="0"/>
                  </a:moveTo>
                  <a:cubicBezTo>
                    <a:pt x="137" y="468"/>
                    <a:pt x="464" y="779"/>
                    <a:pt x="561" y="1192"/>
                  </a:cubicBezTo>
                  <a:cubicBezTo>
                    <a:pt x="1296" y="2303"/>
                    <a:pt x="2020" y="3419"/>
                    <a:pt x="2489" y="4676"/>
                  </a:cubicBezTo>
                  <a:cubicBezTo>
                    <a:pt x="2598" y="4976"/>
                    <a:pt x="2745" y="5259"/>
                    <a:pt x="2924" y="5520"/>
                  </a:cubicBezTo>
                  <a:cubicBezTo>
                    <a:pt x="3545" y="6424"/>
                    <a:pt x="4149" y="7339"/>
                    <a:pt x="4655" y="8308"/>
                  </a:cubicBezTo>
                  <a:cubicBezTo>
                    <a:pt x="4781" y="8558"/>
                    <a:pt x="4944" y="8792"/>
                    <a:pt x="5162" y="8983"/>
                  </a:cubicBezTo>
                  <a:cubicBezTo>
                    <a:pt x="5156" y="8808"/>
                    <a:pt x="5200" y="8629"/>
                    <a:pt x="5107" y="8460"/>
                  </a:cubicBezTo>
                  <a:cubicBezTo>
                    <a:pt x="4824" y="7948"/>
                    <a:pt x="4590" y="7409"/>
                    <a:pt x="4269" y="6914"/>
                  </a:cubicBezTo>
                  <a:cubicBezTo>
                    <a:pt x="3806" y="6223"/>
                    <a:pt x="3283" y="5547"/>
                    <a:pt x="2957" y="4791"/>
                  </a:cubicBezTo>
                  <a:cubicBezTo>
                    <a:pt x="2467" y="3664"/>
                    <a:pt x="1922" y="2575"/>
                    <a:pt x="1258" y="1546"/>
                  </a:cubicBezTo>
                  <a:cubicBezTo>
                    <a:pt x="910" y="1002"/>
                    <a:pt x="567" y="452"/>
                    <a:pt x="1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26"/>
            <p:cNvSpPr/>
            <p:nvPr/>
          </p:nvSpPr>
          <p:spPr>
            <a:xfrm>
              <a:off x="4185332" y="2119965"/>
              <a:ext cx="271406" cy="506889"/>
            </a:xfrm>
            <a:custGeom>
              <a:rect b="b" l="l" r="r" t="t"/>
              <a:pathLst>
                <a:path extrusionOk="0" h="8847" w="4737">
                  <a:moveTo>
                    <a:pt x="4737" y="0"/>
                  </a:moveTo>
                  <a:lnTo>
                    <a:pt x="4737" y="0"/>
                  </a:lnTo>
                  <a:cubicBezTo>
                    <a:pt x="4497" y="147"/>
                    <a:pt x="4307" y="262"/>
                    <a:pt x="4127" y="387"/>
                  </a:cubicBezTo>
                  <a:cubicBezTo>
                    <a:pt x="3283" y="964"/>
                    <a:pt x="2440" y="1552"/>
                    <a:pt x="1852" y="2407"/>
                  </a:cubicBezTo>
                  <a:cubicBezTo>
                    <a:pt x="1062" y="3561"/>
                    <a:pt x="812" y="4889"/>
                    <a:pt x="725" y="6266"/>
                  </a:cubicBezTo>
                  <a:cubicBezTo>
                    <a:pt x="681" y="7001"/>
                    <a:pt x="540" y="7725"/>
                    <a:pt x="169" y="8384"/>
                  </a:cubicBezTo>
                  <a:cubicBezTo>
                    <a:pt x="159" y="8531"/>
                    <a:pt x="1" y="8651"/>
                    <a:pt x="61" y="8847"/>
                  </a:cubicBezTo>
                  <a:cubicBezTo>
                    <a:pt x="817" y="8096"/>
                    <a:pt x="953" y="7137"/>
                    <a:pt x="1095" y="6185"/>
                  </a:cubicBezTo>
                  <a:cubicBezTo>
                    <a:pt x="1171" y="5662"/>
                    <a:pt x="1171" y="5134"/>
                    <a:pt x="1275" y="4611"/>
                  </a:cubicBezTo>
                  <a:cubicBezTo>
                    <a:pt x="1650" y="2766"/>
                    <a:pt x="2881" y="1557"/>
                    <a:pt x="4339" y="523"/>
                  </a:cubicBezTo>
                  <a:cubicBezTo>
                    <a:pt x="4427" y="338"/>
                    <a:pt x="4650" y="267"/>
                    <a:pt x="4737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26"/>
            <p:cNvSpPr/>
            <p:nvPr/>
          </p:nvSpPr>
          <p:spPr>
            <a:xfrm>
              <a:off x="1244998" y="2911882"/>
              <a:ext cx="655970" cy="322915"/>
            </a:xfrm>
            <a:custGeom>
              <a:rect b="b" l="l" r="r" t="t"/>
              <a:pathLst>
                <a:path extrusionOk="0" h="5636" w="11449">
                  <a:moveTo>
                    <a:pt x="0" y="1"/>
                  </a:moveTo>
                  <a:lnTo>
                    <a:pt x="0" y="1"/>
                  </a:lnTo>
                  <a:cubicBezTo>
                    <a:pt x="365" y="382"/>
                    <a:pt x="773" y="534"/>
                    <a:pt x="1116" y="774"/>
                  </a:cubicBezTo>
                  <a:cubicBezTo>
                    <a:pt x="2385" y="1656"/>
                    <a:pt x="3713" y="2423"/>
                    <a:pt x="5156" y="2995"/>
                  </a:cubicBezTo>
                  <a:cubicBezTo>
                    <a:pt x="6729" y="3621"/>
                    <a:pt x="8280" y="4296"/>
                    <a:pt x="9843" y="4938"/>
                  </a:cubicBezTo>
                  <a:cubicBezTo>
                    <a:pt x="10382" y="5162"/>
                    <a:pt x="10877" y="5488"/>
                    <a:pt x="11449" y="5635"/>
                  </a:cubicBezTo>
                  <a:cubicBezTo>
                    <a:pt x="11226" y="5374"/>
                    <a:pt x="10915" y="5238"/>
                    <a:pt x="10649" y="5036"/>
                  </a:cubicBezTo>
                  <a:cubicBezTo>
                    <a:pt x="9957" y="4693"/>
                    <a:pt x="9249" y="4388"/>
                    <a:pt x="8525" y="4122"/>
                  </a:cubicBezTo>
                  <a:cubicBezTo>
                    <a:pt x="7491" y="3741"/>
                    <a:pt x="6484" y="3300"/>
                    <a:pt x="5488" y="2837"/>
                  </a:cubicBezTo>
                  <a:cubicBezTo>
                    <a:pt x="5433" y="2821"/>
                    <a:pt x="5373" y="2810"/>
                    <a:pt x="5319" y="2788"/>
                  </a:cubicBezTo>
                  <a:cubicBezTo>
                    <a:pt x="3920" y="2303"/>
                    <a:pt x="2684" y="1509"/>
                    <a:pt x="1437" y="730"/>
                  </a:cubicBezTo>
                  <a:cubicBezTo>
                    <a:pt x="1007" y="463"/>
                    <a:pt x="583" y="186"/>
                    <a:pt x="0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26"/>
            <p:cNvSpPr/>
            <p:nvPr/>
          </p:nvSpPr>
          <p:spPr>
            <a:xfrm>
              <a:off x="3242099" y="2082552"/>
              <a:ext cx="478241" cy="311971"/>
            </a:xfrm>
            <a:custGeom>
              <a:rect b="b" l="l" r="r" t="t"/>
              <a:pathLst>
                <a:path extrusionOk="0" h="5445" w="8347">
                  <a:moveTo>
                    <a:pt x="1" y="0"/>
                  </a:moveTo>
                  <a:lnTo>
                    <a:pt x="1" y="0"/>
                  </a:lnTo>
                  <a:cubicBezTo>
                    <a:pt x="104" y="93"/>
                    <a:pt x="219" y="153"/>
                    <a:pt x="339" y="191"/>
                  </a:cubicBezTo>
                  <a:cubicBezTo>
                    <a:pt x="1161" y="468"/>
                    <a:pt x="2004" y="653"/>
                    <a:pt x="2799" y="1018"/>
                  </a:cubicBezTo>
                  <a:cubicBezTo>
                    <a:pt x="3812" y="1492"/>
                    <a:pt x="4759" y="1998"/>
                    <a:pt x="5527" y="2842"/>
                  </a:cubicBezTo>
                  <a:cubicBezTo>
                    <a:pt x="6294" y="3680"/>
                    <a:pt x="7056" y="4535"/>
                    <a:pt x="7927" y="5275"/>
                  </a:cubicBezTo>
                  <a:cubicBezTo>
                    <a:pt x="8058" y="5324"/>
                    <a:pt x="8167" y="5439"/>
                    <a:pt x="8347" y="5444"/>
                  </a:cubicBezTo>
                  <a:cubicBezTo>
                    <a:pt x="8309" y="5384"/>
                    <a:pt x="8298" y="5346"/>
                    <a:pt x="8276" y="5324"/>
                  </a:cubicBezTo>
                  <a:cubicBezTo>
                    <a:pt x="7214" y="4225"/>
                    <a:pt x="6213" y="3065"/>
                    <a:pt x="5097" y="2014"/>
                  </a:cubicBezTo>
                  <a:cubicBezTo>
                    <a:pt x="4688" y="1628"/>
                    <a:pt x="4226" y="1307"/>
                    <a:pt x="3676" y="1127"/>
                  </a:cubicBezTo>
                  <a:cubicBezTo>
                    <a:pt x="3360" y="1024"/>
                    <a:pt x="3066" y="877"/>
                    <a:pt x="2761" y="751"/>
                  </a:cubicBezTo>
                  <a:cubicBezTo>
                    <a:pt x="2233" y="604"/>
                    <a:pt x="1732" y="370"/>
                    <a:pt x="1182" y="283"/>
                  </a:cubicBezTo>
                  <a:cubicBezTo>
                    <a:pt x="785" y="218"/>
                    <a:pt x="398" y="98"/>
                    <a:pt x="1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26"/>
            <p:cNvSpPr/>
            <p:nvPr/>
          </p:nvSpPr>
          <p:spPr>
            <a:xfrm>
              <a:off x="1269004" y="2827030"/>
              <a:ext cx="460766" cy="243045"/>
            </a:xfrm>
            <a:custGeom>
              <a:rect b="b" l="l" r="r" t="t"/>
              <a:pathLst>
                <a:path extrusionOk="0" h="4242" w="8042">
                  <a:moveTo>
                    <a:pt x="0" y="1"/>
                  </a:moveTo>
                  <a:cubicBezTo>
                    <a:pt x="2341" y="2059"/>
                    <a:pt x="5177" y="3180"/>
                    <a:pt x="8041" y="4242"/>
                  </a:cubicBezTo>
                  <a:cubicBezTo>
                    <a:pt x="7959" y="4122"/>
                    <a:pt x="7834" y="4024"/>
                    <a:pt x="7693" y="3937"/>
                  </a:cubicBezTo>
                  <a:cubicBezTo>
                    <a:pt x="7165" y="3594"/>
                    <a:pt x="6593" y="3343"/>
                    <a:pt x="6005" y="3131"/>
                  </a:cubicBezTo>
                  <a:cubicBezTo>
                    <a:pt x="4584" y="2609"/>
                    <a:pt x="3239" y="1944"/>
                    <a:pt x="1987" y="1095"/>
                  </a:cubicBezTo>
                  <a:cubicBezTo>
                    <a:pt x="1361" y="676"/>
                    <a:pt x="686" y="317"/>
                    <a:pt x="0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26"/>
            <p:cNvSpPr/>
            <p:nvPr/>
          </p:nvSpPr>
          <p:spPr>
            <a:xfrm>
              <a:off x="1376603" y="3429361"/>
              <a:ext cx="577075" cy="118486"/>
            </a:xfrm>
            <a:custGeom>
              <a:rect b="b" l="l" r="r" t="t"/>
              <a:pathLst>
                <a:path extrusionOk="0" h="2068" w="10072">
                  <a:moveTo>
                    <a:pt x="10072" y="0"/>
                  </a:moveTo>
                  <a:lnTo>
                    <a:pt x="10072" y="0"/>
                  </a:lnTo>
                  <a:cubicBezTo>
                    <a:pt x="8422" y="501"/>
                    <a:pt x="6871" y="1334"/>
                    <a:pt x="5145" y="1584"/>
                  </a:cubicBezTo>
                  <a:cubicBezTo>
                    <a:pt x="3492" y="1827"/>
                    <a:pt x="1828" y="1999"/>
                    <a:pt x="154" y="1999"/>
                  </a:cubicBezTo>
                  <a:cubicBezTo>
                    <a:pt x="103" y="1999"/>
                    <a:pt x="52" y="1998"/>
                    <a:pt x="0" y="1998"/>
                  </a:cubicBezTo>
                  <a:lnTo>
                    <a:pt x="0" y="1998"/>
                  </a:lnTo>
                  <a:cubicBezTo>
                    <a:pt x="633" y="2043"/>
                    <a:pt x="1263" y="2068"/>
                    <a:pt x="1887" y="2068"/>
                  </a:cubicBezTo>
                  <a:cubicBezTo>
                    <a:pt x="4752" y="2068"/>
                    <a:pt x="7515" y="1542"/>
                    <a:pt x="10072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26"/>
            <p:cNvSpPr/>
            <p:nvPr/>
          </p:nvSpPr>
          <p:spPr>
            <a:xfrm>
              <a:off x="2860349" y="2324275"/>
              <a:ext cx="323831" cy="316154"/>
            </a:xfrm>
            <a:custGeom>
              <a:rect b="b" l="l" r="r" t="t"/>
              <a:pathLst>
                <a:path extrusionOk="0" h="5518" w="5652">
                  <a:moveTo>
                    <a:pt x="5630" y="0"/>
                  </a:moveTo>
                  <a:cubicBezTo>
                    <a:pt x="5058" y="321"/>
                    <a:pt x="4535" y="653"/>
                    <a:pt x="4105" y="1116"/>
                  </a:cubicBezTo>
                  <a:cubicBezTo>
                    <a:pt x="3305" y="1987"/>
                    <a:pt x="2494" y="2858"/>
                    <a:pt x="1672" y="3718"/>
                  </a:cubicBezTo>
                  <a:cubicBezTo>
                    <a:pt x="1122" y="4295"/>
                    <a:pt x="616" y="4916"/>
                    <a:pt x="1" y="5493"/>
                  </a:cubicBezTo>
                  <a:cubicBezTo>
                    <a:pt x="55" y="5510"/>
                    <a:pt x="102" y="5518"/>
                    <a:pt x="145" y="5518"/>
                  </a:cubicBezTo>
                  <a:cubicBezTo>
                    <a:pt x="277" y="5518"/>
                    <a:pt x="360" y="5447"/>
                    <a:pt x="447" y="5390"/>
                  </a:cubicBezTo>
                  <a:cubicBezTo>
                    <a:pt x="823" y="5139"/>
                    <a:pt x="1111" y="4791"/>
                    <a:pt x="1421" y="4470"/>
                  </a:cubicBezTo>
                  <a:cubicBezTo>
                    <a:pt x="2755" y="3081"/>
                    <a:pt x="3980" y="1584"/>
                    <a:pt x="5439" y="316"/>
                  </a:cubicBezTo>
                  <a:cubicBezTo>
                    <a:pt x="5526" y="240"/>
                    <a:pt x="5651" y="180"/>
                    <a:pt x="5630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26"/>
            <p:cNvSpPr/>
            <p:nvPr/>
          </p:nvSpPr>
          <p:spPr>
            <a:xfrm>
              <a:off x="1531010" y="3662032"/>
              <a:ext cx="459792" cy="327556"/>
            </a:xfrm>
            <a:custGeom>
              <a:rect b="b" l="l" r="r" t="t"/>
              <a:pathLst>
                <a:path extrusionOk="0" h="5717" w="8025">
                  <a:moveTo>
                    <a:pt x="8025" y="0"/>
                  </a:moveTo>
                  <a:lnTo>
                    <a:pt x="8025" y="0"/>
                  </a:lnTo>
                  <a:cubicBezTo>
                    <a:pt x="6734" y="1062"/>
                    <a:pt x="5455" y="2069"/>
                    <a:pt x="4159" y="3049"/>
                  </a:cubicBezTo>
                  <a:cubicBezTo>
                    <a:pt x="2853" y="4040"/>
                    <a:pt x="1356" y="4715"/>
                    <a:pt x="0" y="5717"/>
                  </a:cubicBezTo>
                  <a:cubicBezTo>
                    <a:pt x="1454" y="5401"/>
                    <a:pt x="7600" y="1029"/>
                    <a:pt x="8025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26"/>
            <p:cNvSpPr/>
            <p:nvPr/>
          </p:nvSpPr>
          <p:spPr>
            <a:xfrm>
              <a:off x="2117702" y="2892860"/>
              <a:ext cx="106741" cy="384621"/>
            </a:xfrm>
            <a:custGeom>
              <a:rect b="b" l="l" r="r" t="t"/>
              <a:pathLst>
                <a:path extrusionOk="0" h="6713" w="1863">
                  <a:moveTo>
                    <a:pt x="153" y="1"/>
                  </a:moveTo>
                  <a:lnTo>
                    <a:pt x="153" y="1"/>
                  </a:lnTo>
                  <a:cubicBezTo>
                    <a:pt x="0" y="420"/>
                    <a:pt x="104" y="839"/>
                    <a:pt x="202" y="1242"/>
                  </a:cubicBezTo>
                  <a:cubicBezTo>
                    <a:pt x="626" y="3000"/>
                    <a:pt x="1231" y="4720"/>
                    <a:pt x="1514" y="6517"/>
                  </a:cubicBezTo>
                  <a:cubicBezTo>
                    <a:pt x="1530" y="6637"/>
                    <a:pt x="1590" y="6713"/>
                    <a:pt x="1721" y="6713"/>
                  </a:cubicBezTo>
                  <a:cubicBezTo>
                    <a:pt x="1862" y="6147"/>
                    <a:pt x="1639" y="5619"/>
                    <a:pt x="1530" y="5091"/>
                  </a:cubicBezTo>
                  <a:cubicBezTo>
                    <a:pt x="1176" y="3365"/>
                    <a:pt x="632" y="1694"/>
                    <a:pt x="153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26"/>
            <p:cNvSpPr/>
            <p:nvPr/>
          </p:nvSpPr>
          <p:spPr>
            <a:xfrm>
              <a:off x="863534" y="4134879"/>
              <a:ext cx="427994" cy="97115"/>
            </a:xfrm>
            <a:custGeom>
              <a:rect b="b" l="l" r="r" t="t"/>
              <a:pathLst>
                <a:path extrusionOk="0" h="1695" w="7470">
                  <a:moveTo>
                    <a:pt x="7469" y="0"/>
                  </a:moveTo>
                  <a:cubicBezTo>
                    <a:pt x="3871" y="1563"/>
                    <a:pt x="4279" y="1193"/>
                    <a:pt x="0" y="1552"/>
                  </a:cubicBezTo>
                  <a:cubicBezTo>
                    <a:pt x="218" y="1606"/>
                    <a:pt x="376" y="1661"/>
                    <a:pt x="555" y="1666"/>
                  </a:cubicBezTo>
                  <a:cubicBezTo>
                    <a:pt x="952" y="1684"/>
                    <a:pt x="1344" y="1694"/>
                    <a:pt x="1737" y="1694"/>
                  </a:cubicBezTo>
                  <a:cubicBezTo>
                    <a:pt x="1965" y="1694"/>
                    <a:pt x="2193" y="1691"/>
                    <a:pt x="2423" y="1683"/>
                  </a:cubicBezTo>
                  <a:cubicBezTo>
                    <a:pt x="4078" y="1617"/>
                    <a:pt x="5613" y="1171"/>
                    <a:pt x="7072" y="409"/>
                  </a:cubicBezTo>
                  <a:cubicBezTo>
                    <a:pt x="7235" y="322"/>
                    <a:pt x="7366" y="207"/>
                    <a:pt x="7469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26"/>
            <p:cNvSpPr/>
            <p:nvPr/>
          </p:nvSpPr>
          <p:spPr>
            <a:xfrm>
              <a:off x="3554352" y="1882309"/>
              <a:ext cx="301028" cy="348411"/>
            </a:xfrm>
            <a:custGeom>
              <a:rect b="b" l="l" r="r" t="t"/>
              <a:pathLst>
                <a:path extrusionOk="0" h="6081" w="5254">
                  <a:moveTo>
                    <a:pt x="0" y="0"/>
                  </a:moveTo>
                  <a:cubicBezTo>
                    <a:pt x="0" y="147"/>
                    <a:pt x="115" y="185"/>
                    <a:pt x="213" y="250"/>
                  </a:cubicBezTo>
                  <a:cubicBezTo>
                    <a:pt x="861" y="653"/>
                    <a:pt x="1508" y="1067"/>
                    <a:pt x="2080" y="1568"/>
                  </a:cubicBezTo>
                  <a:cubicBezTo>
                    <a:pt x="2799" y="2189"/>
                    <a:pt x="3152" y="3065"/>
                    <a:pt x="3528" y="3914"/>
                  </a:cubicBezTo>
                  <a:cubicBezTo>
                    <a:pt x="3898" y="4753"/>
                    <a:pt x="4350" y="5520"/>
                    <a:pt x="5101" y="6081"/>
                  </a:cubicBezTo>
                  <a:cubicBezTo>
                    <a:pt x="5254" y="5956"/>
                    <a:pt x="5091" y="5880"/>
                    <a:pt x="5042" y="5803"/>
                  </a:cubicBezTo>
                  <a:cubicBezTo>
                    <a:pt x="4660" y="5183"/>
                    <a:pt x="4220" y="4595"/>
                    <a:pt x="3920" y="3925"/>
                  </a:cubicBezTo>
                  <a:cubicBezTo>
                    <a:pt x="3267" y="2444"/>
                    <a:pt x="2249" y="1296"/>
                    <a:pt x="855" y="474"/>
                  </a:cubicBezTo>
                  <a:cubicBezTo>
                    <a:pt x="577" y="310"/>
                    <a:pt x="338" y="60"/>
                    <a:pt x="0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26"/>
            <p:cNvSpPr/>
            <p:nvPr/>
          </p:nvSpPr>
          <p:spPr>
            <a:xfrm>
              <a:off x="4233058" y="2624610"/>
              <a:ext cx="391210" cy="157561"/>
            </a:xfrm>
            <a:custGeom>
              <a:rect b="b" l="l" r="r" t="t"/>
              <a:pathLst>
                <a:path extrusionOk="0" h="2750" w="6828">
                  <a:moveTo>
                    <a:pt x="746" y="1"/>
                  </a:moveTo>
                  <a:cubicBezTo>
                    <a:pt x="790" y="431"/>
                    <a:pt x="643" y="779"/>
                    <a:pt x="295" y="1046"/>
                  </a:cubicBezTo>
                  <a:cubicBezTo>
                    <a:pt x="1" y="1264"/>
                    <a:pt x="1" y="1432"/>
                    <a:pt x="311" y="1612"/>
                  </a:cubicBezTo>
                  <a:cubicBezTo>
                    <a:pt x="704" y="1842"/>
                    <a:pt x="1112" y="1995"/>
                    <a:pt x="1584" y="1995"/>
                  </a:cubicBezTo>
                  <a:cubicBezTo>
                    <a:pt x="1615" y="1995"/>
                    <a:pt x="1646" y="1995"/>
                    <a:pt x="1677" y="1993"/>
                  </a:cubicBezTo>
                  <a:cubicBezTo>
                    <a:pt x="1988" y="1982"/>
                    <a:pt x="2302" y="1958"/>
                    <a:pt x="2615" y="1958"/>
                  </a:cubicBezTo>
                  <a:cubicBezTo>
                    <a:pt x="2889" y="1958"/>
                    <a:pt x="3161" y="1976"/>
                    <a:pt x="3430" y="2037"/>
                  </a:cubicBezTo>
                  <a:cubicBezTo>
                    <a:pt x="4557" y="2298"/>
                    <a:pt x="5690" y="2543"/>
                    <a:pt x="6827" y="2750"/>
                  </a:cubicBezTo>
                  <a:cubicBezTo>
                    <a:pt x="6659" y="2554"/>
                    <a:pt x="6430" y="2461"/>
                    <a:pt x="6190" y="2407"/>
                  </a:cubicBezTo>
                  <a:cubicBezTo>
                    <a:pt x="5472" y="2244"/>
                    <a:pt x="4748" y="2135"/>
                    <a:pt x="4040" y="1917"/>
                  </a:cubicBezTo>
                  <a:cubicBezTo>
                    <a:pt x="3568" y="1774"/>
                    <a:pt x="3092" y="1693"/>
                    <a:pt x="2607" y="1693"/>
                  </a:cubicBezTo>
                  <a:cubicBezTo>
                    <a:pt x="2370" y="1693"/>
                    <a:pt x="2131" y="1713"/>
                    <a:pt x="1890" y="1754"/>
                  </a:cubicBezTo>
                  <a:cubicBezTo>
                    <a:pt x="1791" y="1771"/>
                    <a:pt x="1694" y="1779"/>
                    <a:pt x="1598" y="1779"/>
                  </a:cubicBezTo>
                  <a:cubicBezTo>
                    <a:pt x="1146" y="1779"/>
                    <a:pt x="730" y="1597"/>
                    <a:pt x="344" y="1318"/>
                  </a:cubicBezTo>
                  <a:cubicBezTo>
                    <a:pt x="926" y="828"/>
                    <a:pt x="1051" y="404"/>
                    <a:pt x="746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26"/>
            <p:cNvSpPr/>
            <p:nvPr/>
          </p:nvSpPr>
          <p:spPr>
            <a:xfrm>
              <a:off x="3072108" y="2464760"/>
              <a:ext cx="230612" cy="241556"/>
            </a:xfrm>
            <a:custGeom>
              <a:rect b="b" l="l" r="r" t="t"/>
              <a:pathLst>
                <a:path extrusionOk="0" h="4216" w="4025">
                  <a:moveTo>
                    <a:pt x="3919" y="1"/>
                  </a:moveTo>
                  <a:cubicBezTo>
                    <a:pt x="3864" y="1"/>
                    <a:pt x="3832" y="51"/>
                    <a:pt x="3774" y="205"/>
                  </a:cubicBezTo>
                  <a:cubicBezTo>
                    <a:pt x="3567" y="738"/>
                    <a:pt x="3235" y="1196"/>
                    <a:pt x="2816" y="1571"/>
                  </a:cubicBezTo>
                  <a:cubicBezTo>
                    <a:pt x="2282" y="2045"/>
                    <a:pt x="1721" y="2486"/>
                    <a:pt x="1171" y="2943"/>
                  </a:cubicBezTo>
                  <a:cubicBezTo>
                    <a:pt x="741" y="3297"/>
                    <a:pt x="268" y="3607"/>
                    <a:pt x="1" y="4124"/>
                  </a:cubicBezTo>
                  <a:cubicBezTo>
                    <a:pt x="43" y="4159"/>
                    <a:pt x="73" y="4216"/>
                    <a:pt x="117" y="4216"/>
                  </a:cubicBezTo>
                  <a:cubicBezTo>
                    <a:pt x="141" y="4216"/>
                    <a:pt x="170" y="4198"/>
                    <a:pt x="208" y="4146"/>
                  </a:cubicBezTo>
                  <a:cubicBezTo>
                    <a:pt x="464" y="3776"/>
                    <a:pt x="850" y="3537"/>
                    <a:pt x="1182" y="3243"/>
                  </a:cubicBezTo>
                  <a:cubicBezTo>
                    <a:pt x="1825" y="2676"/>
                    <a:pt x="2565" y="2225"/>
                    <a:pt x="3137" y="1582"/>
                  </a:cubicBezTo>
                  <a:cubicBezTo>
                    <a:pt x="3540" y="1130"/>
                    <a:pt x="3997" y="700"/>
                    <a:pt x="4024" y="31"/>
                  </a:cubicBezTo>
                  <a:cubicBezTo>
                    <a:pt x="3979" y="13"/>
                    <a:pt x="3947" y="1"/>
                    <a:pt x="3919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26"/>
            <p:cNvSpPr/>
            <p:nvPr/>
          </p:nvSpPr>
          <p:spPr>
            <a:xfrm>
              <a:off x="452735" y="3528136"/>
              <a:ext cx="583034" cy="53227"/>
            </a:xfrm>
            <a:custGeom>
              <a:rect b="b" l="l" r="r" t="t"/>
              <a:pathLst>
                <a:path extrusionOk="0" h="929" w="10176">
                  <a:moveTo>
                    <a:pt x="669" y="1"/>
                  </a:moveTo>
                  <a:cubicBezTo>
                    <a:pt x="442" y="1"/>
                    <a:pt x="218" y="28"/>
                    <a:pt x="0" y="133"/>
                  </a:cubicBezTo>
                  <a:cubicBezTo>
                    <a:pt x="150" y="126"/>
                    <a:pt x="300" y="123"/>
                    <a:pt x="450" y="123"/>
                  </a:cubicBezTo>
                  <a:cubicBezTo>
                    <a:pt x="1359" y="123"/>
                    <a:pt x="2261" y="237"/>
                    <a:pt x="3163" y="312"/>
                  </a:cubicBezTo>
                  <a:cubicBezTo>
                    <a:pt x="4181" y="394"/>
                    <a:pt x="5188" y="530"/>
                    <a:pt x="6201" y="650"/>
                  </a:cubicBezTo>
                  <a:cubicBezTo>
                    <a:pt x="6969" y="737"/>
                    <a:pt x="7731" y="851"/>
                    <a:pt x="8504" y="906"/>
                  </a:cubicBezTo>
                  <a:cubicBezTo>
                    <a:pt x="8726" y="923"/>
                    <a:pt x="8949" y="928"/>
                    <a:pt x="9172" y="928"/>
                  </a:cubicBezTo>
                  <a:cubicBezTo>
                    <a:pt x="9507" y="928"/>
                    <a:pt x="9842" y="917"/>
                    <a:pt x="10175" y="917"/>
                  </a:cubicBezTo>
                  <a:cubicBezTo>
                    <a:pt x="9685" y="900"/>
                    <a:pt x="9195" y="824"/>
                    <a:pt x="8705" y="786"/>
                  </a:cubicBezTo>
                  <a:cubicBezTo>
                    <a:pt x="7910" y="721"/>
                    <a:pt x="7121" y="644"/>
                    <a:pt x="6332" y="546"/>
                  </a:cubicBezTo>
                  <a:cubicBezTo>
                    <a:pt x="5112" y="388"/>
                    <a:pt x="3893" y="231"/>
                    <a:pt x="2662" y="149"/>
                  </a:cubicBezTo>
                  <a:cubicBezTo>
                    <a:pt x="2200" y="116"/>
                    <a:pt x="1731" y="51"/>
                    <a:pt x="1263" y="29"/>
                  </a:cubicBezTo>
                  <a:cubicBezTo>
                    <a:pt x="1065" y="22"/>
                    <a:pt x="866" y="1"/>
                    <a:pt x="669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26"/>
            <p:cNvSpPr/>
            <p:nvPr/>
          </p:nvSpPr>
          <p:spPr>
            <a:xfrm>
              <a:off x="2967030" y="2765324"/>
              <a:ext cx="102673" cy="118887"/>
            </a:xfrm>
            <a:custGeom>
              <a:rect b="b" l="l" r="r" t="t"/>
              <a:pathLst>
                <a:path extrusionOk="0" h="2075" w="1792">
                  <a:moveTo>
                    <a:pt x="1127" y="1"/>
                  </a:moveTo>
                  <a:cubicBezTo>
                    <a:pt x="1065" y="1"/>
                    <a:pt x="1022" y="59"/>
                    <a:pt x="986" y="169"/>
                  </a:cubicBezTo>
                  <a:cubicBezTo>
                    <a:pt x="822" y="621"/>
                    <a:pt x="588" y="1018"/>
                    <a:pt x="196" y="1307"/>
                  </a:cubicBezTo>
                  <a:cubicBezTo>
                    <a:pt x="229" y="1486"/>
                    <a:pt x="0" y="1595"/>
                    <a:pt x="60" y="1786"/>
                  </a:cubicBezTo>
                  <a:cubicBezTo>
                    <a:pt x="213" y="1862"/>
                    <a:pt x="300" y="2036"/>
                    <a:pt x="479" y="2074"/>
                  </a:cubicBezTo>
                  <a:cubicBezTo>
                    <a:pt x="616" y="2020"/>
                    <a:pt x="795" y="2014"/>
                    <a:pt x="773" y="1791"/>
                  </a:cubicBezTo>
                  <a:cubicBezTo>
                    <a:pt x="762" y="1787"/>
                    <a:pt x="750" y="1785"/>
                    <a:pt x="739" y="1785"/>
                  </a:cubicBezTo>
                  <a:cubicBezTo>
                    <a:pt x="675" y="1785"/>
                    <a:pt x="611" y="1841"/>
                    <a:pt x="537" y="1841"/>
                  </a:cubicBezTo>
                  <a:cubicBezTo>
                    <a:pt x="505" y="1841"/>
                    <a:pt x="472" y="1831"/>
                    <a:pt x="436" y="1802"/>
                  </a:cubicBezTo>
                  <a:cubicBezTo>
                    <a:pt x="888" y="1361"/>
                    <a:pt x="1285" y="893"/>
                    <a:pt x="1791" y="512"/>
                  </a:cubicBezTo>
                  <a:cubicBezTo>
                    <a:pt x="1612" y="359"/>
                    <a:pt x="1443" y="218"/>
                    <a:pt x="1274" y="76"/>
                  </a:cubicBezTo>
                  <a:cubicBezTo>
                    <a:pt x="1215" y="25"/>
                    <a:pt x="1167" y="1"/>
                    <a:pt x="1127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26"/>
            <p:cNvSpPr/>
            <p:nvPr/>
          </p:nvSpPr>
          <p:spPr>
            <a:xfrm>
              <a:off x="2214701" y="2721150"/>
              <a:ext cx="370584" cy="44862"/>
            </a:xfrm>
            <a:custGeom>
              <a:rect b="b" l="l" r="r" t="t"/>
              <a:pathLst>
                <a:path extrusionOk="0" h="783" w="6468">
                  <a:moveTo>
                    <a:pt x="2248" y="1"/>
                  </a:moveTo>
                  <a:cubicBezTo>
                    <a:pt x="1519" y="1"/>
                    <a:pt x="852" y="242"/>
                    <a:pt x="196" y="542"/>
                  </a:cubicBezTo>
                  <a:cubicBezTo>
                    <a:pt x="109" y="580"/>
                    <a:pt x="11" y="640"/>
                    <a:pt x="0" y="766"/>
                  </a:cubicBezTo>
                  <a:cubicBezTo>
                    <a:pt x="25" y="778"/>
                    <a:pt x="48" y="783"/>
                    <a:pt x="70" y="783"/>
                  </a:cubicBezTo>
                  <a:cubicBezTo>
                    <a:pt x="144" y="783"/>
                    <a:pt x="204" y="725"/>
                    <a:pt x="267" y="700"/>
                  </a:cubicBezTo>
                  <a:cubicBezTo>
                    <a:pt x="890" y="436"/>
                    <a:pt x="1518" y="204"/>
                    <a:pt x="2199" y="204"/>
                  </a:cubicBezTo>
                  <a:cubicBezTo>
                    <a:pt x="2303" y="204"/>
                    <a:pt x="2409" y="210"/>
                    <a:pt x="2516" y="221"/>
                  </a:cubicBezTo>
                  <a:cubicBezTo>
                    <a:pt x="3310" y="307"/>
                    <a:pt x="4108" y="378"/>
                    <a:pt x="4906" y="378"/>
                  </a:cubicBezTo>
                  <a:cubicBezTo>
                    <a:pt x="5071" y="378"/>
                    <a:pt x="5236" y="375"/>
                    <a:pt x="5401" y="368"/>
                  </a:cubicBezTo>
                  <a:cubicBezTo>
                    <a:pt x="5755" y="352"/>
                    <a:pt x="6092" y="297"/>
                    <a:pt x="6468" y="90"/>
                  </a:cubicBezTo>
                  <a:cubicBezTo>
                    <a:pt x="6344" y="90"/>
                    <a:pt x="6247" y="82"/>
                    <a:pt x="6161" y="82"/>
                  </a:cubicBezTo>
                  <a:cubicBezTo>
                    <a:pt x="6108" y="82"/>
                    <a:pt x="6059" y="85"/>
                    <a:pt x="6011" y="96"/>
                  </a:cubicBezTo>
                  <a:cubicBezTo>
                    <a:pt x="5598" y="168"/>
                    <a:pt x="5187" y="196"/>
                    <a:pt x="4776" y="196"/>
                  </a:cubicBezTo>
                  <a:cubicBezTo>
                    <a:pt x="4064" y="196"/>
                    <a:pt x="3354" y="111"/>
                    <a:pt x="2646" y="25"/>
                  </a:cubicBezTo>
                  <a:cubicBezTo>
                    <a:pt x="2511" y="9"/>
                    <a:pt x="2379" y="1"/>
                    <a:pt x="2248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26"/>
            <p:cNvSpPr/>
            <p:nvPr/>
          </p:nvSpPr>
          <p:spPr>
            <a:xfrm>
              <a:off x="1542870" y="2519189"/>
              <a:ext cx="153493" cy="360328"/>
            </a:xfrm>
            <a:custGeom>
              <a:rect b="b" l="l" r="r" t="t"/>
              <a:pathLst>
                <a:path extrusionOk="0" h="6289" w="2679">
                  <a:moveTo>
                    <a:pt x="0" y="1"/>
                  </a:moveTo>
                  <a:lnTo>
                    <a:pt x="0" y="1"/>
                  </a:lnTo>
                  <a:cubicBezTo>
                    <a:pt x="6" y="99"/>
                    <a:pt x="6" y="191"/>
                    <a:pt x="6" y="289"/>
                  </a:cubicBezTo>
                  <a:cubicBezTo>
                    <a:pt x="142" y="295"/>
                    <a:pt x="136" y="393"/>
                    <a:pt x="147" y="485"/>
                  </a:cubicBezTo>
                  <a:cubicBezTo>
                    <a:pt x="207" y="1253"/>
                    <a:pt x="468" y="1966"/>
                    <a:pt x="670" y="2701"/>
                  </a:cubicBezTo>
                  <a:cubicBezTo>
                    <a:pt x="942" y="3692"/>
                    <a:pt x="1524" y="4525"/>
                    <a:pt x="2014" y="5407"/>
                  </a:cubicBezTo>
                  <a:cubicBezTo>
                    <a:pt x="2183" y="5711"/>
                    <a:pt x="2374" y="6011"/>
                    <a:pt x="2679" y="6288"/>
                  </a:cubicBezTo>
                  <a:cubicBezTo>
                    <a:pt x="2635" y="6016"/>
                    <a:pt x="2423" y="5886"/>
                    <a:pt x="2401" y="5668"/>
                  </a:cubicBezTo>
                  <a:cubicBezTo>
                    <a:pt x="1965" y="4944"/>
                    <a:pt x="1492" y="4242"/>
                    <a:pt x="1165" y="3468"/>
                  </a:cubicBezTo>
                  <a:cubicBezTo>
                    <a:pt x="762" y="2505"/>
                    <a:pt x="457" y="1514"/>
                    <a:pt x="267" y="485"/>
                  </a:cubicBezTo>
                  <a:cubicBezTo>
                    <a:pt x="234" y="316"/>
                    <a:pt x="267" y="61"/>
                    <a:pt x="0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26"/>
            <p:cNvSpPr/>
            <p:nvPr/>
          </p:nvSpPr>
          <p:spPr>
            <a:xfrm>
              <a:off x="3268626" y="2309894"/>
              <a:ext cx="337869" cy="97688"/>
            </a:xfrm>
            <a:custGeom>
              <a:rect b="b" l="l" r="r" t="t"/>
              <a:pathLst>
                <a:path extrusionOk="0" h="1705" w="5897">
                  <a:moveTo>
                    <a:pt x="1" y="1"/>
                  </a:moveTo>
                  <a:lnTo>
                    <a:pt x="1" y="1"/>
                  </a:lnTo>
                  <a:cubicBezTo>
                    <a:pt x="2064" y="240"/>
                    <a:pt x="3910" y="1220"/>
                    <a:pt x="5897" y="1705"/>
                  </a:cubicBezTo>
                  <a:cubicBezTo>
                    <a:pt x="3975" y="981"/>
                    <a:pt x="2113" y="55"/>
                    <a:pt x="1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26"/>
            <p:cNvSpPr/>
            <p:nvPr/>
          </p:nvSpPr>
          <p:spPr>
            <a:xfrm>
              <a:off x="1910870" y="1780899"/>
              <a:ext cx="126393" cy="128742"/>
            </a:xfrm>
            <a:custGeom>
              <a:rect b="b" l="l" r="r" t="t"/>
              <a:pathLst>
                <a:path extrusionOk="0" h="2247" w="2206">
                  <a:moveTo>
                    <a:pt x="23" y="1"/>
                  </a:moveTo>
                  <a:lnTo>
                    <a:pt x="23" y="1"/>
                  </a:lnTo>
                  <a:cubicBezTo>
                    <a:pt x="1" y="393"/>
                    <a:pt x="202" y="747"/>
                    <a:pt x="496" y="888"/>
                  </a:cubicBezTo>
                  <a:cubicBezTo>
                    <a:pt x="1090" y="1166"/>
                    <a:pt x="1498" y="1601"/>
                    <a:pt x="1874" y="2102"/>
                  </a:cubicBezTo>
                  <a:cubicBezTo>
                    <a:pt x="1919" y="2156"/>
                    <a:pt x="1974" y="2247"/>
                    <a:pt x="2047" y="2247"/>
                  </a:cubicBezTo>
                  <a:cubicBezTo>
                    <a:pt x="2063" y="2247"/>
                    <a:pt x="2080" y="2242"/>
                    <a:pt x="2097" y="2233"/>
                  </a:cubicBezTo>
                  <a:cubicBezTo>
                    <a:pt x="2206" y="2167"/>
                    <a:pt x="2097" y="2064"/>
                    <a:pt x="2086" y="1977"/>
                  </a:cubicBezTo>
                  <a:cubicBezTo>
                    <a:pt x="1901" y="1721"/>
                    <a:pt x="1759" y="1416"/>
                    <a:pt x="1531" y="1215"/>
                  </a:cubicBezTo>
                  <a:cubicBezTo>
                    <a:pt x="1046" y="790"/>
                    <a:pt x="491" y="447"/>
                    <a:pt x="23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26"/>
            <p:cNvSpPr/>
            <p:nvPr/>
          </p:nvSpPr>
          <p:spPr>
            <a:xfrm>
              <a:off x="3927394" y="2397841"/>
              <a:ext cx="77406" cy="113616"/>
            </a:xfrm>
            <a:custGeom>
              <a:rect b="b" l="l" r="r" t="t"/>
              <a:pathLst>
                <a:path extrusionOk="0" h="1983" w="1351">
                  <a:moveTo>
                    <a:pt x="137" y="1"/>
                  </a:moveTo>
                  <a:cubicBezTo>
                    <a:pt x="17" y="6"/>
                    <a:pt x="0" y="66"/>
                    <a:pt x="44" y="164"/>
                  </a:cubicBezTo>
                  <a:cubicBezTo>
                    <a:pt x="126" y="344"/>
                    <a:pt x="202" y="529"/>
                    <a:pt x="284" y="709"/>
                  </a:cubicBezTo>
                  <a:cubicBezTo>
                    <a:pt x="409" y="992"/>
                    <a:pt x="659" y="1204"/>
                    <a:pt x="730" y="1514"/>
                  </a:cubicBezTo>
                  <a:cubicBezTo>
                    <a:pt x="583" y="1503"/>
                    <a:pt x="458" y="1493"/>
                    <a:pt x="327" y="1482"/>
                  </a:cubicBezTo>
                  <a:cubicBezTo>
                    <a:pt x="316" y="1481"/>
                    <a:pt x="305" y="1481"/>
                    <a:pt x="294" y="1481"/>
                  </a:cubicBezTo>
                  <a:cubicBezTo>
                    <a:pt x="218" y="1481"/>
                    <a:pt x="166" y="1502"/>
                    <a:pt x="218" y="1612"/>
                  </a:cubicBezTo>
                  <a:cubicBezTo>
                    <a:pt x="458" y="1754"/>
                    <a:pt x="703" y="1895"/>
                    <a:pt x="975" y="1966"/>
                  </a:cubicBezTo>
                  <a:cubicBezTo>
                    <a:pt x="1011" y="1976"/>
                    <a:pt x="1050" y="1983"/>
                    <a:pt x="1088" y="1983"/>
                  </a:cubicBezTo>
                  <a:cubicBezTo>
                    <a:pt x="1155" y="1983"/>
                    <a:pt x="1223" y="1964"/>
                    <a:pt x="1274" y="1912"/>
                  </a:cubicBezTo>
                  <a:cubicBezTo>
                    <a:pt x="1351" y="1830"/>
                    <a:pt x="1307" y="1748"/>
                    <a:pt x="1263" y="1683"/>
                  </a:cubicBezTo>
                  <a:cubicBezTo>
                    <a:pt x="877" y="1128"/>
                    <a:pt x="610" y="496"/>
                    <a:pt x="137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26"/>
            <p:cNvSpPr/>
            <p:nvPr/>
          </p:nvSpPr>
          <p:spPr>
            <a:xfrm>
              <a:off x="2054048" y="1944015"/>
              <a:ext cx="129544" cy="106912"/>
            </a:xfrm>
            <a:custGeom>
              <a:rect b="b" l="l" r="r" t="t"/>
              <a:pathLst>
                <a:path extrusionOk="0" h="1866" w="2261">
                  <a:moveTo>
                    <a:pt x="84" y="0"/>
                  </a:moveTo>
                  <a:cubicBezTo>
                    <a:pt x="67" y="0"/>
                    <a:pt x="31" y="35"/>
                    <a:pt x="1" y="55"/>
                  </a:cubicBezTo>
                  <a:cubicBezTo>
                    <a:pt x="235" y="371"/>
                    <a:pt x="562" y="567"/>
                    <a:pt x="915" y="676"/>
                  </a:cubicBezTo>
                  <a:cubicBezTo>
                    <a:pt x="1117" y="736"/>
                    <a:pt x="1247" y="828"/>
                    <a:pt x="1345" y="997"/>
                  </a:cubicBezTo>
                  <a:cubicBezTo>
                    <a:pt x="1443" y="1171"/>
                    <a:pt x="1558" y="1340"/>
                    <a:pt x="1634" y="1520"/>
                  </a:cubicBezTo>
                  <a:cubicBezTo>
                    <a:pt x="1726" y="1739"/>
                    <a:pt x="1850" y="1865"/>
                    <a:pt x="2034" y="1865"/>
                  </a:cubicBezTo>
                  <a:cubicBezTo>
                    <a:pt x="2101" y="1865"/>
                    <a:pt x="2176" y="1849"/>
                    <a:pt x="2260" y="1814"/>
                  </a:cubicBezTo>
                  <a:cubicBezTo>
                    <a:pt x="1917" y="1607"/>
                    <a:pt x="1797" y="1242"/>
                    <a:pt x="1629" y="910"/>
                  </a:cubicBezTo>
                  <a:cubicBezTo>
                    <a:pt x="1313" y="268"/>
                    <a:pt x="643" y="230"/>
                    <a:pt x="88" y="1"/>
                  </a:cubicBezTo>
                  <a:cubicBezTo>
                    <a:pt x="87" y="1"/>
                    <a:pt x="86" y="0"/>
                    <a:pt x="84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26"/>
            <p:cNvSpPr/>
            <p:nvPr/>
          </p:nvSpPr>
          <p:spPr>
            <a:xfrm>
              <a:off x="1078100" y="2582499"/>
              <a:ext cx="115793" cy="163806"/>
            </a:xfrm>
            <a:custGeom>
              <a:rect b="b" l="l" r="r" t="t"/>
              <a:pathLst>
                <a:path extrusionOk="0" h="2859" w="2021">
                  <a:moveTo>
                    <a:pt x="1" y="1"/>
                  </a:moveTo>
                  <a:lnTo>
                    <a:pt x="1" y="1"/>
                  </a:lnTo>
                  <a:cubicBezTo>
                    <a:pt x="50" y="327"/>
                    <a:pt x="1617" y="2592"/>
                    <a:pt x="2020" y="2859"/>
                  </a:cubicBezTo>
                  <a:cubicBezTo>
                    <a:pt x="1460" y="1830"/>
                    <a:pt x="888" y="806"/>
                    <a:pt x="1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26"/>
            <p:cNvSpPr/>
            <p:nvPr/>
          </p:nvSpPr>
          <p:spPr>
            <a:xfrm>
              <a:off x="2781111" y="3050362"/>
              <a:ext cx="28762" cy="150113"/>
            </a:xfrm>
            <a:custGeom>
              <a:rect b="b" l="l" r="r" t="t"/>
              <a:pathLst>
                <a:path extrusionOk="0" h="2620" w="502">
                  <a:moveTo>
                    <a:pt x="110" y="1"/>
                  </a:moveTo>
                  <a:lnTo>
                    <a:pt x="110" y="1"/>
                  </a:lnTo>
                  <a:cubicBezTo>
                    <a:pt x="197" y="899"/>
                    <a:pt x="1" y="1726"/>
                    <a:pt x="61" y="2619"/>
                  </a:cubicBezTo>
                  <a:cubicBezTo>
                    <a:pt x="458" y="2069"/>
                    <a:pt x="502" y="404"/>
                    <a:pt x="110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26"/>
            <p:cNvSpPr/>
            <p:nvPr/>
          </p:nvSpPr>
          <p:spPr>
            <a:xfrm>
              <a:off x="2452701" y="2283997"/>
              <a:ext cx="89094" cy="86802"/>
            </a:xfrm>
            <a:custGeom>
              <a:rect b="b" l="l" r="r" t="t"/>
              <a:pathLst>
                <a:path extrusionOk="0" h="1515" w="1555">
                  <a:moveTo>
                    <a:pt x="327" y="1"/>
                  </a:moveTo>
                  <a:cubicBezTo>
                    <a:pt x="0" y="6"/>
                    <a:pt x="234" y="153"/>
                    <a:pt x="289" y="208"/>
                  </a:cubicBezTo>
                  <a:cubicBezTo>
                    <a:pt x="504" y="433"/>
                    <a:pt x="609" y="811"/>
                    <a:pt x="991" y="811"/>
                  </a:cubicBezTo>
                  <a:cubicBezTo>
                    <a:pt x="1035" y="811"/>
                    <a:pt x="1081" y="806"/>
                    <a:pt x="1133" y="796"/>
                  </a:cubicBezTo>
                  <a:cubicBezTo>
                    <a:pt x="1146" y="793"/>
                    <a:pt x="1158" y="791"/>
                    <a:pt x="1168" y="791"/>
                  </a:cubicBezTo>
                  <a:cubicBezTo>
                    <a:pt x="1250" y="791"/>
                    <a:pt x="1240" y="882"/>
                    <a:pt x="1225" y="959"/>
                  </a:cubicBezTo>
                  <a:cubicBezTo>
                    <a:pt x="1209" y="1062"/>
                    <a:pt x="1187" y="1166"/>
                    <a:pt x="1182" y="1269"/>
                  </a:cubicBezTo>
                  <a:cubicBezTo>
                    <a:pt x="1182" y="1373"/>
                    <a:pt x="1160" y="1514"/>
                    <a:pt x="1307" y="1514"/>
                  </a:cubicBezTo>
                  <a:cubicBezTo>
                    <a:pt x="1437" y="1514"/>
                    <a:pt x="1372" y="1367"/>
                    <a:pt x="1399" y="1286"/>
                  </a:cubicBezTo>
                  <a:cubicBezTo>
                    <a:pt x="1427" y="1209"/>
                    <a:pt x="1448" y="1133"/>
                    <a:pt x="1476" y="1057"/>
                  </a:cubicBezTo>
                  <a:cubicBezTo>
                    <a:pt x="1476" y="1008"/>
                    <a:pt x="1470" y="959"/>
                    <a:pt x="1481" y="915"/>
                  </a:cubicBezTo>
                  <a:cubicBezTo>
                    <a:pt x="1551" y="599"/>
                    <a:pt x="1554" y="490"/>
                    <a:pt x="1385" y="490"/>
                  </a:cubicBezTo>
                  <a:cubicBezTo>
                    <a:pt x="1319" y="490"/>
                    <a:pt x="1226" y="507"/>
                    <a:pt x="1100" y="534"/>
                  </a:cubicBezTo>
                  <a:cubicBezTo>
                    <a:pt x="1073" y="541"/>
                    <a:pt x="1048" y="543"/>
                    <a:pt x="1025" y="543"/>
                  </a:cubicBezTo>
                  <a:cubicBezTo>
                    <a:pt x="945" y="543"/>
                    <a:pt x="883" y="510"/>
                    <a:pt x="811" y="464"/>
                  </a:cubicBezTo>
                  <a:cubicBezTo>
                    <a:pt x="626" y="328"/>
                    <a:pt x="468" y="175"/>
                    <a:pt x="327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26"/>
            <p:cNvSpPr/>
            <p:nvPr/>
          </p:nvSpPr>
          <p:spPr>
            <a:xfrm>
              <a:off x="2200034" y="2052186"/>
              <a:ext cx="69327" cy="73452"/>
            </a:xfrm>
            <a:custGeom>
              <a:rect b="b" l="l" r="r" t="t"/>
              <a:pathLst>
                <a:path extrusionOk="0" h="1282" w="1210">
                  <a:moveTo>
                    <a:pt x="665" y="0"/>
                  </a:moveTo>
                  <a:cubicBezTo>
                    <a:pt x="382" y="0"/>
                    <a:pt x="224" y="252"/>
                    <a:pt x="1" y="361"/>
                  </a:cubicBezTo>
                  <a:cubicBezTo>
                    <a:pt x="60" y="477"/>
                    <a:pt x="168" y="531"/>
                    <a:pt x="266" y="531"/>
                  </a:cubicBezTo>
                  <a:cubicBezTo>
                    <a:pt x="310" y="531"/>
                    <a:pt x="353" y="520"/>
                    <a:pt x="387" y="497"/>
                  </a:cubicBezTo>
                  <a:cubicBezTo>
                    <a:pt x="455" y="454"/>
                    <a:pt x="506" y="436"/>
                    <a:pt x="546" y="436"/>
                  </a:cubicBezTo>
                  <a:cubicBezTo>
                    <a:pt x="657" y="436"/>
                    <a:pt x="682" y="570"/>
                    <a:pt x="746" y="666"/>
                  </a:cubicBezTo>
                  <a:cubicBezTo>
                    <a:pt x="877" y="873"/>
                    <a:pt x="844" y="1178"/>
                    <a:pt x="1127" y="1281"/>
                  </a:cubicBezTo>
                  <a:cubicBezTo>
                    <a:pt x="1209" y="1151"/>
                    <a:pt x="1187" y="1025"/>
                    <a:pt x="1149" y="879"/>
                  </a:cubicBezTo>
                  <a:cubicBezTo>
                    <a:pt x="1089" y="655"/>
                    <a:pt x="921" y="470"/>
                    <a:pt x="910" y="231"/>
                  </a:cubicBezTo>
                  <a:cubicBezTo>
                    <a:pt x="844" y="154"/>
                    <a:pt x="779" y="78"/>
                    <a:pt x="708" y="2"/>
                  </a:cubicBezTo>
                  <a:cubicBezTo>
                    <a:pt x="694" y="1"/>
                    <a:pt x="679" y="0"/>
                    <a:pt x="665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26"/>
            <p:cNvSpPr/>
            <p:nvPr/>
          </p:nvSpPr>
          <p:spPr>
            <a:xfrm>
              <a:off x="2768048" y="3240635"/>
              <a:ext cx="32773" cy="115449"/>
            </a:xfrm>
            <a:custGeom>
              <a:rect b="b" l="l" r="r" t="t"/>
              <a:pathLst>
                <a:path extrusionOk="0" h="2015" w="572">
                  <a:moveTo>
                    <a:pt x="272" y="1"/>
                  </a:moveTo>
                  <a:cubicBezTo>
                    <a:pt x="251" y="60"/>
                    <a:pt x="202" y="131"/>
                    <a:pt x="207" y="191"/>
                  </a:cubicBezTo>
                  <a:cubicBezTo>
                    <a:pt x="256" y="801"/>
                    <a:pt x="98" y="1394"/>
                    <a:pt x="0" y="2015"/>
                  </a:cubicBezTo>
                  <a:cubicBezTo>
                    <a:pt x="87" y="1977"/>
                    <a:pt x="147" y="1944"/>
                    <a:pt x="207" y="1917"/>
                  </a:cubicBezTo>
                  <a:cubicBezTo>
                    <a:pt x="289" y="1754"/>
                    <a:pt x="414" y="1617"/>
                    <a:pt x="419" y="1421"/>
                  </a:cubicBezTo>
                  <a:cubicBezTo>
                    <a:pt x="528" y="931"/>
                    <a:pt x="572" y="447"/>
                    <a:pt x="272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26"/>
            <p:cNvSpPr/>
            <p:nvPr/>
          </p:nvSpPr>
          <p:spPr>
            <a:xfrm>
              <a:off x="2952076" y="2920533"/>
              <a:ext cx="76432" cy="47268"/>
            </a:xfrm>
            <a:custGeom>
              <a:rect b="b" l="l" r="r" t="t"/>
              <a:pathLst>
                <a:path extrusionOk="0" h="825" w="1334">
                  <a:moveTo>
                    <a:pt x="648" y="0"/>
                  </a:moveTo>
                  <a:cubicBezTo>
                    <a:pt x="485" y="0"/>
                    <a:pt x="319" y="165"/>
                    <a:pt x="114" y="492"/>
                  </a:cubicBezTo>
                  <a:cubicBezTo>
                    <a:pt x="131" y="574"/>
                    <a:pt x="0" y="672"/>
                    <a:pt x="125" y="732"/>
                  </a:cubicBezTo>
                  <a:cubicBezTo>
                    <a:pt x="153" y="746"/>
                    <a:pt x="179" y="752"/>
                    <a:pt x="204" y="752"/>
                  </a:cubicBezTo>
                  <a:cubicBezTo>
                    <a:pt x="298" y="752"/>
                    <a:pt x="372" y="663"/>
                    <a:pt x="463" y="628"/>
                  </a:cubicBezTo>
                  <a:cubicBezTo>
                    <a:pt x="487" y="454"/>
                    <a:pt x="542" y="381"/>
                    <a:pt x="622" y="381"/>
                  </a:cubicBezTo>
                  <a:cubicBezTo>
                    <a:pt x="685" y="381"/>
                    <a:pt x="764" y="426"/>
                    <a:pt x="855" y="503"/>
                  </a:cubicBezTo>
                  <a:cubicBezTo>
                    <a:pt x="991" y="612"/>
                    <a:pt x="1073" y="797"/>
                    <a:pt x="1274" y="824"/>
                  </a:cubicBezTo>
                  <a:cubicBezTo>
                    <a:pt x="1334" y="688"/>
                    <a:pt x="1247" y="623"/>
                    <a:pt x="1198" y="546"/>
                  </a:cubicBezTo>
                  <a:cubicBezTo>
                    <a:pt x="989" y="181"/>
                    <a:pt x="820" y="0"/>
                    <a:pt x="648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26"/>
            <p:cNvSpPr/>
            <p:nvPr/>
          </p:nvSpPr>
          <p:spPr>
            <a:xfrm>
              <a:off x="292712" y="3491124"/>
              <a:ext cx="115163" cy="34950"/>
            </a:xfrm>
            <a:custGeom>
              <a:rect b="b" l="l" r="r" t="t"/>
              <a:pathLst>
                <a:path extrusionOk="0" h="610" w="2010">
                  <a:moveTo>
                    <a:pt x="1" y="0"/>
                  </a:moveTo>
                  <a:lnTo>
                    <a:pt x="1" y="0"/>
                  </a:lnTo>
                  <a:cubicBezTo>
                    <a:pt x="654" y="245"/>
                    <a:pt x="1280" y="588"/>
                    <a:pt x="2009" y="610"/>
                  </a:cubicBezTo>
                  <a:cubicBezTo>
                    <a:pt x="1383" y="272"/>
                    <a:pt x="719" y="38"/>
                    <a:pt x="1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26"/>
            <p:cNvSpPr/>
            <p:nvPr/>
          </p:nvSpPr>
          <p:spPr>
            <a:xfrm>
              <a:off x="2816347" y="3177382"/>
              <a:ext cx="28476" cy="14668"/>
            </a:xfrm>
            <a:custGeom>
              <a:rect b="b" l="l" r="r" t="t"/>
              <a:pathLst>
                <a:path extrusionOk="0" h="256" w="497">
                  <a:moveTo>
                    <a:pt x="200" y="0"/>
                  </a:moveTo>
                  <a:cubicBezTo>
                    <a:pt x="145" y="0"/>
                    <a:pt x="80" y="33"/>
                    <a:pt x="1" y="119"/>
                  </a:cubicBezTo>
                  <a:cubicBezTo>
                    <a:pt x="164" y="168"/>
                    <a:pt x="333" y="212"/>
                    <a:pt x="496" y="255"/>
                  </a:cubicBezTo>
                  <a:cubicBezTo>
                    <a:pt x="399" y="161"/>
                    <a:pt x="322" y="0"/>
                    <a:pt x="200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26"/>
            <p:cNvSpPr/>
            <p:nvPr/>
          </p:nvSpPr>
          <p:spPr>
            <a:xfrm>
              <a:off x="3401205" y="3179789"/>
              <a:ext cx="76145" cy="65087"/>
            </a:xfrm>
            <a:custGeom>
              <a:rect b="b" l="l" r="r" t="t"/>
              <a:pathLst>
                <a:path extrusionOk="0" h="1136" w="1329">
                  <a:moveTo>
                    <a:pt x="294" y="0"/>
                  </a:moveTo>
                  <a:cubicBezTo>
                    <a:pt x="261" y="0"/>
                    <a:pt x="230" y="4"/>
                    <a:pt x="202" y="12"/>
                  </a:cubicBezTo>
                  <a:cubicBezTo>
                    <a:pt x="49" y="55"/>
                    <a:pt x="0" y="192"/>
                    <a:pt x="82" y="284"/>
                  </a:cubicBezTo>
                  <a:cubicBezTo>
                    <a:pt x="354" y="622"/>
                    <a:pt x="621" y="975"/>
                    <a:pt x="1062" y="1117"/>
                  </a:cubicBezTo>
                  <a:cubicBezTo>
                    <a:pt x="1101" y="1130"/>
                    <a:pt x="1135" y="1136"/>
                    <a:pt x="1164" y="1136"/>
                  </a:cubicBezTo>
                  <a:cubicBezTo>
                    <a:pt x="1280" y="1136"/>
                    <a:pt x="1319" y="1042"/>
                    <a:pt x="1323" y="937"/>
                  </a:cubicBezTo>
                  <a:cubicBezTo>
                    <a:pt x="1328" y="541"/>
                    <a:pt x="685" y="0"/>
                    <a:pt x="294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26"/>
            <p:cNvSpPr/>
            <p:nvPr/>
          </p:nvSpPr>
          <p:spPr>
            <a:xfrm>
              <a:off x="3665102" y="3358660"/>
              <a:ext cx="58957" cy="52769"/>
            </a:xfrm>
            <a:custGeom>
              <a:rect b="b" l="l" r="r" t="t"/>
              <a:pathLst>
                <a:path extrusionOk="0" h="921" w="1029">
                  <a:moveTo>
                    <a:pt x="288" y="1"/>
                  </a:moveTo>
                  <a:cubicBezTo>
                    <a:pt x="220" y="1"/>
                    <a:pt x="158" y="33"/>
                    <a:pt x="109" y="124"/>
                  </a:cubicBezTo>
                  <a:cubicBezTo>
                    <a:pt x="0" y="336"/>
                    <a:pt x="185" y="510"/>
                    <a:pt x="365" y="597"/>
                  </a:cubicBezTo>
                  <a:cubicBezTo>
                    <a:pt x="512" y="668"/>
                    <a:pt x="659" y="717"/>
                    <a:pt x="757" y="864"/>
                  </a:cubicBezTo>
                  <a:cubicBezTo>
                    <a:pt x="780" y="900"/>
                    <a:pt x="818" y="920"/>
                    <a:pt x="860" y="920"/>
                  </a:cubicBezTo>
                  <a:cubicBezTo>
                    <a:pt x="889" y="920"/>
                    <a:pt x="919" y="911"/>
                    <a:pt x="947" y="891"/>
                  </a:cubicBezTo>
                  <a:cubicBezTo>
                    <a:pt x="1013" y="848"/>
                    <a:pt x="1029" y="782"/>
                    <a:pt x="1018" y="712"/>
                  </a:cubicBezTo>
                  <a:cubicBezTo>
                    <a:pt x="991" y="439"/>
                    <a:pt x="822" y="254"/>
                    <a:pt x="604" y="129"/>
                  </a:cubicBezTo>
                  <a:cubicBezTo>
                    <a:pt x="511" y="79"/>
                    <a:pt x="394" y="1"/>
                    <a:pt x="288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26"/>
            <p:cNvSpPr/>
            <p:nvPr/>
          </p:nvSpPr>
          <p:spPr>
            <a:xfrm>
              <a:off x="3269887" y="2728484"/>
              <a:ext cx="196235" cy="282751"/>
            </a:xfrm>
            <a:custGeom>
              <a:rect b="b" l="l" r="r" t="t"/>
              <a:pathLst>
                <a:path extrusionOk="0" h="4935" w="3425">
                  <a:moveTo>
                    <a:pt x="0" y="1"/>
                  </a:moveTo>
                  <a:lnTo>
                    <a:pt x="0" y="1"/>
                  </a:lnTo>
                  <a:cubicBezTo>
                    <a:pt x="71" y="153"/>
                    <a:pt x="120" y="273"/>
                    <a:pt x="191" y="376"/>
                  </a:cubicBezTo>
                  <a:cubicBezTo>
                    <a:pt x="447" y="757"/>
                    <a:pt x="779" y="1078"/>
                    <a:pt x="1078" y="1421"/>
                  </a:cubicBezTo>
                  <a:cubicBezTo>
                    <a:pt x="1149" y="1503"/>
                    <a:pt x="1329" y="1558"/>
                    <a:pt x="1209" y="1726"/>
                  </a:cubicBezTo>
                  <a:cubicBezTo>
                    <a:pt x="1285" y="1841"/>
                    <a:pt x="1356" y="1960"/>
                    <a:pt x="1427" y="2075"/>
                  </a:cubicBezTo>
                  <a:cubicBezTo>
                    <a:pt x="1445" y="1993"/>
                    <a:pt x="1466" y="1965"/>
                    <a:pt x="1487" y="1965"/>
                  </a:cubicBezTo>
                  <a:cubicBezTo>
                    <a:pt x="1523" y="1965"/>
                    <a:pt x="1561" y="2047"/>
                    <a:pt x="1585" y="2075"/>
                  </a:cubicBezTo>
                  <a:cubicBezTo>
                    <a:pt x="1993" y="2532"/>
                    <a:pt x="2075" y="3082"/>
                    <a:pt x="1977" y="3659"/>
                  </a:cubicBezTo>
                  <a:cubicBezTo>
                    <a:pt x="1933" y="3926"/>
                    <a:pt x="2042" y="4056"/>
                    <a:pt x="2254" y="4149"/>
                  </a:cubicBezTo>
                  <a:cubicBezTo>
                    <a:pt x="2586" y="4301"/>
                    <a:pt x="2902" y="4486"/>
                    <a:pt x="3131" y="4786"/>
                  </a:cubicBezTo>
                  <a:cubicBezTo>
                    <a:pt x="3186" y="4856"/>
                    <a:pt x="3250" y="4935"/>
                    <a:pt x="3386" y="4935"/>
                  </a:cubicBezTo>
                  <a:cubicBezTo>
                    <a:pt x="3398" y="4935"/>
                    <a:pt x="3411" y="4934"/>
                    <a:pt x="3425" y="4933"/>
                  </a:cubicBezTo>
                  <a:cubicBezTo>
                    <a:pt x="3218" y="4356"/>
                    <a:pt x="3131" y="3773"/>
                    <a:pt x="3093" y="3174"/>
                  </a:cubicBezTo>
                  <a:cubicBezTo>
                    <a:pt x="3038" y="2282"/>
                    <a:pt x="2570" y="1661"/>
                    <a:pt x="1781" y="1274"/>
                  </a:cubicBezTo>
                  <a:cubicBezTo>
                    <a:pt x="1372" y="1073"/>
                    <a:pt x="1024" y="806"/>
                    <a:pt x="697" y="496"/>
                  </a:cubicBezTo>
                  <a:cubicBezTo>
                    <a:pt x="501" y="316"/>
                    <a:pt x="316" y="99"/>
                    <a:pt x="0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26"/>
            <p:cNvSpPr/>
            <p:nvPr/>
          </p:nvSpPr>
          <p:spPr>
            <a:xfrm>
              <a:off x="2278355" y="2896355"/>
              <a:ext cx="316612" cy="429197"/>
            </a:xfrm>
            <a:custGeom>
              <a:rect b="b" l="l" r="r" t="t"/>
              <a:pathLst>
                <a:path extrusionOk="0" h="7491" w="5526">
                  <a:moveTo>
                    <a:pt x="2360" y="1"/>
                  </a:moveTo>
                  <a:cubicBezTo>
                    <a:pt x="1683" y="1"/>
                    <a:pt x="1048" y="152"/>
                    <a:pt x="430" y="478"/>
                  </a:cubicBezTo>
                  <a:cubicBezTo>
                    <a:pt x="152" y="625"/>
                    <a:pt x="0" y="865"/>
                    <a:pt x="82" y="1170"/>
                  </a:cubicBezTo>
                  <a:cubicBezTo>
                    <a:pt x="376" y="2291"/>
                    <a:pt x="648" y="3424"/>
                    <a:pt x="1023" y="4518"/>
                  </a:cubicBezTo>
                  <a:cubicBezTo>
                    <a:pt x="1356" y="5492"/>
                    <a:pt x="1611" y="6467"/>
                    <a:pt x="1709" y="7490"/>
                  </a:cubicBezTo>
                  <a:cubicBezTo>
                    <a:pt x="2031" y="6625"/>
                    <a:pt x="2346" y="5770"/>
                    <a:pt x="2325" y="4834"/>
                  </a:cubicBezTo>
                  <a:cubicBezTo>
                    <a:pt x="2314" y="4518"/>
                    <a:pt x="2363" y="4197"/>
                    <a:pt x="2423" y="3892"/>
                  </a:cubicBezTo>
                  <a:cubicBezTo>
                    <a:pt x="2695" y="2569"/>
                    <a:pt x="3452" y="1622"/>
                    <a:pt x="4671" y="1050"/>
                  </a:cubicBezTo>
                  <a:cubicBezTo>
                    <a:pt x="4943" y="919"/>
                    <a:pt x="5204" y="778"/>
                    <a:pt x="5526" y="620"/>
                  </a:cubicBezTo>
                  <a:cubicBezTo>
                    <a:pt x="4644" y="348"/>
                    <a:pt x="3816" y="141"/>
                    <a:pt x="2951" y="38"/>
                  </a:cubicBezTo>
                  <a:cubicBezTo>
                    <a:pt x="2750" y="13"/>
                    <a:pt x="2553" y="1"/>
                    <a:pt x="2360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26"/>
            <p:cNvSpPr/>
            <p:nvPr/>
          </p:nvSpPr>
          <p:spPr>
            <a:xfrm>
              <a:off x="2732755" y="2693248"/>
              <a:ext cx="74655" cy="109147"/>
            </a:xfrm>
            <a:custGeom>
              <a:rect b="b" l="l" r="r" t="t"/>
              <a:pathLst>
                <a:path extrusionOk="0" h="1905" w="1303">
                  <a:moveTo>
                    <a:pt x="197" y="0"/>
                  </a:moveTo>
                  <a:cubicBezTo>
                    <a:pt x="181" y="4"/>
                    <a:pt x="164" y="5"/>
                    <a:pt x="147" y="5"/>
                  </a:cubicBezTo>
                  <a:cubicBezTo>
                    <a:pt x="134" y="5"/>
                    <a:pt x="120" y="4"/>
                    <a:pt x="107" y="4"/>
                  </a:cubicBezTo>
                  <a:cubicBezTo>
                    <a:pt x="61" y="4"/>
                    <a:pt x="22" y="11"/>
                    <a:pt x="12" y="71"/>
                  </a:cubicBezTo>
                  <a:cubicBezTo>
                    <a:pt x="1" y="115"/>
                    <a:pt x="50" y="175"/>
                    <a:pt x="88" y="213"/>
                  </a:cubicBezTo>
                  <a:cubicBezTo>
                    <a:pt x="235" y="371"/>
                    <a:pt x="420" y="479"/>
                    <a:pt x="638" y="496"/>
                  </a:cubicBezTo>
                  <a:cubicBezTo>
                    <a:pt x="818" y="507"/>
                    <a:pt x="883" y="588"/>
                    <a:pt x="894" y="763"/>
                  </a:cubicBezTo>
                  <a:cubicBezTo>
                    <a:pt x="905" y="991"/>
                    <a:pt x="986" y="1220"/>
                    <a:pt x="970" y="1459"/>
                  </a:cubicBezTo>
                  <a:cubicBezTo>
                    <a:pt x="959" y="1601"/>
                    <a:pt x="1014" y="1732"/>
                    <a:pt x="1095" y="1851"/>
                  </a:cubicBezTo>
                  <a:cubicBezTo>
                    <a:pt x="1121" y="1884"/>
                    <a:pt x="1159" y="1905"/>
                    <a:pt x="1198" y="1905"/>
                  </a:cubicBezTo>
                  <a:cubicBezTo>
                    <a:pt x="1216" y="1905"/>
                    <a:pt x="1235" y="1900"/>
                    <a:pt x="1253" y="1889"/>
                  </a:cubicBezTo>
                  <a:cubicBezTo>
                    <a:pt x="1280" y="1868"/>
                    <a:pt x="1302" y="1808"/>
                    <a:pt x="1297" y="1770"/>
                  </a:cubicBezTo>
                  <a:cubicBezTo>
                    <a:pt x="1258" y="1351"/>
                    <a:pt x="1215" y="931"/>
                    <a:pt x="1166" y="518"/>
                  </a:cubicBezTo>
                  <a:cubicBezTo>
                    <a:pt x="1144" y="376"/>
                    <a:pt x="1073" y="229"/>
                    <a:pt x="932" y="180"/>
                  </a:cubicBezTo>
                  <a:cubicBezTo>
                    <a:pt x="692" y="104"/>
                    <a:pt x="436" y="55"/>
                    <a:pt x="197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26"/>
            <p:cNvSpPr/>
            <p:nvPr/>
          </p:nvSpPr>
          <p:spPr>
            <a:xfrm>
              <a:off x="2541564" y="2397325"/>
              <a:ext cx="71791" cy="80671"/>
            </a:xfrm>
            <a:custGeom>
              <a:rect b="b" l="l" r="r" t="t"/>
              <a:pathLst>
                <a:path extrusionOk="0" h="1408" w="1253">
                  <a:moveTo>
                    <a:pt x="206" y="0"/>
                  </a:moveTo>
                  <a:cubicBezTo>
                    <a:pt x="163" y="0"/>
                    <a:pt x="122" y="18"/>
                    <a:pt x="88" y="64"/>
                  </a:cubicBezTo>
                  <a:cubicBezTo>
                    <a:pt x="1" y="184"/>
                    <a:pt x="153" y="266"/>
                    <a:pt x="224" y="353"/>
                  </a:cubicBezTo>
                  <a:cubicBezTo>
                    <a:pt x="268" y="413"/>
                    <a:pt x="306" y="467"/>
                    <a:pt x="349" y="527"/>
                  </a:cubicBezTo>
                  <a:cubicBezTo>
                    <a:pt x="561" y="788"/>
                    <a:pt x="774" y="1055"/>
                    <a:pt x="986" y="1322"/>
                  </a:cubicBezTo>
                  <a:cubicBezTo>
                    <a:pt x="1028" y="1368"/>
                    <a:pt x="1074" y="1407"/>
                    <a:pt x="1137" y="1407"/>
                  </a:cubicBezTo>
                  <a:cubicBezTo>
                    <a:pt x="1148" y="1407"/>
                    <a:pt x="1159" y="1406"/>
                    <a:pt x="1171" y="1404"/>
                  </a:cubicBezTo>
                  <a:cubicBezTo>
                    <a:pt x="1247" y="1387"/>
                    <a:pt x="1247" y="1322"/>
                    <a:pt x="1253" y="1224"/>
                  </a:cubicBezTo>
                  <a:cubicBezTo>
                    <a:pt x="1095" y="799"/>
                    <a:pt x="828" y="396"/>
                    <a:pt x="431" y="102"/>
                  </a:cubicBezTo>
                  <a:cubicBezTo>
                    <a:pt x="377" y="63"/>
                    <a:pt x="288" y="0"/>
                    <a:pt x="206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26"/>
            <p:cNvSpPr/>
            <p:nvPr/>
          </p:nvSpPr>
          <p:spPr>
            <a:xfrm>
              <a:off x="2844421" y="2816144"/>
              <a:ext cx="46237" cy="81817"/>
            </a:xfrm>
            <a:custGeom>
              <a:rect b="b" l="l" r="r" t="t"/>
              <a:pathLst>
                <a:path extrusionOk="0" h="1428" w="807">
                  <a:moveTo>
                    <a:pt x="161" y="0"/>
                  </a:moveTo>
                  <a:cubicBezTo>
                    <a:pt x="144" y="0"/>
                    <a:pt x="125" y="3"/>
                    <a:pt x="104" y="11"/>
                  </a:cubicBezTo>
                  <a:cubicBezTo>
                    <a:pt x="1" y="55"/>
                    <a:pt x="6" y="158"/>
                    <a:pt x="6" y="349"/>
                  </a:cubicBezTo>
                  <a:cubicBezTo>
                    <a:pt x="273" y="599"/>
                    <a:pt x="322" y="1062"/>
                    <a:pt x="616" y="1394"/>
                  </a:cubicBezTo>
                  <a:cubicBezTo>
                    <a:pt x="636" y="1414"/>
                    <a:pt x="678" y="1428"/>
                    <a:pt x="711" y="1428"/>
                  </a:cubicBezTo>
                  <a:cubicBezTo>
                    <a:pt x="723" y="1428"/>
                    <a:pt x="734" y="1426"/>
                    <a:pt x="741" y="1421"/>
                  </a:cubicBezTo>
                  <a:cubicBezTo>
                    <a:pt x="807" y="1378"/>
                    <a:pt x="801" y="1291"/>
                    <a:pt x="785" y="1225"/>
                  </a:cubicBezTo>
                  <a:cubicBezTo>
                    <a:pt x="670" y="850"/>
                    <a:pt x="524" y="479"/>
                    <a:pt x="333" y="136"/>
                  </a:cubicBezTo>
                  <a:cubicBezTo>
                    <a:pt x="297" y="74"/>
                    <a:pt x="243" y="0"/>
                    <a:pt x="161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9" name="Google Shape;769;p26"/>
          <p:cNvGrpSpPr/>
          <p:nvPr/>
        </p:nvGrpSpPr>
        <p:grpSpPr>
          <a:xfrm>
            <a:off x="4471823" y="867407"/>
            <a:ext cx="3683671" cy="1145545"/>
            <a:chOff x="1727221" y="1543500"/>
            <a:chExt cx="5718210" cy="1560900"/>
          </a:xfrm>
        </p:grpSpPr>
        <p:grpSp>
          <p:nvGrpSpPr>
            <p:cNvPr id="770" name="Google Shape;770;p26"/>
            <p:cNvGrpSpPr/>
            <p:nvPr/>
          </p:nvGrpSpPr>
          <p:grpSpPr>
            <a:xfrm>
              <a:off x="1727221" y="1543500"/>
              <a:ext cx="5718210" cy="1560900"/>
              <a:chOff x="1525600" y="1289175"/>
              <a:chExt cx="6121625" cy="1560900"/>
            </a:xfrm>
          </p:grpSpPr>
          <p:grpSp>
            <p:nvGrpSpPr>
              <p:cNvPr id="771" name="Google Shape;771;p26"/>
              <p:cNvGrpSpPr/>
              <p:nvPr/>
            </p:nvGrpSpPr>
            <p:grpSpPr>
              <a:xfrm>
                <a:off x="1525600" y="1289175"/>
                <a:ext cx="6121625" cy="1560900"/>
                <a:chOff x="1525600" y="1289175"/>
                <a:chExt cx="6121625" cy="1560900"/>
              </a:xfrm>
            </p:grpSpPr>
            <p:sp>
              <p:nvSpPr>
                <p:cNvPr id="772" name="Google Shape;772;p26"/>
                <p:cNvSpPr/>
                <p:nvPr/>
              </p:nvSpPr>
              <p:spPr>
                <a:xfrm>
                  <a:off x="1525725" y="1289175"/>
                  <a:ext cx="6121500" cy="1560900"/>
                </a:xfrm>
                <a:prstGeom prst="roundRect">
                  <a:avLst>
                    <a:gd fmla="val 28107" name="adj"/>
                  </a:avLst>
                </a:prstGeom>
                <a:solidFill>
                  <a:schemeClr val="accent1"/>
                </a:solidFill>
                <a:ln cap="flat" cmpd="sng" w="762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773" name="Google Shape;773;p26"/>
                <p:cNvPicPr preferRelativeResize="0"/>
                <p:nvPr/>
              </p:nvPicPr>
              <p:blipFill rotWithShape="1">
                <a:blip r:embed="rId3">
                  <a:alphaModFix amt="35000"/>
                </a:blip>
                <a:srcRect b="8896" l="18257" r="14795" t="60755"/>
                <a:stretch/>
              </p:blipFill>
              <p:spPr>
                <a:xfrm>
                  <a:off x="1525600" y="1289175"/>
                  <a:ext cx="6121500" cy="1560900"/>
                </a:xfrm>
                <a:prstGeom prst="roundRect">
                  <a:avLst>
                    <a:gd fmla="val 29800" name="adj"/>
                  </a:avLst>
                </a:prstGeom>
                <a:noFill/>
                <a:ln>
                  <a:noFill/>
                </a:ln>
              </p:spPr>
            </p:pic>
            <p:pic>
              <p:nvPicPr>
                <p:cNvPr id="774" name="Google Shape;774;p26"/>
                <p:cNvPicPr preferRelativeResize="0"/>
                <p:nvPr/>
              </p:nvPicPr>
              <p:blipFill rotWithShape="1">
                <a:blip r:embed="rId4">
                  <a:alphaModFix amt="17000"/>
                </a:blip>
                <a:srcRect b="18806" l="19601" r="13456" t="50847"/>
                <a:stretch/>
              </p:blipFill>
              <p:spPr>
                <a:xfrm>
                  <a:off x="1525725" y="1289175"/>
                  <a:ext cx="6121500" cy="1560900"/>
                </a:xfrm>
                <a:prstGeom prst="roundRect">
                  <a:avLst>
                    <a:gd fmla="val 29230" name="adj"/>
                  </a:avLst>
                </a:prstGeom>
                <a:noFill/>
                <a:ln>
                  <a:noFill/>
                </a:ln>
              </p:spPr>
            </p:pic>
            <p:sp>
              <p:nvSpPr>
                <p:cNvPr id="775" name="Google Shape;775;p26"/>
                <p:cNvSpPr/>
                <p:nvPr/>
              </p:nvSpPr>
              <p:spPr>
                <a:xfrm rot="-261490">
                  <a:off x="6596127" y="2418700"/>
                  <a:ext cx="939047" cy="306100"/>
                </a:xfrm>
                <a:custGeom>
                  <a:rect b="b" l="l" r="r" t="t"/>
                  <a:pathLst>
                    <a:path extrusionOk="0" h="2802" w="8976">
                      <a:moveTo>
                        <a:pt x="8931" y="1"/>
                      </a:moveTo>
                      <a:cubicBezTo>
                        <a:pt x="8782" y="849"/>
                        <a:pt x="8321" y="1623"/>
                        <a:pt x="7636" y="2085"/>
                      </a:cubicBezTo>
                      <a:cubicBezTo>
                        <a:pt x="7294" y="2323"/>
                        <a:pt x="6907" y="2472"/>
                        <a:pt x="6490" y="2546"/>
                      </a:cubicBezTo>
                      <a:cubicBezTo>
                        <a:pt x="6297" y="2576"/>
                        <a:pt x="6088" y="2576"/>
                        <a:pt x="5865" y="2576"/>
                      </a:cubicBezTo>
                      <a:cubicBezTo>
                        <a:pt x="5642" y="2576"/>
                        <a:pt x="5433" y="2591"/>
                        <a:pt x="5210" y="2591"/>
                      </a:cubicBezTo>
                      <a:cubicBezTo>
                        <a:pt x="4994" y="2598"/>
                        <a:pt x="4778" y="2602"/>
                        <a:pt x="4563" y="2602"/>
                      </a:cubicBezTo>
                      <a:cubicBezTo>
                        <a:pt x="4347" y="2602"/>
                        <a:pt x="4131" y="2598"/>
                        <a:pt x="3915" y="2591"/>
                      </a:cubicBezTo>
                      <a:cubicBezTo>
                        <a:pt x="3469" y="2576"/>
                        <a:pt x="3037" y="2531"/>
                        <a:pt x="2605" y="2501"/>
                      </a:cubicBezTo>
                      <a:cubicBezTo>
                        <a:pt x="2281" y="2485"/>
                        <a:pt x="1958" y="2476"/>
                        <a:pt x="1633" y="2476"/>
                      </a:cubicBezTo>
                      <a:cubicBezTo>
                        <a:pt x="1092" y="2476"/>
                        <a:pt x="549" y="2500"/>
                        <a:pt x="0" y="2546"/>
                      </a:cubicBezTo>
                      <a:lnTo>
                        <a:pt x="0" y="2576"/>
                      </a:lnTo>
                      <a:cubicBezTo>
                        <a:pt x="864" y="2680"/>
                        <a:pt x="1742" y="2725"/>
                        <a:pt x="2605" y="2725"/>
                      </a:cubicBezTo>
                      <a:cubicBezTo>
                        <a:pt x="3037" y="2710"/>
                        <a:pt x="3469" y="2680"/>
                        <a:pt x="3900" y="2680"/>
                      </a:cubicBezTo>
                      <a:cubicBezTo>
                        <a:pt x="4347" y="2680"/>
                        <a:pt x="4778" y="2710"/>
                        <a:pt x="5210" y="2740"/>
                      </a:cubicBezTo>
                      <a:cubicBezTo>
                        <a:pt x="5418" y="2755"/>
                        <a:pt x="5642" y="2769"/>
                        <a:pt x="5850" y="2784"/>
                      </a:cubicBezTo>
                      <a:cubicBezTo>
                        <a:pt x="5979" y="2793"/>
                        <a:pt x="6108" y="2801"/>
                        <a:pt x="6237" y="2801"/>
                      </a:cubicBezTo>
                      <a:cubicBezTo>
                        <a:pt x="6331" y="2801"/>
                        <a:pt x="6426" y="2797"/>
                        <a:pt x="6520" y="2784"/>
                      </a:cubicBezTo>
                      <a:cubicBezTo>
                        <a:pt x="6981" y="2740"/>
                        <a:pt x="7413" y="2576"/>
                        <a:pt x="7785" y="2308"/>
                      </a:cubicBezTo>
                      <a:cubicBezTo>
                        <a:pt x="8529" y="1787"/>
                        <a:pt x="8976" y="879"/>
                        <a:pt x="894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6" name="Google Shape;776;p26"/>
                <p:cNvSpPr/>
                <p:nvPr/>
              </p:nvSpPr>
              <p:spPr>
                <a:xfrm rot="421936">
                  <a:off x="6707323" y="1426692"/>
                  <a:ext cx="814161" cy="167232"/>
                </a:xfrm>
                <a:custGeom>
                  <a:rect b="b" l="l" r="r" t="t"/>
                  <a:pathLst>
                    <a:path extrusionOk="0" h="1344" w="6833">
                      <a:moveTo>
                        <a:pt x="4686" y="0"/>
                      </a:moveTo>
                      <a:cubicBezTo>
                        <a:pt x="4637" y="0"/>
                        <a:pt x="4589" y="1"/>
                        <a:pt x="4540" y="4"/>
                      </a:cubicBezTo>
                      <a:lnTo>
                        <a:pt x="3632" y="48"/>
                      </a:lnTo>
                      <a:cubicBezTo>
                        <a:pt x="2412" y="138"/>
                        <a:pt x="1206" y="242"/>
                        <a:pt x="0" y="420"/>
                      </a:cubicBezTo>
                      <a:cubicBezTo>
                        <a:pt x="155" y="422"/>
                        <a:pt x="310" y="423"/>
                        <a:pt x="465" y="423"/>
                      </a:cubicBezTo>
                      <a:cubicBezTo>
                        <a:pt x="1528" y="423"/>
                        <a:pt x="2582" y="379"/>
                        <a:pt x="3647" y="301"/>
                      </a:cubicBezTo>
                      <a:lnTo>
                        <a:pt x="4555" y="242"/>
                      </a:lnTo>
                      <a:cubicBezTo>
                        <a:pt x="4626" y="234"/>
                        <a:pt x="4698" y="231"/>
                        <a:pt x="4770" y="231"/>
                      </a:cubicBezTo>
                      <a:cubicBezTo>
                        <a:pt x="4986" y="231"/>
                        <a:pt x="5206" y="264"/>
                        <a:pt x="5419" y="331"/>
                      </a:cubicBezTo>
                      <a:cubicBezTo>
                        <a:pt x="5969" y="480"/>
                        <a:pt x="6475" y="852"/>
                        <a:pt x="6833" y="1343"/>
                      </a:cubicBezTo>
                      <a:cubicBezTo>
                        <a:pt x="6565" y="793"/>
                        <a:pt x="6073" y="346"/>
                        <a:pt x="5478" y="138"/>
                      </a:cubicBezTo>
                      <a:cubicBezTo>
                        <a:pt x="5226" y="37"/>
                        <a:pt x="4953" y="0"/>
                        <a:pt x="468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7" name="Google Shape;777;p26"/>
                <p:cNvSpPr/>
                <p:nvPr/>
              </p:nvSpPr>
              <p:spPr>
                <a:xfrm>
                  <a:off x="6796876" y="1898619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778" name="Google Shape;778;p26"/>
                <p:cNvSpPr/>
                <p:nvPr/>
              </p:nvSpPr>
              <p:spPr>
                <a:xfrm>
                  <a:off x="6629000" y="1962350"/>
                  <a:ext cx="873309" cy="15875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779" name="Google Shape;779;p26"/>
                <p:cNvSpPr/>
                <p:nvPr/>
              </p:nvSpPr>
              <p:spPr>
                <a:xfrm>
                  <a:off x="6629000" y="1563550"/>
                  <a:ext cx="873309" cy="15875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780" name="Google Shape;780;p26"/>
                <p:cNvSpPr/>
                <p:nvPr/>
              </p:nvSpPr>
              <p:spPr>
                <a:xfrm>
                  <a:off x="6796876" y="1762932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781" name="Google Shape;781;p26"/>
                <p:cNvSpPr/>
                <p:nvPr/>
              </p:nvSpPr>
              <p:spPr>
                <a:xfrm>
                  <a:off x="6796876" y="1695094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782" name="Google Shape;782;p26"/>
                <p:cNvSpPr/>
                <p:nvPr/>
              </p:nvSpPr>
              <p:spPr>
                <a:xfrm>
                  <a:off x="6796876" y="2412540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783" name="Google Shape;783;p26"/>
              <p:cNvSpPr/>
              <p:nvPr/>
            </p:nvSpPr>
            <p:spPr>
              <a:xfrm>
                <a:off x="1639251" y="1633965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784" name="Google Shape;784;p26"/>
              <p:cNvSpPr/>
              <p:nvPr/>
            </p:nvSpPr>
            <p:spPr>
              <a:xfrm rot="-5687871">
                <a:off x="1312547" y="1709608"/>
                <a:ext cx="1274567" cy="661164"/>
              </a:xfrm>
              <a:custGeom>
                <a:rect b="b" l="l" r="r" t="t"/>
                <a:pathLst>
                  <a:path extrusionOk="0" h="6455" w="12817">
                    <a:moveTo>
                      <a:pt x="1961" y="1"/>
                    </a:moveTo>
                    <a:cubicBezTo>
                      <a:pt x="1823" y="1"/>
                      <a:pt x="1675" y="11"/>
                      <a:pt x="1534" y="39"/>
                    </a:cubicBezTo>
                    <a:cubicBezTo>
                      <a:pt x="1311" y="84"/>
                      <a:pt x="1102" y="173"/>
                      <a:pt x="924" y="292"/>
                    </a:cubicBezTo>
                    <a:cubicBezTo>
                      <a:pt x="551" y="545"/>
                      <a:pt x="284" y="932"/>
                      <a:pt x="135" y="1349"/>
                    </a:cubicBezTo>
                    <a:cubicBezTo>
                      <a:pt x="75" y="1543"/>
                      <a:pt x="31" y="1766"/>
                      <a:pt x="16" y="1989"/>
                    </a:cubicBezTo>
                    <a:lnTo>
                      <a:pt x="1" y="2614"/>
                    </a:lnTo>
                    <a:cubicBezTo>
                      <a:pt x="1" y="3031"/>
                      <a:pt x="1" y="3448"/>
                      <a:pt x="1" y="3880"/>
                    </a:cubicBezTo>
                    <a:lnTo>
                      <a:pt x="31" y="3880"/>
                    </a:lnTo>
                    <a:cubicBezTo>
                      <a:pt x="75" y="3463"/>
                      <a:pt x="105" y="3046"/>
                      <a:pt x="150" y="2629"/>
                    </a:cubicBezTo>
                    <a:lnTo>
                      <a:pt x="194" y="1989"/>
                    </a:lnTo>
                    <a:cubicBezTo>
                      <a:pt x="209" y="1796"/>
                      <a:pt x="269" y="1602"/>
                      <a:pt x="328" y="1409"/>
                    </a:cubicBezTo>
                    <a:cubicBezTo>
                      <a:pt x="462" y="1037"/>
                      <a:pt x="715" y="709"/>
                      <a:pt x="1043" y="486"/>
                    </a:cubicBezTo>
                    <a:cubicBezTo>
                      <a:pt x="1206" y="382"/>
                      <a:pt x="1400" y="307"/>
                      <a:pt x="1579" y="263"/>
                    </a:cubicBezTo>
                    <a:cubicBezTo>
                      <a:pt x="1701" y="234"/>
                      <a:pt x="1824" y="224"/>
                      <a:pt x="1950" y="224"/>
                    </a:cubicBezTo>
                    <a:cubicBezTo>
                      <a:pt x="2023" y="224"/>
                      <a:pt x="2098" y="227"/>
                      <a:pt x="2174" y="233"/>
                    </a:cubicBezTo>
                    <a:cubicBezTo>
                      <a:pt x="3022" y="263"/>
                      <a:pt x="3856" y="277"/>
                      <a:pt x="4689" y="307"/>
                    </a:cubicBezTo>
                    <a:cubicBezTo>
                      <a:pt x="5538" y="352"/>
                      <a:pt x="6371" y="411"/>
                      <a:pt x="7205" y="486"/>
                    </a:cubicBezTo>
                    <a:cubicBezTo>
                      <a:pt x="8039" y="560"/>
                      <a:pt x="8887" y="620"/>
                      <a:pt x="9721" y="679"/>
                    </a:cubicBezTo>
                    <a:lnTo>
                      <a:pt x="10033" y="694"/>
                    </a:lnTo>
                    <a:cubicBezTo>
                      <a:pt x="10122" y="709"/>
                      <a:pt x="10227" y="724"/>
                      <a:pt x="10331" y="739"/>
                    </a:cubicBezTo>
                    <a:cubicBezTo>
                      <a:pt x="10524" y="783"/>
                      <a:pt x="10703" y="843"/>
                      <a:pt x="10882" y="932"/>
                    </a:cubicBezTo>
                    <a:cubicBezTo>
                      <a:pt x="11239" y="1111"/>
                      <a:pt x="11566" y="1364"/>
                      <a:pt x="11819" y="1677"/>
                    </a:cubicBezTo>
                    <a:cubicBezTo>
                      <a:pt x="12325" y="2302"/>
                      <a:pt x="12564" y="3120"/>
                      <a:pt x="12534" y="3939"/>
                    </a:cubicBezTo>
                    <a:cubicBezTo>
                      <a:pt x="12519" y="4773"/>
                      <a:pt x="12504" y="5621"/>
                      <a:pt x="12504" y="6455"/>
                    </a:cubicBezTo>
                    <a:lnTo>
                      <a:pt x="12534" y="6455"/>
                    </a:lnTo>
                    <a:cubicBezTo>
                      <a:pt x="12623" y="5621"/>
                      <a:pt x="12683" y="4788"/>
                      <a:pt x="12742" y="3939"/>
                    </a:cubicBezTo>
                    <a:cubicBezTo>
                      <a:pt x="12817" y="3091"/>
                      <a:pt x="12578" y="2183"/>
                      <a:pt x="12028" y="1498"/>
                    </a:cubicBezTo>
                    <a:cubicBezTo>
                      <a:pt x="11760" y="1156"/>
                      <a:pt x="11403" y="873"/>
                      <a:pt x="11001" y="694"/>
                    </a:cubicBezTo>
                    <a:cubicBezTo>
                      <a:pt x="10807" y="590"/>
                      <a:pt x="10584" y="530"/>
                      <a:pt x="10375" y="486"/>
                    </a:cubicBezTo>
                    <a:cubicBezTo>
                      <a:pt x="10271" y="456"/>
                      <a:pt x="10152" y="456"/>
                      <a:pt x="10048" y="441"/>
                    </a:cubicBezTo>
                    <a:lnTo>
                      <a:pt x="9735" y="426"/>
                    </a:lnTo>
                    <a:cubicBezTo>
                      <a:pt x="8887" y="396"/>
                      <a:pt x="8053" y="367"/>
                      <a:pt x="7220" y="337"/>
                    </a:cubicBezTo>
                    <a:cubicBezTo>
                      <a:pt x="6371" y="307"/>
                      <a:pt x="5538" y="277"/>
                      <a:pt x="4704" y="218"/>
                    </a:cubicBezTo>
                    <a:cubicBezTo>
                      <a:pt x="3871" y="173"/>
                      <a:pt x="3022" y="84"/>
                      <a:pt x="2189" y="9"/>
                    </a:cubicBezTo>
                    <a:cubicBezTo>
                      <a:pt x="2118" y="4"/>
                      <a:pt x="2041" y="1"/>
                      <a:pt x="196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5" name="Google Shape;785;p26"/>
              <p:cNvSpPr/>
              <p:nvPr/>
            </p:nvSpPr>
            <p:spPr>
              <a:xfrm>
                <a:off x="1639251" y="1584951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786" name="Google Shape;786;p26"/>
              <p:cNvSpPr/>
              <p:nvPr/>
            </p:nvSpPr>
            <p:spPr>
              <a:xfrm>
                <a:off x="1639251" y="1898619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787" name="Google Shape;787;p26"/>
              <p:cNvSpPr/>
              <p:nvPr/>
            </p:nvSpPr>
            <p:spPr>
              <a:xfrm>
                <a:off x="1639250" y="1962350"/>
                <a:ext cx="873309" cy="15875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788" name="Google Shape;788;p26"/>
              <p:cNvSpPr/>
              <p:nvPr/>
            </p:nvSpPr>
            <p:spPr>
              <a:xfrm>
                <a:off x="1639250" y="2026100"/>
                <a:ext cx="873309" cy="15875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789" name="Google Shape;789;p26"/>
              <p:cNvSpPr/>
              <p:nvPr/>
            </p:nvSpPr>
            <p:spPr>
              <a:xfrm>
                <a:off x="1639251" y="2089838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790" name="Google Shape;790;p26"/>
              <p:cNvSpPr/>
              <p:nvPr/>
            </p:nvSpPr>
            <p:spPr>
              <a:xfrm>
                <a:off x="1673565" y="2447629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791" name="Google Shape;791;p26"/>
            <p:cNvSpPr/>
            <p:nvPr/>
          </p:nvSpPr>
          <p:spPr>
            <a:xfrm>
              <a:off x="1727338" y="1543500"/>
              <a:ext cx="5718000" cy="1560900"/>
            </a:xfrm>
            <a:prstGeom prst="roundRect">
              <a:avLst>
                <a:gd fmla="val 28107" name="adj"/>
              </a:avLst>
            </a:prstGeom>
            <a:noFill/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2" name="Google Shape;792;p26"/>
          <p:cNvSpPr txBox="1"/>
          <p:nvPr>
            <p:ph type="title"/>
          </p:nvPr>
        </p:nvSpPr>
        <p:spPr>
          <a:xfrm>
            <a:off x="4520859" y="958163"/>
            <a:ext cx="3585600" cy="101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793" name="Google Shape;793;p26"/>
          <p:cNvSpPr/>
          <p:nvPr/>
        </p:nvSpPr>
        <p:spPr>
          <a:xfrm>
            <a:off x="4744294" y="2656466"/>
            <a:ext cx="101412" cy="210273"/>
          </a:xfrm>
          <a:custGeom>
            <a:rect b="b" l="l" r="r" t="t"/>
            <a:pathLst>
              <a:path extrusionOk="0" h="3670" w="1770">
                <a:moveTo>
                  <a:pt x="120" y="0"/>
                </a:moveTo>
                <a:lnTo>
                  <a:pt x="120" y="0"/>
                </a:lnTo>
                <a:cubicBezTo>
                  <a:pt x="115" y="452"/>
                  <a:pt x="0" y="915"/>
                  <a:pt x="370" y="1296"/>
                </a:cubicBezTo>
                <a:cubicBezTo>
                  <a:pt x="566" y="1497"/>
                  <a:pt x="746" y="1726"/>
                  <a:pt x="975" y="1884"/>
                </a:cubicBezTo>
                <a:cubicBezTo>
                  <a:pt x="1350" y="2139"/>
                  <a:pt x="1367" y="2450"/>
                  <a:pt x="1236" y="2831"/>
                </a:cubicBezTo>
                <a:cubicBezTo>
                  <a:pt x="1149" y="3087"/>
                  <a:pt x="1035" y="3348"/>
                  <a:pt x="1144" y="3669"/>
                </a:cubicBezTo>
                <a:cubicBezTo>
                  <a:pt x="1209" y="3555"/>
                  <a:pt x="1252" y="3479"/>
                  <a:pt x="1296" y="3402"/>
                </a:cubicBezTo>
                <a:cubicBezTo>
                  <a:pt x="1378" y="3207"/>
                  <a:pt x="1459" y="3016"/>
                  <a:pt x="1535" y="2820"/>
                </a:cubicBezTo>
                <a:cubicBezTo>
                  <a:pt x="1770" y="2205"/>
                  <a:pt x="1742" y="2031"/>
                  <a:pt x="1247" y="1628"/>
                </a:cubicBezTo>
                <a:cubicBezTo>
                  <a:pt x="779" y="1252"/>
                  <a:pt x="392" y="844"/>
                  <a:pt x="327" y="218"/>
                </a:cubicBezTo>
                <a:cubicBezTo>
                  <a:pt x="218" y="191"/>
                  <a:pt x="283" y="5"/>
                  <a:pt x="120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26"/>
          <p:cNvSpPr/>
          <p:nvPr/>
        </p:nvSpPr>
        <p:spPr>
          <a:xfrm>
            <a:off x="4692214" y="2819467"/>
            <a:ext cx="125419" cy="87719"/>
          </a:xfrm>
          <a:custGeom>
            <a:rect b="b" l="l" r="r" t="t"/>
            <a:pathLst>
              <a:path extrusionOk="0" h="1531" w="2189">
                <a:moveTo>
                  <a:pt x="108" y="1"/>
                </a:moveTo>
                <a:cubicBezTo>
                  <a:pt x="74" y="1"/>
                  <a:pt x="38" y="10"/>
                  <a:pt x="0" y="35"/>
                </a:cubicBezTo>
                <a:cubicBezTo>
                  <a:pt x="147" y="313"/>
                  <a:pt x="414" y="432"/>
                  <a:pt x="670" y="574"/>
                </a:cubicBezTo>
                <a:cubicBezTo>
                  <a:pt x="1122" y="819"/>
                  <a:pt x="1606" y="1009"/>
                  <a:pt x="1938" y="1423"/>
                </a:cubicBezTo>
                <a:cubicBezTo>
                  <a:pt x="2022" y="1428"/>
                  <a:pt x="2065" y="1530"/>
                  <a:pt x="2153" y="1530"/>
                </a:cubicBezTo>
                <a:cubicBezTo>
                  <a:pt x="2162" y="1530"/>
                  <a:pt x="2173" y="1529"/>
                  <a:pt x="2183" y="1527"/>
                </a:cubicBezTo>
                <a:cubicBezTo>
                  <a:pt x="2189" y="1341"/>
                  <a:pt x="2063" y="1211"/>
                  <a:pt x="2004" y="1058"/>
                </a:cubicBezTo>
                <a:cubicBezTo>
                  <a:pt x="1519" y="628"/>
                  <a:pt x="942" y="356"/>
                  <a:pt x="370" y="73"/>
                </a:cubicBezTo>
                <a:cubicBezTo>
                  <a:pt x="283" y="69"/>
                  <a:pt x="201" y="1"/>
                  <a:pt x="108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95" name="Google Shape;795;p26"/>
          <p:cNvGrpSpPr/>
          <p:nvPr/>
        </p:nvGrpSpPr>
        <p:grpSpPr>
          <a:xfrm>
            <a:off x="-226842" y="5"/>
            <a:ext cx="5524028" cy="4647353"/>
            <a:chOff x="202875" y="439475"/>
            <a:chExt cx="4664382" cy="3924135"/>
          </a:xfrm>
        </p:grpSpPr>
        <p:sp>
          <p:nvSpPr>
            <p:cNvPr id="796" name="Google Shape;796;p26"/>
            <p:cNvSpPr/>
            <p:nvPr/>
          </p:nvSpPr>
          <p:spPr>
            <a:xfrm>
              <a:off x="3368775" y="1754200"/>
              <a:ext cx="9950" cy="20850"/>
            </a:xfrm>
            <a:custGeom>
              <a:rect b="b" l="l" r="r" t="t"/>
              <a:pathLst>
                <a:path extrusionOk="0" h="834" w="398">
                  <a:moveTo>
                    <a:pt x="397" y="0"/>
                  </a:moveTo>
                  <a:lnTo>
                    <a:pt x="397" y="0"/>
                  </a:lnTo>
                  <a:cubicBezTo>
                    <a:pt x="142" y="218"/>
                    <a:pt x="87" y="490"/>
                    <a:pt x="0" y="833"/>
                  </a:cubicBezTo>
                  <a:cubicBezTo>
                    <a:pt x="251" y="567"/>
                    <a:pt x="354" y="322"/>
                    <a:pt x="397" y="0"/>
                  </a:cubicBezTo>
                  <a:close/>
                </a:path>
              </a:pathLst>
            </a:custGeom>
            <a:solidFill>
              <a:srgbClr val="4F4F4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26"/>
            <p:cNvSpPr/>
            <p:nvPr/>
          </p:nvSpPr>
          <p:spPr>
            <a:xfrm>
              <a:off x="211297" y="518427"/>
              <a:ext cx="4636025" cy="3831832"/>
            </a:xfrm>
            <a:custGeom>
              <a:rect b="b" l="l" r="r" t="t"/>
              <a:pathLst>
                <a:path extrusionOk="0" h="66879" w="80915">
                  <a:moveTo>
                    <a:pt x="25040" y="36471"/>
                  </a:moveTo>
                  <a:cubicBezTo>
                    <a:pt x="25065" y="36509"/>
                    <a:pt x="25091" y="36551"/>
                    <a:pt x="25114" y="36593"/>
                  </a:cubicBezTo>
                  <a:cubicBezTo>
                    <a:pt x="25139" y="36639"/>
                    <a:pt x="25165" y="36684"/>
                    <a:pt x="25191" y="36730"/>
                  </a:cubicBezTo>
                  <a:lnTo>
                    <a:pt x="25191" y="36730"/>
                  </a:lnTo>
                  <a:cubicBezTo>
                    <a:pt x="25140" y="36642"/>
                    <a:pt x="25089" y="36556"/>
                    <a:pt x="25040" y="36471"/>
                  </a:cubicBezTo>
                  <a:close/>
                  <a:moveTo>
                    <a:pt x="32232" y="1"/>
                  </a:moveTo>
                  <a:cubicBezTo>
                    <a:pt x="31940" y="1"/>
                    <a:pt x="31652" y="38"/>
                    <a:pt x="31364" y="80"/>
                  </a:cubicBezTo>
                  <a:cubicBezTo>
                    <a:pt x="30035" y="260"/>
                    <a:pt x="28783" y="630"/>
                    <a:pt x="27678" y="1419"/>
                  </a:cubicBezTo>
                  <a:cubicBezTo>
                    <a:pt x="27046" y="1866"/>
                    <a:pt x="26540" y="2432"/>
                    <a:pt x="26034" y="3009"/>
                  </a:cubicBezTo>
                  <a:cubicBezTo>
                    <a:pt x="25174" y="3994"/>
                    <a:pt x="24461" y="5061"/>
                    <a:pt x="23976" y="6286"/>
                  </a:cubicBezTo>
                  <a:cubicBezTo>
                    <a:pt x="23089" y="8529"/>
                    <a:pt x="22871" y="10848"/>
                    <a:pt x="23094" y="13227"/>
                  </a:cubicBezTo>
                  <a:cubicBezTo>
                    <a:pt x="23230" y="14676"/>
                    <a:pt x="23568" y="16091"/>
                    <a:pt x="23900" y="17501"/>
                  </a:cubicBezTo>
                  <a:cubicBezTo>
                    <a:pt x="24281" y="19107"/>
                    <a:pt x="24880" y="20648"/>
                    <a:pt x="25571" y="22150"/>
                  </a:cubicBezTo>
                  <a:cubicBezTo>
                    <a:pt x="25745" y="22531"/>
                    <a:pt x="25854" y="22956"/>
                    <a:pt x="26165" y="23266"/>
                  </a:cubicBezTo>
                  <a:cubicBezTo>
                    <a:pt x="26605" y="23522"/>
                    <a:pt x="27014" y="23821"/>
                    <a:pt x="27438" y="24099"/>
                  </a:cubicBezTo>
                  <a:cubicBezTo>
                    <a:pt x="28386" y="24736"/>
                    <a:pt x="29327" y="25395"/>
                    <a:pt x="30345" y="25917"/>
                  </a:cubicBezTo>
                  <a:cubicBezTo>
                    <a:pt x="30944" y="26228"/>
                    <a:pt x="31445" y="26625"/>
                    <a:pt x="31875" y="27137"/>
                  </a:cubicBezTo>
                  <a:cubicBezTo>
                    <a:pt x="32425" y="28612"/>
                    <a:pt x="32256" y="30087"/>
                    <a:pt x="31843" y="31546"/>
                  </a:cubicBezTo>
                  <a:cubicBezTo>
                    <a:pt x="31657" y="32178"/>
                    <a:pt x="31614" y="32162"/>
                    <a:pt x="32207" y="32461"/>
                  </a:cubicBezTo>
                  <a:cubicBezTo>
                    <a:pt x="32354" y="32537"/>
                    <a:pt x="32507" y="32608"/>
                    <a:pt x="32648" y="32695"/>
                  </a:cubicBezTo>
                  <a:cubicBezTo>
                    <a:pt x="33024" y="32929"/>
                    <a:pt x="33367" y="33223"/>
                    <a:pt x="33525" y="33637"/>
                  </a:cubicBezTo>
                  <a:cubicBezTo>
                    <a:pt x="33819" y="34421"/>
                    <a:pt x="34162" y="35178"/>
                    <a:pt x="34521" y="35934"/>
                  </a:cubicBezTo>
                  <a:cubicBezTo>
                    <a:pt x="34831" y="36593"/>
                    <a:pt x="34788" y="36615"/>
                    <a:pt x="35174" y="36985"/>
                  </a:cubicBezTo>
                  <a:cubicBezTo>
                    <a:pt x="35108" y="36996"/>
                    <a:pt x="35047" y="37003"/>
                    <a:pt x="34991" y="37003"/>
                  </a:cubicBezTo>
                  <a:cubicBezTo>
                    <a:pt x="34848" y="37003"/>
                    <a:pt x="34726" y="36959"/>
                    <a:pt x="34570" y="36827"/>
                  </a:cubicBezTo>
                  <a:cubicBezTo>
                    <a:pt x="33846" y="36217"/>
                    <a:pt x="33198" y="35531"/>
                    <a:pt x="32828" y="34639"/>
                  </a:cubicBezTo>
                  <a:cubicBezTo>
                    <a:pt x="32676" y="34279"/>
                    <a:pt x="32490" y="33969"/>
                    <a:pt x="32180" y="33735"/>
                  </a:cubicBezTo>
                  <a:cubicBezTo>
                    <a:pt x="32000" y="33626"/>
                    <a:pt x="31881" y="33430"/>
                    <a:pt x="31668" y="33370"/>
                  </a:cubicBezTo>
                  <a:cubicBezTo>
                    <a:pt x="31594" y="33348"/>
                    <a:pt x="31531" y="33337"/>
                    <a:pt x="31478" y="33337"/>
                  </a:cubicBezTo>
                  <a:cubicBezTo>
                    <a:pt x="31312" y="33337"/>
                    <a:pt x="31255" y="33450"/>
                    <a:pt x="31309" y="33686"/>
                  </a:cubicBezTo>
                  <a:cubicBezTo>
                    <a:pt x="31391" y="34040"/>
                    <a:pt x="31451" y="34399"/>
                    <a:pt x="31489" y="34764"/>
                  </a:cubicBezTo>
                  <a:cubicBezTo>
                    <a:pt x="31500" y="34900"/>
                    <a:pt x="31521" y="35047"/>
                    <a:pt x="31287" y="35047"/>
                  </a:cubicBezTo>
                  <a:cubicBezTo>
                    <a:pt x="30917" y="35047"/>
                    <a:pt x="30895" y="35085"/>
                    <a:pt x="30901" y="35477"/>
                  </a:cubicBezTo>
                  <a:cubicBezTo>
                    <a:pt x="31287" y="36141"/>
                    <a:pt x="31576" y="36854"/>
                    <a:pt x="31973" y="37508"/>
                  </a:cubicBezTo>
                  <a:cubicBezTo>
                    <a:pt x="32294" y="38036"/>
                    <a:pt x="32529" y="38596"/>
                    <a:pt x="32676" y="39201"/>
                  </a:cubicBezTo>
                  <a:cubicBezTo>
                    <a:pt x="32861" y="39974"/>
                    <a:pt x="32959" y="40774"/>
                    <a:pt x="33361" y="41487"/>
                  </a:cubicBezTo>
                  <a:cubicBezTo>
                    <a:pt x="33557" y="42249"/>
                    <a:pt x="33770" y="43006"/>
                    <a:pt x="33982" y="43763"/>
                  </a:cubicBezTo>
                  <a:cubicBezTo>
                    <a:pt x="34331" y="44982"/>
                    <a:pt x="34706" y="46196"/>
                    <a:pt x="34891" y="47459"/>
                  </a:cubicBezTo>
                  <a:cubicBezTo>
                    <a:pt x="34918" y="47655"/>
                    <a:pt x="34973" y="47851"/>
                    <a:pt x="34913" y="48053"/>
                  </a:cubicBezTo>
                  <a:cubicBezTo>
                    <a:pt x="34787" y="48213"/>
                    <a:pt x="34654" y="48293"/>
                    <a:pt x="34513" y="48293"/>
                  </a:cubicBezTo>
                  <a:cubicBezTo>
                    <a:pt x="34404" y="48293"/>
                    <a:pt x="34291" y="48245"/>
                    <a:pt x="34173" y="48151"/>
                  </a:cubicBezTo>
                  <a:cubicBezTo>
                    <a:pt x="34026" y="48031"/>
                    <a:pt x="33933" y="47867"/>
                    <a:pt x="33857" y="47693"/>
                  </a:cubicBezTo>
                  <a:cubicBezTo>
                    <a:pt x="33726" y="47416"/>
                    <a:pt x="33617" y="47132"/>
                    <a:pt x="33410" y="46904"/>
                  </a:cubicBezTo>
                  <a:cubicBezTo>
                    <a:pt x="33204" y="46664"/>
                    <a:pt x="32964" y="46447"/>
                    <a:pt x="32752" y="46212"/>
                  </a:cubicBezTo>
                  <a:cubicBezTo>
                    <a:pt x="31973" y="45374"/>
                    <a:pt x="31037" y="44704"/>
                    <a:pt x="30215" y="43915"/>
                  </a:cubicBezTo>
                  <a:cubicBezTo>
                    <a:pt x="29224" y="42962"/>
                    <a:pt x="28282" y="41977"/>
                    <a:pt x="27547" y="40812"/>
                  </a:cubicBezTo>
                  <a:cubicBezTo>
                    <a:pt x="26997" y="39930"/>
                    <a:pt x="26546" y="38994"/>
                    <a:pt x="26012" y="38106"/>
                  </a:cubicBezTo>
                  <a:cubicBezTo>
                    <a:pt x="25826" y="37794"/>
                    <a:pt x="25638" y="37482"/>
                    <a:pt x="25456" y="37177"/>
                  </a:cubicBezTo>
                  <a:lnTo>
                    <a:pt x="25456" y="37177"/>
                  </a:lnTo>
                  <a:cubicBezTo>
                    <a:pt x="25810" y="37758"/>
                    <a:pt x="26186" y="38324"/>
                    <a:pt x="26497" y="38934"/>
                  </a:cubicBezTo>
                  <a:cubicBezTo>
                    <a:pt x="27564" y="41013"/>
                    <a:pt x="29110" y="42701"/>
                    <a:pt x="30830" y="44247"/>
                  </a:cubicBezTo>
                  <a:cubicBezTo>
                    <a:pt x="31059" y="44454"/>
                    <a:pt x="31255" y="44694"/>
                    <a:pt x="31521" y="44857"/>
                  </a:cubicBezTo>
                  <a:cubicBezTo>
                    <a:pt x="31592" y="44900"/>
                    <a:pt x="31657" y="44985"/>
                    <a:pt x="31742" y="44985"/>
                  </a:cubicBezTo>
                  <a:cubicBezTo>
                    <a:pt x="31776" y="44985"/>
                    <a:pt x="31812" y="44972"/>
                    <a:pt x="31853" y="44939"/>
                  </a:cubicBezTo>
                  <a:cubicBezTo>
                    <a:pt x="31950" y="44708"/>
                    <a:pt x="32027" y="44595"/>
                    <a:pt x="32126" y="44595"/>
                  </a:cubicBezTo>
                  <a:cubicBezTo>
                    <a:pt x="32211" y="44595"/>
                    <a:pt x="32311" y="44679"/>
                    <a:pt x="32452" y="44846"/>
                  </a:cubicBezTo>
                  <a:cubicBezTo>
                    <a:pt x="32534" y="44944"/>
                    <a:pt x="32610" y="45047"/>
                    <a:pt x="32697" y="45145"/>
                  </a:cubicBezTo>
                  <a:cubicBezTo>
                    <a:pt x="32763" y="45220"/>
                    <a:pt x="32832" y="45323"/>
                    <a:pt x="32930" y="45323"/>
                  </a:cubicBezTo>
                  <a:cubicBezTo>
                    <a:pt x="32946" y="45323"/>
                    <a:pt x="32963" y="45320"/>
                    <a:pt x="32980" y="45314"/>
                  </a:cubicBezTo>
                  <a:cubicBezTo>
                    <a:pt x="33116" y="45271"/>
                    <a:pt x="33100" y="45118"/>
                    <a:pt x="33100" y="45009"/>
                  </a:cubicBezTo>
                  <a:cubicBezTo>
                    <a:pt x="33089" y="44481"/>
                    <a:pt x="32975" y="43980"/>
                    <a:pt x="32735" y="43507"/>
                  </a:cubicBezTo>
                  <a:cubicBezTo>
                    <a:pt x="32224" y="42489"/>
                    <a:pt x="31864" y="41422"/>
                    <a:pt x="31745" y="40284"/>
                  </a:cubicBezTo>
                  <a:cubicBezTo>
                    <a:pt x="31696" y="39772"/>
                    <a:pt x="31570" y="39282"/>
                    <a:pt x="31342" y="38825"/>
                  </a:cubicBezTo>
                  <a:cubicBezTo>
                    <a:pt x="30765" y="37693"/>
                    <a:pt x="30280" y="36506"/>
                    <a:pt x="29464" y="35510"/>
                  </a:cubicBezTo>
                  <a:cubicBezTo>
                    <a:pt x="29352" y="35387"/>
                    <a:pt x="29221" y="35339"/>
                    <a:pt x="29078" y="35339"/>
                  </a:cubicBezTo>
                  <a:cubicBezTo>
                    <a:pt x="29025" y="35339"/>
                    <a:pt x="28970" y="35345"/>
                    <a:pt x="28914" y="35357"/>
                  </a:cubicBezTo>
                  <a:cubicBezTo>
                    <a:pt x="28587" y="35423"/>
                    <a:pt x="28293" y="35531"/>
                    <a:pt x="28037" y="35771"/>
                  </a:cubicBezTo>
                  <a:cubicBezTo>
                    <a:pt x="27816" y="35980"/>
                    <a:pt x="27623" y="36082"/>
                    <a:pt x="27440" y="36082"/>
                  </a:cubicBezTo>
                  <a:cubicBezTo>
                    <a:pt x="27236" y="36082"/>
                    <a:pt x="27043" y="35955"/>
                    <a:pt x="26834" y="35706"/>
                  </a:cubicBezTo>
                  <a:cubicBezTo>
                    <a:pt x="26733" y="35581"/>
                    <a:pt x="26608" y="35508"/>
                    <a:pt x="26457" y="35508"/>
                  </a:cubicBezTo>
                  <a:cubicBezTo>
                    <a:pt x="26429" y="35508"/>
                    <a:pt x="26401" y="35510"/>
                    <a:pt x="26371" y="35515"/>
                  </a:cubicBezTo>
                  <a:cubicBezTo>
                    <a:pt x="26340" y="35520"/>
                    <a:pt x="26310" y="35522"/>
                    <a:pt x="26280" y="35522"/>
                  </a:cubicBezTo>
                  <a:cubicBezTo>
                    <a:pt x="26095" y="35522"/>
                    <a:pt x="25944" y="35437"/>
                    <a:pt x="25789" y="35325"/>
                  </a:cubicBezTo>
                  <a:cubicBezTo>
                    <a:pt x="25408" y="35052"/>
                    <a:pt x="25130" y="34688"/>
                    <a:pt x="24836" y="34334"/>
                  </a:cubicBezTo>
                  <a:cubicBezTo>
                    <a:pt x="24763" y="34247"/>
                    <a:pt x="24658" y="34136"/>
                    <a:pt x="24546" y="34136"/>
                  </a:cubicBezTo>
                  <a:cubicBezTo>
                    <a:pt x="24525" y="34136"/>
                    <a:pt x="24504" y="34140"/>
                    <a:pt x="24482" y="34149"/>
                  </a:cubicBezTo>
                  <a:cubicBezTo>
                    <a:pt x="24314" y="34214"/>
                    <a:pt x="24401" y="34394"/>
                    <a:pt x="24406" y="34530"/>
                  </a:cubicBezTo>
                  <a:cubicBezTo>
                    <a:pt x="24406" y="34573"/>
                    <a:pt x="24439" y="34628"/>
                    <a:pt x="24373" y="34704"/>
                  </a:cubicBezTo>
                  <a:cubicBezTo>
                    <a:pt x="24232" y="33789"/>
                    <a:pt x="24063" y="32913"/>
                    <a:pt x="23736" y="32074"/>
                  </a:cubicBezTo>
                  <a:cubicBezTo>
                    <a:pt x="23568" y="32134"/>
                    <a:pt x="23546" y="32270"/>
                    <a:pt x="23508" y="32390"/>
                  </a:cubicBezTo>
                  <a:cubicBezTo>
                    <a:pt x="23394" y="32766"/>
                    <a:pt x="23306" y="33141"/>
                    <a:pt x="23290" y="33533"/>
                  </a:cubicBezTo>
                  <a:cubicBezTo>
                    <a:pt x="23285" y="33670"/>
                    <a:pt x="23328" y="33822"/>
                    <a:pt x="23187" y="33925"/>
                  </a:cubicBezTo>
                  <a:cubicBezTo>
                    <a:pt x="23165" y="34018"/>
                    <a:pt x="23143" y="34143"/>
                    <a:pt x="23214" y="34187"/>
                  </a:cubicBezTo>
                  <a:cubicBezTo>
                    <a:pt x="23557" y="34404"/>
                    <a:pt x="23328" y="34557"/>
                    <a:pt x="23170" y="34726"/>
                  </a:cubicBezTo>
                  <a:cubicBezTo>
                    <a:pt x="23149" y="34796"/>
                    <a:pt x="23170" y="34856"/>
                    <a:pt x="23198" y="34922"/>
                  </a:cubicBezTo>
                  <a:cubicBezTo>
                    <a:pt x="23219" y="34949"/>
                    <a:pt x="23236" y="34982"/>
                    <a:pt x="23257" y="35003"/>
                  </a:cubicBezTo>
                  <a:cubicBezTo>
                    <a:pt x="23421" y="35259"/>
                    <a:pt x="23453" y="35553"/>
                    <a:pt x="23508" y="35842"/>
                  </a:cubicBezTo>
                  <a:cubicBezTo>
                    <a:pt x="23867" y="37578"/>
                    <a:pt x="24569" y="39163"/>
                    <a:pt x="25571" y="40622"/>
                  </a:cubicBezTo>
                  <a:cubicBezTo>
                    <a:pt x="25680" y="40703"/>
                    <a:pt x="25751" y="40807"/>
                    <a:pt x="25822" y="40921"/>
                  </a:cubicBezTo>
                  <a:cubicBezTo>
                    <a:pt x="26371" y="41846"/>
                    <a:pt x="27014" y="42696"/>
                    <a:pt x="27890" y="43338"/>
                  </a:cubicBezTo>
                  <a:cubicBezTo>
                    <a:pt x="27988" y="43409"/>
                    <a:pt x="28064" y="43507"/>
                    <a:pt x="28097" y="43621"/>
                  </a:cubicBezTo>
                  <a:cubicBezTo>
                    <a:pt x="28157" y="43795"/>
                    <a:pt x="28271" y="43926"/>
                    <a:pt x="28397" y="44051"/>
                  </a:cubicBezTo>
                  <a:cubicBezTo>
                    <a:pt x="29072" y="44743"/>
                    <a:pt x="29796" y="45380"/>
                    <a:pt x="30590" y="45935"/>
                  </a:cubicBezTo>
                  <a:cubicBezTo>
                    <a:pt x="30765" y="46060"/>
                    <a:pt x="30917" y="46207"/>
                    <a:pt x="30982" y="46419"/>
                  </a:cubicBezTo>
                  <a:cubicBezTo>
                    <a:pt x="31054" y="46643"/>
                    <a:pt x="30976" y="46771"/>
                    <a:pt x="30777" y="46771"/>
                  </a:cubicBezTo>
                  <a:cubicBezTo>
                    <a:pt x="30748" y="46771"/>
                    <a:pt x="30717" y="46768"/>
                    <a:pt x="30683" y="46762"/>
                  </a:cubicBezTo>
                  <a:cubicBezTo>
                    <a:pt x="30612" y="46751"/>
                    <a:pt x="30552" y="46713"/>
                    <a:pt x="30482" y="46697"/>
                  </a:cubicBezTo>
                  <a:cubicBezTo>
                    <a:pt x="29861" y="46523"/>
                    <a:pt x="29425" y="46055"/>
                    <a:pt x="28919" y="45690"/>
                  </a:cubicBezTo>
                  <a:cubicBezTo>
                    <a:pt x="27683" y="44786"/>
                    <a:pt x="26513" y="43812"/>
                    <a:pt x="25473" y="42679"/>
                  </a:cubicBezTo>
                  <a:cubicBezTo>
                    <a:pt x="25266" y="42456"/>
                    <a:pt x="25097" y="42113"/>
                    <a:pt x="24711" y="42108"/>
                  </a:cubicBezTo>
                  <a:cubicBezTo>
                    <a:pt x="24700" y="42108"/>
                    <a:pt x="24688" y="42109"/>
                    <a:pt x="24677" y="42109"/>
                  </a:cubicBezTo>
                  <a:cubicBezTo>
                    <a:pt x="24536" y="42109"/>
                    <a:pt x="24427" y="42044"/>
                    <a:pt x="24346" y="41928"/>
                  </a:cubicBezTo>
                  <a:cubicBezTo>
                    <a:pt x="24112" y="41585"/>
                    <a:pt x="23780" y="41318"/>
                    <a:pt x="23557" y="40981"/>
                  </a:cubicBezTo>
                  <a:cubicBezTo>
                    <a:pt x="23078" y="40246"/>
                    <a:pt x="22359" y="39674"/>
                    <a:pt x="22120" y="38781"/>
                  </a:cubicBezTo>
                  <a:cubicBezTo>
                    <a:pt x="22082" y="38645"/>
                    <a:pt x="21978" y="38536"/>
                    <a:pt x="21891" y="38422"/>
                  </a:cubicBezTo>
                  <a:cubicBezTo>
                    <a:pt x="21635" y="38085"/>
                    <a:pt x="21439" y="37714"/>
                    <a:pt x="21265" y="37322"/>
                  </a:cubicBezTo>
                  <a:cubicBezTo>
                    <a:pt x="21213" y="37238"/>
                    <a:pt x="21137" y="37129"/>
                    <a:pt x="21054" y="37129"/>
                  </a:cubicBezTo>
                  <a:cubicBezTo>
                    <a:pt x="21041" y="37129"/>
                    <a:pt x="21028" y="37131"/>
                    <a:pt x="21014" y="37137"/>
                  </a:cubicBezTo>
                  <a:cubicBezTo>
                    <a:pt x="20900" y="37186"/>
                    <a:pt x="20884" y="37339"/>
                    <a:pt x="20922" y="37469"/>
                  </a:cubicBezTo>
                  <a:cubicBezTo>
                    <a:pt x="21042" y="37742"/>
                    <a:pt x="20895" y="37970"/>
                    <a:pt x="20802" y="38199"/>
                  </a:cubicBezTo>
                  <a:cubicBezTo>
                    <a:pt x="20723" y="38379"/>
                    <a:pt x="20643" y="38657"/>
                    <a:pt x="20444" y="38657"/>
                  </a:cubicBezTo>
                  <a:cubicBezTo>
                    <a:pt x="20438" y="38657"/>
                    <a:pt x="20432" y="38657"/>
                    <a:pt x="20427" y="38656"/>
                  </a:cubicBezTo>
                  <a:cubicBezTo>
                    <a:pt x="20214" y="38640"/>
                    <a:pt x="20236" y="38340"/>
                    <a:pt x="20187" y="38155"/>
                  </a:cubicBezTo>
                  <a:cubicBezTo>
                    <a:pt x="20078" y="37769"/>
                    <a:pt x="19958" y="37404"/>
                    <a:pt x="19479" y="37339"/>
                  </a:cubicBezTo>
                  <a:cubicBezTo>
                    <a:pt x="19398" y="37328"/>
                    <a:pt x="19332" y="37268"/>
                    <a:pt x="19267" y="37214"/>
                  </a:cubicBezTo>
                  <a:cubicBezTo>
                    <a:pt x="18810" y="36839"/>
                    <a:pt x="18307" y="36664"/>
                    <a:pt x="17760" y="36664"/>
                  </a:cubicBezTo>
                  <a:cubicBezTo>
                    <a:pt x="17583" y="36664"/>
                    <a:pt x="17401" y="36682"/>
                    <a:pt x="17215" y="36718"/>
                  </a:cubicBezTo>
                  <a:cubicBezTo>
                    <a:pt x="17142" y="36732"/>
                    <a:pt x="17071" y="36738"/>
                    <a:pt x="17002" y="36738"/>
                  </a:cubicBezTo>
                  <a:cubicBezTo>
                    <a:pt x="16764" y="36738"/>
                    <a:pt x="16547" y="36657"/>
                    <a:pt x="16365" y="36484"/>
                  </a:cubicBezTo>
                  <a:cubicBezTo>
                    <a:pt x="16071" y="36212"/>
                    <a:pt x="15761" y="35961"/>
                    <a:pt x="15462" y="35700"/>
                  </a:cubicBezTo>
                  <a:cubicBezTo>
                    <a:pt x="15271" y="35673"/>
                    <a:pt x="15081" y="35651"/>
                    <a:pt x="14890" y="35629"/>
                  </a:cubicBezTo>
                  <a:cubicBezTo>
                    <a:pt x="14837" y="35692"/>
                    <a:pt x="14784" y="35714"/>
                    <a:pt x="14731" y="35714"/>
                  </a:cubicBezTo>
                  <a:cubicBezTo>
                    <a:pt x="14659" y="35714"/>
                    <a:pt x="14587" y="35673"/>
                    <a:pt x="14514" y="35635"/>
                  </a:cubicBezTo>
                  <a:cubicBezTo>
                    <a:pt x="14286" y="35504"/>
                    <a:pt x="14155" y="35303"/>
                    <a:pt x="14062" y="35069"/>
                  </a:cubicBezTo>
                  <a:cubicBezTo>
                    <a:pt x="13883" y="34617"/>
                    <a:pt x="13627" y="34203"/>
                    <a:pt x="13393" y="33784"/>
                  </a:cubicBezTo>
                  <a:cubicBezTo>
                    <a:pt x="13358" y="33724"/>
                    <a:pt x="13314" y="33646"/>
                    <a:pt x="13231" y="33646"/>
                  </a:cubicBezTo>
                  <a:cubicBezTo>
                    <a:pt x="13224" y="33646"/>
                    <a:pt x="13216" y="33646"/>
                    <a:pt x="13208" y="33648"/>
                  </a:cubicBezTo>
                  <a:cubicBezTo>
                    <a:pt x="13104" y="33664"/>
                    <a:pt x="13061" y="33757"/>
                    <a:pt x="13061" y="33855"/>
                  </a:cubicBezTo>
                  <a:cubicBezTo>
                    <a:pt x="13055" y="34078"/>
                    <a:pt x="13055" y="34301"/>
                    <a:pt x="13072" y="34524"/>
                  </a:cubicBezTo>
                  <a:cubicBezTo>
                    <a:pt x="13104" y="34992"/>
                    <a:pt x="13306" y="35423"/>
                    <a:pt x="13404" y="35874"/>
                  </a:cubicBezTo>
                  <a:cubicBezTo>
                    <a:pt x="13349" y="35790"/>
                    <a:pt x="13367" y="35636"/>
                    <a:pt x="13224" y="35636"/>
                  </a:cubicBezTo>
                  <a:cubicBezTo>
                    <a:pt x="13211" y="35636"/>
                    <a:pt x="13197" y="35638"/>
                    <a:pt x="13181" y="35640"/>
                  </a:cubicBezTo>
                  <a:cubicBezTo>
                    <a:pt x="13208" y="35989"/>
                    <a:pt x="13284" y="36321"/>
                    <a:pt x="13475" y="36626"/>
                  </a:cubicBezTo>
                  <a:cubicBezTo>
                    <a:pt x="13490" y="36623"/>
                    <a:pt x="13505" y="36621"/>
                    <a:pt x="13519" y="36621"/>
                  </a:cubicBezTo>
                  <a:cubicBezTo>
                    <a:pt x="13658" y="36621"/>
                    <a:pt x="13682" y="36765"/>
                    <a:pt x="13741" y="36854"/>
                  </a:cubicBezTo>
                  <a:cubicBezTo>
                    <a:pt x="14008" y="37241"/>
                    <a:pt x="14193" y="37676"/>
                    <a:pt x="14476" y="38052"/>
                  </a:cubicBezTo>
                  <a:cubicBezTo>
                    <a:pt x="15075" y="38830"/>
                    <a:pt x="15864" y="39407"/>
                    <a:pt x="16550" y="40093"/>
                  </a:cubicBezTo>
                  <a:cubicBezTo>
                    <a:pt x="17449" y="40981"/>
                    <a:pt x="18570" y="41547"/>
                    <a:pt x="19594" y="42255"/>
                  </a:cubicBezTo>
                  <a:cubicBezTo>
                    <a:pt x="20329" y="42761"/>
                    <a:pt x="21123" y="43180"/>
                    <a:pt x="21804" y="43768"/>
                  </a:cubicBezTo>
                  <a:cubicBezTo>
                    <a:pt x="21962" y="43899"/>
                    <a:pt x="22141" y="43980"/>
                    <a:pt x="22326" y="44062"/>
                  </a:cubicBezTo>
                  <a:cubicBezTo>
                    <a:pt x="22735" y="44236"/>
                    <a:pt x="23170" y="44367"/>
                    <a:pt x="23508" y="44683"/>
                  </a:cubicBezTo>
                  <a:cubicBezTo>
                    <a:pt x="23595" y="44748"/>
                    <a:pt x="23687" y="44786"/>
                    <a:pt x="23785" y="44830"/>
                  </a:cubicBezTo>
                  <a:cubicBezTo>
                    <a:pt x="25386" y="45592"/>
                    <a:pt x="27079" y="46136"/>
                    <a:pt x="28691" y="46888"/>
                  </a:cubicBezTo>
                  <a:cubicBezTo>
                    <a:pt x="29050" y="46975"/>
                    <a:pt x="29376" y="47138"/>
                    <a:pt x="29649" y="47388"/>
                  </a:cubicBezTo>
                  <a:cubicBezTo>
                    <a:pt x="29823" y="47546"/>
                    <a:pt x="29932" y="47775"/>
                    <a:pt x="29834" y="47993"/>
                  </a:cubicBezTo>
                  <a:cubicBezTo>
                    <a:pt x="29774" y="48129"/>
                    <a:pt x="29664" y="48167"/>
                    <a:pt x="29541" y="48167"/>
                  </a:cubicBezTo>
                  <a:cubicBezTo>
                    <a:pt x="29452" y="48167"/>
                    <a:pt x="29357" y="48147"/>
                    <a:pt x="29268" y="48129"/>
                  </a:cubicBezTo>
                  <a:cubicBezTo>
                    <a:pt x="28576" y="47982"/>
                    <a:pt x="27890" y="47829"/>
                    <a:pt x="27188" y="47737"/>
                  </a:cubicBezTo>
                  <a:cubicBezTo>
                    <a:pt x="26213" y="47617"/>
                    <a:pt x="25304" y="47247"/>
                    <a:pt x="24390" y="46882"/>
                  </a:cubicBezTo>
                  <a:cubicBezTo>
                    <a:pt x="22784" y="46240"/>
                    <a:pt x="21227" y="45483"/>
                    <a:pt x="19664" y="44726"/>
                  </a:cubicBezTo>
                  <a:cubicBezTo>
                    <a:pt x="18880" y="44345"/>
                    <a:pt x="18113" y="43937"/>
                    <a:pt x="17302" y="43610"/>
                  </a:cubicBezTo>
                  <a:cubicBezTo>
                    <a:pt x="17019" y="43496"/>
                    <a:pt x="16735" y="43376"/>
                    <a:pt x="16485" y="43197"/>
                  </a:cubicBezTo>
                  <a:cubicBezTo>
                    <a:pt x="15837" y="42745"/>
                    <a:pt x="15102" y="42483"/>
                    <a:pt x="14373" y="42217"/>
                  </a:cubicBezTo>
                  <a:cubicBezTo>
                    <a:pt x="14290" y="42187"/>
                    <a:pt x="14204" y="42147"/>
                    <a:pt x="14116" y="42147"/>
                  </a:cubicBezTo>
                  <a:cubicBezTo>
                    <a:pt x="14059" y="42147"/>
                    <a:pt x="14001" y="42164"/>
                    <a:pt x="13943" y="42211"/>
                  </a:cubicBezTo>
                  <a:cubicBezTo>
                    <a:pt x="13812" y="42527"/>
                    <a:pt x="13834" y="42854"/>
                    <a:pt x="13828" y="43186"/>
                  </a:cubicBezTo>
                  <a:cubicBezTo>
                    <a:pt x="13828" y="43602"/>
                    <a:pt x="13713" y="43736"/>
                    <a:pt x="13309" y="43736"/>
                  </a:cubicBezTo>
                  <a:cubicBezTo>
                    <a:pt x="13301" y="43736"/>
                    <a:pt x="13292" y="43736"/>
                    <a:pt x="13284" y="43735"/>
                  </a:cubicBezTo>
                  <a:cubicBezTo>
                    <a:pt x="13260" y="43735"/>
                    <a:pt x="13236" y="43735"/>
                    <a:pt x="13212" y="43735"/>
                  </a:cubicBezTo>
                  <a:cubicBezTo>
                    <a:pt x="12774" y="43735"/>
                    <a:pt x="12346" y="43781"/>
                    <a:pt x="11912" y="43812"/>
                  </a:cubicBezTo>
                  <a:cubicBezTo>
                    <a:pt x="11689" y="43828"/>
                    <a:pt x="11515" y="43915"/>
                    <a:pt x="11558" y="44149"/>
                  </a:cubicBezTo>
                  <a:cubicBezTo>
                    <a:pt x="11645" y="44601"/>
                    <a:pt x="11607" y="45058"/>
                    <a:pt x="11667" y="45510"/>
                  </a:cubicBezTo>
                  <a:cubicBezTo>
                    <a:pt x="11732" y="45984"/>
                    <a:pt x="11956" y="46376"/>
                    <a:pt x="12320" y="46686"/>
                  </a:cubicBezTo>
                  <a:cubicBezTo>
                    <a:pt x="12397" y="46751"/>
                    <a:pt x="12527" y="46806"/>
                    <a:pt x="12489" y="46931"/>
                  </a:cubicBezTo>
                  <a:cubicBezTo>
                    <a:pt x="12451" y="47040"/>
                    <a:pt x="12320" y="47040"/>
                    <a:pt x="12222" y="47078"/>
                  </a:cubicBezTo>
                  <a:cubicBezTo>
                    <a:pt x="12126" y="47115"/>
                    <a:pt x="12031" y="47129"/>
                    <a:pt x="11938" y="47129"/>
                  </a:cubicBezTo>
                  <a:cubicBezTo>
                    <a:pt x="11754" y="47129"/>
                    <a:pt x="11576" y="47072"/>
                    <a:pt x="11395" y="47018"/>
                  </a:cubicBezTo>
                  <a:cubicBezTo>
                    <a:pt x="11235" y="46968"/>
                    <a:pt x="11073" y="46926"/>
                    <a:pt x="10910" y="46926"/>
                  </a:cubicBezTo>
                  <a:cubicBezTo>
                    <a:pt x="10807" y="46926"/>
                    <a:pt x="10704" y="46943"/>
                    <a:pt x="10600" y="46986"/>
                  </a:cubicBezTo>
                  <a:cubicBezTo>
                    <a:pt x="10126" y="47192"/>
                    <a:pt x="9626" y="47345"/>
                    <a:pt x="9201" y="47655"/>
                  </a:cubicBezTo>
                  <a:cubicBezTo>
                    <a:pt x="9010" y="47791"/>
                    <a:pt x="8793" y="47911"/>
                    <a:pt x="8564" y="47949"/>
                  </a:cubicBezTo>
                  <a:cubicBezTo>
                    <a:pt x="7764" y="48069"/>
                    <a:pt x="7083" y="48515"/>
                    <a:pt x="6294" y="48695"/>
                  </a:cubicBezTo>
                  <a:cubicBezTo>
                    <a:pt x="5423" y="48896"/>
                    <a:pt x="4748" y="49566"/>
                    <a:pt x="4002" y="50056"/>
                  </a:cubicBezTo>
                  <a:cubicBezTo>
                    <a:pt x="3964" y="50083"/>
                    <a:pt x="3931" y="50121"/>
                    <a:pt x="3904" y="50159"/>
                  </a:cubicBezTo>
                  <a:cubicBezTo>
                    <a:pt x="3871" y="50208"/>
                    <a:pt x="3833" y="50263"/>
                    <a:pt x="3860" y="50323"/>
                  </a:cubicBezTo>
                  <a:cubicBezTo>
                    <a:pt x="3883" y="50386"/>
                    <a:pt x="3943" y="50400"/>
                    <a:pt x="4003" y="50400"/>
                  </a:cubicBezTo>
                  <a:cubicBezTo>
                    <a:pt x="4016" y="50400"/>
                    <a:pt x="4028" y="50400"/>
                    <a:pt x="4040" y="50399"/>
                  </a:cubicBezTo>
                  <a:cubicBezTo>
                    <a:pt x="4231" y="50377"/>
                    <a:pt x="4399" y="50290"/>
                    <a:pt x="4568" y="50203"/>
                  </a:cubicBezTo>
                  <a:cubicBezTo>
                    <a:pt x="5200" y="49877"/>
                    <a:pt x="5847" y="49719"/>
                    <a:pt x="6506" y="49719"/>
                  </a:cubicBezTo>
                  <a:cubicBezTo>
                    <a:pt x="6949" y="49719"/>
                    <a:pt x="7398" y="49791"/>
                    <a:pt x="7851" y="49931"/>
                  </a:cubicBezTo>
                  <a:cubicBezTo>
                    <a:pt x="7945" y="49960"/>
                    <a:pt x="8032" y="49975"/>
                    <a:pt x="8113" y="49975"/>
                  </a:cubicBezTo>
                  <a:cubicBezTo>
                    <a:pt x="8290" y="49975"/>
                    <a:pt x="8439" y="49901"/>
                    <a:pt x="8569" y="49729"/>
                  </a:cubicBezTo>
                  <a:cubicBezTo>
                    <a:pt x="8605" y="49682"/>
                    <a:pt x="8624" y="49665"/>
                    <a:pt x="8633" y="49665"/>
                  </a:cubicBezTo>
                  <a:cubicBezTo>
                    <a:pt x="8659" y="49665"/>
                    <a:pt x="8616" y="49790"/>
                    <a:pt x="8642" y="49790"/>
                  </a:cubicBezTo>
                  <a:cubicBezTo>
                    <a:pt x="8647" y="49790"/>
                    <a:pt x="8653" y="49787"/>
                    <a:pt x="8662" y="49778"/>
                  </a:cubicBezTo>
                  <a:cubicBezTo>
                    <a:pt x="8945" y="49637"/>
                    <a:pt x="9021" y="49288"/>
                    <a:pt x="9277" y="49130"/>
                  </a:cubicBezTo>
                  <a:cubicBezTo>
                    <a:pt x="9583" y="48943"/>
                    <a:pt x="9826" y="48558"/>
                    <a:pt x="10208" y="48558"/>
                  </a:cubicBezTo>
                  <a:cubicBezTo>
                    <a:pt x="10315" y="48558"/>
                    <a:pt x="10434" y="48588"/>
                    <a:pt x="10567" y="48662"/>
                  </a:cubicBezTo>
                  <a:cubicBezTo>
                    <a:pt x="10943" y="48722"/>
                    <a:pt x="11297" y="48853"/>
                    <a:pt x="11596" y="49087"/>
                  </a:cubicBezTo>
                  <a:cubicBezTo>
                    <a:pt x="12065" y="49457"/>
                    <a:pt x="12593" y="49707"/>
                    <a:pt x="13159" y="49876"/>
                  </a:cubicBezTo>
                  <a:cubicBezTo>
                    <a:pt x="13534" y="49991"/>
                    <a:pt x="13883" y="50165"/>
                    <a:pt x="14215" y="50372"/>
                  </a:cubicBezTo>
                  <a:cubicBezTo>
                    <a:pt x="14514" y="50562"/>
                    <a:pt x="14514" y="50856"/>
                    <a:pt x="14220" y="51058"/>
                  </a:cubicBezTo>
                  <a:cubicBezTo>
                    <a:pt x="13948" y="51243"/>
                    <a:pt x="13654" y="51417"/>
                    <a:pt x="13333" y="51482"/>
                  </a:cubicBezTo>
                  <a:cubicBezTo>
                    <a:pt x="13147" y="51517"/>
                    <a:pt x="12958" y="51546"/>
                    <a:pt x="12774" y="51546"/>
                  </a:cubicBezTo>
                  <a:cubicBezTo>
                    <a:pt x="12468" y="51546"/>
                    <a:pt x="12174" y="51465"/>
                    <a:pt x="11923" y="51194"/>
                  </a:cubicBezTo>
                  <a:cubicBezTo>
                    <a:pt x="11575" y="50954"/>
                    <a:pt x="11302" y="50589"/>
                    <a:pt x="10851" y="50502"/>
                  </a:cubicBezTo>
                  <a:cubicBezTo>
                    <a:pt x="10732" y="50471"/>
                    <a:pt x="10617" y="50457"/>
                    <a:pt x="10504" y="50457"/>
                  </a:cubicBezTo>
                  <a:cubicBezTo>
                    <a:pt x="10133" y="50457"/>
                    <a:pt x="9787" y="50604"/>
                    <a:pt x="9441" y="50742"/>
                  </a:cubicBezTo>
                  <a:cubicBezTo>
                    <a:pt x="9386" y="50764"/>
                    <a:pt x="9326" y="50764"/>
                    <a:pt x="9272" y="50775"/>
                  </a:cubicBezTo>
                  <a:cubicBezTo>
                    <a:pt x="7976" y="51030"/>
                    <a:pt x="6664" y="51123"/>
                    <a:pt x="5363" y="51313"/>
                  </a:cubicBezTo>
                  <a:cubicBezTo>
                    <a:pt x="5039" y="51360"/>
                    <a:pt x="4716" y="51385"/>
                    <a:pt x="4393" y="51385"/>
                  </a:cubicBezTo>
                  <a:cubicBezTo>
                    <a:pt x="3955" y="51385"/>
                    <a:pt x="3520" y="51338"/>
                    <a:pt x="3087" y="51232"/>
                  </a:cubicBezTo>
                  <a:cubicBezTo>
                    <a:pt x="2933" y="51194"/>
                    <a:pt x="2782" y="51173"/>
                    <a:pt x="2635" y="51173"/>
                  </a:cubicBezTo>
                  <a:cubicBezTo>
                    <a:pt x="2336" y="51173"/>
                    <a:pt x="2054" y="51260"/>
                    <a:pt x="1792" y="51471"/>
                  </a:cubicBezTo>
                  <a:cubicBezTo>
                    <a:pt x="1558" y="51606"/>
                    <a:pt x="1332" y="51716"/>
                    <a:pt x="1107" y="51716"/>
                  </a:cubicBezTo>
                  <a:cubicBezTo>
                    <a:pt x="912" y="51716"/>
                    <a:pt x="717" y="51634"/>
                    <a:pt x="518" y="51411"/>
                  </a:cubicBezTo>
                  <a:cubicBezTo>
                    <a:pt x="376" y="51248"/>
                    <a:pt x="333" y="51079"/>
                    <a:pt x="240" y="50911"/>
                  </a:cubicBezTo>
                  <a:cubicBezTo>
                    <a:pt x="211" y="50857"/>
                    <a:pt x="191" y="50782"/>
                    <a:pt x="128" y="50782"/>
                  </a:cubicBezTo>
                  <a:cubicBezTo>
                    <a:pt x="121" y="50782"/>
                    <a:pt x="113" y="50783"/>
                    <a:pt x="104" y="50785"/>
                  </a:cubicBezTo>
                  <a:cubicBezTo>
                    <a:pt x="1" y="50818"/>
                    <a:pt x="33" y="50916"/>
                    <a:pt x="44" y="50992"/>
                  </a:cubicBezTo>
                  <a:cubicBezTo>
                    <a:pt x="61" y="51248"/>
                    <a:pt x="66" y="51504"/>
                    <a:pt x="77" y="51760"/>
                  </a:cubicBezTo>
                  <a:cubicBezTo>
                    <a:pt x="88" y="52228"/>
                    <a:pt x="344" y="52636"/>
                    <a:pt x="785" y="52778"/>
                  </a:cubicBezTo>
                  <a:cubicBezTo>
                    <a:pt x="1378" y="52968"/>
                    <a:pt x="1955" y="53192"/>
                    <a:pt x="2538" y="53399"/>
                  </a:cubicBezTo>
                  <a:cubicBezTo>
                    <a:pt x="2565" y="53402"/>
                    <a:pt x="2594" y="53404"/>
                    <a:pt x="2622" y="53404"/>
                  </a:cubicBezTo>
                  <a:cubicBezTo>
                    <a:pt x="2710" y="53404"/>
                    <a:pt x="2800" y="53388"/>
                    <a:pt x="2886" y="53371"/>
                  </a:cubicBezTo>
                  <a:cubicBezTo>
                    <a:pt x="3204" y="53318"/>
                    <a:pt x="3518" y="53294"/>
                    <a:pt x="3828" y="53294"/>
                  </a:cubicBezTo>
                  <a:cubicBezTo>
                    <a:pt x="4884" y="53294"/>
                    <a:pt x="5900" y="53577"/>
                    <a:pt x="6893" y="53981"/>
                  </a:cubicBezTo>
                  <a:cubicBezTo>
                    <a:pt x="7818" y="54242"/>
                    <a:pt x="8771" y="54319"/>
                    <a:pt x="9724" y="54335"/>
                  </a:cubicBezTo>
                  <a:cubicBezTo>
                    <a:pt x="9794" y="54336"/>
                    <a:pt x="9864" y="54336"/>
                    <a:pt x="9935" y="54336"/>
                  </a:cubicBezTo>
                  <a:cubicBezTo>
                    <a:pt x="10925" y="54336"/>
                    <a:pt x="11912" y="54236"/>
                    <a:pt x="12903" y="54221"/>
                  </a:cubicBezTo>
                  <a:cubicBezTo>
                    <a:pt x="14128" y="54200"/>
                    <a:pt x="15354" y="54127"/>
                    <a:pt x="16580" y="54127"/>
                  </a:cubicBezTo>
                  <a:cubicBezTo>
                    <a:pt x="16661" y="54127"/>
                    <a:pt x="16742" y="54127"/>
                    <a:pt x="16823" y="54128"/>
                  </a:cubicBezTo>
                  <a:cubicBezTo>
                    <a:pt x="17556" y="54136"/>
                    <a:pt x="18291" y="54161"/>
                    <a:pt x="19024" y="54161"/>
                  </a:cubicBezTo>
                  <a:cubicBezTo>
                    <a:pt x="19777" y="54161"/>
                    <a:pt x="20529" y="54135"/>
                    <a:pt x="21276" y="54035"/>
                  </a:cubicBezTo>
                  <a:cubicBezTo>
                    <a:pt x="23834" y="53698"/>
                    <a:pt x="26393" y="53366"/>
                    <a:pt x="28865" y="52560"/>
                  </a:cubicBezTo>
                  <a:cubicBezTo>
                    <a:pt x="29796" y="52255"/>
                    <a:pt x="30737" y="51994"/>
                    <a:pt x="31592" y="51499"/>
                  </a:cubicBezTo>
                  <a:cubicBezTo>
                    <a:pt x="31728" y="51390"/>
                    <a:pt x="31837" y="51248"/>
                    <a:pt x="32006" y="51172"/>
                  </a:cubicBezTo>
                  <a:cubicBezTo>
                    <a:pt x="32065" y="51146"/>
                    <a:pt x="32114" y="51133"/>
                    <a:pt x="32154" y="51133"/>
                  </a:cubicBezTo>
                  <a:cubicBezTo>
                    <a:pt x="32249" y="51133"/>
                    <a:pt x="32291" y="51207"/>
                    <a:pt x="32294" y="51357"/>
                  </a:cubicBezTo>
                  <a:cubicBezTo>
                    <a:pt x="32300" y="51700"/>
                    <a:pt x="32196" y="51978"/>
                    <a:pt x="31886" y="52163"/>
                  </a:cubicBezTo>
                  <a:cubicBezTo>
                    <a:pt x="31581" y="52348"/>
                    <a:pt x="31249" y="52478"/>
                    <a:pt x="30977" y="52707"/>
                  </a:cubicBezTo>
                  <a:cubicBezTo>
                    <a:pt x="29817" y="53698"/>
                    <a:pt x="28402" y="54221"/>
                    <a:pt x="27057" y="54857"/>
                  </a:cubicBezTo>
                  <a:cubicBezTo>
                    <a:pt x="26154" y="55288"/>
                    <a:pt x="25146" y="55451"/>
                    <a:pt x="24194" y="55756"/>
                  </a:cubicBezTo>
                  <a:cubicBezTo>
                    <a:pt x="23453" y="55990"/>
                    <a:pt x="22718" y="56257"/>
                    <a:pt x="21962" y="56436"/>
                  </a:cubicBezTo>
                  <a:cubicBezTo>
                    <a:pt x="20710" y="56725"/>
                    <a:pt x="19436" y="56910"/>
                    <a:pt x="18205" y="57275"/>
                  </a:cubicBezTo>
                  <a:cubicBezTo>
                    <a:pt x="17460" y="57498"/>
                    <a:pt x="16719" y="57737"/>
                    <a:pt x="15957" y="57901"/>
                  </a:cubicBezTo>
                  <a:cubicBezTo>
                    <a:pt x="14656" y="58184"/>
                    <a:pt x="13338" y="58380"/>
                    <a:pt x="12026" y="58608"/>
                  </a:cubicBezTo>
                  <a:cubicBezTo>
                    <a:pt x="11841" y="58641"/>
                    <a:pt x="11651" y="58641"/>
                    <a:pt x="11487" y="58761"/>
                  </a:cubicBezTo>
                  <a:cubicBezTo>
                    <a:pt x="11466" y="58995"/>
                    <a:pt x="11700" y="59142"/>
                    <a:pt x="11700" y="59381"/>
                  </a:cubicBezTo>
                  <a:cubicBezTo>
                    <a:pt x="11694" y="59605"/>
                    <a:pt x="11830" y="59730"/>
                    <a:pt x="12059" y="59795"/>
                  </a:cubicBezTo>
                  <a:cubicBezTo>
                    <a:pt x="12375" y="59888"/>
                    <a:pt x="12386" y="59948"/>
                    <a:pt x="12190" y="60236"/>
                  </a:cubicBezTo>
                  <a:cubicBezTo>
                    <a:pt x="11999" y="60514"/>
                    <a:pt x="11754" y="60726"/>
                    <a:pt x="11504" y="60944"/>
                  </a:cubicBezTo>
                  <a:cubicBezTo>
                    <a:pt x="11112" y="61287"/>
                    <a:pt x="11166" y="61652"/>
                    <a:pt x="11624" y="61902"/>
                  </a:cubicBezTo>
                  <a:cubicBezTo>
                    <a:pt x="11816" y="62006"/>
                    <a:pt x="12016" y="62046"/>
                    <a:pt x="12222" y="62046"/>
                  </a:cubicBezTo>
                  <a:cubicBezTo>
                    <a:pt x="12319" y="62046"/>
                    <a:pt x="12417" y="62037"/>
                    <a:pt x="12516" y="62022"/>
                  </a:cubicBezTo>
                  <a:cubicBezTo>
                    <a:pt x="13237" y="61922"/>
                    <a:pt x="13950" y="61748"/>
                    <a:pt x="14679" y="61748"/>
                  </a:cubicBezTo>
                  <a:cubicBezTo>
                    <a:pt x="14787" y="61748"/>
                    <a:pt x="14896" y="61752"/>
                    <a:pt x="15004" y="61760"/>
                  </a:cubicBezTo>
                  <a:cubicBezTo>
                    <a:pt x="15016" y="61761"/>
                    <a:pt x="15028" y="61761"/>
                    <a:pt x="15039" y="61761"/>
                  </a:cubicBezTo>
                  <a:cubicBezTo>
                    <a:pt x="15217" y="61761"/>
                    <a:pt x="15385" y="61686"/>
                    <a:pt x="15549" y="61624"/>
                  </a:cubicBezTo>
                  <a:cubicBezTo>
                    <a:pt x="16011" y="61461"/>
                    <a:pt x="16436" y="61227"/>
                    <a:pt x="16877" y="61020"/>
                  </a:cubicBezTo>
                  <a:lnTo>
                    <a:pt x="16877" y="61020"/>
                  </a:lnTo>
                  <a:cubicBezTo>
                    <a:pt x="16790" y="61064"/>
                    <a:pt x="16735" y="61145"/>
                    <a:pt x="16659" y="61200"/>
                  </a:cubicBezTo>
                  <a:cubicBezTo>
                    <a:pt x="15690" y="61907"/>
                    <a:pt x="14765" y="62659"/>
                    <a:pt x="13573" y="63013"/>
                  </a:cubicBezTo>
                  <a:cubicBezTo>
                    <a:pt x="12926" y="63201"/>
                    <a:pt x="12289" y="63278"/>
                    <a:pt x="11633" y="63278"/>
                  </a:cubicBezTo>
                  <a:cubicBezTo>
                    <a:pt x="11549" y="63278"/>
                    <a:pt x="11464" y="63276"/>
                    <a:pt x="11379" y="63274"/>
                  </a:cubicBezTo>
                  <a:cubicBezTo>
                    <a:pt x="11360" y="63273"/>
                    <a:pt x="11341" y="63273"/>
                    <a:pt x="11323" y="63273"/>
                  </a:cubicBezTo>
                  <a:cubicBezTo>
                    <a:pt x="10926" y="63273"/>
                    <a:pt x="10576" y="63386"/>
                    <a:pt x="10295" y="63688"/>
                  </a:cubicBezTo>
                  <a:cubicBezTo>
                    <a:pt x="10219" y="63769"/>
                    <a:pt x="10138" y="63869"/>
                    <a:pt x="10026" y="63869"/>
                  </a:cubicBezTo>
                  <a:cubicBezTo>
                    <a:pt x="10018" y="63869"/>
                    <a:pt x="10010" y="63868"/>
                    <a:pt x="10001" y="63867"/>
                  </a:cubicBezTo>
                  <a:cubicBezTo>
                    <a:pt x="9928" y="63857"/>
                    <a:pt x="9854" y="63853"/>
                    <a:pt x="9781" y="63853"/>
                  </a:cubicBezTo>
                  <a:cubicBezTo>
                    <a:pt x="9426" y="63853"/>
                    <a:pt x="9076" y="63949"/>
                    <a:pt x="8719" y="63949"/>
                  </a:cubicBezTo>
                  <a:cubicBezTo>
                    <a:pt x="8704" y="63949"/>
                    <a:pt x="8688" y="63949"/>
                    <a:pt x="8673" y="63949"/>
                  </a:cubicBezTo>
                  <a:cubicBezTo>
                    <a:pt x="8428" y="64080"/>
                    <a:pt x="8281" y="64308"/>
                    <a:pt x="8096" y="64504"/>
                  </a:cubicBezTo>
                  <a:cubicBezTo>
                    <a:pt x="8096" y="64749"/>
                    <a:pt x="7960" y="64951"/>
                    <a:pt x="7873" y="65168"/>
                  </a:cubicBezTo>
                  <a:cubicBezTo>
                    <a:pt x="7702" y="65605"/>
                    <a:pt x="7579" y="65774"/>
                    <a:pt x="7299" y="65774"/>
                  </a:cubicBezTo>
                  <a:cubicBezTo>
                    <a:pt x="7177" y="65774"/>
                    <a:pt x="7026" y="65742"/>
                    <a:pt x="6827" y="65686"/>
                  </a:cubicBezTo>
                  <a:cubicBezTo>
                    <a:pt x="6550" y="65608"/>
                    <a:pt x="6271" y="65574"/>
                    <a:pt x="5991" y="65574"/>
                  </a:cubicBezTo>
                  <a:cubicBezTo>
                    <a:pt x="5781" y="65574"/>
                    <a:pt x="5570" y="65593"/>
                    <a:pt x="5358" y="65626"/>
                  </a:cubicBezTo>
                  <a:cubicBezTo>
                    <a:pt x="5249" y="65642"/>
                    <a:pt x="5129" y="65680"/>
                    <a:pt x="5134" y="65811"/>
                  </a:cubicBezTo>
                  <a:cubicBezTo>
                    <a:pt x="5140" y="65920"/>
                    <a:pt x="5270" y="65931"/>
                    <a:pt x="5363" y="65931"/>
                  </a:cubicBezTo>
                  <a:cubicBezTo>
                    <a:pt x="5777" y="65936"/>
                    <a:pt x="6136" y="66116"/>
                    <a:pt x="6501" y="66284"/>
                  </a:cubicBezTo>
                  <a:cubicBezTo>
                    <a:pt x="6724" y="66388"/>
                    <a:pt x="6953" y="66486"/>
                    <a:pt x="7198" y="66529"/>
                  </a:cubicBezTo>
                  <a:cubicBezTo>
                    <a:pt x="8261" y="66711"/>
                    <a:pt x="9324" y="66879"/>
                    <a:pt x="10412" y="66879"/>
                  </a:cubicBezTo>
                  <a:cubicBezTo>
                    <a:pt x="10532" y="66879"/>
                    <a:pt x="10653" y="66877"/>
                    <a:pt x="10774" y="66872"/>
                  </a:cubicBezTo>
                  <a:cubicBezTo>
                    <a:pt x="12244" y="66823"/>
                    <a:pt x="13643" y="66524"/>
                    <a:pt x="14999" y="65980"/>
                  </a:cubicBezTo>
                  <a:cubicBezTo>
                    <a:pt x="15952" y="65598"/>
                    <a:pt x="16921" y="65266"/>
                    <a:pt x="17803" y="64727"/>
                  </a:cubicBezTo>
                  <a:cubicBezTo>
                    <a:pt x="17857" y="64689"/>
                    <a:pt x="17928" y="64662"/>
                    <a:pt x="17993" y="64635"/>
                  </a:cubicBezTo>
                  <a:cubicBezTo>
                    <a:pt x="18978" y="64243"/>
                    <a:pt x="19915" y="63748"/>
                    <a:pt x="20867" y="63279"/>
                  </a:cubicBezTo>
                  <a:cubicBezTo>
                    <a:pt x="22914" y="62278"/>
                    <a:pt x="24825" y="61053"/>
                    <a:pt x="26627" y="59648"/>
                  </a:cubicBezTo>
                  <a:cubicBezTo>
                    <a:pt x="28173" y="58445"/>
                    <a:pt x="29681" y="57204"/>
                    <a:pt x="31184" y="55952"/>
                  </a:cubicBezTo>
                  <a:cubicBezTo>
                    <a:pt x="31892" y="55358"/>
                    <a:pt x="32572" y="54743"/>
                    <a:pt x="33351" y="54242"/>
                  </a:cubicBezTo>
                  <a:cubicBezTo>
                    <a:pt x="33412" y="54204"/>
                    <a:pt x="33467" y="54121"/>
                    <a:pt x="33542" y="54121"/>
                  </a:cubicBezTo>
                  <a:cubicBezTo>
                    <a:pt x="33574" y="54121"/>
                    <a:pt x="33609" y="54136"/>
                    <a:pt x="33650" y="54177"/>
                  </a:cubicBezTo>
                  <a:cubicBezTo>
                    <a:pt x="33645" y="54221"/>
                    <a:pt x="33645" y="54264"/>
                    <a:pt x="33645" y="54308"/>
                  </a:cubicBezTo>
                  <a:cubicBezTo>
                    <a:pt x="33721" y="54329"/>
                    <a:pt x="33786" y="54340"/>
                    <a:pt x="33683" y="54433"/>
                  </a:cubicBezTo>
                  <a:cubicBezTo>
                    <a:pt x="33438" y="54651"/>
                    <a:pt x="33247" y="54923"/>
                    <a:pt x="32991" y="55135"/>
                  </a:cubicBezTo>
                  <a:cubicBezTo>
                    <a:pt x="32926" y="55184"/>
                    <a:pt x="32855" y="55255"/>
                    <a:pt x="32877" y="55337"/>
                  </a:cubicBezTo>
                  <a:cubicBezTo>
                    <a:pt x="32904" y="55445"/>
                    <a:pt x="33018" y="55445"/>
                    <a:pt x="33111" y="55456"/>
                  </a:cubicBezTo>
                  <a:cubicBezTo>
                    <a:pt x="33142" y="55460"/>
                    <a:pt x="33173" y="55462"/>
                    <a:pt x="33205" y="55462"/>
                  </a:cubicBezTo>
                  <a:cubicBezTo>
                    <a:pt x="33255" y="55462"/>
                    <a:pt x="33306" y="55458"/>
                    <a:pt x="33356" y="55451"/>
                  </a:cubicBezTo>
                  <a:cubicBezTo>
                    <a:pt x="33835" y="55375"/>
                    <a:pt x="34303" y="55239"/>
                    <a:pt x="34750" y="55064"/>
                  </a:cubicBezTo>
                  <a:cubicBezTo>
                    <a:pt x="35147" y="54912"/>
                    <a:pt x="35447" y="54629"/>
                    <a:pt x="35517" y="54166"/>
                  </a:cubicBezTo>
                  <a:cubicBezTo>
                    <a:pt x="35632" y="53420"/>
                    <a:pt x="35789" y="53279"/>
                    <a:pt x="36519" y="53099"/>
                  </a:cubicBezTo>
                  <a:cubicBezTo>
                    <a:pt x="37101" y="52952"/>
                    <a:pt x="37689" y="52544"/>
                    <a:pt x="37640" y="51727"/>
                  </a:cubicBezTo>
                  <a:cubicBezTo>
                    <a:pt x="37608" y="51188"/>
                    <a:pt x="37613" y="50644"/>
                    <a:pt x="37608" y="50105"/>
                  </a:cubicBezTo>
                  <a:cubicBezTo>
                    <a:pt x="37591" y="49000"/>
                    <a:pt x="37521" y="47911"/>
                    <a:pt x="37172" y="46860"/>
                  </a:cubicBezTo>
                  <a:cubicBezTo>
                    <a:pt x="36824" y="45810"/>
                    <a:pt x="36568" y="44732"/>
                    <a:pt x="36252" y="43670"/>
                  </a:cubicBezTo>
                  <a:cubicBezTo>
                    <a:pt x="36149" y="43333"/>
                    <a:pt x="36024" y="43006"/>
                    <a:pt x="35980" y="42652"/>
                  </a:cubicBezTo>
                  <a:cubicBezTo>
                    <a:pt x="35936" y="42309"/>
                    <a:pt x="36051" y="42026"/>
                    <a:pt x="36334" y="41857"/>
                  </a:cubicBezTo>
                  <a:cubicBezTo>
                    <a:pt x="36808" y="41574"/>
                    <a:pt x="37314" y="41346"/>
                    <a:pt x="37885" y="41313"/>
                  </a:cubicBezTo>
                  <a:cubicBezTo>
                    <a:pt x="38023" y="41306"/>
                    <a:pt x="38159" y="41302"/>
                    <a:pt x="38295" y="41302"/>
                  </a:cubicBezTo>
                  <a:cubicBezTo>
                    <a:pt x="39281" y="41302"/>
                    <a:pt x="40238" y="41487"/>
                    <a:pt x="41195" y="41759"/>
                  </a:cubicBezTo>
                  <a:cubicBezTo>
                    <a:pt x="42045" y="42004"/>
                    <a:pt x="42888" y="42255"/>
                    <a:pt x="43749" y="42451"/>
                  </a:cubicBezTo>
                  <a:cubicBezTo>
                    <a:pt x="43976" y="42502"/>
                    <a:pt x="44211" y="42548"/>
                    <a:pt x="44441" y="42548"/>
                  </a:cubicBezTo>
                  <a:cubicBezTo>
                    <a:pt x="44728" y="42548"/>
                    <a:pt x="45008" y="42476"/>
                    <a:pt x="45262" y="42249"/>
                  </a:cubicBezTo>
                  <a:lnTo>
                    <a:pt x="45262" y="42249"/>
                  </a:lnTo>
                  <a:cubicBezTo>
                    <a:pt x="45075" y="42601"/>
                    <a:pt x="44797" y="42686"/>
                    <a:pt x="44497" y="42686"/>
                  </a:cubicBezTo>
                  <a:cubicBezTo>
                    <a:pt x="44352" y="42686"/>
                    <a:pt x="44201" y="42666"/>
                    <a:pt x="44053" y="42647"/>
                  </a:cubicBezTo>
                  <a:cubicBezTo>
                    <a:pt x="43623" y="42587"/>
                    <a:pt x="43204" y="42462"/>
                    <a:pt x="42790" y="42320"/>
                  </a:cubicBezTo>
                  <a:cubicBezTo>
                    <a:pt x="42609" y="42255"/>
                    <a:pt x="42421" y="42191"/>
                    <a:pt x="42229" y="42191"/>
                  </a:cubicBezTo>
                  <a:cubicBezTo>
                    <a:pt x="42162" y="42191"/>
                    <a:pt x="42096" y="42198"/>
                    <a:pt x="42028" y="42217"/>
                  </a:cubicBezTo>
                  <a:cubicBezTo>
                    <a:pt x="40901" y="42532"/>
                    <a:pt x="39905" y="43066"/>
                    <a:pt x="39214" y="44046"/>
                  </a:cubicBezTo>
                  <a:cubicBezTo>
                    <a:pt x="39138" y="44155"/>
                    <a:pt x="39018" y="44264"/>
                    <a:pt x="39116" y="44421"/>
                  </a:cubicBezTo>
                  <a:cubicBezTo>
                    <a:pt x="39339" y="44683"/>
                    <a:pt x="39687" y="44808"/>
                    <a:pt x="39872" y="45113"/>
                  </a:cubicBezTo>
                  <a:cubicBezTo>
                    <a:pt x="39905" y="45102"/>
                    <a:pt x="39933" y="45097"/>
                    <a:pt x="39957" y="45097"/>
                  </a:cubicBezTo>
                  <a:cubicBezTo>
                    <a:pt x="40095" y="45097"/>
                    <a:pt x="40097" y="45263"/>
                    <a:pt x="40134" y="45347"/>
                  </a:cubicBezTo>
                  <a:cubicBezTo>
                    <a:pt x="40292" y="45701"/>
                    <a:pt x="40433" y="46071"/>
                    <a:pt x="40509" y="46457"/>
                  </a:cubicBezTo>
                  <a:cubicBezTo>
                    <a:pt x="40673" y="46746"/>
                    <a:pt x="40678" y="47083"/>
                    <a:pt x="40787" y="47383"/>
                  </a:cubicBezTo>
                  <a:cubicBezTo>
                    <a:pt x="40912" y="47279"/>
                    <a:pt x="40885" y="47132"/>
                    <a:pt x="40896" y="46996"/>
                  </a:cubicBezTo>
                  <a:cubicBezTo>
                    <a:pt x="40929" y="46316"/>
                    <a:pt x="40836" y="45646"/>
                    <a:pt x="40678" y="44982"/>
                  </a:cubicBezTo>
                  <a:cubicBezTo>
                    <a:pt x="40646" y="44857"/>
                    <a:pt x="40564" y="44715"/>
                    <a:pt x="40700" y="44596"/>
                  </a:cubicBezTo>
                  <a:cubicBezTo>
                    <a:pt x="40841" y="44480"/>
                    <a:pt x="40982" y="44422"/>
                    <a:pt x="41118" y="44422"/>
                  </a:cubicBezTo>
                  <a:cubicBezTo>
                    <a:pt x="41301" y="44422"/>
                    <a:pt x="41473" y="44528"/>
                    <a:pt x="41620" y="44737"/>
                  </a:cubicBezTo>
                  <a:cubicBezTo>
                    <a:pt x="41843" y="45053"/>
                    <a:pt x="41952" y="45412"/>
                    <a:pt x="42028" y="45788"/>
                  </a:cubicBezTo>
                  <a:cubicBezTo>
                    <a:pt x="42268" y="47035"/>
                    <a:pt x="42344" y="48287"/>
                    <a:pt x="42148" y="49550"/>
                  </a:cubicBezTo>
                  <a:cubicBezTo>
                    <a:pt x="42050" y="50181"/>
                    <a:pt x="42023" y="50818"/>
                    <a:pt x="42045" y="51455"/>
                  </a:cubicBezTo>
                  <a:cubicBezTo>
                    <a:pt x="42072" y="52146"/>
                    <a:pt x="42252" y="52767"/>
                    <a:pt x="42763" y="53279"/>
                  </a:cubicBezTo>
                  <a:cubicBezTo>
                    <a:pt x="43095" y="53616"/>
                    <a:pt x="43417" y="53976"/>
                    <a:pt x="43580" y="54427"/>
                  </a:cubicBezTo>
                  <a:cubicBezTo>
                    <a:pt x="43852" y="55162"/>
                    <a:pt x="44309" y="55799"/>
                    <a:pt x="44674" y="56485"/>
                  </a:cubicBezTo>
                  <a:cubicBezTo>
                    <a:pt x="44690" y="56512"/>
                    <a:pt x="44712" y="56545"/>
                    <a:pt x="44739" y="56572"/>
                  </a:cubicBezTo>
                  <a:cubicBezTo>
                    <a:pt x="45039" y="56943"/>
                    <a:pt x="45289" y="57340"/>
                    <a:pt x="45436" y="57792"/>
                  </a:cubicBezTo>
                  <a:cubicBezTo>
                    <a:pt x="45572" y="58222"/>
                    <a:pt x="45730" y="58641"/>
                    <a:pt x="45872" y="59060"/>
                  </a:cubicBezTo>
                  <a:cubicBezTo>
                    <a:pt x="46084" y="59681"/>
                    <a:pt x="46378" y="60291"/>
                    <a:pt x="46280" y="60977"/>
                  </a:cubicBezTo>
                  <a:cubicBezTo>
                    <a:pt x="46341" y="61170"/>
                    <a:pt x="46484" y="61249"/>
                    <a:pt x="46649" y="61249"/>
                  </a:cubicBezTo>
                  <a:cubicBezTo>
                    <a:pt x="46674" y="61249"/>
                    <a:pt x="46700" y="61247"/>
                    <a:pt x="46726" y="61243"/>
                  </a:cubicBezTo>
                  <a:cubicBezTo>
                    <a:pt x="47086" y="61189"/>
                    <a:pt x="47113" y="60846"/>
                    <a:pt x="47271" y="60552"/>
                  </a:cubicBezTo>
                  <a:lnTo>
                    <a:pt x="47271" y="60552"/>
                  </a:lnTo>
                  <a:cubicBezTo>
                    <a:pt x="47162" y="61118"/>
                    <a:pt x="46895" y="61499"/>
                    <a:pt x="46411" y="61717"/>
                  </a:cubicBezTo>
                  <a:cubicBezTo>
                    <a:pt x="46296" y="61766"/>
                    <a:pt x="46188" y="61809"/>
                    <a:pt x="46275" y="61973"/>
                  </a:cubicBezTo>
                  <a:cubicBezTo>
                    <a:pt x="46389" y="62174"/>
                    <a:pt x="46768" y="62320"/>
                    <a:pt x="47072" y="62320"/>
                  </a:cubicBezTo>
                  <a:cubicBezTo>
                    <a:pt x="47188" y="62320"/>
                    <a:pt x="47293" y="62299"/>
                    <a:pt x="47369" y="62250"/>
                  </a:cubicBezTo>
                  <a:cubicBezTo>
                    <a:pt x="47728" y="62016"/>
                    <a:pt x="48022" y="61717"/>
                    <a:pt x="48218" y="61325"/>
                  </a:cubicBezTo>
                  <a:cubicBezTo>
                    <a:pt x="48332" y="61096"/>
                    <a:pt x="48441" y="60862"/>
                    <a:pt x="48539" y="60574"/>
                  </a:cubicBezTo>
                  <a:cubicBezTo>
                    <a:pt x="48643" y="60862"/>
                    <a:pt x="48605" y="61107"/>
                    <a:pt x="48659" y="61330"/>
                  </a:cubicBezTo>
                  <a:cubicBezTo>
                    <a:pt x="48675" y="61401"/>
                    <a:pt x="48659" y="61521"/>
                    <a:pt x="48768" y="61532"/>
                  </a:cubicBezTo>
                  <a:cubicBezTo>
                    <a:pt x="48771" y="61532"/>
                    <a:pt x="48774" y="61532"/>
                    <a:pt x="48777" y="61532"/>
                  </a:cubicBezTo>
                  <a:cubicBezTo>
                    <a:pt x="48859" y="61532"/>
                    <a:pt x="48911" y="61459"/>
                    <a:pt x="48953" y="61390"/>
                  </a:cubicBezTo>
                  <a:cubicBezTo>
                    <a:pt x="49008" y="61309"/>
                    <a:pt x="49046" y="61222"/>
                    <a:pt x="49078" y="61134"/>
                  </a:cubicBezTo>
                  <a:cubicBezTo>
                    <a:pt x="49291" y="60476"/>
                    <a:pt x="49138" y="59882"/>
                    <a:pt x="48773" y="59322"/>
                  </a:cubicBezTo>
                  <a:cubicBezTo>
                    <a:pt x="48523" y="58946"/>
                    <a:pt x="48196" y="58636"/>
                    <a:pt x="47913" y="58293"/>
                  </a:cubicBezTo>
                  <a:cubicBezTo>
                    <a:pt x="47233" y="57460"/>
                    <a:pt x="46574" y="56605"/>
                    <a:pt x="46166" y="55603"/>
                  </a:cubicBezTo>
                  <a:cubicBezTo>
                    <a:pt x="45719" y="54515"/>
                    <a:pt x="45218" y="53448"/>
                    <a:pt x="44778" y="52359"/>
                  </a:cubicBezTo>
                  <a:cubicBezTo>
                    <a:pt x="44489" y="51640"/>
                    <a:pt x="44435" y="50954"/>
                    <a:pt x="44603" y="50219"/>
                  </a:cubicBezTo>
                  <a:cubicBezTo>
                    <a:pt x="44647" y="50029"/>
                    <a:pt x="44718" y="49871"/>
                    <a:pt x="44876" y="49751"/>
                  </a:cubicBezTo>
                  <a:cubicBezTo>
                    <a:pt x="44919" y="49642"/>
                    <a:pt x="44919" y="49539"/>
                    <a:pt x="44859" y="49435"/>
                  </a:cubicBezTo>
                  <a:cubicBezTo>
                    <a:pt x="44832" y="49386"/>
                    <a:pt x="44718" y="49441"/>
                    <a:pt x="44745" y="49348"/>
                  </a:cubicBezTo>
                  <a:cubicBezTo>
                    <a:pt x="44897" y="48777"/>
                    <a:pt x="44919" y="48183"/>
                    <a:pt x="44963" y="47595"/>
                  </a:cubicBezTo>
                  <a:cubicBezTo>
                    <a:pt x="45197" y="47328"/>
                    <a:pt x="45327" y="47007"/>
                    <a:pt x="45425" y="46670"/>
                  </a:cubicBezTo>
                  <a:cubicBezTo>
                    <a:pt x="45360" y="46572"/>
                    <a:pt x="45447" y="46572"/>
                    <a:pt x="45502" y="46555"/>
                  </a:cubicBezTo>
                  <a:cubicBezTo>
                    <a:pt x="45550" y="46532"/>
                    <a:pt x="45592" y="46522"/>
                    <a:pt x="45630" y="46522"/>
                  </a:cubicBezTo>
                  <a:cubicBezTo>
                    <a:pt x="45784" y="46522"/>
                    <a:pt x="45856" y="46692"/>
                    <a:pt x="45970" y="46784"/>
                  </a:cubicBezTo>
                  <a:cubicBezTo>
                    <a:pt x="47151" y="47519"/>
                    <a:pt x="48458" y="47922"/>
                    <a:pt x="49830" y="48107"/>
                  </a:cubicBezTo>
                  <a:cubicBezTo>
                    <a:pt x="50126" y="48146"/>
                    <a:pt x="50424" y="48193"/>
                    <a:pt x="50722" y="48193"/>
                  </a:cubicBezTo>
                  <a:cubicBezTo>
                    <a:pt x="50923" y="48193"/>
                    <a:pt x="51125" y="48172"/>
                    <a:pt x="51327" y="48112"/>
                  </a:cubicBezTo>
                  <a:cubicBezTo>
                    <a:pt x="51414" y="47900"/>
                    <a:pt x="51234" y="47813"/>
                    <a:pt x="51120" y="47720"/>
                  </a:cubicBezTo>
                  <a:cubicBezTo>
                    <a:pt x="50298" y="47056"/>
                    <a:pt x="49879" y="46163"/>
                    <a:pt x="49634" y="45173"/>
                  </a:cubicBezTo>
                  <a:cubicBezTo>
                    <a:pt x="49536" y="44781"/>
                    <a:pt x="49644" y="44427"/>
                    <a:pt x="49857" y="44095"/>
                  </a:cubicBezTo>
                  <a:cubicBezTo>
                    <a:pt x="49964" y="43929"/>
                    <a:pt x="50102" y="43864"/>
                    <a:pt x="50279" y="43864"/>
                  </a:cubicBezTo>
                  <a:cubicBezTo>
                    <a:pt x="50299" y="43864"/>
                    <a:pt x="50320" y="43864"/>
                    <a:pt x="50341" y="43866"/>
                  </a:cubicBezTo>
                  <a:cubicBezTo>
                    <a:pt x="50453" y="43876"/>
                    <a:pt x="50541" y="43883"/>
                    <a:pt x="50608" y="43883"/>
                  </a:cubicBezTo>
                  <a:cubicBezTo>
                    <a:pt x="50840" y="43883"/>
                    <a:pt x="50832" y="43793"/>
                    <a:pt x="50799" y="43387"/>
                  </a:cubicBezTo>
                  <a:cubicBezTo>
                    <a:pt x="50788" y="43305"/>
                    <a:pt x="50788" y="43224"/>
                    <a:pt x="50755" y="43148"/>
                  </a:cubicBezTo>
                  <a:cubicBezTo>
                    <a:pt x="50696" y="43063"/>
                    <a:pt x="50639" y="43028"/>
                    <a:pt x="50581" y="43028"/>
                  </a:cubicBezTo>
                  <a:cubicBezTo>
                    <a:pt x="50515" y="43028"/>
                    <a:pt x="50449" y="43073"/>
                    <a:pt x="50379" y="43142"/>
                  </a:cubicBezTo>
                  <a:cubicBezTo>
                    <a:pt x="50303" y="43214"/>
                    <a:pt x="50227" y="43286"/>
                    <a:pt x="50129" y="43286"/>
                  </a:cubicBezTo>
                  <a:cubicBezTo>
                    <a:pt x="50087" y="43286"/>
                    <a:pt x="50040" y="43273"/>
                    <a:pt x="49987" y="43240"/>
                  </a:cubicBezTo>
                  <a:cubicBezTo>
                    <a:pt x="50309" y="43153"/>
                    <a:pt x="50526" y="42745"/>
                    <a:pt x="50314" y="42609"/>
                  </a:cubicBezTo>
                  <a:cubicBezTo>
                    <a:pt x="50114" y="42476"/>
                    <a:pt x="49894" y="42329"/>
                    <a:pt x="49637" y="42329"/>
                  </a:cubicBezTo>
                  <a:cubicBezTo>
                    <a:pt x="49586" y="42329"/>
                    <a:pt x="49535" y="42335"/>
                    <a:pt x="49481" y="42347"/>
                  </a:cubicBezTo>
                  <a:cubicBezTo>
                    <a:pt x="49405" y="42445"/>
                    <a:pt x="49421" y="42570"/>
                    <a:pt x="49405" y="42679"/>
                  </a:cubicBezTo>
                  <a:cubicBezTo>
                    <a:pt x="49369" y="42897"/>
                    <a:pt x="49336" y="42984"/>
                    <a:pt x="49231" y="42984"/>
                  </a:cubicBezTo>
                  <a:cubicBezTo>
                    <a:pt x="49176" y="42984"/>
                    <a:pt x="49101" y="42960"/>
                    <a:pt x="48997" y="42919"/>
                  </a:cubicBezTo>
                  <a:cubicBezTo>
                    <a:pt x="48757" y="42821"/>
                    <a:pt x="48556" y="42658"/>
                    <a:pt x="48327" y="42543"/>
                  </a:cubicBezTo>
                  <a:cubicBezTo>
                    <a:pt x="48311" y="42537"/>
                    <a:pt x="48294" y="42535"/>
                    <a:pt x="48275" y="42535"/>
                  </a:cubicBezTo>
                  <a:cubicBezTo>
                    <a:pt x="48222" y="42535"/>
                    <a:pt x="48161" y="42553"/>
                    <a:pt x="48107" y="42553"/>
                  </a:cubicBezTo>
                  <a:cubicBezTo>
                    <a:pt x="48037" y="42553"/>
                    <a:pt x="47978" y="42524"/>
                    <a:pt x="47962" y="42391"/>
                  </a:cubicBezTo>
                  <a:cubicBezTo>
                    <a:pt x="47826" y="42233"/>
                    <a:pt x="47630" y="42178"/>
                    <a:pt x="47456" y="42080"/>
                  </a:cubicBezTo>
                  <a:cubicBezTo>
                    <a:pt x="47260" y="41972"/>
                    <a:pt x="47048" y="41890"/>
                    <a:pt x="46873" y="41754"/>
                  </a:cubicBezTo>
                  <a:cubicBezTo>
                    <a:pt x="45801" y="40905"/>
                    <a:pt x="44870" y="39941"/>
                    <a:pt x="44190" y="38738"/>
                  </a:cubicBezTo>
                  <a:cubicBezTo>
                    <a:pt x="43525" y="37567"/>
                    <a:pt x="42589" y="36577"/>
                    <a:pt x="41996" y="35363"/>
                  </a:cubicBezTo>
                  <a:cubicBezTo>
                    <a:pt x="41958" y="35292"/>
                    <a:pt x="41898" y="35232"/>
                    <a:pt x="41838" y="35172"/>
                  </a:cubicBezTo>
                  <a:cubicBezTo>
                    <a:pt x="41549" y="34878"/>
                    <a:pt x="41321" y="34530"/>
                    <a:pt x="41054" y="34214"/>
                  </a:cubicBezTo>
                  <a:cubicBezTo>
                    <a:pt x="40569" y="33637"/>
                    <a:pt x="40264" y="32929"/>
                    <a:pt x="39731" y="32385"/>
                  </a:cubicBezTo>
                  <a:cubicBezTo>
                    <a:pt x="39143" y="31786"/>
                    <a:pt x="38653" y="31105"/>
                    <a:pt x="38179" y="30419"/>
                  </a:cubicBezTo>
                  <a:cubicBezTo>
                    <a:pt x="38120" y="30327"/>
                    <a:pt x="38054" y="30251"/>
                    <a:pt x="37967" y="30180"/>
                  </a:cubicBezTo>
                  <a:cubicBezTo>
                    <a:pt x="37395" y="29706"/>
                    <a:pt x="36873" y="29184"/>
                    <a:pt x="36454" y="28563"/>
                  </a:cubicBezTo>
                  <a:cubicBezTo>
                    <a:pt x="36301" y="28334"/>
                    <a:pt x="36111" y="28138"/>
                    <a:pt x="35882" y="27986"/>
                  </a:cubicBezTo>
                  <a:cubicBezTo>
                    <a:pt x="35664" y="27855"/>
                    <a:pt x="35643" y="27600"/>
                    <a:pt x="35539" y="27398"/>
                  </a:cubicBezTo>
                  <a:cubicBezTo>
                    <a:pt x="35463" y="27250"/>
                    <a:pt x="35390" y="27125"/>
                    <a:pt x="35242" y="27125"/>
                  </a:cubicBezTo>
                  <a:cubicBezTo>
                    <a:pt x="35199" y="27125"/>
                    <a:pt x="35150" y="27135"/>
                    <a:pt x="35093" y="27159"/>
                  </a:cubicBezTo>
                  <a:cubicBezTo>
                    <a:pt x="35054" y="27174"/>
                    <a:pt x="35014" y="27182"/>
                    <a:pt x="34975" y="27182"/>
                  </a:cubicBezTo>
                  <a:cubicBezTo>
                    <a:pt x="34901" y="27182"/>
                    <a:pt x="34830" y="27153"/>
                    <a:pt x="34777" y="27082"/>
                  </a:cubicBezTo>
                  <a:cubicBezTo>
                    <a:pt x="34673" y="26930"/>
                    <a:pt x="34603" y="26750"/>
                    <a:pt x="34423" y="26669"/>
                  </a:cubicBezTo>
                  <a:cubicBezTo>
                    <a:pt x="34398" y="26671"/>
                    <a:pt x="34374" y="26672"/>
                    <a:pt x="34351" y="26672"/>
                  </a:cubicBezTo>
                  <a:cubicBezTo>
                    <a:pt x="34073" y="26672"/>
                    <a:pt x="33935" y="26495"/>
                    <a:pt x="33824" y="26244"/>
                  </a:cubicBezTo>
                  <a:cubicBezTo>
                    <a:pt x="33655" y="25847"/>
                    <a:pt x="33410" y="25525"/>
                    <a:pt x="32948" y="25400"/>
                  </a:cubicBezTo>
                  <a:cubicBezTo>
                    <a:pt x="32654" y="25324"/>
                    <a:pt x="32414" y="25117"/>
                    <a:pt x="32213" y="24883"/>
                  </a:cubicBezTo>
                  <a:cubicBezTo>
                    <a:pt x="32039" y="24736"/>
                    <a:pt x="31826" y="24654"/>
                    <a:pt x="31636" y="24545"/>
                  </a:cubicBezTo>
                  <a:cubicBezTo>
                    <a:pt x="31206" y="24306"/>
                    <a:pt x="30819" y="24017"/>
                    <a:pt x="30541" y="23609"/>
                  </a:cubicBezTo>
                  <a:cubicBezTo>
                    <a:pt x="30335" y="23299"/>
                    <a:pt x="30079" y="23054"/>
                    <a:pt x="29801" y="22809"/>
                  </a:cubicBezTo>
                  <a:cubicBezTo>
                    <a:pt x="29545" y="22586"/>
                    <a:pt x="29213" y="22450"/>
                    <a:pt x="29012" y="22166"/>
                  </a:cubicBezTo>
                  <a:cubicBezTo>
                    <a:pt x="28527" y="21480"/>
                    <a:pt x="27961" y="20865"/>
                    <a:pt x="27422" y="20228"/>
                  </a:cubicBezTo>
                  <a:cubicBezTo>
                    <a:pt x="27063" y="19804"/>
                    <a:pt x="26801" y="19308"/>
                    <a:pt x="26693" y="18753"/>
                  </a:cubicBezTo>
                  <a:cubicBezTo>
                    <a:pt x="26671" y="18633"/>
                    <a:pt x="26622" y="18508"/>
                    <a:pt x="26714" y="18405"/>
                  </a:cubicBezTo>
                  <a:cubicBezTo>
                    <a:pt x="26785" y="18416"/>
                    <a:pt x="26823" y="18443"/>
                    <a:pt x="26850" y="18486"/>
                  </a:cubicBezTo>
                  <a:cubicBezTo>
                    <a:pt x="27400" y="19461"/>
                    <a:pt x="28075" y="20354"/>
                    <a:pt x="28854" y="21159"/>
                  </a:cubicBezTo>
                  <a:cubicBezTo>
                    <a:pt x="28892" y="21203"/>
                    <a:pt x="28919" y="21257"/>
                    <a:pt x="28957" y="21306"/>
                  </a:cubicBezTo>
                  <a:cubicBezTo>
                    <a:pt x="29175" y="21578"/>
                    <a:pt x="29322" y="21916"/>
                    <a:pt x="29649" y="22096"/>
                  </a:cubicBezTo>
                  <a:cubicBezTo>
                    <a:pt x="30073" y="22477"/>
                    <a:pt x="30476" y="22885"/>
                    <a:pt x="30988" y="23157"/>
                  </a:cubicBezTo>
                  <a:cubicBezTo>
                    <a:pt x="31102" y="23217"/>
                    <a:pt x="31168" y="23342"/>
                    <a:pt x="31249" y="23440"/>
                  </a:cubicBezTo>
                  <a:cubicBezTo>
                    <a:pt x="31418" y="23642"/>
                    <a:pt x="31538" y="23876"/>
                    <a:pt x="31717" y="24061"/>
                  </a:cubicBezTo>
                  <a:cubicBezTo>
                    <a:pt x="31946" y="24181"/>
                    <a:pt x="32196" y="24273"/>
                    <a:pt x="32398" y="24437"/>
                  </a:cubicBezTo>
                  <a:cubicBezTo>
                    <a:pt x="33051" y="24959"/>
                    <a:pt x="33737" y="25444"/>
                    <a:pt x="34401" y="25950"/>
                  </a:cubicBezTo>
                  <a:cubicBezTo>
                    <a:pt x="34608" y="26108"/>
                    <a:pt x="34793" y="26293"/>
                    <a:pt x="34951" y="26500"/>
                  </a:cubicBezTo>
                  <a:cubicBezTo>
                    <a:pt x="35060" y="26641"/>
                    <a:pt x="35191" y="26756"/>
                    <a:pt x="35354" y="26832"/>
                  </a:cubicBezTo>
                  <a:cubicBezTo>
                    <a:pt x="35452" y="26897"/>
                    <a:pt x="35512" y="26995"/>
                    <a:pt x="35599" y="27066"/>
                  </a:cubicBezTo>
                  <a:cubicBezTo>
                    <a:pt x="36056" y="27387"/>
                    <a:pt x="36443" y="27785"/>
                    <a:pt x="36780" y="28226"/>
                  </a:cubicBezTo>
                  <a:cubicBezTo>
                    <a:pt x="37047" y="28569"/>
                    <a:pt x="37319" y="28901"/>
                    <a:pt x="37657" y="29189"/>
                  </a:cubicBezTo>
                  <a:cubicBezTo>
                    <a:pt x="38277" y="29712"/>
                    <a:pt x="38947" y="30180"/>
                    <a:pt x="39393" y="30882"/>
                  </a:cubicBezTo>
                  <a:cubicBezTo>
                    <a:pt x="39625" y="31153"/>
                    <a:pt x="39844" y="31436"/>
                    <a:pt x="40225" y="31436"/>
                  </a:cubicBezTo>
                  <a:cubicBezTo>
                    <a:pt x="40273" y="31436"/>
                    <a:pt x="40324" y="31431"/>
                    <a:pt x="40379" y="31421"/>
                  </a:cubicBezTo>
                  <a:cubicBezTo>
                    <a:pt x="40392" y="31419"/>
                    <a:pt x="40404" y="31417"/>
                    <a:pt x="40416" y="31417"/>
                  </a:cubicBezTo>
                  <a:cubicBezTo>
                    <a:pt x="40506" y="31417"/>
                    <a:pt x="40552" y="31489"/>
                    <a:pt x="40542" y="31595"/>
                  </a:cubicBezTo>
                  <a:cubicBezTo>
                    <a:pt x="40531" y="31688"/>
                    <a:pt x="40504" y="31780"/>
                    <a:pt x="40542" y="31873"/>
                  </a:cubicBezTo>
                  <a:cubicBezTo>
                    <a:pt x="40564" y="31906"/>
                    <a:pt x="40580" y="31933"/>
                    <a:pt x="40607" y="31955"/>
                  </a:cubicBezTo>
                  <a:cubicBezTo>
                    <a:pt x="41789" y="33120"/>
                    <a:pt x="42970" y="34285"/>
                    <a:pt x="43678" y="35831"/>
                  </a:cubicBezTo>
                  <a:cubicBezTo>
                    <a:pt x="43863" y="36234"/>
                    <a:pt x="44124" y="36609"/>
                    <a:pt x="44435" y="36936"/>
                  </a:cubicBezTo>
                  <a:cubicBezTo>
                    <a:pt x="44497" y="36998"/>
                    <a:pt x="44557" y="37128"/>
                    <a:pt x="44656" y="37128"/>
                  </a:cubicBezTo>
                  <a:cubicBezTo>
                    <a:pt x="44695" y="37128"/>
                    <a:pt x="44740" y="37108"/>
                    <a:pt x="44794" y="37056"/>
                  </a:cubicBezTo>
                  <a:cubicBezTo>
                    <a:pt x="44799" y="37018"/>
                    <a:pt x="44794" y="36985"/>
                    <a:pt x="44783" y="36947"/>
                  </a:cubicBezTo>
                  <a:cubicBezTo>
                    <a:pt x="44778" y="36929"/>
                    <a:pt x="44778" y="36918"/>
                    <a:pt x="44774" y="36918"/>
                  </a:cubicBezTo>
                  <a:cubicBezTo>
                    <a:pt x="44774" y="36918"/>
                    <a:pt x="44773" y="36919"/>
                    <a:pt x="44772" y="36920"/>
                  </a:cubicBezTo>
                  <a:cubicBezTo>
                    <a:pt x="44769" y="36920"/>
                    <a:pt x="44766" y="36921"/>
                    <a:pt x="44764" y="36921"/>
                  </a:cubicBezTo>
                  <a:cubicBezTo>
                    <a:pt x="44736" y="36921"/>
                    <a:pt x="44743" y="36880"/>
                    <a:pt x="44754" y="36880"/>
                  </a:cubicBezTo>
                  <a:cubicBezTo>
                    <a:pt x="44758" y="36880"/>
                    <a:pt x="44763" y="36885"/>
                    <a:pt x="44767" y="36898"/>
                  </a:cubicBezTo>
                  <a:cubicBezTo>
                    <a:pt x="45104" y="37388"/>
                    <a:pt x="45327" y="37965"/>
                    <a:pt x="45785" y="38395"/>
                  </a:cubicBezTo>
                  <a:cubicBezTo>
                    <a:pt x="45926" y="38526"/>
                    <a:pt x="46030" y="38705"/>
                    <a:pt x="46139" y="38879"/>
                  </a:cubicBezTo>
                  <a:cubicBezTo>
                    <a:pt x="46547" y="39527"/>
                    <a:pt x="47075" y="40083"/>
                    <a:pt x="47587" y="40654"/>
                  </a:cubicBezTo>
                  <a:cubicBezTo>
                    <a:pt x="47696" y="40779"/>
                    <a:pt x="47832" y="40877"/>
                    <a:pt x="47968" y="40964"/>
                  </a:cubicBezTo>
                  <a:cubicBezTo>
                    <a:pt x="48013" y="40992"/>
                    <a:pt x="48058" y="41027"/>
                    <a:pt x="48106" y="41027"/>
                  </a:cubicBezTo>
                  <a:cubicBezTo>
                    <a:pt x="48133" y="41027"/>
                    <a:pt x="48161" y="41016"/>
                    <a:pt x="48191" y="40986"/>
                  </a:cubicBezTo>
                  <a:cubicBezTo>
                    <a:pt x="48251" y="40839"/>
                    <a:pt x="48398" y="40714"/>
                    <a:pt x="48322" y="40524"/>
                  </a:cubicBezTo>
                  <a:cubicBezTo>
                    <a:pt x="48296" y="40491"/>
                    <a:pt x="48266" y="40483"/>
                    <a:pt x="48234" y="40483"/>
                  </a:cubicBezTo>
                  <a:cubicBezTo>
                    <a:pt x="48204" y="40483"/>
                    <a:pt x="48172" y="40490"/>
                    <a:pt x="48142" y="40490"/>
                  </a:cubicBezTo>
                  <a:cubicBezTo>
                    <a:pt x="48129" y="40490"/>
                    <a:pt x="48116" y="40489"/>
                    <a:pt x="48104" y="40485"/>
                  </a:cubicBezTo>
                  <a:cubicBezTo>
                    <a:pt x="48430" y="40235"/>
                    <a:pt x="48637" y="39897"/>
                    <a:pt x="48833" y="39549"/>
                  </a:cubicBezTo>
                  <a:cubicBezTo>
                    <a:pt x="49122" y="39043"/>
                    <a:pt x="49122" y="39043"/>
                    <a:pt x="48686" y="38673"/>
                  </a:cubicBezTo>
                  <a:cubicBezTo>
                    <a:pt x="48697" y="38672"/>
                    <a:pt x="48708" y="38672"/>
                    <a:pt x="48719" y="38672"/>
                  </a:cubicBezTo>
                  <a:cubicBezTo>
                    <a:pt x="48964" y="38672"/>
                    <a:pt x="49154" y="38843"/>
                    <a:pt x="49389" y="38874"/>
                  </a:cubicBezTo>
                  <a:cubicBezTo>
                    <a:pt x="49753" y="38765"/>
                    <a:pt x="49933" y="38498"/>
                    <a:pt x="50015" y="38150"/>
                  </a:cubicBezTo>
                  <a:cubicBezTo>
                    <a:pt x="50031" y="37981"/>
                    <a:pt x="50162" y="37889"/>
                    <a:pt x="50265" y="37774"/>
                  </a:cubicBezTo>
                  <a:cubicBezTo>
                    <a:pt x="50858" y="37148"/>
                    <a:pt x="51561" y="36653"/>
                    <a:pt x="52225" y="36103"/>
                  </a:cubicBezTo>
                  <a:cubicBezTo>
                    <a:pt x="52862" y="35580"/>
                    <a:pt x="53433" y="35020"/>
                    <a:pt x="53766" y="34252"/>
                  </a:cubicBezTo>
                  <a:cubicBezTo>
                    <a:pt x="53806" y="34161"/>
                    <a:pt x="53828" y="34032"/>
                    <a:pt x="53966" y="34032"/>
                  </a:cubicBezTo>
                  <a:cubicBezTo>
                    <a:pt x="53977" y="34032"/>
                    <a:pt x="53988" y="34033"/>
                    <a:pt x="54000" y="34034"/>
                  </a:cubicBezTo>
                  <a:cubicBezTo>
                    <a:pt x="54082" y="34051"/>
                    <a:pt x="54164" y="34058"/>
                    <a:pt x="54245" y="34058"/>
                  </a:cubicBezTo>
                  <a:cubicBezTo>
                    <a:pt x="54430" y="34058"/>
                    <a:pt x="54612" y="34019"/>
                    <a:pt x="54794" y="33958"/>
                  </a:cubicBezTo>
                  <a:cubicBezTo>
                    <a:pt x="54845" y="33953"/>
                    <a:pt x="54896" y="33951"/>
                    <a:pt x="54947" y="33951"/>
                  </a:cubicBezTo>
                  <a:cubicBezTo>
                    <a:pt x="55119" y="33951"/>
                    <a:pt x="55291" y="33978"/>
                    <a:pt x="55459" y="34029"/>
                  </a:cubicBezTo>
                  <a:cubicBezTo>
                    <a:pt x="56547" y="34350"/>
                    <a:pt x="57538" y="34900"/>
                    <a:pt x="58535" y="35417"/>
                  </a:cubicBezTo>
                  <a:cubicBezTo>
                    <a:pt x="59188" y="35755"/>
                    <a:pt x="59857" y="36021"/>
                    <a:pt x="60560" y="36228"/>
                  </a:cubicBezTo>
                  <a:cubicBezTo>
                    <a:pt x="61150" y="36405"/>
                    <a:pt x="61762" y="36482"/>
                    <a:pt x="62270" y="36693"/>
                  </a:cubicBezTo>
                  <a:lnTo>
                    <a:pt x="62270" y="36693"/>
                  </a:lnTo>
                  <a:cubicBezTo>
                    <a:pt x="62259" y="36690"/>
                    <a:pt x="62245" y="36687"/>
                    <a:pt x="62231" y="36687"/>
                  </a:cubicBezTo>
                  <a:cubicBezTo>
                    <a:pt x="62187" y="36687"/>
                    <a:pt x="62132" y="36707"/>
                    <a:pt x="62084" y="36773"/>
                  </a:cubicBezTo>
                  <a:cubicBezTo>
                    <a:pt x="62296" y="36800"/>
                    <a:pt x="62334" y="37056"/>
                    <a:pt x="62530" y="37099"/>
                  </a:cubicBezTo>
                  <a:cubicBezTo>
                    <a:pt x="62612" y="37084"/>
                    <a:pt x="62692" y="37076"/>
                    <a:pt x="62771" y="37076"/>
                  </a:cubicBezTo>
                  <a:cubicBezTo>
                    <a:pt x="62994" y="37076"/>
                    <a:pt x="63210" y="37133"/>
                    <a:pt x="63423" y="37214"/>
                  </a:cubicBezTo>
                  <a:cubicBezTo>
                    <a:pt x="64044" y="37459"/>
                    <a:pt x="64610" y="37791"/>
                    <a:pt x="65144" y="38188"/>
                  </a:cubicBezTo>
                  <a:cubicBezTo>
                    <a:pt x="65546" y="38493"/>
                    <a:pt x="65917" y="38858"/>
                    <a:pt x="66368" y="39081"/>
                  </a:cubicBezTo>
                  <a:cubicBezTo>
                    <a:pt x="66771" y="39271"/>
                    <a:pt x="67060" y="39554"/>
                    <a:pt x="67343" y="39876"/>
                  </a:cubicBezTo>
                  <a:cubicBezTo>
                    <a:pt x="67686" y="40257"/>
                    <a:pt x="68013" y="40681"/>
                    <a:pt x="68475" y="40926"/>
                  </a:cubicBezTo>
                  <a:cubicBezTo>
                    <a:pt x="69357" y="41395"/>
                    <a:pt x="70315" y="41585"/>
                    <a:pt x="71295" y="41656"/>
                  </a:cubicBezTo>
                  <a:cubicBezTo>
                    <a:pt x="71339" y="41660"/>
                    <a:pt x="71390" y="41665"/>
                    <a:pt x="71439" y="41665"/>
                  </a:cubicBezTo>
                  <a:cubicBezTo>
                    <a:pt x="71532" y="41665"/>
                    <a:pt x="71619" y="41645"/>
                    <a:pt x="71633" y="41552"/>
                  </a:cubicBezTo>
                  <a:cubicBezTo>
                    <a:pt x="71660" y="41389"/>
                    <a:pt x="71459" y="41395"/>
                    <a:pt x="71344" y="41362"/>
                  </a:cubicBezTo>
                  <a:cubicBezTo>
                    <a:pt x="70620" y="41155"/>
                    <a:pt x="70070" y="40665"/>
                    <a:pt x="69493" y="40213"/>
                  </a:cubicBezTo>
                  <a:cubicBezTo>
                    <a:pt x="69406" y="40148"/>
                    <a:pt x="69216" y="40023"/>
                    <a:pt x="69482" y="39908"/>
                  </a:cubicBezTo>
                  <a:cubicBezTo>
                    <a:pt x="69523" y="39898"/>
                    <a:pt x="69563" y="39894"/>
                    <a:pt x="69602" y="39894"/>
                  </a:cubicBezTo>
                  <a:cubicBezTo>
                    <a:pt x="69692" y="39894"/>
                    <a:pt x="69780" y="39916"/>
                    <a:pt x="69863" y="39946"/>
                  </a:cubicBezTo>
                  <a:cubicBezTo>
                    <a:pt x="70176" y="40067"/>
                    <a:pt x="70493" y="40117"/>
                    <a:pt x="70813" y="40117"/>
                  </a:cubicBezTo>
                  <a:cubicBezTo>
                    <a:pt x="71029" y="40117"/>
                    <a:pt x="71245" y="40095"/>
                    <a:pt x="71464" y="40055"/>
                  </a:cubicBezTo>
                  <a:cubicBezTo>
                    <a:pt x="71969" y="39969"/>
                    <a:pt x="72487" y="39934"/>
                    <a:pt x="72997" y="39934"/>
                  </a:cubicBezTo>
                  <a:cubicBezTo>
                    <a:pt x="73131" y="39934"/>
                    <a:pt x="73264" y="39936"/>
                    <a:pt x="73397" y="39941"/>
                  </a:cubicBezTo>
                  <a:cubicBezTo>
                    <a:pt x="74801" y="39985"/>
                    <a:pt x="76108" y="40409"/>
                    <a:pt x="77224" y="41302"/>
                  </a:cubicBezTo>
                  <a:cubicBezTo>
                    <a:pt x="77686" y="41672"/>
                    <a:pt x="78176" y="41982"/>
                    <a:pt x="78694" y="42276"/>
                  </a:cubicBezTo>
                  <a:cubicBezTo>
                    <a:pt x="79450" y="42712"/>
                    <a:pt x="80011" y="43333"/>
                    <a:pt x="80131" y="44258"/>
                  </a:cubicBezTo>
                  <a:cubicBezTo>
                    <a:pt x="80169" y="44541"/>
                    <a:pt x="80191" y="44819"/>
                    <a:pt x="80196" y="45102"/>
                  </a:cubicBezTo>
                  <a:cubicBezTo>
                    <a:pt x="80202" y="45205"/>
                    <a:pt x="80191" y="45341"/>
                    <a:pt x="80305" y="45380"/>
                  </a:cubicBezTo>
                  <a:cubicBezTo>
                    <a:pt x="80324" y="45385"/>
                    <a:pt x="80341" y="45388"/>
                    <a:pt x="80357" y="45388"/>
                  </a:cubicBezTo>
                  <a:cubicBezTo>
                    <a:pt x="80460" y="45388"/>
                    <a:pt x="80521" y="45280"/>
                    <a:pt x="80577" y="45200"/>
                  </a:cubicBezTo>
                  <a:cubicBezTo>
                    <a:pt x="80751" y="44928"/>
                    <a:pt x="80860" y="44639"/>
                    <a:pt x="80882" y="44307"/>
                  </a:cubicBezTo>
                  <a:cubicBezTo>
                    <a:pt x="80915" y="43855"/>
                    <a:pt x="80828" y="43420"/>
                    <a:pt x="80713" y="42990"/>
                  </a:cubicBezTo>
                  <a:cubicBezTo>
                    <a:pt x="80528" y="42521"/>
                    <a:pt x="80218" y="42102"/>
                    <a:pt x="80147" y="41585"/>
                  </a:cubicBezTo>
                  <a:cubicBezTo>
                    <a:pt x="80202" y="41405"/>
                    <a:pt x="80055" y="41346"/>
                    <a:pt x="79946" y="41269"/>
                  </a:cubicBezTo>
                  <a:cubicBezTo>
                    <a:pt x="79603" y="41024"/>
                    <a:pt x="79243" y="40812"/>
                    <a:pt x="78868" y="40627"/>
                  </a:cubicBezTo>
                  <a:cubicBezTo>
                    <a:pt x="78683" y="40534"/>
                    <a:pt x="78503" y="40431"/>
                    <a:pt x="78356" y="40251"/>
                  </a:cubicBezTo>
                  <a:lnTo>
                    <a:pt x="78356" y="40251"/>
                  </a:lnTo>
                  <a:cubicBezTo>
                    <a:pt x="78416" y="40266"/>
                    <a:pt x="78469" y="40280"/>
                    <a:pt x="78519" y="40280"/>
                  </a:cubicBezTo>
                  <a:cubicBezTo>
                    <a:pt x="78560" y="40280"/>
                    <a:pt x="78600" y="40270"/>
                    <a:pt x="78639" y="40246"/>
                  </a:cubicBezTo>
                  <a:cubicBezTo>
                    <a:pt x="78666" y="39876"/>
                    <a:pt x="78378" y="39778"/>
                    <a:pt x="78122" y="39685"/>
                  </a:cubicBezTo>
                  <a:cubicBezTo>
                    <a:pt x="77768" y="39560"/>
                    <a:pt x="77393" y="39500"/>
                    <a:pt x="77022" y="39424"/>
                  </a:cubicBezTo>
                  <a:cubicBezTo>
                    <a:pt x="76489" y="39271"/>
                    <a:pt x="75934" y="39239"/>
                    <a:pt x="75400" y="39092"/>
                  </a:cubicBezTo>
                  <a:cubicBezTo>
                    <a:pt x="74331" y="38805"/>
                    <a:pt x="73254" y="38616"/>
                    <a:pt x="72153" y="38616"/>
                  </a:cubicBezTo>
                  <a:cubicBezTo>
                    <a:pt x="71959" y="38616"/>
                    <a:pt x="71764" y="38622"/>
                    <a:pt x="71567" y="38634"/>
                  </a:cubicBezTo>
                  <a:cubicBezTo>
                    <a:pt x="71546" y="38636"/>
                    <a:pt x="71525" y="38636"/>
                    <a:pt x="71504" y="38636"/>
                  </a:cubicBezTo>
                  <a:cubicBezTo>
                    <a:pt x="71187" y="38636"/>
                    <a:pt x="70907" y="38488"/>
                    <a:pt x="70642" y="38330"/>
                  </a:cubicBezTo>
                  <a:cubicBezTo>
                    <a:pt x="70348" y="38155"/>
                    <a:pt x="70343" y="38057"/>
                    <a:pt x="70598" y="37829"/>
                  </a:cubicBezTo>
                  <a:cubicBezTo>
                    <a:pt x="70920" y="37546"/>
                    <a:pt x="71083" y="37203"/>
                    <a:pt x="71012" y="36767"/>
                  </a:cubicBezTo>
                  <a:cubicBezTo>
                    <a:pt x="70773" y="36206"/>
                    <a:pt x="70909" y="35618"/>
                    <a:pt x="70914" y="35041"/>
                  </a:cubicBezTo>
                  <a:cubicBezTo>
                    <a:pt x="70920" y="34889"/>
                    <a:pt x="70963" y="34720"/>
                    <a:pt x="71067" y="34584"/>
                  </a:cubicBezTo>
                  <a:cubicBezTo>
                    <a:pt x="71312" y="33909"/>
                    <a:pt x="71627" y="33261"/>
                    <a:pt x="71900" y="32603"/>
                  </a:cubicBezTo>
                  <a:cubicBezTo>
                    <a:pt x="72389" y="31427"/>
                    <a:pt x="73168" y="30523"/>
                    <a:pt x="74186" y="29793"/>
                  </a:cubicBezTo>
                  <a:cubicBezTo>
                    <a:pt x="74632" y="29472"/>
                    <a:pt x="75090" y="29162"/>
                    <a:pt x="75536" y="28841"/>
                  </a:cubicBezTo>
                  <a:cubicBezTo>
                    <a:pt x="75536" y="28667"/>
                    <a:pt x="75683" y="28514"/>
                    <a:pt x="75607" y="28334"/>
                  </a:cubicBezTo>
                  <a:cubicBezTo>
                    <a:pt x="75389" y="28182"/>
                    <a:pt x="75525" y="27959"/>
                    <a:pt x="75498" y="27774"/>
                  </a:cubicBezTo>
                  <a:cubicBezTo>
                    <a:pt x="75469" y="27583"/>
                    <a:pt x="75436" y="27421"/>
                    <a:pt x="75241" y="27421"/>
                  </a:cubicBezTo>
                  <a:cubicBezTo>
                    <a:pt x="75214" y="27421"/>
                    <a:pt x="75184" y="27424"/>
                    <a:pt x="75150" y="27431"/>
                  </a:cubicBezTo>
                  <a:cubicBezTo>
                    <a:pt x="75008" y="27491"/>
                    <a:pt x="74894" y="27594"/>
                    <a:pt x="74763" y="27670"/>
                  </a:cubicBezTo>
                  <a:cubicBezTo>
                    <a:pt x="74377" y="27893"/>
                    <a:pt x="74077" y="28236"/>
                    <a:pt x="73663" y="28411"/>
                  </a:cubicBezTo>
                  <a:cubicBezTo>
                    <a:pt x="73250" y="28607"/>
                    <a:pt x="72950" y="28944"/>
                    <a:pt x="72607" y="29227"/>
                  </a:cubicBezTo>
                  <a:cubicBezTo>
                    <a:pt x="71431" y="30207"/>
                    <a:pt x="70691" y="31438"/>
                    <a:pt x="70479" y="32967"/>
                  </a:cubicBezTo>
                  <a:cubicBezTo>
                    <a:pt x="70375" y="33735"/>
                    <a:pt x="70370" y="34513"/>
                    <a:pt x="70147" y="35265"/>
                  </a:cubicBezTo>
                  <a:cubicBezTo>
                    <a:pt x="69956" y="35923"/>
                    <a:pt x="69885" y="36114"/>
                    <a:pt x="69569" y="36473"/>
                  </a:cubicBezTo>
                  <a:cubicBezTo>
                    <a:pt x="69586" y="36424"/>
                    <a:pt x="69586" y="36381"/>
                    <a:pt x="69575" y="36332"/>
                  </a:cubicBezTo>
                  <a:cubicBezTo>
                    <a:pt x="69478" y="36253"/>
                    <a:pt x="69381" y="36226"/>
                    <a:pt x="69285" y="36226"/>
                  </a:cubicBezTo>
                  <a:cubicBezTo>
                    <a:pt x="69129" y="36226"/>
                    <a:pt x="68973" y="36299"/>
                    <a:pt x="68818" y="36343"/>
                  </a:cubicBezTo>
                  <a:cubicBezTo>
                    <a:pt x="68633" y="36147"/>
                    <a:pt x="68470" y="35929"/>
                    <a:pt x="68350" y="35684"/>
                  </a:cubicBezTo>
                  <a:cubicBezTo>
                    <a:pt x="68127" y="35232"/>
                    <a:pt x="67844" y="34813"/>
                    <a:pt x="67582" y="34377"/>
                  </a:cubicBezTo>
                  <a:cubicBezTo>
                    <a:pt x="67016" y="33446"/>
                    <a:pt x="66374" y="32564"/>
                    <a:pt x="65966" y="31530"/>
                  </a:cubicBezTo>
                  <a:cubicBezTo>
                    <a:pt x="65552" y="30490"/>
                    <a:pt x="64937" y="29548"/>
                    <a:pt x="64283" y="28639"/>
                  </a:cubicBezTo>
                  <a:cubicBezTo>
                    <a:pt x="64234" y="28590"/>
                    <a:pt x="64180" y="28541"/>
                    <a:pt x="64142" y="28481"/>
                  </a:cubicBezTo>
                  <a:cubicBezTo>
                    <a:pt x="63472" y="27414"/>
                    <a:pt x="62694" y="26424"/>
                    <a:pt x="61899" y="25449"/>
                  </a:cubicBezTo>
                  <a:cubicBezTo>
                    <a:pt x="61719" y="25297"/>
                    <a:pt x="61556" y="25133"/>
                    <a:pt x="61376" y="24976"/>
                  </a:cubicBezTo>
                  <a:cubicBezTo>
                    <a:pt x="60690" y="24360"/>
                    <a:pt x="60157" y="23609"/>
                    <a:pt x="59563" y="22907"/>
                  </a:cubicBezTo>
                  <a:cubicBezTo>
                    <a:pt x="58992" y="22232"/>
                    <a:pt x="58339" y="21715"/>
                    <a:pt x="57462" y="21431"/>
                  </a:cubicBezTo>
                  <a:cubicBezTo>
                    <a:pt x="56243" y="21034"/>
                    <a:pt x="55012" y="20686"/>
                    <a:pt x="53733" y="20544"/>
                  </a:cubicBezTo>
                  <a:cubicBezTo>
                    <a:pt x="53513" y="20519"/>
                    <a:pt x="53296" y="20495"/>
                    <a:pt x="53078" y="20495"/>
                  </a:cubicBezTo>
                  <a:cubicBezTo>
                    <a:pt x="52923" y="20495"/>
                    <a:pt x="52768" y="20507"/>
                    <a:pt x="52611" y="20539"/>
                  </a:cubicBezTo>
                  <a:cubicBezTo>
                    <a:pt x="52372" y="20588"/>
                    <a:pt x="52165" y="20686"/>
                    <a:pt x="52007" y="20876"/>
                  </a:cubicBezTo>
                  <a:cubicBezTo>
                    <a:pt x="51958" y="20942"/>
                    <a:pt x="51915" y="21023"/>
                    <a:pt x="51974" y="21105"/>
                  </a:cubicBezTo>
                  <a:cubicBezTo>
                    <a:pt x="52010" y="21159"/>
                    <a:pt x="52064" y="21172"/>
                    <a:pt x="52122" y="21172"/>
                  </a:cubicBezTo>
                  <a:cubicBezTo>
                    <a:pt x="52134" y="21172"/>
                    <a:pt x="52147" y="21171"/>
                    <a:pt x="52160" y="21170"/>
                  </a:cubicBezTo>
                  <a:cubicBezTo>
                    <a:pt x="52339" y="21159"/>
                    <a:pt x="52508" y="21094"/>
                    <a:pt x="52677" y="21045"/>
                  </a:cubicBezTo>
                  <a:cubicBezTo>
                    <a:pt x="52773" y="21018"/>
                    <a:pt x="52867" y="21004"/>
                    <a:pt x="52956" y="21004"/>
                  </a:cubicBezTo>
                  <a:cubicBezTo>
                    <a:pt x="53172" y="21004"/>
                    <a:pt x="53366" y="21089"/>
                    <a:pt x="53531" y="21290"/>
                  </a:cubicBezTo>
                  <a:cubicBezTo>
                    <a:pt x="53629" y="21404"/>
                    <a:pt x="53711" y="21540"/>
                    <a:pt x="53864" y="21606"/>
                  </a:cubicBezTo>
                  <a:cubicBezTo>
                    <a:pt x="54419" y="21725"/>
                    <a:pt x="54887" y="22085"/>
                    <a:pt x="55426" y="22232"/>
                  </a:cubicBezTo>
                  <a:cubicBezTo>
                    <a:pt x="55932" y="22368"/>
                    <a:pt x="56351" y="22607"/>
                    <a:pt x="56754" y="22929"/>
                  </a:cubicBezTo>
                  <a:cubicBezTo>
                    <a:pt x="57233" y="23310"/>
                    <a:pt x="57729" y="23664"/>
                    <a:pt x="58317" y="23865"/>
                  </a:cubicBezTo>
                  <a:cubicBezTo>
                    <a:pt x="59716" y="24589"/>
                    <a:pt x="60957" y="25504"/>
                    <a:pt x="61736" y="26914"/>
                  </a:cubicBezTo>
                  <a:cubicBezTo>
                    <a:pt x="62253" y="27850"/>
                    <a:pt x="62726" y="28808"/>
                    <a:pt x="63342" y="29685"/>
                  </a:cubicBezTo>
                  <a:cubicBezTo>
                    <a:pt x="63385" y="29750"/>
                    <a:pt x="63401" y="29810"/>
                    <a:pt x="63374" y="29886"/>
                  </a:cubicBezTo>
                  <a:cubicBezTo>
                    <a:pt x="63342" y="30191"/>
                    <a:pt x="63527" y="30441"/>
                    <a:pt x="63619" y="30713"/>
                  </a:cubicBezTo>
                  <a:cubicBezTo>
                    <a:pt x="63897" y="31519"/>
                    <a:pt x="64311" y="32249"/>
                    <a:pt x="64920" y="32853"/>
                  </a:cubicBezTo>
                  <a:cubicBezTo>
                    <a:pt x="65367" y="33321"/>
                    <a:pt x="65644" y="33898"/>
                    <a:pt x="65982" y="34432"/>
                  </a:cubicBezTo>
                  <a:cubicBezTo>
                    <a:pt x="66020" y="34492"/>
                    <a:pt x="66069" y="34557"/>
                    <a:pt x="66020" y="34628"/>
                  </a:cubicBezTo>
                  <a:cubicBezTo>
                    <a:pt x="65988" y="34672"/>
                    <a:pt x="65946" y="34686"/>
                    <a:pt x="65902" y="34686"/>
                  </a:cubicBezTo>
                  <a:cubicBezTo>
                    <a:pt x="65865" y="34686"/>
                    <a:pt x="65826" y="34676"/>
                    <a:pt x="65791" y="34666"/>
                  </a:cubicBezTo>
                  <a:cubicBezTo>
                    <a:pt x="65541" y="34595"/>
                    <a:pt x="65329" y="34437"/>
                    <a:pt x="65084" y="34345"/>
                  </a:cubicBezTo>
                  <a:cubicBezTo>
                    <a:pt x="64904" y="34268"/>
                    <a:pt x="64746" y="34143"/>
                    <a:pt x="64534" y="34121"/>
                  </a:cubicBezTo>
                  <a:cubicBezTo>
                    <a:pt x="64033" y="34072"/>
                    <a:pt x="63614" y="33800"/>
                    <a:pt x="63189" y="33566"/>
                  </a:cubicBezTo>
                  <a:cubicBezTo>
                    <a:pt x="62552" y="33092"/>
                    <a:pt x="62073" y="32483"/>
                    <a:pt x="61752" y="31759"/>
                  </a:cubicBezTo>
                  <a:cubicBezTo>
                    <a:pt x="61175" y="30458"/>
                    <a:pt x="60222" y="29527"/>
                    <a:pt x="58975" y="28857"/>
                  </a:cubicBezTo>
                  <a:cubicBezTo>
                    <a:pt x="58262" y="28471"/>
                    <a:pt x="57495" y="28193"/>
                    <a:pt x="56782" y="27806"/>
                  </a:cubicBezTo>
                  <a:cubicBezTo>
                    <a:pt x="55083" y="26886"/>
                    <a:pt x="53303" y="26141"/>
                    <a:pt x="51523" y="25406"/>
                  </a:cubicBezTo>
                  <a:cubicBezTo>
                    <a:pt x="50984" y="25185"/>
                    <a:pt x="50407" y="25023"/>
                    <a:pt x="49815" y="25023"/>
                  </a:cubicBezTo>
                  <a:cubicBezTo>
                    <a:pt x="49778" y="25023"/>
                    <a:pt x="49741" y="25023"/>
                    <a:pt x="49704" y="25025"/>
                  </a:cubicBezTo>
                  <a:cubicBezTo>
                    <a:pt x="49193" y="25041"/>
                    <a:pt x="48670" y="25084"/>
                    <a:pt x="48164" y="25199"/>
                  </a:cubicBezTo>
                  <a:cubicBezTo>
                    <a:pt x="47984" y="25237"/>
                    <a:pt x="47674" y="25182"/>
                    <a:pt x="47696" y="25422"/>
                  </a:cubicBezTo>
                  <a:cubicBezTo>
                    <a:pt x="47704" y="25511"/>
                    <a:pt x="47794" y="25538"/>
                    <a:pt x="47904" y="25538"/>
                  </a:cubicBezTo>
                  <a:cubicBezTo>
                    <a:pt x="48003" y="25538"/>
                    <a:pt x="48117" y="25516"/>
                    <a:pt x="48202" y="25498"/>
                  </a:cubicBezTo>
                  <a:cubicBezTo>
                    <a:pt x="48283" y="25480"/>
                    <a:pt x="48360" y="25470"/>
                    <a:pt x="48434" y="25470"/>
                  </a:cubicBezTo>
                  <a:cubicBezTo>
                    <a:pt x="48648" y="25470"/>
                    <a:pt x="48831" y="25553"/>
                    <a:pt x="48980" y="25759"/>
                  </a:cubicBezTo>
                  <a:cubicBezTo>
                    <a:pt x="49098" y="25918"/>
                    <a:pt x="49257" y="26005"/>
                    <a:pt x="49447" y="26005"/>
                  </a:cubicBezTo>
                  <a:cubicBezTo>
                    <a:pt x="49486" y="26005"/>
                    <a:pt x="49527" y="26001"/>
                    <a:pt x="49568" y="25994"/>
                  </a:cubicBezTo>
                  <a:cubicBezTo>
                    <a:pt x="49614" y="25980"/>
                    <a:pt x="49658" y="25975"/>
                    <a:pt x="49702" y="25975"/>
                  </a:cubicBezTo>
                  <a:cubicBezTo>
                    <a:pt x="49762" y="25975"/>
                    <a:pt x="49821" y="25984"/>
                    <a:pt x="49884" y="25994"/>
                  </a:cubicBezTo>
                  <a:cubicBezTo>
                    <a:pt x="50684" y="26146"/>
                    <a:pt x="51452" y="26402"/>
                    <a:pt x="52214" y="26685"/>
                  </a:cubicBezTo>
                  <a:cubicBezTo>
                    <a:pt x="52807" y="26908"/>
                    <a:pt x="53357" y="27257"/>
                    <a:pt x="53978" y="27398"/>
                  </a:cubicBezTo>
                  <a:cubicBezTo>
                    <a:pt x="54571" y="27529"/>
                    <a:pt x="55067" y="27828"/>
                    <a:pt x="55589" y="28095"/>
                  </a:cubicBezTo>
                  <a:cubicBezTo>
                    <a:pt x="55905" y="28291"/>
                    <a:pt x="56248" y="28411"/>
                    <a:pt x="56591" y="28530"/>
                  </a:cubicBezTo>
                  <a:cubicBezTo>
                    <a:pt x="57152" y="28726"/>
                    <a:pt x="57614" y="29064"/>
                    <a:pt x="58034" y="29461"/>
                  </a:cubicBezTo>
                  <a:cubicBezTo>
                    <a:pt x="59079" y="30452"/>
                    <a:pt x="60021" y="31536"/>
                    <a:pt x="61033" y="32608"/>
                  </a:cubicBezTo>
                  <a:cubicBezTo>
                    <a:pt x="60971" y="32579"/>
                    <a:pt x="60923" y="32561"/>
                    <a:pt x="60880" y="32561"/>
                  </a:cubicBezTo>
                  <a:cubicBezTo>
                    <a:pt x="60851" y="32561"/>
                    <a:pt x="60825" y="32569"/>
                    <a:pt x="60799" y="32586"/>
                  </a:cubicBezTo>
                  <a:cubicBezTo>
                    <a:pt x="60723" y="32652"/>
                    <a:pt x="60701" y="32744"/>
                    <a:pt x="60669" y="32831"/>
                  </a:cubicBezTo>
                  <a:cubicBezTo>
                    <a:pt x="60579" y="33101"/>
                    <a:pt x="60519" y="33222"/>
                    <a:pt x="60394" y="33222"/>
                  </a:cubicBezTo>
                  <a:cubicBezTo>
                    <a:pt x="60314" y="33222"/>
                    <a:pt x="60207" y="33173"/>
                    <a:pt x="60048" y="33082"/>
                  </a:cubicBezTo>
                  <a:cubicBezTo>
                    <a:pt x="59204" y="32597"/>
                    <a:pt x="58409" y="32058"/>
                    <a:pt x="57756" y="31323"/>
                  </a:cubicBezTo>
                  <a:cubicBezTo>
                    <a:pt x="57587" y="31138"/>
                    <a:pt x="57478" y="30915"/>
                    <a:pt x="57293" y="30746"/>
                  </a:cubicBezTo>
                  <a:cubicBezTo>
                    <a:pt x="56433" y="29984"/>
                    <a:pt x="55497" y="29342"/>
                    <a:pt x="54441" y="28868"/>
                  </a:cubicBezTo>
                  <a:cubicBezTo>
                    <a:pt x="54211" y="28766"/>
                    <a:pt x="54071" y="28705"/>
                    <a:pt x="53969" y="28705"/>
                  </a:cubicBezTo>
                  <a:cubicBezTo>
                    <a:pt x="53826" y="28705"/>
                    <a:pt x="53756" y="28822"/>
                    <a:pt x="53613" y="29107"/>
                  </a:cubicBezTo>
                  <a:cubicBezTo>
                    <a:pt x="53499" y="29244"/>
                    <a:pt x="53352" y="29309"/>
                    <a:pt x="53183" y="29320"/>
                  </a:cubicBezTo>
                  <a:cubicBezTo>
                    <a:pt x="53098" y="29324"/>
                    <a:pt x="53013" y="29327"/>
                    <a:pt x="52928" y="29327"/>
                  </a:cubicBezTo>
                  <a:cubicBezTo>
                    <a:pt x="52502" y="29327"/>
                    <a:pt x="52093" y="29258"/>
                    <a:pt x="51730" y="28999"/>
                  </a:cubicBezTo>
                  <a:cubicBezTo>
                    <a:pt x="51566" y="28884"/>
                    <a:pt x="51408" y="28759"/>
                    <a:pt x="51229" y="28672"/>
                  </a:cubicBezTo>
                  <a:cubicBezTo>
                    <a:pt x="51089" y="28603"/>
                    <a:pt x="50982" y="28566"/>
                    <a:pt x="50900" y="28566"/>
                  </a:cubicBezTo>
                  <a:cubicBezTo>
                    <a:pt x="50750" y="28566"/>
                    <a:pt x="50681" y="28691"/>
                    <a:pt x="50635" y="28977"/>
                  </a:cubicBezTo>
                  <a:cubicBezTo>
                    <a:pt x="50592" y="29233"/>
                    <a:pt x="50548" y="29489"/>
                    <a:pt x="50537" y="29750"/>
                  </a:cubicBezTo>
                  <a:cubicBezTo>
                    <a:pt x="50532" y="29913"/>
                    <a:pt x="50532" y="30087"/>
                    <a:pt x="50347" y="30169"/>
                  </a:cubicBezTo>
                  <a:cubicBezTo>
                    <a:pt x="50261" y="30240"/>
                    <a:pt x="50186" y="30269"/>
                    <a:pt x="50118" y="30269"/>
                  </a:cubicBezTo>
                  <a:cubicBezTo>
                    <a:pt x="49987" y="30269"/>
                    <a:pt x="49883" y="30160"/>
                    <a:pt x="49786" y="30028"/>
                  </a:cubicBezTo>
                  <a:cubicBezTo>
                    <a:pt x="49721" y="30028"/>
                    <a:pt x="49688" y="29984"/>
                    <a:pt x="49655" y="29930"/>
                  </a:cubicBezTo>
                  <a:cubicBezTo>
                    <a:pt x="49438" y="29554"/>
                    <a:pt x="49171" y="29238"/>
                    <a:pt x="48779" y="28999"/>
                  </a:cubicBezTo>
                  <a:cubicBezTo>
                    <a:pt x="48588" y="28884"/>
                    <a:pt x="48365" y="28759"/>
                    <a:pt x="48234" y="28547"/>
                  </a:cubicBezTo>
                  <a:cubicBezTo>
                    <a:pt x="48196" y="28449"/>
                    <a:pt x="48104" y="28411"/>
                    <a:pt x="48022" y="28373"/>
                  </a:cubicBezTo>
                  <a:cubicBezTo>
                    <a:pt x="47619" y="28177"/>
                    <a:pt x="47135" y="28155"/>
                    <a:pt x="46797" y="27801"/>
                  </a:cubicBezTo>
                  <a:cubicBezTo>
                    <a:pt x="46780" y="27786"/>
                    <a:pt x="46750" y="27782"/>
                    <a:pt x="46717" y="27782"/>
                  </a:cubicBezTo>
                  <a:cubicBezTo>
                    <a:pt x="46686" y="27782"/>
                    <a:pt x="46651" y="27786"/>
                    <a:pt x="46621" y="27786"/>
                  </a:cubicBezTo>
                  <a:cubicBezTo>
                    <a:pt x="46612" y="27786"/>
                    <a:pt x="46604" y="27785"/>
                    <a:pt x="46596" y="27785"/>
                  </a:cubicBezTo>
                  <a:cubicBezTo>
                    <a:pt x="46324" y="27785"/>
                    <a:pt x="46166" y="27942"/>
                    <a:pt x="46177" y="28193"/>
                  </a:cubicBezTo>
                  <a:cubicBezTo>
                    <a:pt x="46188" y="28558"/>
                    <a:pt x="46041" y="28759"/>
                    <a:pt x="45763" y="28999"/>
                  </a:cubicBezTo>
                  <a:cubicBezTo>
                    <a:pt x="45442" y="29282"/>
                    <a:pt x="45170" y="29538"/>
                    <a:pt x="44712" y="29543"/>
                  </a:cubicBezTo>
                  <a:cubicBezTo>
                    <a:pt x="44456" y="29543"/>
                    <a:pt x="44402" y="29701"/>
                    <a:pt x="44522" y="29935"/>
                  </a:cubicBezTo>
                  <a:cubicBezTo>
                    <a:pt x="44641" y="30158"/>
                    <a:pt x="44816" y="30332"/>
                    <a:pt x="45017" y="30485"/>
                  </a:cubicBezTo>
                  <a:cubicBezTo>
                    <a:pt x="45267" y="30670"/>
                    <a:pt x="45442" y="30915"/>
                    <a:pt x="45480" y="31236"/>
                  </a:cubicBezTo>
                  <a:cubicBezTo>
                    <a:pt x="45077" y="31144"/>
                    <a:pt x="44712" y="30958"/>
                    <a:pt x="44424" y="30654"/>
                  </a:cubicBezTo>
                  <a:cubicBezTo>
                    <a:pt x="44064" y="30169"/>
                    <a:pt x="43977" y="29576"/>
                    <a:pt x="43787" y="29026"/>
                  </a:cubicBezTo>
                  <a:cubicBezTo>
                    <a:pt x="43785" y="28929"/>
                    <a:pt x="43751" y="28905"/>
                    <a:pt x="43707" y="28905"/>
                  </a:cubicBezTo>
                  <a:cubicBezTo>
                    <a:pt x="43663" y="28905"/>
                    <a:pt x="43609" y="28929"/>
                    <a:pt x="43563" y="28929"/>
                  </a:cubicBezTo>
                  <a:cubicBezTo>
                    <a:pt x="43540" y="28929"/>
                    <a:pt x="43520" y="28923"/>
                    <a:pt x="43504" y="28906"/>
                  </a:cubicBezTo>
                  <a:cubicBezTo>
                    <a:pt x="43270" y="28645"/>
                    <a:pt x="42899" y="28574"/>
                    <a:pt x="42638" y="28345"/>
                  </a:cubicBezTo>
                  <a:cubicBezTo>
                    <a:pt x="42615" y="28220"/>
                    <a:pt x="42557" y="28187"/>
                    <a:pt x="42489" y="28187"/>
                  </a:cubicBezTo>
                  <a:cubicBezTo>
                    <a:pt x="42426" y="28187"/>
                    <a:pt x="42355" y="28215"/>
                    <a:pt x="42295" y="28226"/>
                  </a:cubicBezTo>
                  <a:cubicBezTo>
                    <a:pt x="42230" y="28236"/>
                    <a:pt x="42167" y="28241"/>
                    <a:pt x="42106" y="28241"/>
                  </a:cubicBezTo>
                  <a:cubicBezTo>
                    <a:pt x="41761" y="28241"/>
                    <a:pt x="41483" y="28078"/>
                    <a:pt x="41233" y="27828"/>
                  </a:cubicBezTo>
                  <a:cubicBezTo>
                    <a:pt x="41119" y="27714"/>
                    <a:pt x="41070" y="27578"/>
                    <a:pt x="41146" y="27420"/>
                  </a:cubicBezTo>
                  <a:cubicBezTo>
                    <a:pt x="41117" y="27353"/>
                    <a:pt x="41049" y="27302"/>
                    <a:pt x="40997" y="27302"/>
                  </a:cubicBezTo>
                  <a:cubicBezTo>
                    <a:pt x="40981" y="27302"/>
                    <a:pt x="40967" y="27306"/>
                    <a:pt x="40956" y="27316"/>
                  </a:cubicBezTo>
                  <a:cubicBezTo>
                    <a:pt x="40896" y="27367"/>
                    <a:pt x="40853" y="27388"/>
                    <a:pt x="40819" y="27388"/>
                  </a:cubicBezTo>
                  <a:cubicBezTo>
                    <a:pt x="40751" y="27388"/>
                    <a:pt x="40722" y="27304"/>
                    <a:pt x="40678" y="27213"/>
                  </a:cubicBezTo>
                  <a:cubicBezTo>
                    <a:pt x="40640" y="27120"/>
                    <a:pt x="40537" y="27088"/>
                    <a:pt x="40439" y="27071"/>
                  </a:cubicBezTo>
                  <a:cubicBezTo>
                    <a:pt x="40030" y="27001"/>
                    <a:pt x="39633" y="26914"/>
                    <a:pt x="39241" y="26788"/>
                  </a:cubicBezTo>
                  <a:cubicBezTo>
                    <a:pt x="38354" y="26511"/>
                    <a:pt x="37542" y="26086"/>
                    <a:pt x="36737" y="25640"/>
                  </a:cubicBezTo>
                  <a:cubicBezTo>
                    <a:pt x="35583" y="24997"/>
                    <a:pt x="34428" y="24355"/>
                    <a:pt x="33367" y="23566"/>
                  </a:cubicBezTo>
                  <a:cubicBezTo>
                    <a:pt x="31870" y="22450"/>
                    <a:pt x="30509" y="21192"/>
                    <a:pt x="29208" y="19853"/>
                  </a:cubicBezTo>
                  <a:cubicBezTo>
                    <a:pt x="27830" y="18432"/>
                    <a:pt x="26747" y="16815"/>
                    <a:pt x="25832" y="15073"/>
                  </a:cubicBezTo>
                  <a:cubicBezTo>
                    <a:pt x="25479" y="14398"/>
                    <a:pt x="25130" y="13706"/>
                    <a:pt x="24978" y="12950"/>
                  </a:cubicBezTo>
                  <a:cubicBezTo>
                    <a:pt x="24482" y="10516"/>
                    <a:pt x="24526" y="8126"/>
                    <a:pt x="25560" y="5813"/>
                  </a:cubicBezTo>
                  <a:cubicBezTo>
                    <a:pt x="26224" y="4321"/>
                    <a:pt x="27172" y="3047"/>
                    <a:pt x="28435" y="2018"/>
                  </a:cubicBezTo>
                  <a:cubicBezTo>
                    <a:pt x="29589" y="1082"/>
                    <a:pt x="30961" y="619"/>
                    <a:pt x="32382" y="287"/>
                  </a:cubicBezTo>
                  <a:cubicBezTo>
                    <a:pt x="32507" y="260"/>
                    <a:pt x="32648" y="271"/>
                    <a:pt x="32735" y="118"/>
                  </a:cubicBezTo>
                  <a:cubicBezTo>
                    <a:pt x="32643" y="15"/>
                    <a:pt x="32512" y="15"/>
                    <a:pt x="32382" y="4"/>
                  </a:cubicBezTo>
                  <a:cubicBezTo>
                    <a:pt x="32331" y="2"/>
                    <a:pt x="32281" y="1"/>
                    <a:pt x="322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26"/>
            <p:cNvSpPr/>
            <p:nvPr/>
          </p:nvSpPr>
          <p:spPr>
            <a:xfrm>
              <a:off x="3601734" y="1788691"/>
              <a:ext cx="913970" cy="819777"/>
            </a:xfrm>
            <a:custGeom>
              <a:rect b="b" l="l" r="r" t="t"/>
              <a:pathLst>
                <a:path extrusionOk="0" h="14308" w="15952">
                  <a:moveTo>
                    <a:pt x="28" y="1"/>
                  </a:moveTo>
                  <a:lnTo>
                    <a:pt x="28" y="1"/>
                  </a:lnTo>
                  <a:cubicBezTo>
                    <a:pt x="1" y="284"/>
                    <a:pt x="257" y="393"/>
                    <a:pt x="404" y="551"/>
                  </a:cubicBezTo>
                  <a:cubicBezTo>
                    <a:pt x="1024" y="1237"/>
                    <a:pt x="1503" y="2037"/>
                    <a:pt x="2173" y="2690"/>
                  </a:cubicBezTo>
                  <a:cubicBezTo>
                    <a:pt x="2369" y="2886"/>
                    <a:pt x="2598" y="3071"/>
                    <a:pt x="2701" y="3349"/>
                  </a:cubicBezTo>
                  <a:cubicBezTo>
                    <a:pt x="2734" y="3409"/>
                    <a:pt x="2761" y="3480"/>
                    <a:pt x="2805" y="3529"/>
                  </a:cubicBezTo>
                  <a:cubicBezTo>
                    <a:pt x="3327" y="4155"/>
                    <a:pt x="3833" y="4797"/>
                    <a:pt x="4307" y="5467"/>
                  </a:cubicBezTo>
                  <a:cubicBezTo>
                    <a:pt x="4552" y="5820"/>
                    <a:pt x="4743" y="6212"/>
                    <a:pt x="5047" y="6517"/>
                  </a:cubicBezTo>
                  <a:cubicBezTo>
                    <a:pt x="5145" y="6381"/>
                    <a:pt x="5042" y="6272"/>
                    <a:pt x="4993" y="6158"/>
                  </a:cubicBezTo>
                  <a:cubicBezTo>
                    <a:pt x="4911" y="5962"/>
                    <a:pt x="4770" y="5793"/>
                    <a:pt x="4694" y="5592"/>
                  </a:cubicBezTo>
                  <a:lnTo>
                    <a:pt x="4694" y="5592"/>
                  </a:lnTo>
                  <a:cubicBezTo>
                    <a:pt x="5712" y="6871"/>
                    <a:pt x="6577" y="8238"/>
                    <a:pt x="7182" y="9767"/>
                  </a:cubicBezTo>
                  <a:cubicBezTo>
                    <a:pt x="7334" y="10148"/>
                    <a:pt x="7535" y="10502"/>
                    <a:pt x="7753" y="10856"/>
                  </a:cubicBezTo>
                  <a:cubicBezTo>
                    <a:pt x="8450" y="11967"/>
                    <a:pt x="9272" y="13017"/>
                    <a:pt x="9648" y="14308"/>
                  </a:cubicBezTo>
                  <a:cubicBezTo>
                    <a:pt x="9779" y="14180"/>
                    <a:pt x="9928" y="14151"/>
                    <a:pt x="10084" y="14151"/>
                  </a:cubicBezTo>
                  <a:cubicBezTo>
                    <a:pt x="10173" y="14151"/>
                    <a:pt x="10264" y="14160"/>
                    <a:pt x="10355" y="14166"/>
                  </a:cubicBezTo>
                  <a:cubicBezTo>
                    <a:pt x="10535" y="14166"/>
                    <a:pt x="10551" y="14014"/>
                    <a:pt x="10589" y="13899"/>
                  </a:cubicBezTo>
                  <a:cubicBezTo>
                    <a:pt x="10704" y="13594"/>
                    <a:pt x="10796" y="13273"/>
                    <a:pt x="10873" y="12952"/>
                  </a:cubicBezTo>
                  <a:cubicBezTo>
                    <a:pt x="11041" y="12228"/>
                    <a:pt x="11020" y="11477"/>
                    <a:pt x="11150" y="10747"/>
                  </a:cubicBezTo>
                  <a:cubicBezTo>
                    <a:pt x="11395" y="9386"/>
                    <a:pt x="11929" y="8189"/>
                    <a:pt x="13012" y="7269"/>
                  </a:cubicBezTo>
                  <a:cubicBezTo>
                    <a:pt x="13573" y="6795"/>
                    <a:pt x="14188" y="6403"/>
                    <a:pt x="14738" y="5973"/>
                  </a:cubicBezTo>
                  <a:lnTo>
                    <a:pt x="14738" y="5973"/>
                  </a:lnTo>
                  <a:cubicBezTo>
                    <a:pt x="14672" y="6060"/>
                    <a:pt x="14493" y="6109"/>
                    <a:pt x="14525" y="6305"/>
                  </a:cubicBezTo>
                  <a:cubicBezTo>
                    <a:pt x="15054" y="6055"/>
                    <a:pt x="15478" y="5657"/>
                    <a:pt x="15952" y="5325"/>
                  </a:cubicBezTo>
                  <a:cubicBezTo>
                    <a:pt x="15701" y="5167"/>
                    <a:pt x="15418" y="5064"/>
                    <a:pt x="15184" y="4933"/>
                  </a:cubicBezTo>
                  <a:lnTo>
                    <a:pt x="15184" y="4933"/>
                  </a:lnTo>
                  <a:cubicBezTo>
                    <a:pt x="15195" y="4938"/>
                    <a:pt x="15207" y="4940"/>
                    <a:pt x="15219" y="4940"/>
                  </a:cubicBezTo>
                  <a:cubicBezTo>
                    <a:pt x="15250" y="4940"/>
                    <a:pt x="15284" y="4925"/>
                    <a:pt x="15315" y="4890"/>
                  </a:cubicBezTo>
                  <a:cubicBezTo>
                    <a:pt x="15075" y="4753"/>
                    <a:pt x="14765" y="4732"/>
                    <a:pt x="14602" y="4470"/>
                  </a:cubicBezTo>
                  <a:cubicBezTo>
                    <a:pt x="14535" y="4502"/>
                    <a:pt x="14468" y="4514"/>
                    <a:pt x="14402" y="4514"/>
                  </a:cubicBezTo>
                  <a:cubicBezTo>
                    <a:pt x="14296" y="4514"/>
                    <a:pt x="14191" y="4482"/>
                    <a:pt x="14090" y="4449"/>
                  </a:cubicBezTo>
                  <a:cubicBezTo>
                    <a:pt x="13834" y="4367"/>
                    <a:pt x="13567" y="4307"/>
                    <a:pt x="13311" y="4231"/>
                  </a:cubicBezTo>
                  <a:cubicBezTo>
                    <a:pt x="12724" y="4046"/>
                    <a:pt x="12212" y="3763"/>
                    <a:pt x="11950" y="3158"/>
                  </a:cubicBezTo>
                  <a:cubicBezTo>
                    <a:pt x="11863" y="2957"/>
                    <a:pt x="11727" y="2772"/>
                    <a:pt x="11586" y="2598"/>
                  </a:cubicBezTo>
                  <a:cubicBezTo>
                    <a:pt x="11426" y="2401"/>
                    <a:pt x="11283" y="2303"/>
                    <a:pt x="11149" y="2303"/>
                  </a:cubicBezTo>
                  <a:cubicBezTo>
                    <a:pt x="11004" y="2303"/>
                    <a:pt x="10869" y="2416"/>
                    <a:pt x="10731" y="2641"/>
                  </a:cubicBezTo>
                  <a:cubicBezTo>
                    <a:pt x="10758" y="2549"/>
                    <a:pt x="10873" y="2462"/>
                    <a:pt x="10775" y="2342"/>
                  </a:cubicBezTo>
                  <a:cubicBezTo>
                    <a:pt x="10767" y="2341"/>
                    <a:pt x="10761" y="2341"/>
                    <a:pt x="10754" y="2341"/>
                  </a:cubicBezTo>
                  <a:cubicBezTo>
                    <a:pt x="10580" y="2341"/>
                    <a:pt x="10534" y="2589"/>
                    <a:pt x="10392" y="2589"/>
                  </a:cubicBezTo>
                  <a:cubicBezTo>
                    <a:pt x="10383" y="2589"/>
                    <a:pt x="10375" y="2588"/>
                    <a:pt x="10366" y="2587"/>
                  </a:cubicBezTo>
                  <a:cubicBezTo>
                    <a:pt x="10138" y="2549"/>
                    <a:pt x="9904" y="2511"/>
                    <a:pt x="9675" y="2429"/>
                  </a:cubicBezTo>
                  <a:cubicBezTo>
                    <a:pt x="9473" y="2358"/>
                    <a:pt x="9528" y="2113"/>
                    <a:pt x="9354" y="2064"/>
                  </a:cubicBezTo>
                  <a:cubicBezTo>
                    <a:pt x="8766" y="1895"/>
                    <a:pt x="8200" y="1672"/>
                    <a:pt x="7590" y="1580"/>
                  </a:cubicBezTo>
                  <a:lnTo>
                    <a:pt x="7590" y="1580"/>
                  </a:lnTo>
                  <a:cubicBezTo>
                    <a:pt x="7623" y="1776"/>
                    <a:pt x="7797" y="1792"/>
                    <a:pt x="7938" y="1835"/>
                  </a:cubicBezTo>
                  <a:cubicBezTo>
                    <a:pt x="8287" y="1950"/>
                    <a:pt x="8613" y="2102"/>
                    <a:pt x="8935" y="2276"/>
                  </a:cubicBezTo>
                  <a:cubicBezTo>
                    <a:pt x="9120" y="2380"/>
                    <a:pt x="9294" y="2505"/>
                    <a:pt x="9528" y="2543"/>
                  </a:cubicBezTo>
                  <a:cubicBezTo>
                    <a:pt x="9370" y="2538"/>
                    <a:pt x="9228" y="2521"/>
                    <a:pt x="9109" y="2451"/>
                  </a:cubicBezTo>
                  <a:cubicBezTo>
                    <a:pt x="8347" y="2021"/>
                    <a:pt x="7486" y="1819"/>
                    <a:pt x="6724" y="1389"/>
                  </a:cubicBezTo>
                  <a:cubicBezTo>
                    <a:pt x="6260" y="1124"/>
                    <a:pt x="5763" y="960"/>
                    <a:pt x="5218" y="960"/>
                  </a:cubicBezTo>
                  <a:cubicBezTo>
                    <a:pt x="5169" y="960"/>
                    <a:pt x="5119" y="962"/>
                    <a:pt x="5069" y="964"/>
                  </a:cubicBezTo>
                  <a:cubicBezTo>
                    <a:pt x="5026" y="967"/>
                    <a:pt x="4982" y="968"/>
                    <a:pt x="4938" y="968"/>
                  </a:cubicBezTo>
                  <a:cubicBezTo>
                    <a:pt x="4690" y="968"/>
                    <a:pt x="4434" y="929"/>
                    <a:pt x="4198" y="850"/>
                  </a:cubicBezTo>
                  <a:cubicBezTo>
                    <a:pt x="3175" y="523"/>
                    <a:pt x="2108" y="453"/>
                    <a:pt x="1057" y="333"/>
                  </a:cubicBezTo>
                  <a:cubicBezTo>
                    <a:pt x="1132" y="330"/>
                    <a:pt x="1207" y="329"/>
                    <a:pt x="1282" y="329"/>
                  </a:cubicBezTo>
                  <a:cubicBezTo>
                    <a:pt x="2119" y="329"/>
                    <a:pt x="2944" y="490"/>
                    <a:pt x="3768" y="665"/>
                  </a:cubicBezTo>
                  <a:cubicBezTo>
                    <a:pt x="3854" y="681"/>
                    <a:pt x="3940" y="715"/>
                    <a:pt x="4023" y="715"/>
                  </a:cubicBezTo>
                  <a:cubicBezTo>
                    <a:pt x="4083" y="715"/>
                    <a:pt x="4141" y="698"/>
                    <a:pt x="4198" y="643"/>
                  </a:cubicBezTo>
                  <a:cubicBezTo>
                    <a:pt x="4187" y="627"/>
                    <a:pt x="4182" y="594"/>
                    <a:pt x="4160" y="589"/>
                  </a:cubicBezTo>
                  <a:cubicBezTo>
                    <a:pt x="3414" y="338"/>
                    <a:pt x="2652" y="164"/>
                    <a:pt x="1868" y="77"/>
                  </a:cubicBezTo>
                  <a:cubicBezTo>
                    <a:pt x="1574" y="45"/>
                    <a:pt x="1278" y="2"/>
                    <a:pt x="982" y="2"/>
                  </a:cubicBezTo>
                  <a:cubicBezTo>
                    <a:pt x="873" y="2"/>
                    <a:pt x="763" y="8"/>
                    <a:pt x="654" y="23"/>
                  </a:cubicBezTo>
                  <a:cubicBezTo>
                    <a:pt x="531" y="38"/>
                    <a:pt x="414" y="64"/>
                    <a:pt x="297" y="64"/>
                  </a:cubicBezTo>
                  <a:cubicBezTo>
                    <a:pt x="208" y="64"/>
                    <a:pt x="118" y="48"/>
                    <a:pt x="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26"/>
            <p:cNvSpPr/>
            <p:nvPr/>
          </p:nvSpPr>
          <p:spPr>
            <a:xfrm>
              <a:off x="352298" y="3440075"/>
              <a:ext cx="1715985" cy="446099"/>
            </a:xfrm>
            <a:custGeom>
              <a:rect b="b" l="l" r="r" t="t"/>
              <a:pathLst>
                <a:path extrusionOk="0" h="7786" w="29950">
                  <a:moveTo>
                    <a:pt x="29776" y="0"/>
                  </a:moveTo>
                  <a:cubicBezTo>
                    <a:pt x="29714" y="0"/>
                    <a:pt x="29632" y="25"/>
                    <a:pt x="29529" y="74"/>
                  </a:cubicBezTo>
                  <a:cubicBezTo>
                    <a:pt x="29365" y="151"/>
                    <a:pt x="29224" y="254"/>
                    <a:pt x="29137" y="417"/>
                  </a:cubicBezTo>
                  <a:cubicBezTo>
                    <a:pt x="29173" y="454"/>
                    <a:pt x="29211" y="466"/>
                    <a:pt x="29250" y="466"/>
                  </a:cubicBezTo>
                  <a:cubicBezTo>
                    <a:pt x="29268" y="466"/>
                    <a:pt x="29286" y="464"/>
                    <a:pt x="29304" y="460"/>
                  </a:cubicBezTo>
                  <a:lnTo>
                    <a:pt x="29304" y="460"/>
                  </a:lnTo>
                  <a:cubicBezTo>
                    <a:pt x="29054" y="552"/>
                    <a:pt x="28823" y="693"/>
                    <a:pt x="28576" y="793"/>
                  </a:cubicBezTo>
                  <a:cubicBezTo>
                    <a:pt x="26703" y="1555"/>
                    <a:pt x="24787" y="2143"/>
                    <a:pt x="22789" y="2492"/>
                  </a:cubicBezTo>
                  <a:cubicBezTo>
                    <a:pt x="20791" y="2835"/>
                    <a:pt x="18798" y="3183"/>
                    <a:pt x="16762" y="3205"/>
                  </a:cubicBezTo>
                  <a:cubicBezTo>
                    <a:pt x="16726" y="3205"/>
                    <a:pt x="16690" y="3205"/>
                    <a:pt x="16653" y="3205"/>
                  </a:cubicBezTo>
                  <a:cubicBezTo>
                    <a:pt x="16034" y="3205"/>
                    <a:pt x="15415" y="3177"/>
                    <a:pt x="14796" y="3177"/>
                  </a:cubicBezTo>
                  <a:cubicBezTo>
                    <a:pt x="14488" y="3177"/>
                    <a:pt x="14180" y="3184"/>
                    <a:pt x="13872" y="3205"/>
                  </a:cubicBezTo>
                  <a:cubicBezTo>
                    <a:pt x="12881" y="3270"/>
                    <a:pt x="11895" y="3227"/>
                    <a:pt x="10905" y="3265"/>
                  </a:cubicBezTo>
                  <a:cubicBezTo>
                    <a:pt x="9799" y="3305"/>
                    <a:pt x="8689" y="3365"/>
                    <a:pt x="7579" y="3365"/>
                  </a:cubicBezTo>
                  <a:cubicBezTo>
                    <a:pt x="7356" y="3365"/>
                    <a:pt x="7132" y="3363"/>
                    <a:pt x="6909" y="3357"/>
                  </a:cubicBezTo>
                  <a:cubicBezTo>
                    <a:pt x="6038" y="3341"/>
                    <a:pt x="5172" y="3232"/>
                    <a:pt x="4317" y="3058"/>
                  </a:cubicBezTo>
                  <a:cubicBezTo>
                    <a:pt x="3971" y="2988"/>
                    <a:pt x="3630" y="2887"/>
                    <a:pt x="3330" y="2819"/>
                  </a:cubicBezTo>
                  <a:lnTo>
                    <a:pt x="3330" y="2819"/>
                  </a:lnTo>
                  <a:cubicBezTo>
                    <a:pt x="3523" y="2855"/>
                    <a:pt x="3743" y="2895"/>
                    <a:pt x="3964" y="2938"/>
                  </a:cubicBezTo>
                  <a:cubicBezTo>
                    <a:pt x="4047" y="2955"/>
                    <a:pt x="4129" y="2977"/>
                    <a:pt x="4210" y="2977"/>
                  </a:cubicBezTo>
                  <a:cubicBezTo>
                    <a:pt x="4289" y="2977"/>
                    <a:pt x="4365" y="2956"/>
                    <a:pt x="4437" y="2889"/>
                  </a:cubicBezTo>
                  <a:cubicBezTo>
                    <a:pt x="3490" y="2470"/>
                    <a:pt x="2499" y="2247"/>
                    <a:pt x="1465" y="2187"/>
                  </a:cubicBezTo>
                  <a:cubicBezTo>
                    <a:pt x="1419" y="2184"/>
                    <a:pt x="1372" y="2183"/>
                    <a:pt x="1326" y="2183"/>
                  </a:cubicBezTo>
                  <a:cubicBezTo>
                    <a:pt x="895" y="2183"/>
                    <a:pt x="472" y="2289"/>
                    <a:pt x="44" y="2328"/>
                  </a:cubicBezTo>
                  <a:cubicBezTo>
                    <a:pt x="0" y="2486"/>
                    <a:pt x="109" y="2584"/>
                    <a:pt x="185" y="2693"/>
                  </a:cubicBezTo>
                  <a:cubicBezTo>
                    <a:pt x="256" y="2824"/>
                    <a:pt x="202" y="2998"/>
                    <a:pt x="332" y="3107"/>
                  </a:cubicBezTo>
                  <a:cubicBezTo>
                    <a:pt x="447" y="3112"/>
                    <a:pt x="528" y="3194"/>
                    <a:pt x="583" y="3281"/>
                  </a:cubicBezTo>
                  <a:cubicBezTo>
                    <a:pt x="850" y="3678"/>
                    <a:pt x="1252" y="3815"/>
                    <a:pt x="1693" y="3902"/>
                  </a:cubicBezTo>
                  <a:cubicBezTo>
                    <a:pt x="2815" y="4125"/>
                    <a:pt x="3936" y="4348"/>
                    <a:pt x="5036" y="4664"/>
                  </a:cubicBezTo>
                  <a:cubicBezTo>
                    <a:pt x="5308" y="4740"/>
                    <a:pt x="5591" y="4762"/>
                    <a:pt x="5874" y="4767"/>
                  </a:cubicBezTo>
                  <a:cubicBezTo>
                    <a:pt x="5911" y="4768"/>
                    <a:pt x="5948" y="4768"/>
                    <a:pt x="5984" y="4768"/>
                  </a:cubicBezTo>
                  <a:cubicBezTo>
                    <a:pt x="6753" y="4768"/>
                    <a:pt x="7509" y="4623"/>
                    <a:pt x="8272" y="4623"/>
                  </a:cubicBezTo>
                  <a:cubicBezTo>
                    <a:pt x="8331" y="4623"/>
                    <a:pt x="8390" y="4624"/>
                    <a:pt x="8449" y="4626"/>
                  </a:cubicBezTo>
                  <a:cubicBezTo>
                    <a:pt x="9440" y="4653"/>
                    <a:pt x="10431" y="4686"/>
                    <a:pt x="11422" y="4713"/>
                  </a:cubicBezTo>
                  <a:cubicBezTo>
                    <a:pt x="12124" y="4729"/>
                    <a:pt x="12837" y="4762"/>
                    <a:pt x="13523" y="4941"/>
                  </a:cubicBezTo>
                  <a:cubicBezTo>
                    <a:pt x="13616" y="4963"/>
                    <a:pt x="13730" y="4974"/>
                    <a:pt x="13757" y="5078"/>
                  </a:cubicBezTo>
                  <a:cubicBezTo>
                    <a:pt x="13790" y="5203"/>
                    <a:pt x="13676" y="5263"/>
                    <a:pt x="13594" y="5328"/>
                  </a:cubicBezTo>
                  <a:cubicBezTo>
                    <a:pt x="13387" y="5491"/>
                    <a:pt x="13126" y="5480"/>
                    <a:pt x="12886" y="5513"/>
                  </a:cubicBezTo>
                  <a:cubicBezTo>
                    <a:pt x="12852" y="5518"/>
                    <a:pt x="12818" y="5523"/>
                    <a:pt x="12784" y="5528"/>
                  </a:cubicBezTo>
                  <a:lnTo>
                    <a:pt x="12784" y="5528"/>
                  </a:lnTo>
                  <a:cubicBezTo>
                    <a:pt x="12875" y="5510"/>
                    <a:pt x="12965" y="5492"/>
                    <a:pt x="13055" y="5475"/>
                  </a:cubicBezTo>
                  <a:cubicBezTo>
                    <a:pt x="13235" y="5442"/>
                    <a:pt x="13469" y="5420"/>
                    <a:pt x="13474" y="5224"/>
                  </a:cubicBezTo>
                  <a:cubicBezTo>
                    <a:pt x="13480" y="4996"/>
                    <a:pt x="13229" y="5001"/>
                    <a:pt x="13066" y="4990"/>
                  </a:cubicBezTo>
                  <a:cubicBezTo>
                    <a:pt x="12024" y="4900"/>
                    <a:pt x="10977" y="4839"/>
                    <a:pt x="9930" y="4839"/>
                  </a:cubicBezTo>
                  <a:cubicBezTo>
                    <a:pt x="9774" y="4839"/>
                    <a:pt x="9618" y="4841"/>
                    <a:pt x="9462" y="4843"/>
                  </a:cubicBezTo>
                  <a:cubicBezTo>
                    <a:pt x="9359" y="4849"/>
                    <a:pt x="9250" y="4854"/>
                    <a:pt x="9173" y="4947"/>
                  </a:cubicBezTo>
                  <a:cubicBezTo>
                    <a:pt x="9081" y="5431"/>
                    <a:pt x="8983" y="5916"/>
                    <a:pt x="8890" y="6406"/>
                  </a:cubicBezTo>
                  <a:cubicBezTo>
                    <a:pt x="8841" y="6618"/>
                    <a:pt x="8814" y="6852"/>
                    <a:pt x="8836" y="7059"/>
                  </a:cubicBezTo>
                  <a:cubicBezTo>
                    <a:pt x="8869" y="7299"/>
                    <a:pt x="8727" y="7609"/>
                    <a:pt x="9032" y="7778"/>
                  </a:cubicBezTo>
                  <a:cubicBezTo>
                    <a:pt x="9065" y="7783"/>
                    <a:pt x="9098" y="7786"/>
                    <a:pt x="9131" y="7786"/>
                  </a:cubicBezTo>
                  <a:cubicBezTo>
                    <a:pt x="9289" y="7786"/>
                    <a:pt x="9439" y="7729"/>
                    <a:pt x="9593" y="7701"/>
                  </a:cubicBezTo>
                  <a:cubicBezTo>
                    <a:pt x="10779" y="7500"/>
                    <a:pt x="11966" y="7288"/>
                    <a:pt x="13148" y="7075"/>
                  </a:cubicBezTo>
                  <a:cubicBezTo>
                    <a:pt x="14340" y="6863"/>
                    <a:pt x="15472" y="6417"/>
                    <a:pt x="16648" y="6145"/>
                  </a:cubicBezTo>
                  <a:cubicBezTo>
                    <a:pt x="18189" y="5785"/>
                    <a:pt x="19746" y="5529"/>
                    <a:pt x="21259" y="5029"/>
                  </a:cubicBezTo>
                  <a:cubicBezTo>
                    <a:pt x="23154" y="4397"/>
                    <a:pt x="25103" y="3934"/>
                    <a:pt x="26834" y="2884"/>
                  </a:cubicBezTo>
                  <a:cubicBezTo>
                    <a:pt x="27062" y="2747"/>
                    <a:pt x="27329" y="2671"/>
                    <a:pt x="27558" y="2530"/>
                  </a:cubicBezTo>
                  <a:cubicBezTo>
                    <a:pt x="28217" y="2138"/>
                    <a:pt x="28750" y="1566"/>
                    <a:pt x="29458" y="1261"/>
                  </a:cubicBezTo>
                  <a:cubicBezTo>
                    <a:pt x="29872" y="1082"/>
                    <a:pt x="29931" y="706"/>
                    <a:pt x="29942" y="319"/>
                  </a:cubicBezTo>
                  <a:cubicBezTo>
                    <a:pt x="29950" y="102"/>
                    <a:pt x="29901" y="0"/>
                    <a:pt x="297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26"/>
            <p:cNvSpPr/>
            <p:nvPr/>
          </p:nvSpPr>
          <p:spPr>
            <a:xfrm>
              <a:off x="4247095" y="2178118"/>
              <a:ext cx="580513" cy="702494"/>
            </a:xfrm>
            <a:custGeom>
              <a:rect b="b" l="l" r="r" t="t"/>
              <a:pathLst>
                <a:path extrusionOk="0" h="12261" w="10132">
                  <a:moveTo>
                    <a:pt x="4944" y="428"/>
                  </a:moveTo>
                  <a:cubicBezTo>
                    <a:pt x="4953" y="471"/>
                    <a:pt x="4935" y="522"/>
                    <a:pt x="4924" y="574"/>
                  </a:cubicBezTo>
                  <a:lnTo>
                    <a:pt x="4924" y="574"/>
                  </a:lnTo>
                  <a:cubicBezTo>
                    <a:pt x="4925" y="527"/>
                    <a:pt x="4931" y="478"/>
                    <a:pt x="4944" y="428"/>
                  </a:cubicBezTo>
                  <a:close/>
                  <a:moveTo>
                    <a:pt x="541" y="6156"/>
                  </a:moveTo>
                  <a:lnTo>
                    <a:pt x="541" y="6156"/>
                  </a:lnTo>
                  <a:cubicBezTo>
                    <a:pt x="519" y="6247"/>
                    <a:pt x="498" y="6340"/>
                    <a:pt x="480" y="6433"/>
                  </a:cubicBezTo>
                  <a:cubicBezTo>
                    <a:pt x="483" y="6335"/>
                    <a:pt x="510" y="6244"/>
                    <a:pt x="541" y="6156"/>
                  </a:cubicBezTo>
                  <a:close/>
                  <a:moveTo>
                    <a:pt x="5051" y="0"/>
                  </a:moveTo>
                  <a:cubicBezTo>
                    <a:pt x="4938" y="0"/>
                    <a:pt x="4865" y="83"/>
                    <a:pt x="4791" y="161"/>
                  </a:cubicBezTo>
                  <a:cubicBezTo>
                    <a:pt x="4481" y="504"/>
                    <a:pt x="4089" y="749"/>
                    <a:pt x="3713" y="1016"/>
                  </a:cubicBezTo>
                  <a:cubicBezTo>
                    <a:pt x="3066" y="1479"/>
                    <a:pt x="2456" y="2007"/>
                    <a:pt x="2086" y="2709"/>
                  </a:cubicBezTo>
                  <a:cubicBezTo>
                    <a:pt x="1561" y="3708"/>
                    <a:pt x="979" y="4685"/>
                    <a:pt x="644" y="5782"/>
                  </a:cubicBezTo>
                  <a:lnTo>
                    <a:pt x="644" y="5782"/>
                  </a:lnTo>
                  <a:cubicBezTo>
                    <a:pt x="647" y="5701"/>
                    <a:pt x="630" y="5617"/>
                    <a:pt x="578" y="5529"/>
                  </a:cubicBezTo>
                  <a:lnTo>
                    <a:pt x="578" y="5529"/>
                  </a:lnTo>
                  <a:cubicBezTo>
                    <a:pt x="273" y="6275"/>
                    <a:pt x="202" y="7026"/>
                    <a:pt x="501" y="7794"/>
                  </a:cubicBezTo>
                  <a:cubicBezTo>
                    <a:pt x="670" y="8202"/>
                    <a:pt x="534" y="8540"/>
                    <a:pt x="251" y="8844"/>
                  </a:cubicBezTo>
                  <a:cubicBezTo>
                    <a:pt x="1" y="9111"/>
                    <a:pt x="17" y="9187"/>
                    <a:pt x="338" y="9367"/>
                  </a:cubicBezTo>
                  <a:cubicBezTo>
                    <a:pt x="668" y="9560"/>
                    <a:pt x="1022" y="9662"/>
                    <a:pt x="1394" y="9662"/>
                  </a:cubicBezTo>
                  <a:cubicBezTo>
                    <a:pt x="1494" y="9662"/>
                    <a:pt x="1596" y="9654"/>
                    <a:pt x="1699" y="9639"/>
                  </a:cubicBezTo>
                  <a:cubicBezTo>
                    <a:pt x="1928" y="9602"/>
                    <a:pt x="2156" y="9583"/>
                    <a:pt x="2384" y="9583"/>
                  </a:cubicBezTo>
                  <a:cubicBezTo>
                    <a:pt x="2753" y="9583"/>
                    <a:pt x="3119" y="9633"/>
                    <a:pt x="3479" y="9737"/>
                  </a:cubicBezTo>
                  <a:cubicBezTo>
                    <a:pt x="4160" y="9928"/>
                    <a:pt x="4846" y="10097"/>
                    <a:pt x="5543" y="10216"/>
                  </a:cubicBezTo>
                  <a:cubicBezTo>
                    <a:pt x="5907" y="10276"/>
                    <a:pt x="6256" y="10363"/>
                    <a:pt x="6582" y="10543"/>
                  </a:cubicBezTo>
                  <a:cubicBezTo>
                    <a:pt x="6920" y="10625"/>
                    <a:pt x="7263" y="10695"/>
                    <a:pt x="7606" y="10782"/>
                  </a:cubicBezTo>
                  <a:cubicBezTo>
                    <a:pt x="7911" y="10859"/>
                    <a:pt x="8069" y="11011"/>
                    <a:pt x="8139" y="11267"/>
                  </a:cubicBezTo>
                  <a:cubicBezTo>
                    <a:pt x="8156" y="11430"/>
                    <a:pt x="8297" y="11463"/>
                    <a:pt x="8406" y="11507"/>
                  </a:cubicBezTo>
                  <a:cubicBezTo>
                    <a:pt x="8793" y="11659"/>
                    <a:pt x="9136" y="11882"/>
                    <a:pt x="9468" y="12122"/>
                  </a:cubicBezTo>
                  <a:cubicBezTo>
                    <a:pt x="9542" y="12177"/>
                    <a:pt x="9612" y="12261"/>
                    <a:pt x="9715" y="12261"/>
                  </a:cubicBezTo>
                  <a:cubicBezTo>
                    <a:pt x="9733" y="12261"/>
                    <a:pt x="9752" y="12258"/>
                    <a:pt x="9773" y="12252"/>
                  </a:cubicBezTo>
                  <a:cubicBezTo>
                    <a:pt x="9898" y="12105"/>
                    <a:pt x="10017" y="11964"/>
                    <a:pt x="9974" y="11751"/>
                  </a:cubicBezTo>
                  <a:cubicBezTo>
                    <a:pt x="9970" y="11750"/>
                    <a:pt x="9967" y="11750"/>
                    <a:pt x="9962" y="11750"/>
                  </a:cubicBezTo>
                  <a:cubicBezTo>
                    <a:pt x="9944" y="11750"/>
                    <a:pt x="9921" y="11758"/>
                    <a:pt x="9902" y="11758"/>
                  </a:cubicBezTo>
                  <a:cubicBezTo>
                    <a:pt x="9878" y="11758"/>
                    <a:pt x="9862" y="11745"/>
                    <a:pt x="9876" y="11686"/>
                  </a:cubicBezTo>
                  <a:cubicBezTo>
                    <a:pt x="9914" y="11490"/>
                    <a:pt x="9968" y="11300"/>
                    <a:pt x="10028" y="11104"/>
                  </a:cubicBezTo>
                  <a:cubicBezTo>
                    <a:pt x="10132" y="10744"/>
                    <a:pt x="10072" y="10439"/>
                    <a:pt x="9751" y="10200"/>
                  </a:cubicBezTo>
                  <a:cubicBezTo>
                    <a:pt x="9533" y="10037"/>
                    <a:pt x="9364" y="9819"/>
                    <a:pt x="9163" y="9634"/>
                  </a:cubicBezTo>
                  <a:cubicBezTo>
                    <a:pt x="8863" y="9351"/>
                    <a:pt x="8863" y="8991"/>
                    <a:pt x="8874" y="8621"/>
                  </a:cubicBezTo>
                  <a:cubicBezTo>
                    <a:pt x="8876" y="8582"/>
                    <a:pt x="8893" y="8572"/>
                    <a:pt x="8914" y="8572"/>
                  </a:cubicBezTo>
                  <a:cubicBezTo>
                    <a:pt x="8933" y="8572"/>
                    <a:pt x="8955" y="8580"/>
                    <a:pt x="8974" y="8580"/>
                  </a:cubicBezTo>
                  <a:cubicBezTo>
                    <a:pt x="8987" y="8580"/>
                    <a:pt x="8997" y="8577"/>
                    <a:pt x="9005" y="8567"/>
                  </a:cubicBezTo>
                  <a:cubicBezTo>
                    <a:pt x="9010" y="8349"/>
                    <a:pt x="8912" y="8229"/>
                    <a:pt x="8722" y="8093"/>
                  </a:cubicBezTo>
                  <a:cubicBezTo>
                    <a:pt x="8532" y="7952"/>
                    <a:pt x="8334" y="7934"/>
                    <a:pt x="8137" y="7934"/>
                  </a:cubicBezTo>
                  <a:cubicBezTo>
                    <a:pt x="8070" y="7934"/>
                    <a:pt x="8003" y="7936"/>
                    <a:pt x="7937" y="7936"/>
                  </a:cubicBezTo>
                  <a:cubicBezTo>
                    <a:pt x="7868" y="7936"/>
                    <a:pt x="7799" y="7933"/>
                    <a:pt x="7731" y="7924"/>
                  </a:cubicBezTo>
                  <a:lnTo>
                    <a:pt x="7731" y="7924"/>
                  </a:lnTo>
                  <a:cubicBezTo>
                    <a:pt x="7723" y="8022"/>
                    <a:pt x="7756" y="8043"/>
                    <a:pt x="7800" y="8043"/>
                  </a:cubicBezTo>
                  <a:cubicBezTo>
                    <a:pt x="7832" y="8043"/>
                    <a:pt x="7871" y="8031"/>
                    <a:pt x="7903" y="8031"/>
                  </a:cubicBezTo>
                  <a:cubicBezTo>
                    <a:pt x="7916" y="8031"/>
                    <a:pt x="7928" y="8033"/>
                    <a:pt x="7938" y="8039"/>
                  </a:cubicBezTo>
                  <a:cubicBezTo>
                    <a:pt x="7877" y="8039"/>
                    <a:pt x="7810" y="8059"/>
                    <a:pt x="7747" y="8059"/>
                  </a:cubicBezTo>
                  <a:cubicBezTo>
                    <a:pt x="7691" y="8059"/>
                    <a:pt x="7638" y="8043"/>
                    <a:pt x="7595" y="7984"/>
                  </a:cubicBezTo>
                  <a:cubicBezTo>
                    <a:pt x="7497" y="7848"/>
                    <a:pt x="7617" y="7739"/>
                    <a:pt x="7682" y="7636"/>
                  </a:cubicBezTo>
                  <a:cubicBezTo>
                    <a:pt x="7780" y="7462"/>
                    <a:pt x="7867" y="7282"/>
                    <a:pt x="7960" y="7102"/>
                  </a:cubicBezTo>
                  <a:cubicBezTo>
                    <a:pt x="8041" y="6939"/>
                    <a:pt x="8112" y="6776"/>
                    <a:pt x="8041" y="6596"/>
                  </a:cubicBezTo>
                  <a:cubicBezTo>
                    <a:pt x="7851" y="6106"/>
                    <a:pt x="7704" y="5600"/>
                    <a:pt x="7393" y="5153"/>
                  </a:cubicBezTo>
                  <a:cubicBezTo>
                    <a:pt x="7029" y="4631"/>
                    <a:pt x="6762" y="4054"/>
                    <a:pt x="6746" y="3390"/>
                  </a:cubicBezTo>
                  <a:cubicBezTo>
                    <a:pt x="6735" y="3085"/>
                    <a:pt x="6631" y="2796"/>
                    <a:pt x="6501" y="2513"/>
                  </a:cubicBezTo>
                  <a:cubicBezTo>
                    <a:pt x="6207" y="1882"/>
                    <a:pt x="5641" y="1490"/>
                    <a:pt x="5156" y="1038"/>
                  </a:cubicBezTo>
                  <a:cubicBezTo>
                    <a:pt x="5042" y="936"/>
                    <a:pt x="4974" y="832"/>
                    <a:pt x="4943" y="723"/>
                  </a:cubicBezTo>
                  <a:lnTo>
                    <a:pt x="4943" y="723"/>
                  </a:lnTo>
                  <a:cubicBezTo>
                    <a:pt x="4959" y="746"/>
                    <a:pt x="4984" y="768"/>
                    <a:pt x="5020" y="787"/>
                  </a:cubicBezTo>
                  <a:cubicBezTo>
                    <a:pt x="5058" y="526"/>
                    <a:pt x="4998" y="259"/>
                    <a:pt x="5091" y="3"/>
                  </a:cubicBezTo>
                  <a:cubicBezTo>
                    <a:pt x="5077" y="1"/>
                    <a:pt x="5064" y="0"/>
                    <a:pt x="50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26"/>
            <p:cNvSpPr/>
            <p:nvPr/>
          </p:nvSpPr>
          <p:spPr>
            <a:xfrm>
              <a:off x="3092733" y="2794372"/>
              <a:ext cx="680321" cy="698655"/>
            </a:xfrm>
            <a:custGeom>
              <a:rect b="b" l="l" r="r" t="t"/>
              <a:pathLst>
                <a:path extrusionOk="0" h="12194" w="11874">
                  <a:moveTo>
                    <a:pt x="124" y="1"/>
                  </a:moveTo>
                  <a:cubicBezTo>
                    <a:pt x="104" y="1"/>
                    <a:pt x="85" y="7"/>
                    <a:pt x="66" y="21"/>
                  </a:cubicBezTo>
                  <a:cubicBezTo>
                    <a:pt x="0" y="75"/>
                    <a:pt x="33" y="152"/>
                    <a:pt x="66" y="217"/>
                  </a:cubicBezTo>
                  <a:cubicBezTo>
                    <a:pt x="153" y="369"/>
                    <a:pt x="256" y="516"/>
                    <a:pt x="376" y="647"/>
                  </a:cubicBezTo>
                  <a:cubicBezTo>
                    <a:pt x="1154" y="1518"/>
                    <a:pt x="1318" y="2623"/>
                    <a:pt x="1536" y="3701"/>
                  </a:cubicBezTo>
                  <a:cubicBezTo>
                    <a:pt x="1650" y="4246"/>
                    <a:pt x="1824" y="4719"/>
                    <a:pt x="2281" y="5062"/>
                  </a:cubicBezTo>
                  <a:cubicBezTo>
                    <a:pt x="2526" y="5242"/>
                    <a:pt x="2777" y="5421"/>
                    <a:pt x="2989" y="5645"/>
                  </a:cubicBezTo>
                  <a:cubicBezTo>
                    <a:pt x="3054" y="5715"/>
                    <a:pt x="3196" y="5759"/>
                    <a:pt x="3136" y="5895"/>
                  </a:cubicBezTo>
                  <a:cubicBezTo>
                    <a:pt x="3092" y="5993"/>
                    <a:pt x="2984" y="6037"/>
                    <a:pt x="2875" y="6058"/>
                  </a:cubicBezTo>
                  <a:cubicBezTo>
                    <a:pt x="2573" y="6109"/>
                    <a:pt x="2273" y="6147"/>
                    <a:pt x="1970" y="6147"/>
                  </a:cubicBezTo>
                  <a:cubicBezTo>
                    <a:pt x="1781" y="6147"/>
                    <a:pt x="1591" y="6132"/>
                    <a:pt x="1399" y="6096"/>
                  </a:cubicBezTo>
                  <a:cubicBezTo>
                    <a:pt x="1122" y="6042"/>
                    <a:pt x="893" y="5944"/>
                    <a:pt x="735" y="5683"/>
                  </a:cubicBezTo>
                  <a:cubicBezTo>
                    <a:pt x="682" y="5594"/>
                    <a:pt x="611" y="5458"/>
                    <a:pt x="501" y="5458"/>
                  </a:cubicBezTo>
                  <a:cubicBezTo>
                    <a:pt x="476" y="5458"/>
                    <a:pt x="449" y="5465"/>
                    <a:pt x="419" y="5481"/>
                  </a:cubicBezTo>
                  <a:cubicBezTo>
                    <a:pt x="283" y="5552"/>
                    <a:pt x="321" y="5732"/>
                    <a:pt x="343" y="5873"/>
                  </a:cubicBezTo>
                  <a:cubicBezTo>
                    <a:pt x="365" y="6015"/>
                    <a:pt x="414" y="6145"/>
                    <a:pt x="479" y="6271"/>
                  </a:cubicBezTo>
                  <a:cubicBezTo>
                    <a:pt x="724" y="6733"/>
                    <a:pt x="1095" y="7038"/>
                    <a:pt x="1612" y="7158"/>
                  </a:cubicBezTo>
                  <a:cubicBezTo>
                    <a:pt x="2113" y="7278"/>
                    <a:pt x="2548" y="7539"/>
                    <a:pt x="2940" y="7866"/>
                  </a:cubicBezTo>
                  <a:cubicBezTo>
                    <a:pt x="3038" y="7947"/>
                    <a:pt x="3049" y="8035"/>
                    <a:pt x="2956" y="8127"/>
                  </a:cubicBezTo>
                  <a:cubicBezTo>
                    <a:pt x="2788" y="8307"/>
                    <a:pt x="2548" y="8405"/>
                    <a:pt x="2385" y="8590"/>
                  </a:cubicBezTo>
                  <a:cubicBezTo>
                    <a:pt x="2314" y="8671"/>
                    <a:pt x="2151" y="8710"/>
                    <a:pt x="2200" y="8846"/>
                  </a:cubicBezTo>
                  <a:cubicBezTo>
                    <a:pt x="2229" y="8929"/>
                    <a:pt x="2320" y="8939"/>
                    <a:pt x="2407" y="8939"/>
                  </a:cubicBezTo>
                  <a:cubicBezTo>
                    <a:pt x="2433" y="8939"/>
                    <a:pt x="2459" y="8938"/>
                    <a:pt x="2483" y="8938"/>
                  </a:cubicBezTo>
                  <a:cubicBezTo>
                    <a:pt x="2488" y="8938"/>
                    <a:pt x="2493" y="8938"/>
                    <a:pt x="2498" y="8938"/>
                  </a:cubicBezTo>
                  <a:cubicBezTo>
                    <a:pt x="2672" y="8938"/>
                    <a:pt x="2655" y="9029"/>
                    <a:pt x="2597" y="9151"/>
                  </a:cubicBezTo>
                  <a:cubicBezTo>
                    <a:pt x="2635" y="9276"/>
                    <a:pt x="2891" y="9216"/>
                    <a:pt x="2831" y="9423"/>
                  </a:cubicBezTo>
                  <a:cubicBezTo>
                    <a:pt x="2835" y="9432"/>
                    <a:pt x="2840" y="9435"/>
                    <a:pt x="2846" y="9435"/>
                  </a:cubicBezTo>
                  <a:cubicBezTo>
                    <a:pt x="2869" y="9435"/>
                    <a:pt x="2904" y="9375"/>
                    <a:pt x="2926" y="9375"/>
                  </a:cubicBezTo>
                  <a:cubicBezTo>
                    <a:pt x="2938" y="9375"/>
                    <a:pt x="2946" y="9392"/>
                    <a:pt x="2946" y="9445"/>
                  </a:cubicBezTo>
                  <a:cubicBezTo>
                    <a:pt x="2946" y="9548"/>
                    <a:pt x="2924" y="9657"/>
                    <a:pt x="2913" y="9760"/>
                  </a:cubicBezTo>
                  <a:cubicBezTo>
                    <a:pt x="2893" y="9924"/>
                    <a:pt x="2935" y="10018"/>
                    <a:pt x="3041" y="10018"/>
                  </a:cubicBezTo>
                  <a:cubicBezTo>
                    <a:pt x="3083" y="10018"/>
                    <a:pt x="3134" y="10003"/>
                    <a:pt x="3196" y="9973"/>
                  </a:cubicBezTo>
                  <a:cubicBezTo>
                    <a:pt x="3348" y="9902"/>
                    <a:pt x="3506" y="9864"/>
                    <a:pt x="3670" y="9847"/>
                  </a:cubicBezTo>
                  <a:cubicBezTo>
                    <a:pt x="3725" y="9847"/>
                    <a:pt x="3749" y="9719"/>
                    <a:pt x="3794" y="9719"/>
                  </a:cubicBezTo>
                  <a:cubicBezTo>
                    <a:pt x="3811" y="9719"/>
                    <a:pt x="3830" y="9736"/>
                    <a:pt x="3855" y="9782"/>
                  </a:cubicBezTo>
                  <a:cubicBezTo>
                    <a:pt x="3974" y="10000"/>
                    <a:pt x="4214" y="10049"/>
                    <a:pt x="4366" y="10212"/>
                  </a:cubicBezTo>
                  <a:cubicBezTo>
                    <a:pt x="4519" y="10212"/>
                    <a:pt x="4639" y="10288"/>
                    <a:pt x="4753" y="10365"/>
                  </a:cubicBezTo>
                  <a:cubicBezTo>
                    <a:pt x="5586" y="10909"/>
                    <a:pt x="6506" y="11165"/>
                    <a:pt x="7480" y="11263"/>
                  </a:cubicBezTo>
                  <a:cubicBezTo>
                    <a:pt x="7856" y="11301"/>
                    <a:pt x="8237" y="11306"/>
                    <a:pt x="8580" y="11486"/>
                  </a:cubicBezTo>
                  <a:cubicBezTo>
                    <a:pt x="8633" y="11514"/>
                    <a:pt x="8692" y="11526"/>
                    <a:pt x="8749" y="11526"/>
                  </a:cubicBezTo>
                  <a:cubicBezTo>
                    <a:pt x="8895" y="11526"/>
                    <a:pt x="9033" y="11447"/>
                    <a:pt x="9037" y="11334"/>
                  </a:cubicBezTo>
                  <a:cubicBezTo>
                    <a:pt x="9043" y="11143"/>
                    <a:pt x="8852" y="11149"/>
                    <a:pt x="8727" y="11127"/>
                  </a:cubicBezTo>
                  <a:cubicBezTo>
                    <a:pt x="8422" y="11072"/>
                    <a:pt x="8134" y="11002"/>
                    <a:pt x="7883" y="10800"/>
                  </a:cubicBezTo>
                  <a:cubicBezTo>
                    <a:pt x="7170" y="10234"/>
                    <a:pt x="6359" y="9929"/>
                    <a:pt x="5444" y="9880"/>
                  </a:cubicBezTo>
                  <a:cubicBezTo>
                    <a:pt x="5074" y="9858"/>
                    <a:pt x="4693" y="9831"/>
                    <a:pt x="4301" y="9679"/>
                  </a:cubicBezTo>
                  <a:lnTo>
                    <a:pt x="4301" y="9679"/>
                  </a:lnTo>
                  <a:cubicBezTo>
                    <a:pt x="4742" y="9722"/>
                    <a:pt x="5150" y="9771"/>
                    <a:pt x="5559" y="9809"/>
                  </a:cubicBezTo>
                  <a:cubicBezTo>
                    <a:pt x="6435" y="9902"/>
                    <a:pt x="7284" y="10081"/>
                    <a:pt x="7976" y="10691"/>
                  </a:cubicBezTo>
                  <a:cubicBezTo>
                    <a:pt x="8139" y="10838"/>
                    <a:pt x="8346" y="10893"/>
                    <a:pt x="8558" y="10942"/>
                  </a:cubicBezTo>
                  <a:cubicBezTo>
                    <a:pt x="9037" y="11051"/>
                    <a:pt x="9533" y="11100"/>
                    <a:pt x="10006" y="11252"/>
                  </a:cubicBezTo>
                  <a:cubicBezTo>
                    <a:pt x="10126" y="11290"/>
                    <a:pt x="10306" y="11285"/>
                    <a:pt x="10311" y="11481"/>
                  </a:cubicBezTo>
                  <a:cubicBezTo>
                    <a:pt x="10436" y="11606"/>
                    <a:pt x="10616" y="11519"/>
                    <a:pt x="10752" y="11595"/>
                  </a:cubicBezTo>
                  <a:cubicBezTo>
                    <a:pt x="11052" y="11600"/>
                    <a:pt x="11128" y="11883"/>
                    <a:pt x="11302" y="12041"/>
                  </a:cubicBezTo>
                  <a:cubicBezTo>
                    <a:pt x="11407" y="12142"/>
                    <a:pt x="11492" y="12193"/>
                    <a:pt x="11561" y="12193"/>
                  </a:cubicBezTo>
                  <a:cubicBezTo>
                    <a:pt x="11653" y="12193"/>
                    <a:pt x="11716" y="12102"/>
                    <a:pt x="11759" y="11916"/>
                  </a:cubicBezTo>
                  <a:cubicBezTo>
                    <a:pt x="11874" y="11404"/>
                    <a:pt x="11841" y="10882"/>
                    <a:pt x="11797" y="10365"/>
                  </a:cubicBezTo>
                  <a:cubicBezTo>
                    <a:pt x="11759" y="9945"/>
                    <a:pt x="11563" y="9608"/>
                    <a:pt x="11248" y="9330"/>
                  </a:cubicBezTo>
                  <a:cubicBezTo>
                    <a:pt x="10959" y="9085"/>
                    <a:pt x="10665" y="8846"/>
                    <a:pt x="10344" y="8650"/>
                  </a:cubicBezTo>
                  <a:cubicBezTo>
                    <a:pt x="9266" y="7991"/>
                    <a:pt x="8498" y="7055"/>
                    <a:pt x="7938" y="5939"/>
                  </a:cubicBezTo>
                  <a:cubicBezTo>
                    <a:pt x="7731" y="5519"/>
                    <a:pt x="7557" y="5073"/>
                    <a:pt x="7077" y="4866"/>
                  </a:cubicBezTo>
                  <a:cubicBezTo>
                    <a:pt x="6985" y="4823"/>
                    <a:pt x="6914" y="4730"/>
                    <a:pt x="6854" y="4643"/>
                  </a:cubicBezTo>
                  <a:cubicBezTo>
                    <a:pt x="6506" y="4158"/>
                    <a:pt x="6010" y="3826"/>
                    <a:pt x="5580" y="3424"/>
                  </a:cubicBezTo>
                  <a:cubicBezTo>
                    <a:pt x="5502" y="3349"/>
                    <a:pt x="5398" y="3231"/>
                    <a:pt x="5291" y="3231"/>
                  </a:cubicBezTo>
                  <a:cubicBezTo>
                    <a:pt x="5257" y="3231"/>
                    <a:pt x="5222" y="3242"/>
                    <a:pt x="5188" y="3271"/>
                  </a:cubicBezTo>
                  <a:cubicBezTo>
                    <a:pt x="5052" y="3380"/>
                    <a:pt x="5205" y="3549"/>
                    <a:pt x="5270" y="3679"/>
                  </a:cubicBezTo>
                  <a:cubicBezTo>
                    <a:pt x="5359" y="3849"/>
                    <a:pt x="5350" y="3931"/>
                    <a:pt x="5212" y="3931"/>
                  </a:cubicBezTo>
                  <a:cubicBezTo>
                    <a:pt x="5181" y="3931"/>
                    <a:pt x="5145" y="3927"/>
                    <a:pt x="5101" y="3919"/>
                  </a:cubicBezTo>
                  <a:cubicBezTo>
                    <a:pt x="5044" y="3907"/>
                    <a:pt x="4989" y="3900"/>
                    <a:pt x="4938" y="3900"/>
                  </a:cubicBezTo>
                  <a:cubicBezTo>
                    <a:pt x="4794" y="3900"/>
                    <a:pt x="4678" y="3958"/>
                    <a:pt x="4622" y="4142"/>
                  </a:cubicBezTo>
                  <a:cubicBezTo>
                    <a:pt x="4595" y="4230"/>
                    <a:pt x="4551" y="4268"/>
                    <a:pt x="4494" y="4268"/>
                  </a:cubicBezTo>
                  <a:cubicBezTo>
                    <a:pt x="4460" y="4268"/>
                    <a:pt x="4420" y="4254"/>
                    <a:pt x="4377" y="4229"/>
                  </a:cubicBezTo>
                  <a:cubicBezTo>
                    <a:pt x="4018" y="4011"/>
                    <a:pt x="3621" y="3903"/>
                    <a:pt x="3223" y="3805"/>
                  </a:cubicBezTo>
                  <a:cubicBezTo>
                    <a:pt x="3098" y="3772"/>
                    <a:pt x="2978" y="3712"/>
                    <a:pt x="2886" y="3619"/>
                  </a:cubicBezTo>
                  <a:cubicBezTo>
                    <a:pt x="2494" y="3233"/>
                    <a:pt x="2156" y="2825"/>
                    <a:pt x="2036" y="2264"/>
                  </a:cubicBezTo>
                  <a:cubicBezTo>
                    <a:pt x="1906" y="1671"/>
                    <a:pt x="1623" y="1164"/>
                    <a:pt x="1089" y="827"/>
                  </a:cubicBezTo>
                  <a:cubicBezTo>
                    <a:pt x="860" y="680"/>
                    <a:pt x="686" y="467"/>
                    <a:pt x="490" y="277"/>
                  </a:cubicBezTo>
                  <a:cubicBezTo>
                    <a:pt x="414" y="201"/>
                    <a:pt x="343" y="124"/>
                    <a:pt x="256" y="65"/>
                  </a:cubicBezTo>
                  <a:cubicBezTo>
                    <a:pt x="214" y="34"/>
                    <a:pt x="169" y="1"/>
                    <a:pt x="1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26"/>
            <p:cNvSpPr/>
            <p:nvPr/>
          </p:nvSpPr>
          <p:spPr>
            <a:xfrm>
              <a:off x="3191623" y="1752882"/>
              <a:ext cx="783853" cy="737387"/>
            </a:xfrm>
            <a:custGeom>
              <a:rect b="b" l="l" r="r" t="t"/>
              <a:pathLst>
                <a:path extrusionOk="0" h="12870" w="13681">
                  <a:moveTo>
                    <a:pt x="1909" y="0"/>
                  </a:moveTo>
                  <a:cubicBezTo>
                    <a:pt x="1893" y="0"/>
                    <a:pt x="1876" y="5"/>
                    <a:pt x="1862" y="5"/>
                  </a:cubicBezTo>
                  <a:cubicBezTo>
                    <a:pt x="1780" y="228"/>
                    <a:pt x="1954" y="343"/>
                    <a:pt x="2063" y="479"/>
                  </a:cubicBezTo>
                  <a:cubicBezTo>
                    <a:pt x="2161" y="604"/>
                    <a:pt x="2336" y="664"/>
                    <a:pt x="2357" y="849"/>
                  </a:cubicBezTo>
                  <a:cubicBezTo>
                    <a:pt x="2477" y="963"/>
                    <a:pt x="2673" y="936"/>
                    <a:pt x="2776" y="1078"/>
                  </a:cubicBezTo>
                  <a:cubicBezTo>
                    <a:pt x="2989" y="1148"/>
                    <a:pt x="2907" y="1334"/>
                    <a:pt x="2913" y="1470"/>
                  </a:cubicBezTo>
                  <a:cubicBezTo>
                    <a:pt x="2923" y="1791"/>
                    <a:pt x="3038" y="2041"/>
                    <a:pt x="3354" y="2167"/>
                  </a:cubicBezTo>
                  <a:cubicBezTo>
                    <a:pt x="4442" y="2613"/>
                    <a:pt x="5357" y="3299"/>
                    <a:pt x="6152" y="4154"/>
                  </a:cubicBezTo>
                  <a:cubicBezTo>
                    <a:pt x="6315" y="4328"/>
                    <a:pt x="6473" y="4513"/>
                    <a:pt x="6718" y="4649"/>
                  </a:cubicBezTo>
                  <a:cubicBezTo>
                    <a:pt x="6573" y="4589"/>
                    <a:pt x="6435" y="4565"/>
                    <a:pt x="6303" y="4565"/>
                  </a:cubicBezTo>
                  <a:cubicBezTo>
                    <a:pt x="6233" y="4565"/>
                    <a:pt x="6164" y="4572"/>
                    <a:pt x="6097" y="4584"/>
                  </a:cubicBezTo>
                  <a:cubicBezTo>
                    <a:pt x="6012" y="4599"/>
                    <a:pt x="5930" y="4606"/>
                    <a:pt x="5851" y="4606"/>
                  </a:cubicBezTo>
                  <a:cubicBezTo>
                    <a:pt x="5423" y="4606"/>
                    <a:pt x="5073" y="4396"/>
                    <a:pt x="4747" y="4121"/>
                  </a:cubicBezTo>
                  <a:cubicBezTo>
                    <a:pt x="4611" y="4007"/>
                    <a:pt x="4470" y="3903"/>
                    <a:pt x="4323" y="3800"/>
                  </a:cubicBezTo>
                  <a:cubicBezTo>
                    <a:pt x="4190" y="3701"/>
                    <a:pt x="4041" y="3660"/>
                    <a:pt x="3883" y="3660"/>
                  </a:cubicBezTo>
                  <a:cubicBezTo>
                    <a:pt x="3839" y="3660"/>
                    <a:pt x="3795" y="3663"/>
                    <a:pt x="3751" y="3669"/>
                  </a:cubicBezTo>
                  <a:cubicBezTo>
                    <a:pt x="3550" y="3696"/>
                    <a:pt x="3511" y="3800"/>
                    <a:pt x="3637" y="3958"/>
                  </a:cubicBezTo>
                  <a:cubicBezTo>
                    <a:pt x="3751" y="4105"/>
                    <a:pt x="3898" y="4230"/>
                    <a:pt x="3974" y="4404"/>
                  </a:cubicBezTo>
                  <a:cubicBezTo>
                    <a:pt x="4018" y="4497"/>
                    <a:pt x="4099" y="4595"/>
                    <a:pt x="4012" y="4698"/>
                  </a:cubicBezTo>
                  <a:cubicBezTo>
                    <a:pt x="3977" y="4739"/>
                    <a:pt x="3933" y="4751"/>
                    <a:pt x="3887" y="4751"/>
                  </a:cubicBezTo>
                  <a:cubicBezTo>
                    <a:pt x="3841" y="4751"/>
                    <a:pt x="3792" y="4739"/>
                    <a:pt x="3746" y="4731"/>
                  </a:cubicBezTo>
                  <a:cubicBezTo>
                    <a:pt x="3395" y="4660"/>
                    <a:pt x="3069" y="4505"/>
                    <a:pt x="2723" y="4425"/>
                  </a:cubicBezTo>
                  <a:lnTo>
                    <a:pt x="2723" y="4425"/>
                  </a:lnTo>
                  <a:cubicBezTo>
                    <a:pt x="2748" y="4417"/>
                    <a:pt x="2773" y="4403"/>
                    <a:pt x="2798" y="4382"/>
                  </a:cubicBezTo>
                  <a:cubicBezTo>
                    <a:pt x="1916" y="3925"/>
                    <a:pt x="904" y="3909"/>
                    <a:pt x="0" y="3528"/>
                  </a:cubicBezTo>
                  <a:lnTo>
                    <a:pt x="0" y="3528"/>
                  </a:lnTo>
                  <a:cubicBezTo>
                    <a:pt x="82" y="3729"/>
                    <a:pt x="299" y="3718"/>
                    <a:pt x="408" y="3870"/>
                  </a:cubicBezTo>
                  <a:cubicBezTo>
                    <a:pt x="327" y="3881"/>
                    <a:pt x="250" y="3887"/>
                    <a:pt x="169" y="3898"/>
                  </a:cubicBezTo>
                  <a:cubicBezTo>
                    <a:pt x="163" y="4034"/>
                    <a:pt x="278" y="4072"/>
                    <a:pt x="370" y="4115"/>
                  </a:cubicBezTo>
                  <a:cubicBezTo>
                    <a:pt x="855" y="4366"/>
                    <a:pt x="1339" y="4600"/>
                    <a:pt x="1846" y="4791"/>
                  </a:cubicBezTo>
                  <a:cubicBezTo>
                    <a:pt x="2766" y="5133"/>
                    <a:pt x="3658" y="5531"/>
                    <a:pt x="4519" y="5999"/>
                  </a:cubicBezTo>
                  <a:cubicBezTo>
                    <a:pt x="5003" y="6266"/>
                    <a:pt x="5493" y="6533"/>
                    <a:pt x="5999" y="6750"/>
                  </a:cubicBezTo>
                  <a:cubicBezTo>
                    <a:pt x="6800" y="7082"/>
                    <a:pt x="7524" y="7540"/>
                    <a:pt x="8231" y="8035"/>
                  </a:cubicBezTo>
                  <a:cubicBezTo>
                    <a:pt x="8678" y="8356"/>
                    <a:pt x="8977" y="8765"/>
                    <a:pt x="9239" y="9244"/>
                  </a:cubicBezTo>
                  <a:cubicBezTo>
                    <a:pt x="9625" y="9951"/>
                    <a:pt x="9930" y="10714"/>
                    <a:pt x="10458" y="11345"/>
                  </a:cubicBezTo>
                  <a:cubicBezTo>
                    <a:pt x="10676" y="11606"/>
                    <a:pt x="10986" y="11786"/>
                    <a:pt x="11144" y="12102"/>
                  </a:cubicBezTo>
                  <a:cubicBezTo>
                    <a:pt x="11705" y="12543"/>
                    <a:pt x="12423" y="12608"/>
                    <a:pt x="13060" y="12869"/>
                  </a:cubicBezTo>
                  <a:cubicBezTo>
                    <a:pt x="13120" y="12820"/>
                    <a:pt x="13191" y="12831"/>
                    <a:pt x="13262" y="12826"/>
                  </a:cubicBezTo>
                  <a:cubicBezTo>
                    <a:pt x="13268" y="12825"/>
                    <a:pt x="13274" y="12825"/>
                    <a:pt x="13280" y="12825"/>
                  </a:cubicBezTo>
                  <a:cubicBezTo>
                    <a:pt x="13346" y="12825"/>
                    <a:pt x="13424" y="12854"/>
                    <a:pt x="13491" y="12854"/>
                  </a:cubicBezTo>
                  <a:cubicBezTo>
                    <a:pt x="13542" y="12854"/>
                    <a:pt x="13586" y="12837"/>
                    <a:pt x="13615" y="12777"/>
                  </a:cubicBezTo>
                  <a:cubicBezTo>
                    <a:pt x="13681" y="12635"/>
                    <a:pt x="13561" y="12510"/>
                    <a:pt x="13490" y="12390"/>
                  </a:cubicBezTo>
                  <a:cubicBezTo>
                    <a:pt x="13425" y="12276"/>
                    <a:pt x="13332" y="12178"/>
                    <a:pt x="13278" y="12064"/>
                  </a:cubicBezTo>
                  <a:cubicBezTo>
                    <a:pt x="13153" y="11802"/>
                    <a:pt x="12957" y="11568"/>
                    <a:pt x="12979" y="11258"/>
                  </a:cubicBezTo>
                  <a:cubicBezTo>
                    <a:pt x="12478" y="10795"/>
                    <a:pt x="12140" y="10218"/>
                    <a:pt x="11868" y="9608"/>
                  </a:cubicBezTo>
                  <a:cubicBezTo>
                    <a:pt x="11683" y="9206"/>
                    <a:pt x="11498" y="8792"/>
                    <a:pt x="11432" y="8340"/>
                  </a:cubicBezTo>
                  <a:cubicBezTo>
                    <a:pt x="11449" y="8269"/>
                    <a:pt x="11394" y="8231"/>
                    <a:pt x="11356" y="8193"/>
                  </a:cubicBezTo>
                  <a:cubicBezTo>
                    <a:pt x="10627" y="7540"/>
                    <a:pt x="10175" y="6712"/>
                    <a:pt x="9805" y="5819"/>
                  </a:cubicBezTo>
                  <a:cubicBezTo>
                    <a:pt x="9337" y="4703"/>
                    <a:pt x="8667" y="3734"/>
                    <a:pt x="7594" y="3092"/>
                  </a:cubicBezTo>
                  <a:cubicBezTo>
                    <a:pt x="7159" y="2836"/>
                    <a:pt x="6729" y="2575"/>
                    <a:pt x="6331" y="2259"/>
                  </a:cubicBezTo>
                  <a:cubicBezTo>
                    <a:pt x="6228" y="2150"/>
                    <a:pt x="6076" y="2161"/>
                    <a:pt x="5956" y="2090"/>
                  </a:cubicBezTo>
                  <a:cubicBezTo>
                    <a:pt x="5477" y="1813"/>
                    <a:pt x="5041" y="1481"/>
                    <a:pt x="4589" y="1159"/>
                  </a:cubicBezTo>
                  <a:cubicBezTo>
                    <a:pt x="3795" y="582"/>
                    <a:pt x="2831" y="359"/>
                    <a:pt x="1933" y="5"/>
                  </a:cubicBezTo>
                  <a:cubicBezTo>
                    <a:pt x="1925" y="2"/>
                    <a:pt x="1918" y="0"/>
                    <a:pt x="19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26"/>
            <p:cNvSpPr/>
            <p:nvPr/>
          </p:nvSpPr>
          <p:spPr>
            <a:xfrm>
              <a:off x="1518234" y="439475"/>
              <a:ext cx="1009996" cy="1828742"/>
            </a:xfrm>
            <a:custGeom>
              <a:rect b="b" l="l" r="r" t="t"/>
              <a:pathLst>
                <a:path extrusionOk="0" h="31918" w="17628">
                  <a:moveTo>
                    <a:pt x="9070" y="2013"/>
                  </a:moveTo>
                  <a:cubicBezTo>
                    <a:pt x="9076" y="2014"/>
                    <a:pt x="9082" y="2015"/>
                    <a:pt x="9088" y="2015"/>
                  </a:cubicBezTo>
                  <a:lnTo>
                    <a:pt x="9088" y="2015"/>
                  </a:lnTo>
                  <a:cubicBezTo>
                    <a:pt x="9078" y="2018"/>
                    <a:pt x="9077" y="2022"/>
                    <a:pt x="9081" y="2030"/>
                  </a:cubicBezTo>
                  <a:cubicBezTo>
                    <a:pt x="9086" y="2041"/>
                    <a:pt x="9085" y="2046"/>
                    <a:pt x="9081" y="2046"/>
                  </a:cubicBezTo>
                  <a:cubicBezTo>
                    <a:pt x="9070" y="2046"/>
                    <a:pt x="9038" y="2013"/>
                    <a:pt x="9070" y="2013"/>
                  </a:cubicBezTo>
                  <a:close/>
                  <a:moveTo>
                    <a:pt x="10298" y="0"/>
                  </a:moveTo>
                  <a:cubicBezTo>
                    <a:pt x="10043" y="0"/>
                    <a:pt x="9785" y="163"/>
                    <a:pt x="9560" y="320"/>
                  </a:cubicBezTo>
                  <a:cubicBezTo>
                    <a:pt x="9015" y="696"/>
                    <a:pt x="8444" y="1001"/>
                    <a:pt x="7763" y="1066"/>
                  </a:cubicBezTo>
                  <a:cubicBezTo>
                    <a:pt x="7594" y="1083"/>
                    <a:pt x="7404" y="1142"/>
                    <a:pt x="7284" y="1317"/>
                  </a:cubicBezTo>
                  <a:cubicBezTo>
                    <a:pt x="7343" y="1359"/>
                    <a:pt x="7402" y="1371"/>
                    <a:pt x="7462" y="1371"/>
                  </a:cubicBezTo>
                  <a:cubicBezTo>
                    <a:pt x="7541" y="1371"/>
                    <a:pt x="7619" y="1350"/>
                    <a:pt x="7695" y="1350"/>
                  </a:cubicBezTo>
                  <a:cubicBezTo>
                    <a:pt x="7733" y="1350"/>
                    <a:pt x="7770" y="1355"/>
                    <a:pt x="7807" y="1371"/>
                  </a:cubicBezTo>
                  <a:cubicBezTo>
                    <a:pt x="7551" y="1420"/>
                    <a:pt x="7251" y="1426"/>
                    <a:pt x="7039" y="1524"/>
                  </a:cubicBezTo>
                  <a:cubicBezTo>
                    <a:pt x="6429" y="1807"/>
                    <a:pt x="5754" y="1965"/>
                    <a:pt x="5188" y="2346"/>
                  </a:cubicBezTo>
                  <a:cubicBezTo>
                    <a:pt x="3506" y="3467"/>
                    <a:pt x="2270" y="4997"/>
                    <a:pt x="1377" y="6761"/>
                  </a:cubicBezTo>
                  <a:cubicBezTo>
                    <a:pt x="392" y="8699"/>
                    <a:pt x="0" y="10806"/>
                    <a:pt x="27" y="12994"/>
                  </a:cubicBezTo>
                  <a:cubicBezTo>
                    <a:pt x="60" y="15106"/>
                    <a:pt x="452" y="17159"/>
                    <a:pt x="996" y="19173"/>
                  </a:cubicBezTo>
                  <a:cubicBezTo>
                    <a:pt x="1922" y="22608"/>
                    <a:pt x="3413" y="25798"/>
                    <a:pt x="5618" y="28618"/>
                  </a:cubicBezTo>
                  <a:cubicBezTo>
                    <a:pt x="6511" y="29761"/>
                    <a:pt x="7333" y="30954"/>
                    <a:pt x="8427" y="31917"/>
                  </a:cubicBezTo>
                  <a:cubicBezTo>
                    <a:pt x="8531" y="31781"/>
                    <a:pt x="8444" y="31667"/>
                    <a:pt x="8362" y="31569"/>
                  </a:cubicBezTo>
                  <a:cubicBezTo>
                    <a:pt x="8079" y="31220"/>
                    <a:pt x="7823" y="30856"/>
                    <a:pt x="7545" y="30507"/>
                  </a:cubicBezTo>
                  <a:cubicBezTo>
                    <a:pt x="6446" y="29152"/>
                    <a:pt x="5384" y="27769"/>
                    <a:pt x="4431" y="26305"/>
                  </a:cubicBezTo>
                  <a:cubicBezTo>
                    <a:pt x="4072" y="25755"/>
                    <a:pt x="3838" y="25129"/>
                    <a:pt x="3408" y="24617"/>
                  </a:cubicBezTo>
                  <a:cubicBezTo>
                    <a:pt x="3337" y="24497"/>
                    <a:pt x="3256" y="24383"/>
                    <a:pt x="3196" y="24252"/>
                  </a:cubicBezTo>
                  <a:cubicBezTo>
                    <a:pt x="2243" y="22205"/>
                    <a:pt x="1410" y="20120"/>
                    <a:pt x="969" y="17888"/>
                  </a:cubicBezTo>
                  <a:cubicBezTo>
                    <a:pt x="675" y="16396"/>
                    <a:pt x="359" y="14921"/>
                    <a:pt x="305" y="13402"/>
                  </a:cubicBezTo>
                  <a:cubicBezTo>
                    <a:pt x="267" y="12352"/>
                    <a:pt x="327" y="11306"/>
                    <a:pt x="512" y="10277"/>
                  </a:cubicBezTo>
                  <a:cubicBezTo>
                    <a:pt x="735" y="9047"/>
                    <a:pt x="1111" y="7855"/>
                    <a:pt x="1682" y="6744"/>
                  </a:cubicBezTo>
                  <a:cubicBezTo>
                    <a:pt x="2319" y="5498"/>
                    <a:pt x="3234" y="4452"/>
                    <a:pt x="4214" y="3456"/>
                  </a:cubicBezTo>
                  <a:cubicBezTo>
                    <a:pt x="5455" y="2189"/>
                    <a:pt x="7713" y="1498"/>
                    <a:pt x="9415" y="1498"/>
                  </a:cubicBezTo>
                  <a:cubicBezTo>
                    <a:pt x="9556" y="1498"/>
                    <a:pt x="9694" y="1503"/>
                    <a:pt x="9826" y="1513"/>
                  </a:cubicBezTo>
                  <a:cubicBezTo>
                    <a:pt x="9663" y="1545"/>
                    <a:pt x="9505" y="1573"/>
                    <a:pt x="9347" y="1611"/>
                  </a:cubicBezTo>
                  <a:cubicBezTo>
                    <a:pt x="9179" y="1654"/>
                    <a:pt x="9010" y="1720"/>
                    <a:pt x="8841" y="1758"/>
                  </a:cubicBezTo>
                  <a:cubicBezTo>
                    <a:pt x="6435" y="2324"/>
                    <a:pt x="4655" y="3750"/>
                    <a:pt x="3375" y="5813"/>
                  </a:cubicBezTo>
                  <a:cubicBezTo>
                    <a:pt x="2482" y="7245"/>
                    <a:pt x="1922" y="8802"/>
                    <a:pt x="1824" y="10517"/>
                  </a:cubicBezTo>
                  <a:cubicBezTo>
                    <a:pt x="1726" y="12150"/>
                    <a:pt x="1797" y="13756"/>
                    <a:pt x="2390" y="15308"/>
                  </a:cubicBezTo>
                  <a:cubicBezTo>
                    <a:pt x="2766" y="16293"/>
                    <a:pt x="3310" y="17186"/>
                    <a:pt x="3843" y="18084"/>
                  </a:cubicBezTo>
                  <a:cubicBezTo>
                    <a:pt x="4812" y="19717"/>
                    <a:pt x="6081" y="21106"/>
                    <a:pt x="7447" y="22418"/>
                  </a:cubicBezTo>
                  <a:cubicBezTo>
                    <a:pt x="9130" y="24029"/>
                    <a:pt x="10937" y="25472"/>
                    <a:pt x="12984" y="26593"/>
                  </a:cubicBezTo>
                  <a:cubicBezTo>
                    <a:pt x="14160" y="27241"/>
                    <a:pt x="15303" y="27954"/>
                    <a:pt x="16610" y="28313"/>
                  </a:cubicBezTo>
                  <a:cubicBezTo>
                    <a:pt x="16858" y="28379"/>
                    <a:pt x="17101" y="28496"/>
                    <a:pt x="17360" y="28496"/>
                  </a:cubicBezTo>
                  <a:cubicBezTo>
                    <a:pt x="17447" y="28496"/>
                    <a:pt x="17536" y="28482"/>
                    <a:pt x="17628" y="28449"/>
                  </a:cubicBezTo>
                  <a:cubicBezTo>
                    <a:pt x="17334" y="28243"/>
                    <a:pt x="17018" y="28096"/>
                    <a:pt x="16659" y="28057"/>
                  </a:cubicBezTo>
                  <a:cubicBezTo>
                    <a:pt x="16376" y="28030"/>
                    <a:pt x="16125" y="27905"/>
                    <a:pt x="15864" y="27796"/>
                  </a:cubicBezTo>
                  <a:cubicBezTo>
                    <a:pt x="14535" y="27246"/>
                    <a:pt x="13387" y="26381"/>
                    <a:pt x="12124" y="25711"/>
                  </a:cubicBezTo>
                  <a:cubicBezTo>
                    <a:pt x="11677" y="25477"/>
                    <a:pt x="11236" y="25232"/>
                    <a:pt x="10828" y="24927"/>
                  </a:cubicBezTo>
                  <a:cubicBezTo>
                    <a:pt x="8950" y="23528"/>
                    <a:pt x="7241" y="21960"/>
                    <a:pt x="5716" y="20180"/>
                  </a:cubicBezTo>
                  <a:cubicBezTo>
                    <a:pt x="4431" y="18678"/>
                    <a:pt x="3397" y="17017"/>
                    <a:pt x="2646" y="15199"/>
                  </a:cubicBezTo>
                  <a:cubicBezTo>
                    <a:pt x="1998" y="13631"/>
                    <a:pt x="1976" y="11976"/>
                    <a:pt x="2123" y="10310"/>
                  </a:cubicBezTo>
                  <a:cubicBezTo>
                    <a:pt x="2335" y="7888"/>
                    <a:pt x="3413" y="5890"/>
                    <a:pt x="5063" y="4148"/>
                  </a:cubicBezTo>
                  <a:cubicBezTo>
                    <a:pt x="5836" y="3331"/>
                    <a:pt x="6838" y="2885"/>
                    <a:pt x="7812" y="2405"/>
                  </a:cubicBezTo>
                  <a:cubicBezTo>
                    <a:pt x="8057" y="2285"/>
                    <a:pt x="8306" y="2221"/>
                    <a:pt x="8551" y="2221"/>
                  </a:cubicBezTo>
                  <a:cubicBezTo>
                    <a:pt x="8894" y="2221"/>
                    <a:pt x="9230" y="2347"/>
                    <a:pt x="9538" y="2623"/>
                  </a:cubicBezTo>
                  <a:cubicBezTo>
                    <a:pt x="9679" y="2754"/>
                    <a:pt x="9826" y="2874"/>
                    <a:pt x="9990" y="2966"/>
                  </a:cubicBezTo>
                  <a:cubicBezTo>
                    <a:pt x="10194" y="3090"/>
                    <a:pt x="10408" y="3185"/>
                    <a:pt x="10635" y="3185"/>
                  </a:cubicBezTo>
                  <a:cubicBezTo>
                    <a:pt x="10747" y="3185"/>
                    <a:pt x="10862" y="3162"/>
                    <a:pt x="10981" y="3108"/>
                  </a:cubicBezTo>
                  <a:cubicBezTo>
                    <a:pt x="11008" y="2944"/>
                    <a:pt x="10883" y="2906"/>
                    <a:pt x="10774" y="2879"/>
                  </a:cubicBezTo>
                  <a:cubicBezTo>
                    <a:pt x="10398" y="2803"/>
                    <a:pt x="10110" y="2585"/>
                    <a:pt x="9826" y="2356"/>
                  </a:cubicBezTo>
                  <a:cubicBezTo>
                    <a:pt x="9627" y="2193"/>
                    <a:pt x="9419" y="2049"/>
                    <a:pt x="9161" y="2018"/>
                  </a:cubicBezTo>
                  <a:lnTo>
                    <a:pt x="9161" y="2018"/>
                  </a:lnTo>
                  <a:cubicBezTo>
                    <a:pt x="9161" y="2018"/>
                    <a:pt x="9161" y="2018"/>
                    <a:pt x="9161" y="2018"/>
                  </a:cubicBezTo>
                  <a:cubicBezTo>
                    <a:pt x="9439" y="2018"/>
                    <a:pt x="9686" y="1893"/>
                    <a:pt x="9952" y="1839"/>
                  </a:cubicBezTo>
                  <a:cubicBezTo>
                    <a:pt x="10115" y="1807"/>
                    <a:pt x="10300" y="1747"/>
                    <a:pt x="10300" y="1545"/>
                  </a:cubicBezTo>
                  <a:cubicBezTo>
                    <a:pt x="10295" y="1333"/>
                    <a:pt x="10115" y="1246"/>
                    <a:pt x="9941" y="1208"/>
                  </a:cubicBezTo>
                  <a:cubicBezTo>
                    <a:pt x="9691" y="1151"/>
                    <a:pt x="9441" y="1091"/>
                    <a:pt x="9207" y="1091"/>
                  </a:cubicBezTo>
                  <a:cubicBezTo>
                    <a:pt x="9137" y="1091"/>
                    <a:pt x="9070" y="1096"/>
                    <a:pt x="9004" y="1108"/>
                  </a:cubicBezTo>
                  <a:lnTo>
                    <a:pt x="9004" y="1108"/>
                  </a:lnTo>
                  <a:cubicBezTo>
                    <a:pt x="9267" y="996"/>
                    <a:pt x="9526" y="805"/>
                    <a:pt x="9794" y="631"/>
                  </a:cubicBezTo>
                  <a:cubicBezTo>
                    <a:pt x="9987" y="506"/>
                    <a:pt x="10189" y="393"/>
                    <a:pt x="10410" y="393"/>
                  </a:cubicBezTo>
                  <a:cubicBezTo>
                    <a:pt x="10489" y="393"/>
                    <a:pt x="10570" y="407"/>
                    <a:pt x="10654" y="440"/>
                  </a:cubicBezTo>
                  <a:cubicBezTo>
                    <a:pt x="10803" y="500"/>
                    <a:pt x="10954" y="524"/>
                    <a:pt x="11105" y="524"/>
                  </a:cubicBezTo>
                  <a:cubicBezTo>
                    <a:pt x="11187" y="524"/>
                    <a:pt x="11269" y="517"/>
                    <a:pt x="11351" y="506"/>
                  </a:cubicBezTo>
                  <a:cubicBezTo>
                    <a:pt x="11726" y="452"/>
                    <a:pt x="12102" y="439"/>
                    <a:pt x="12478" y="439"/>
                  </a:cubicBezTo>
                  <a:cubicBezTo>
                    <a:pt x="12559" y="439"/>
                    <a:pt x="12641" y="439"/>
                    <a:pt x="12723" y="440"/>
                  </a:cubicBezTo>
                  <a:cubicBezTo>
                    <a:pt x="12740" y="440"/>
                    <a:pt x="12757" y="440"/>
                    <a:pt x="12775" y="440"/>
                  </a:cubicBezTo>
                  <a:cubicBezTo>
                    <a:pt x="12864" y="440"/>
                    <a:pt x="12956" y="437"/>
                    <a:pt x="13033" y="391"/>
                  </a:cubicBezTo>
                  <a:cubicBezTo>
                    <a:pt x="13136" y="331"/>
                    <a:pt x="13131" y="271"/>
                    <a:pt x="13027" y="212"/>
                  </a:cubicBezTo>
                  <a:cubicBezTo>
                    <a:pt x="12989" y="190"/>
                    <a:pt x="12946" y="163"/>
                    <a:pt x="12902" y="157"/>
                  </a:cubicBezTo>
                  <a:cubicBezTo>
                    <a:pt x="12592" y="92"/>
                    <a:pt x="12281" y="79"/>
                    <a:pt x="11969" y="79"/>
                  </a:cubicBezTo>
                  <a:cubicBezTo>
                    <a:pt x="11753" y="79"/>
                    <a:pt x="11538" y="85"/>
                    <a:pt x="11322" y="85"/>
                  </a:cubicBezTo>
                  <a:cubicBezTo>
                    <a:pt x="11016" y="85"/>
                    <a:pt x="10709" y="72"/>
                    <a:pt x="10403" y="10"/>
                  </a:cubicBezTo>
                  <a:cubicBezTo>
                    <a:pt x="10369" y="4"/>
                    <a:pt x="10333" y="0"/>
                    <a:pt x="102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26"/>
            <p:cNvSpPr/>
            <p:nvPr/>
          </p:nvSpPr>
          <p:spPr>
            <a:xfrm>
              <a:off x="3038762" y="2458687"/>
              <a:ext cx="656314" cy="330707"/>
            </a:xfrm>
            <a:custGeom>
              <a:rect b="b" l="l" r="r" t="t"/>
              <a:pathLst>
                <a:path extrusionOk="0" h="5772" w="11455">
                  <a:moveTo>
                    <a:pt x="5395" y="1"/>
                  </a:moveTo>
                  <a:cubicBezTo>
                    <a:pt x="5283" y="82"/>
                    <a:pt x="5158" y="93"/>
                    <a:pt x="5031" y="93"/>
                  </a:cubicBezTo>
                  <a:cubicBezTo>
                    <a:pt x="4983" y="93"/>
                    <a:pt x="4934" y="92"/>
                    <a:pt x="4886" y="92"/>
                  </a:cubicBezTo>
                  <a:cubicBezTo>
                    <a:pt x="4790" y="92"/>
                    <a:pt x="4695" y="98"/>
                    <a:pt x="4606" y="137"/>
                  </a:cubicBezTo>
                  <a:cubicBezTo>
                    <a:pt x="4579" y="158"/>
                    <a:pt x="4546" y="186"/>
                    <a:pt x="4541" y="218"/>
                  </a:cubicBezTo>
                  <a:cubicBezTo>
                    <a:pt x="4285" y="1122"/>
                    <a:pt x="3626" y="1710"/>
                    <a:pt x="2946" y="2282"/>
                  </a:cubicBezTo>
                  <a:cubicBezTo>
                    <a:pt x="2679" y="2505"/>
                    <a:pt x="2396" y="2723"/>
                    <a:pt x="2124" y="2946"/>
                  </a:cubicBezTo>
                  <a:cubicBezTo>
                    <a:pt x="1601" y="3365"/>
                    <a:pt x="1106" y="3811"/>
                    <a:pt x="583" y="4230"/>
                  </a:cubicBezTo>
                  <a:cubicBezTo>
                    <a:pt x="545" y="4601"/>
                    <a:pt x="327" y="4818"/>
                    <a:pt x="0" y="4955"/>
                  </a:cubicBezTo>
                  <a:cubicBezTo>
                    <a:pt x="343" y="5319"/>
                    <a:pt x="746" y="5586"/>
                    <a:pt x="1204" y="5771"/>
                  </a:cubicBezTo>
                  <a:cubicBezTo>
                    <a:pt x="1302" y="5755"/>
                    <a:pt x="1356" y="5706"/>
                    <a:pt x="1383" y="5613"/>
                  </a:cubicBezTo>
                  <a:cubicBezTo>
                    <a:pt x="1378" y="5510"/>
                    <a:pt x="1438" y="5428"/>
                    <a:pt x="1514" y="5379"/>
                  </a:cubicBezTo>
                  <a:cubicBezTo>
                    <a:pt x="2113" y="4993"/>
                    <a:pt x="2657" y="4503"/>
                    <a:pt x="3365" y="4307"/>
                  </a:cubicBezTo>
                  <a:cubicBezTo>
                    <a:pt x="3528" y="4258"/>
                    <a:pt x="3653" y="4165"/>
                    <a:pt x="3730" y="4029"/>
                  </a:cubicBezTo>
                  <a:cubicBezTo>
                    <a:pt x="3850" y="4077"/>
                    <a:pt x="3864" y="4245"/>
                    <a:pt x="3990" y="4245"/>
                  </a:cubicBezTo>
                  <a:cubicBezTo>
                    <a:pt x="4007" y="4245"/>
                    <a:pt x="4025" y="4242"/>
                    <a:pt x="4045" y="4236"/>
                  </a:cubicBezTo>
                  <a:cubicBezTo>
                    <a:pt x="4065" y="4178"/>
                    <a:pt x="3972" y="4056"/>
                    <a:pt x="4085" y="4056"/>
                  </a:cubicBezTo>
                  <a:cubicBezTo>
                    <a:pt x="4099" y="4056"/>
                    <a:pt x="4117" y="4057"/>
                    <a:pt x="4138" y="4062"/>
                  </a:cubicBezTo>
                  <a:cubicBezTo>
                    <a:pt x="4169" y="4068"/>
                    <a:pt x="4198" y="4071"/>
                    <a:pt x="4226" y="4071"/>
                  </a:cubicBezTo>
                  <a:cubicBezTo>
                    <a:pt x="4322" y="4071"/>
                    <a:pt x="4404" y="4034"/>
                    <a:pt x="4475" y="3958"/>
                  </a:cubicBezTo>
                  <a:cubicBezTo>
                    <a:pt x="4470" y="3811"/>
                    <a:pt x="4595" y="3768"/>
                    <a:pt x="4688" y="3702"/>
                  </a:cubicBezTo>
                  <a:cubicBezTo>
                    <a:pt x="5112" y="3414"/>
                    <a:pt x="5586" y="3251"/>
                    <a:pt x="6087" y="3142"/>
                  </a:cubicBezTo>
                  <a:cubicBezTo>
                    <a:pt x="7072" y="2924"/>
                    <a:pt x="8068" y="2755"/>
                    <a:pt x="9076" y="2657"/>
                  </a:cubicBezTo>
                  <a:cubicBezTo>
                    <a:pt x="9254" y="2640"/>
                    <a:pt x="9436" y="2621"/>
                    <a:pt x="9617" y="2621"/>
                  </a:cubicBezTo>
                  <a:cubicBezTo>
                    <a:pt x="9889" y="2621"/>
                    <a:pt x="10158" y="2663"/>
                    <a:pt x="10409" y="2810"/>
                  </a:cubicBezTo>
                  <a:cubicBezTo>
                    <a:pt x="10602" y="2741"/>
                    <a:pt x="10799" y="2713"/>
                    <a:pt x="10997" y="2713"/>
                  </a:cubicBezTo>
                  <a:cubicBezTo>
                    <a:pt x="11113" y="2713"/>
                    <a:pt x="11229" y="2723"/>
                    <a:pt x="11346" y="2739"/>
                  </a:cubicBezTo>
                  <a:cubicBezTo>
                    <a:pt x="11351" y="2740"/>
                    <a:pt x="11356" y="2740"/>
                    <a:pt x="11361" y="2740"/>
                  </a:cubicBezTo>
                  <a:cubicBezTo>
                    <a:pt x="11417" y="2740"/>
                    <a:pt x="11450" y="2685"/>
                    <a:pt x="11455" y="2630"/>
                  </a:cubicBezTo>
                  <a:cubicBezTo>
                    <a:pt x="11362" y="2439"/>
                    <a:pt x="11177" y="2429"/>
                    <a:pt x="11008" y="2390"/>
                  </a:cubicBezTo>
                  <a:cubicBezTo>
                    <a:pt x="10360" y="2254"/>
                    <a:pt x="9767" y="1982"/>
                    <a:pt x="9185" y="1666"/>
                  </a:cubicBezTo>
                  <a:cubicBezTo>
                    <a:pt x="8264" y="1171"/>
                    <a:pt x="7317" y="730"/>
                    <a:pt x="6359" y="327"/>
                  </a:cubicBezTo>
                  <a:cubicBezTo>
                    <a:pt x="6043" y="197"/>
                    <a:pt x="5695" y="169"/>
                    <a:pt x="53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26"/>
            <p:cNvSpPr/>
            <p:nvPr/>
          </p:nvSpPr>
          <p:spPr>
            <a:xfrm>
              <a:off x="2761459" y="2615558"/>
              <a:ext cx="1020653" cy="897354"/>
            </a:xfrm>
            <a:custGeom>
              <a:rect b="b" l="l" r="r" t="t"/>
              <a:pathLst>
                <a:path extrusionOk="0" h="15662" w="17814">
                  <a:moveTo>
                    <a:pt x="1" y="1"/>
                  </a:moveTo>
                  <a:lnTo>
                    <a:pt x="1" y="1"/>
                  </a:lnTo>
                  <a:cubicBezTo>
                    <a:pt x="121" y="197"/>
                    <a:pt x="191" y="317"/>
                    <a:pt x="262" y="431"/>
                  </a:cubicBezTo>
                  <a:cubicBezTo>
                    <a:pt x="420" y="926"/>
                    <a:pt x="670" y="1373"/>
                    <a:pt x="1002" y="1776"/>
                  </a:cubicBezTo>
                  <a:cubicBezTo>
                    <a:pt x="1498" y="2374"/>
                    <a:pt x="1972" y="2990"/>
                    <a:pt x="2412" y="3627"/>
                  </a:cubicBezTo>
                  <a:cubicBezTo>
                    <a:pt x="3039" y="4536"/>
                    <a:pt x="3893" y="5162"/>
                    <a:pt x="4819" y="5712"/>
                  </a:cubicBezTo>
                  <a:cubicBezTo>
                    <a:pt x="4860" y="5736"/>
                    <a:pt x="4903" y="5748"/>
                    <a:pt x="4948" y="5748"/>
                  </a:cubicBezTo>
                  <a:cubicBezTo>
                    <a:pt x="4963" y="5748"/>
                    <a:pt x="4978" y="5747"/>
                    <a:pt x="4993" y="5744"/>
                  </a:cubicBezTo>
                  <a:cubicBezTo>
                    <a:pt x="5178" y="5815"/>
                    <a:pt x="5358" y="5902"/>
                    <a:pt x="5548" y="5951"/>
                  </a:cubicBezTo>
                  <a:cubicBezTo>
                    <a:pt x="5842" y="6022"/>
                    <a:pt x="5815" y="6163"/>
                    <a:pt x="5728" y="6403"/>
                  </a:cubicBezTo>
                  <a:cubicBezTo>
                    <a:pt x="5677" y="6534"/>
                    <a:pt x="5618" y="6575"/>
                    <a:pt x="5554" y="6575"/>
                  </a:cubicBezTo>
                  <a:cubicBezTo>
                    <a:pt x="5454" y="6575"/>
                    <a:pt x="5340" y="6473"/>
                    <a:pt x="5227" y="6463"/>
                  </a:cubicBezTo>
                  <a:lnTo>
                    <a:pt x="5227" y="6463"/>
                  </a:lnTo>
                  <a:cubicBezTo>
                    <a:pt x="5410" y="6689"/>
                    <a:pt x="5518" y="6800"/>
                    <a:pt x="5627" y="6800"/>
                  </a:cubicBezTo>
                  <a:cubicBezTo>
                    <a:pt x="5722" y="6800"/>
                    <a:pt x="5817" y="6715"/>
                    <a:pt x="5962" y="6550"/>
                  </a:cubicBezTo>
                  <a:cubicBezTo>
                    <a:pt x="6009" y="6496"/>
                    <a:pt x="6044" y="6476"/>
                    <a:pt x="6077" y="6476"/>
                  </a:cubicBezTo>
                  <a:cubicBezTo>
                    <a:pt x="6114" y="6476"/>
                    <a:pt x="6148" y="6500"/>
                    <a:pt x="6191" y="6528"/>
                  </a:cubicBezTo>
                  <a:cubicBezTo>
                    <a:pt x="6419" y="6915"/>
                    <a:pt x="6762" y="7181"/>
                    <a:pt x="7083" y="7470"/>
                  </a:cubicBezTo>
                  <a:cubicBezTo>
                    <a:pt x="7171" y="7552"/>
                    <a:pt x="7279" y="7606"/>
                    <a:pt x="7318" y="7726"/>
                  </a:cubicBezTo>
                  <a:cubicBezTo>
                    <a:pt x="7416" y="8031"/>
                    <a:pt x="7633" y="8243"/>
                    <a:pt x="7867" y="8444"/>
                  </a:cubicBezTo>
                  <a:cubicBezTo>
                    <a:pt x="8025" y="8581"/>
                    <a:pt x="8210" y="8689"/>
                    <a:pt x="8374" y="8896"/>
                  </a:cubicBezTo>
                  <a:cubicBezTo>
                    <a:pt x="8214" y="8911"/>
                    <a:pt x="8074" y="8913"/>
                    <a:pt x="7940" y="8913"/>
                  </a:cubicBezTo>
                  <a:cubicBezTo>
                    <a:pt x="7873" y="8913"/>
                    <a:pt x="7807" y="8913"/>
                    <a:pt x="7742" y="8913"/>
                  </a:cubicBezTo>
                  <a:cubicBezTo>
                    <a:pt x="7318" y="8907"/>
                    <a:pt x="6915" y="8858"/>
                    <a:pt x="6681" y="8428"/>
                  </a:cubicBezTo>
                  <a:cubicBezTo>
                    <a:pt x="6632" y="8336"/>
                    <a:pt x="6534" y="8276"/>
                    <a:pt x="6446" y="8216"/>
                  </a:cubicBezTo>
                  <a:cubicBezTo>
                    <a:pt x="6331" y="8140"/>
                    <a:pt x="6232" y="8103"/>
                    <a:pt x="6151" y="8103"/>
                  </a:cubicBezTo>
                  <a:cubicBezTo>
                    <a:pt x="5999" y="8103"/>
                    <a:pt x="5909" y="8236"/>
                    <a:pt x="5891" y="8499"/>
                  </a:cubicBezTo>
                  <a:cubicBezTo>
                    <a:pt x="5837" y="9315"/>
                    <a:pt x="6267" y="10029"/>
                    <a:pt x="7024" y="10361"/>
                  </a:cubicBezTo>
                  <a:cubicBezTo>
                    <a:pt x="7421" y="10535"/>
                    <a:pt x="7829" y="10682"/>
                    <a:pt x="8178" y="10965"/>
                  </a:cubicBezTo>
                  <a:cubicBezTo>
                    <a:pt x="8276" y="11047"/>
                    <a:pt x="8395" y="11107"/>
                    <a:pt x="8526" y="11117"/>
                  </a:cubicBezTo>
                  <a:cubicBezTo>
                    <a:pt x="8569" y="11121"/>
                    <a:pt x="8615" y="11129"/>
                    <a:pt x="8659" y="11129"/>
                  </a:cubicBezTo>
                  <a:cubicBezTo>
                    <a:pt x="8737" y="11129"/>
                    <a:pt x="8807" y="11104"/>
                    <a:pt x="8831" y="10981"/>
                  </a:cubicBezTo>
                  <a:cubicBezTo>
                    <a:pt x="8439" y="10589"/>
                    <a:pt x="7965" y="10344"/>
                    <a:pt x="7432" y="10203"/>
                  </a:cubicBezTo>
                  <a:cubicBezTo>
                    <a:pt x="6637" y="9996"/>
                    <a:pt x="6131" y="9337"/>
                    <a:pt x="6272" y="8581"/>
                  </a:cubicBezTo>
                  <a:lnTo>
                    <a:pt x="6272" y="8581"/>
                  </a:lnTo>
                  <a:cubicBezTo>
                    <a:pt x="6491" y="9201"/>
                    <a:pt x="6966" y="9356"/>
                    <a:pt x="7498" y="9356"/>
                  </a:cubicBezTo>
                  <a:cubicBezTo>
                    <a:pt x="7536" y="9356"/>
                    <a:pt x="7573" y="9355"/>
                    <a:pt x="7611" y="9354"/>
                  </a:cubicBezTo>
                  <a:cubicBezTo>
                    <a:pt x="7665" y="9351"/>
                    <a:pt x="7719" y="9351"/>
                    <a:pt x="7774" y="9351"/>
                  </a:cubicBezTo>
                  <a:cubicBezTo>
                    <a:pt x="7866" y="9351"/>
                    <a:pt x="7959" y="9353"/>
                    <a:pt x="8052" y="9353"/>
                  </a:cubicBezTo>
                  <a:cubicBezTo>
                    <a:pt x="8446" y="9353"/>
                    <a:pt x="8837" y="9317"/>
                    <a:pt x="9141" y="8945"/>
                  </a:cubicBezTo>
                  <a:cubicBezTo>
                    <a:pt x="8777" y="8673"/>
                    <a:pt x="8472" y="8346"/>
                    <a:pt x="8101" y="8096"/>
                  </a:cubicBezTo>
                  <a:cubicBezTo>
                    <a:pt x="7769" y="7873"/>
                    <a:pt x="7573" y="7541"/>
                    <a:pt x="7470" y="7149"/>
                  </a:cubicBezTo>
                  <a:cubicBezTo>
                    <a:pt x="7421" y="6942"/>
                    <a:pt x="7481" y="6713"/>
                    <a:pt x="7416" y="6539"/>
                  </a:cubicBezTo>
                  <a:cubicBezTo>
                    <a:pt x="7209" y="5967"/>
                    <a:pt x="7094" y="5369"/>
                    <a:pt x="6887" y="4797"/>
                  </a:cubicBezTo>
                  <a:cubicBezTo>
                    <a:pt x="6768" y="4459"/>
                    <a:pt x="6615" y="4155"/>
                    <a:pt x="6370" y="3882"/>
                  </a:cubicBezTo>
                  <a:cubicBezTo>
                    <a:pt x="6174" y="3670"/>
                    <a:pt x="5967" y="3452"/>
                    <a:pt x="5886" y="3153"/>
                  </a:cubicBezTo>
                  <a:lnTo>
                    <a:pt x="5886" y="3153"/>
                  </a:lnTo>
                  <a:cubicBezTo>
                    <a:pt x="6218" y="3485"/>
                    <a:pt x="6534" y="3839"/>
                    <a:pt x="6926" y="4100"/>
                  </a:cubicBezTo>
                  <a:cubicBezTo>
                    <a:pt x="7279" y="4345"/>
                    <a:pt x="7503" y="4683"/>
                    <a:pt x="7628" y="5086"/>
                  </a:cubicBezTo>
                  <a:cubicBezTo>
                    <a:pt x="7731" y="5401"/>
                    <a:pt x="7791" y="5739"/>
                    <a:pt x="7960" y="6011"/>
                  </a:cubicBezTo>
                  <a:cubicBezTo>
                    <a:pt x="8238" y="6468"/>
                    <a:pt x="8553" y="6942"/>
                    <a:pt x="9125" y="7051"/>
                  </a:cubicBezTo>
                  <a:cubicBezTo>
                    <a:pt x="9517" y="7132"/>
                    <a:pt x="9860" y="7290"/>
                    <a:pt x="10203" y="7481"/>
                  </a:cubicBezTo>
                  <a:cubicBezTo>
                    <a:pt x="10276" y="7522"/>
                    <a:pt x="10337" y="7556"/>
                    <a:pt x="10382" y="7556"/>
                  </a:cubicBezTo>
                  <a:cubicBezTo>
                    <a:pt x="10438" y="7556"/>
                    <a:pt x="10470" y="7504"/>
                    <a:pt x="10470" y="7350"/>
                  </a:cubicBezTo>
                  <a:cubicBezTo>
                    <a:pt x="10474" y="7175"/>
                    <a:pt x="10557" y="7087"/>
                    <a:pt x="10691" y="7087"/>
                  </a:cubicBezTo>
                  <a:cubicBezTo>
                    <a:pt x="10740" y="7087"/>
                    <a:pt x="10795" y="7098"/>
                    <a:pt x="10856" y="7122"/>
                  </a:cubicBezTo>
                  <a:cubicBezTo>
                    <a:pt x="10911" y="7138"/>
                    <a:pt x="10965" y="7154"/>
                    <a:pt x="11025" y="7160"/>
                  </a:cubicBezTo>
                  <a:cubicBezTo>
                    <a:pt x="11061" y="7165"/>
                    <a:pt x="11101" y="7172"/>
                    <a:pt x="11139" y="7172"/>
                  </a:cubicBezTo>
                  <a:cubicBezTo>
                    <a:pt x="11185" y="7172"/>
                    <a:pt x="11229" y="7161"/>
                    <a:pt x="11259" y="7122"/>
                  </a:cubicBezTo>
                  <a:cubicBezTo>
                    <a:pt x="11324" y="7040"/>
                    <a:pt x="11243" y="6969"/>
                    <a:pt x="11210" y="6898"/>
                  </a:cubicBezTo>
                  <a:cubicBezTo>
                    <a:pt x="11128" y="6746"/>
                    <a:pt x="11003" y="6604"/>
                    <a:pt x="10987" y="6354"/>
                  </a:cubicBezTo>
                  <a:lnTo>
                    <a:pt x="10987" y="6354"/>
                  </a:lnTo>
                  <a:cubicBezTo>
                    <a:pt x="11575" y="6849"/>
                    <a:pt x="12135" y="7274"/>
                    <a:pt x="12576" y="7835"/>
                  </a:cubicBezTo>
                  <a:cubicBezTo>
                    <a:pt x="12664" y="7944"/>
                    <a:pt x="12762" y="8074"/>
                    <a:pt x="12887" y="8112"/>
                  </a:cubicBezTo>
                  <a:cubicBezTo>
                    <a:pt x="13175" y="8210"/>
                    <a:pt x="13311" y="8434"/>
                    <a:pt x="13426" y="8679"/>
                  </a:cubicBezTo>
                  <a:cubicBezTo>
                    <a:pt x="14052" y="10018"/>
                    <a:pt x="14890" y="11161"/>
                    <a:pt x="16191" y="11923"/>
                  </a:cubicBezTo>
                  <a:cubicBezTo>
                    <a:pt x="16545" y="12130"/>
                    <a:pt x="16861" y="12402"/>
                    <a:pt x="17149" y="12702"/>
                  </a:cubicBezTo>
                  <a:cubicBezTo>
                    <a:pt x="17285" y="12843"/>
                    <a:pt x="17394" y="12996"/>
                    <a:pt x="17438" y="13181"/>
                  </a:cubicBezTo>
                  <a:cubicBezTo>
                    <a:pt x="17547" y="13692"/>
                    <a:pt x="17558" y="14210"/>
                    <a:pt x="17509" y="14727"/>
                  </a:cubicBezTo>
                  <a:cubicBezTo>
                    <a:pt x="17487" y="14912"/>
                    <a:pt x="17514" y="15130"/>
                    <a:pt x="17356" y="15298"/>
                  </a:cubicBezTo>
                  <a:cubicBezTo>
                    <a:pt x="17171" y="15179"/>
                    <a:pt x="17079" y="14983"/>
                    <a:pt x="16932" y="14836"/>
                  </a:cubicBezTo>
                  <a:cubicBezTo>
                    <a:pt x="16863" y="14759"/>
                    <a:pt x="16791" y="14644"/>
                    <a:pt x="16686" y="14644"/>
                  </a:cubicBezTo>
                  <a:cubicBezTo>
                    <a:pt x="16642" y="14644"/>
                    <a:pt x="16592" y="14664"/>
                    <a:pt x="16534" y="14716"/>
                  </a:cubicBezTo>
                  <a:cubicBezTo>
                    <a:pt x="16774" y="14988"/>
                    <a:pt x="17013" y="15266"/>
                    <a:pt x="17242" y="15543"/>
                  </a:cubicBezTo>
                  <a:cubicBezTo>
                    <a:pt x="17289" y="15600"/>
                    <a:pt x="17329" y="15662"/>
                    <a:pt x="17403" y="15662"/>
                  </a:cubicBezTo>
                  <a:cubicBezTo>
                    <a:pt x="17414" y="15662"/>
                    <a:pt x="17426" y="15660"/>
                    <a:pt x="17438" y="15658"/>
                  </a:cubicBezTo>
                  <a:cubicBezTo>
                    <a:pt x="17552" y="15630"/>
                    <a:pt x="17569" y="15549"/>
                    <a:pt x="17596" y="15451"/>
                  </a:cubicBezTo>
                  <a:cubicBezTo>
                    <a:pt x="17759" y="14732"/>
                    <a:pt x="17814" y="14025"/>
                    <a:pt x="17705" y="13290"/>
                  </a:cubicBezTo>
                  <a:cubicBezTo>
                    <a:pt x="17650" y="12919"/>
                    <a:pt x="17514" y="12658"/>
                    <a:pt x="17258" y="12457"/>
                  </a:cubicBezTo>
                  <a:cubicBezTo>
                    <a:pt x="16839" y="12119"/>
                    <a:pt x="16453" y="11744"/>
                    <a:pt x="16006" y="11428"/>
                  </a:cubicBezTo>
                  <a:cubicBezTo>
                    <a:pt x="15625" y="11161"/>
                    <a:pt x="15195" y="10927"/>
                    <a:pt x="14917" y="10540"/>
                  </a:cubicBezTo>
                  <a:cubicBezTo>
                    <a:pt x="14493" y="9936"/>
                    <a:pt x="14052" y="9337"/>
                    <a:pt x="13703" y="8684"/>
                  </a:cubicBezTo>
                  <a:cubicBezTo>
                    <a:pt x="13545" y="8395"/>
                    <a:pt x="13382" y="8107"/>
                    <a:pt x="13028" y="8014"/>
                  </a:cubicBezTo>
                  <a:cubicBezTo>
                    <a:pt x="12941" y="7993"/>
                    <a:pt x="12941" y="7911"/>
                    <a:pt x="12919" y="7846"/>
                  </a:cubicBezTo>
                  <a:cubicBezTo>
                    <a:pt x="12631" y="6958"/>
                    <a:pt x="12353" y="6065"/>
                    <a:pt x="12288" y="5124"/>
                  </a:cubicBezTo>
                  <a:cubicBezTo>
                    <a:pt x="12228" y="4307"/>
                    <a:pt x="11890" y="3654"/>
                    <a:pt x="11172" y="3229"/>
                  </a:cubicBezTo>
                  <a:cubicBezTo>
                    <a:pt x="10960" y="3104"/>
                    <a:pt x="10742" y="2984"/>
                    <a:pt x="10529" y="2864"/>
                  </a:cubicBezTo>
                  <a:cubicBezTo>
                    <a:pt x="9893" y="2516"/>
                    <a:pt x="9386" y="2010"/>
                    <a:pt x="8885" y="1498"/>
                  </a:cubicBezTo>
                  <a:cubicBezTo>
                    <a:pt x="8717" y="1454"/>
                    <a:pt x="8766" y="1253"/>
                    <a:pt x="8657" y="1166"/>
                  </a:cubicBezTo>
                  <a:cubicBezTo>
                    <a:pt x="8612" y="1130"/>
                    <a:pt x="8560" y="1093"/>
                    <a:pt x="8521" y="1093"/>
                  </a:cubicBezTo>
                  <a:cubicBezTo>
                    <a:pt x="8489" y="1093"/>
                    <a:pt x="8466" y="1119"/>
                    <a:pt x="8466" y="1193"/>
                  </a:cubicBezTo>
                  <a:cubicBezTo>
                    <a:pt x="8466" y="1454"/>
                    <a:pt x="8287" y="1449"/>
                    <a:pt x="8123" y="1503"/>
                  </a:cubicBezTo>
                  <a:cubicBezTo>
                    <a:pt x="7377" y="1743"/>
                    <a:pt x="6773" y="2233"/>
                    <a:pt x="6163" y="2701"/>
                  </a:cubicBezTo>
                  <a:cubicBezTo>
                    <a:pt x="6114" y="2745"/>
                    <a:pt x="6044" y="2810"/>
                    <a:pt x="6180" y="2843"/>
                  </a:cubicBezTo>
                  <a:cubicBezTo>
                    <a:pt x="6194" y="2844"/>
                    <a:pt x="6208" y="2845"/>
                    <a:pt x="6222" y="2845"/>
                  </a:cubicBezTo>
                  <a:cubicBezTo>
                    <a:pt x="6340" y="2845"/>
                    <a:pt x="6442" y="2787"/>
                    <a:pt x="6539" y="2728"/>
                  </a:cubicBezTo>
                  <a:cubicBezTo>
                    <a:pt x="7051" y="2413"/>
                    <a:pt x="7568" y="2119"/>
                    <a:pt x="8085" y="1825"/>
                  </a:cubicBezTo>
                  <a:cubicBezTo>
                    <a:pt x="8228" y="1745"/>
                    <a:pt x="8310" y="1697"/>
                    <a:pt x="8369" y="1697"/>
                  </a:cubicBezTo>
                  <a:cubicBezTo>
                    <a:pt x="8442" y="1697"/>
                    <a:pt x="8478" y="1771"/>
                    <a:pt x="8548" y="1950"/>
                  </a:cubicBezTo>
                  <a:cubicBezTo>
                    <a:pt x="8793" y="2581"/>
                    <a:pt x="9256" y="3044"/>
                    <a:pt x="9697" y="3529"/>
                  </a:cubicBezTo>
                  <a:cubicBezTo>
                    <a:pt x="9788" y="3630"/>
                    <a:pt x="9880" y="3742"/>
                    <a:pt x="10028" y="3742"/>
                  </a:cubicBezTo>
                  <a:cubicBezTo>
                    <a:pt x="10055" y="3742"/>
                    <a:pt x="10084" y="3738"/>
                    <a:pt x="10116" y="3730"/>
                  </a:cubicBezTo>
                  <a:cubicBezTo>
                    <a:pt x="10306" y="3545"/>
                    <a:pt x="10110" y="3436"/>
                    <a:pt x="10018" y="3327"/>
                  </a:cubicBezTo>
                  <a:cubicBezTo>
                    <a:pt x="9680" y="2946"/>
                    <a:pt x="9321" y="2587"/>
                    <a:pt x="9054" y="2146"/>
                  </a:cubicBezTo>
                  <a:lnTo>
                    <a:pt x="9054" y="2146"/>
                  </a:lnTo>
                  <a:cubicBezTo>
                    <a:pt x="9642" y="2712"/>
                    <a:pt x="10301" y="3175"/>
                    <a:pt x="11009" y="3583"/>
                  </a:cubicBezTo>
                  <a:cubicBezTo>
                    <a:pt x="11520" y="3882"/>
                    <a:pt x="11760" y="4372"/>
                    <a:pt x="11841" y="4949"/>
                  </a:cubicBezTo>
                  <a:cubicBezTo>
                    <a:pt x="11929" y="5548"/>
                    <a:pt x="11923" y="6158"/>
                    <a:pt x="12135" y="6740"/>
                  </a:cubicBezTo>
                  <a:cubicBezTo>
                    <a:pt x="11961" y="6604"/>
                    <a:pt x="11858" y="6381"/>
                    <a:pt x="11656" y="6316"/>
                  </a:cubicBezTo>
                  <a:cubicBezTo>
                    <a:pt x="11003" y="6104"/>
                    <a:pt x="10851" y="5641"/>
                    <a:pt x="10954" y="5026"/>
                  </a:cubicBezTo>
                  <a:cubicBezTo>
                    <a:pt x="10960" y="4982"/>
                    <a:pt x="10954" y="4933"/>
                    <a:pt x="10949" y="4884"/>
                  </a:cubicBezTo>
                  <a:cubicBezTo>
                    <a:pt x="10905" y="4557"/>
                    <a:pt x="10753" y="4280"/>
                    <a:pt x="10557" y="4029"/>
                  </a:cubicBezTo>
                  <a:cubicBezTo>
                    <a:pt x="10504" y="3964"/>
                    <a:pt x="10434" y="3889"/>
                    <a:pt x="10369" y="3889"/>
                  </a:cubicBezTo>
                  <a:cubicBezTo>
                    <a:pt x="10320" y="3889"/>
                    <a:pt x="10274" y="3932"/>
                    <a:pt x="10241" y="4057"/>
                  </a:cubicBezTo>
                  <a:cubicBezTo>
                    <a:pt x="10246" y="4127"/>
                    <a:pt x="10263" y="4198"/>
                    <a:pt x="10290" y="4263"/>
                  </a:cubicBezTo>
                  <a:cubicBezTo>
                    <a:pt x="10470" y="4672"/>
                    <a:pt x="10540" y="5091"/>
                    <a:pt x="10437" y="5537"/>
                  </a:cubicBezTo>
                  <a:cubicBezTo>
                    <a:pt x="10399" y="5695"/>
                    <a:pt x="10410" y="5864"/>
                    <a:pt x="10399" y="6033"/>
                  </a:cubicBezTo>
                  <a:cubicBezTo>
                    <a:pt x="10382" y="6185"/>
                    <a:pt x="10399" y="6343"/>
                    <a:pt x="10578" y="6414"/>
                  </a:cubicBezTo>
                  <a:cubicBezTo>
                    <a:pt x="10660" y="6447"/>
                    <a:pt x="10736" y="6479"/>
                    <a:pt x="10709" y="6583"/>
                  </a:cubicBezTo>
                  <a:cubicBezTo>
                    <a:pt x="10686" y="6680"/>
                    <a:pt x="10611" y="6710"/>
                    <a:pt x="10529" y="6710"/>
                  </a:cubicBezTo>
                  <a:cubicBezTo>
                    <a:pt x="10515" y="6710"/>
                    <a:pt x="10500" y="6709"/>
                    <a:pt x="10486" y="6708"/>
                  </a:cubicBezTo>
                  <a:cubicBezTo>
                    <a:pt x="10437" y="6703"/>
                    <a:pt x="10388" y="6700"/>
                    <a:pt x="10340" y="6700"/>
                  </a:cubicBezTo>
                  <a:cubicBezTo>
                    <a:pt x="10165" y="6700"/>
                    <a:pt x="9997" y="6736"/>
                    <a:pt x="9844" y="6838"/>
                  </a:cubicBezTo>
                  <a:cubicBezTo>
                    <a:pt x="9815" y="6859"/>
                    <a:pt x="9781" y="6866"/>
                    <a:pt x="9747" y="6866"/>
                  </a:cubicBezTo>
                  <a:cubicBezTo>
                    <a:pt x="9709" y="6866"/>
                    <a:pt x="9671" y="6858"/>
                    <a:pt x="9637" y="6849"/>
                  </a:cubicBezTo>
                  <a:cubicBezTo>
                    <a:pt x="9223" y="6740"/>
                    <a:pt x="8836" y="6610"/>
                    <a:pt x="8532" y="6267"/>
                  </a:cubicBezTo>
                  <a:cubicBezTo>
                    <a:pt x="8248" y="5951"/>
                    <a:pt x="8134" y="5570"/>
                    <a:pt x="8036" y="5189"/>
                  </a:cubicBezTo>
                  <a:cubicBezTo>
                    <a:pt x="7748" y="4106"/>
                    <a:pt x="6866" y="3583"/>
                    <a:pt x="6055" y="2990"/>
                  </a:cubicBezTo>
                  <a:cubicBezTo>
                    <a:pt x="5652" y="2728"/>
                    <a:pt x="5249" y="2472"/>
                    <a:pt x="4840" y="2217"/>
                  </a:cubicBezTo>
                  <a:cubicBezTo>
                    <a:pt x="4579" y="2048"/>
                    <a:pt x="4296" y="1955"/>
                    <a:pt x="3964" y="1950"/>
                  </a:cubicBezTo>
                  <a:lnTo>
                    <a:pt x="3964" y="1950"/>
                  </a:lnTo>
                  <a:cubicBezTo>
                    <a:pt x="4062" y="2146"/>
                    <a:pt x="4209" y="2238"/>
                    <a:pt x="4361" y="2325"/>
                  </a:cubicBezTo>
                  <a:cubicBezTo>
                    <a:pt x="4508" y="2413"/>
                    <a:pt x="4525" y="2472"/>
                    <a:pt x="4416" y="2641"/>
                  </a:cubicBezTo>
                  <a:cubicBezTo>
                    <a:pt x="4122" y="3093"/>
                    <a:pt x="3899" y="3594"/>
                    <a:pt x="3436" y="3937"/>
                  </a:cubicBezTo>
                  <a:cubicBezTo>
                    <a:pt x="3487" y="3963"/>
                    <a:pt x="3531" y="3973"/>
                    <a:pt x="3570" y="3973"/>
                  </a:cubicBezTo>
                  <a:cubicBezTo>
                    <a:pt x="3652" y="3973"/>
                    <a:pt x="3714" y="3932"/>
                    <a:pt x="3784" y="3921"/>
                  </a:cubicBezTo>
                  <a:cubicBezTo>
                    <a:pt x="3803" y="3928"/>
                    <a:pt x="3821" y="3932"/>
                    <a:pt x="3837" y="3932"/>
                  </a:cubicBezTo>
                  <a:cubicBezTo>
                    <a:pt x="3889" y="3932"/>
                    <a:pt x="3934" y="3899"/>
                    <a:pt x="3975" y="3866"/>
                  </a:cubicBezTo>
                  <a:cubicBezTo>
                    <a:pt x="4263" y="3627"/>
                    <a:pt x="4432" y="3311"/>
                    <a:pt x="4590" y="2979"/>
                  </a:cubicBezTo>
                  <a:cubicBezTo>
                    <a:pt x="4630" y="2905"/>
                    <a:pt x="4629" y="2750"/>
                    <a:pt x="4725" y="2750"/>
                  </a:cubicBezTo>
                  <a:cubicBezTo>
                    <a:pt x="4735" y="2750"/>
                    <a:pt x="4747" y="2752"/>
                    <a:pt x="4759" y="2755"/>
                  </a:cubicBezTo>
                  <a:cubicBezTo>
                    <a:pt x="4922" y="2804"/>
                    <a:pt x="5069" y="2935"/>
                    <a:pt x="5167" y="3077"/>
                  </a:cubicBezTo>
                  <a:cubicBezTo>
                    <a:pt x="5238" y="3180"/>
                    <a:pt x="5091" y="3229"/>
                    <a:pt x="5031" y="3289"/>
                  </a:cubicBezTo>
                  <a:cubicBezTo>
                    <a:pt x="4721" y="3605"/>
                    <a:pt x="4400" y="3910"/>
                    <a:pt x="4095" y="4236"/>
                  </a:cubicBezTo>
                  <a:cubicBezTo>
                    <a:pt x="4040" y="4296"/>
                    <a:pt x="3969" y="4367"/>
                    <a:pt x="4002" y="4449"/>
                  </a:cubicBezTo>
                  <a:cubicBezTo>
                    <a:pt x="4029" y="4512"/>
                    <a:pt x="4075" y="4530"/>
                    <a:pt x="4126" y="4530"/>
                  </a:cubicBezTo>
                  <a:cubicBezTo>
                    <a:pt x="4167" y="4530"/>
                    <a:pt x="4211" y="4518"/>
                    <a:pt x="4253" y="4508"/>
                  </a:cubicBezTo>
                  <a:cubicBezTo>
                    <a:pt x="4296" y="4503"/>
                    <a:pt x="4340" y="4487"/>
                    <a:pt x="4383" y="4465"/>
                  </a:cubicBezTo>
                  <a:cubicBezTo>
                    <a:pt x="4759" y="4296"/>
                    <a:pt x="5004" y="3970"/>
                    <a:pt x="5320" y="3719"/>
                  </a:cubicBezTo>
                  <a:cubicBezTo>
                    <a:pt x="5417" y="3641"/>
                    <a:pt x="5495" y="3592"/>
                    <a:pt x="5569" y="3592"/>
                  </a:cubicBezTo>
                  <a:cubicBezTo>
                    <a:pt x="5644" y="3592"/>
                    <a:pt x="5714" y="3642"/>
                    <a:pt x="5793" y="3763"/>
                  </a:cubicBezTo>
                  <a:cubicBezTo>
                    <a:pt x="5935" y="3980"/>
                    <a:pt x="6120" y="4165"/>
                    <a:pt x="6278" y="4367"/>
                  </a:cubicBezTo>
                  <a:cubicBezTo>
                    <a:pt x="6632" y="4841"/>
                    <a:pt x="6795" y="5401"/>
                    <a:pt x="7007" y="6000"/>
                  </a:cubicBezTo>
                  <a:cubicBezTo>
                    <a:pt x="5924" y="5679"/>
                    <a:pt x="4971" y="5265"/>
                    <a:pt x="4122" y="4623"/>
                  </a:cubicBezTo>
                  <a:cubicBezTo>
                    <a:pt x="3964" y="4577"/>
                    <a:pt x="3868" y="4397"/>
                    <a:pt x="3686" y="4397"/>
                  </a:cubicBezTo>
                  <a:cubicBezTo>
                    <a:pt x="3674" y="4397"/>
                    <a:pt x="3661" y="4398"/>
                    <a:pt x="3648" y="4400"/>
                  </a:cubicBezTo>
                  <a:cubicBezTo>
                    <a:pt x="3000" y="4002"/>
                    <a:pt x="2559" y="3387"/>
                    <a:pt x="2124" y="2804"/>
                  </a:cubicBezTo>
                  <a:cubicBezTo>
                    <a:pt x="1634" y="2146"/>
                    <a:pt x="1068" y="1541"/>
                    <a:pt x="676" y="812"/>
                  </a:cubicBezTo>
                  <a:cubicBezTo>
                    <a:pt x="529" y="529"/>
                    <a:pt x="355" y="25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26"/>
            <p:cNvSpPr/>
            <p:nvPr/>
          </p:nvSpPr>
          <p:spPr>
            <a:xfrm>
              <a:off x="2783632" y="3187581"/>
              <a:ext cx="282006" cy="522588"/>
            </a:xfrm>
            <a:custGeom>
              <a:rect b="b" l="l" r="r" t="t"/>
              <a:pathLst>
                <a:path extrusionOk="0" h="9121" w="4922">
                  <a:moveTo>
                    <a:pt x="561" y="0"/>
                  </a:moveTo>
                  <a:cubicBezTo>
                    <a:pt x="541" y="0"/>
                    <a:pt x="519" y="4"/>
                    <a:pt x="496" y="12"/>
                  </a:cubicBezTo>
                  <a:cubicBezTo>
                    <a:pt x="316" y="306"/>
                    <a:pt x="289" y="687"/>
                    <a:pt x="0" y="927"/>
                  </a:cubicBezTo>
                  <a:cubicBezTo>
                    <a:pt x="115" y="1384"/>
                    <a:pt x="131" y="1857"/>
                    <a:pt x="109" y="2326"/>
                  </a:cubicBezTo>
                  <a:cubicBezTo>
                    <a:pt x="159" y="2440"/>
                    <a:pt x="225" y="2520"/>
                    <a:pt x="342" y="2520"/>
                  </a:cubicBezTo>
                  <a:cubicBezTo>
                    <a:pt x="364" y="2520"/>
                    <a:pt x="388" y="2517"/>
                    <a:pt x="414" y="2511"/>
                  </a:cubicBezTo>
                  <a:cubicBezTo>
                    <a:pt x="496" y="2445"/>
                    <a:pt x="447" y="2331"/>
                    <a:pt x="534" y="2211"/>
                  </a:cubicBezTo>
                  <a:cubicBezTo>
                    <a:pt x="757" y="3186"/>
                    <a:pt x="1280" y="3932"/>
                    <a:pt x="2025" y="4530"/>
                  </a:cubicBezTo>
                  <a:cubicBezTo>
                    <a:pt x="2096" y="4585"/>
                    <a:pt x="2156" y="4661"/>
                    <a:pt x="2211" y="4737"/>
                  </a:cubicBezTo>
                  <a:cubicBezTo>
                    <a:pt x="2281" y="4841"/>
                    <a:pt x="2325" y="4950"/>
                    <a:pt x="2309" y="5069"/>
                  </a:cubicBezTo>
                  <a:cubicBezTo>
                    <a:pt x="2238" y="5489"/>
                    <a:pt x="2287" y="5924"/>
                    <a:pt x="2162" y="6327"/>
                  </a:cubicBezTo>
                  <a:cubicBezTo>
                    <a:pt x="1976" y="6904"/>
                    <a:pt x="1677" y="7416"/>
                    <a:pt x="1154" y="7759"/>
                  </a:cubicBezTo>
                  <a:cubicBezTo>
                    <a:pt x="953" y="7889"/>
                    <a:pt x="964" y="8036"/>
                    <a:pt x="1203" y="8222"/>
                  </a:cubicBezTo>
                  <a:cubicBezTo>
                    <a:pt x="1231" y="8216"/>
                    <a:pt x="1252" y="8216"/>
                    <a:pt x="1280" y="8216"/>
                  </a:cubicBezTo>
                  <a:cubicBezTo>
                    <a:pt x="1360" y="8222"/>
                    <a:pt x="1438" y="8226"/>
                    <a:pt x="1515" y="8226"/>
                  </a:cubicBezTo>
                  <a:cubicBezTo>
                    <a:pt x="1895" y="8226"/>
                    <a:pt x="2237" y="8131"/>
                    <a:pt x="2499" y="7764"/>
                  </a:cubicBezTo>
                  <a:cubicBezTo>
                    <a:pt x="2553" y="7689"/>
                    <a:pt x="2614" y="7657"/>
                    <a:pt x="2676" y="7657"/>
                  </a:cubicBezTo>
                  <a:cubicBezTo>
                    <a:pt x="2770" y="7657"/>
                    <a:pt x="2863" y="7732"/>
                    <a:pt x="2929" y="7840"/>
                  </a:cubicBezTo>
                  <a:cubicBezTo>
                    <a:pt x="3033" y="8009"/>
                    <a:pt x="3027" y="8200"/>
                    <a:pt x="2973" y="8385"/>
                  </a:cubicBezTo>
                  <a:cubicBezTo>
                    <a:pt x="2929" y="8532"/>
                    <a:pt x="2853" y="8668"/>
                    <a:pt x="2799" y="8809"/>
                  </a:cubicBezTo>
                  <a:cubicBezTo>
                    <a:pt x="2766" y="8897"/>
                    <a:pt x="2706" y="8995"/>
                    <a:pt x="2788" y="9076"/>
                  </a:cubicBezTo>
                  <a:cubicBezTo>
                    <a:pt x="2820" y="9108"/>
                    <a:pt x="2856" y="9120"/>
                    <a:pt x="2894" y="9120"/>
                  </a:cubicBezTo>
                  <a:cubicBezTo>
                    <a:pt x="2946" y="9120"/>
                    <a:pt x="3001" y="9098"/>
                    <a:pt x="3054" y="9076"/>
                  </a:cubicBezTo>
                  <a:cubicBezTo>
                    <a:pt x="3209" y="9020"/>
                    <a:pt x="3354" y="8890"/>
                    <a:pt x="3516" y="8890"/>
                  </a:cubicBezTo>
                  <a:cubicBezTo>
                    <a:pt x="3526" y="8890"/>
                    <a:pt x="3535" y="8890"/>
                    <a:pt x="3544" y="8891"/>
                  </a:cubicBezTo>
                  <a:cubicBezTo>
                    <a:pt x="3576" y="8895"/>
                    <a:pt x="3608" y="8897"/>
                    <a:pt x="3638" y="8897"/>
                  </a:cubicBezTo>
                  <a:cubicBezTo>
                    <a:pt x="3955" y="8897"/>
                    <a:pt x="4195" y="8703"/>
                    <a:pt x="4448" y="8559"/>
                  </a:cubicBezTo>
                  <a:cubicBezTo>
                    <a:pt x="4704" y="8412"/>
                    <a:pt x="4862" y="8173"/>
                    <a:pt x="4884" y="7868"/>
                  </a:cubicBezTo>
                  <a:cubicBezTo>
                    <a:pt x="4922" y="7323"/>
                    <a:pt x="4851" y="6784"/>
                    <a:pt x="4617" y="6283"/>
                  </a:cubicBezTo>
                  <a:cubicBezTo>
                    <a:pt x="4225" y="5461"/>
                    <a:pt x="3964" y="4596"/>
                    <a:pt x="3637" y="3752"/>
                  </a:cubicBezTo>
                  <a:cubicBezTo>
                    <a:pt x="3419" y="3191"/>
                    <a:pt x="3419" y="2620"/>
                    <a:pt x="3697" y="2070"/>
                  </a:cubicBezTo>
                  <a:cubicBezTo>
                    <a:pt x="3720" y="2031"/>
                    <a:pt x="3732" y="1972"/>
                    <a:pt x="3774" y="1972"/>
                  </a:cubicBezTo>
                  <a:cubicBezTo>
                    <a:pt x="3790" y="1972"/>
                    <a:pt x="3811" y="1981"/>
                    <a:pt x="3838" y="2004"/>
                  </a:cubicBezTo>
                  <a:cubicBezTo>
                    <a:pt x="3942" y="1901"/>
                    <a:pt x="3866" y="1760"/>
                    <a:pt x="3904" y="1645"/>
                  </a:cubicBezTo>
                  <a:cubicBezTo>
                    <a:pt x="3876" y="1553"/>
                    <a:pt x="3806" y="1520"/>
                    <a:pt x="3724" y="1493"/>
                  </a:cubicBezTo>
                  <a:cubicBezTo>
                    <a:pt x="3420" y="1400"/>
                    <a:pt x="3118" y="1327"/>
                    <a:pt x="2819" y="1327"/>
                  </a:cubicBezTo>
                  <a:cubicBezTo>
                    <a:pt x="2540" y="1327"/>
                    <a:pt x="2263" y="1390"/>
                    <a:pt x="1987" y="1558"/>
                  </a:cubicBezTo>
                  <a:cubicBezTo>
                    <a:pt x="1808" y="1672"/>
                    <a:pt x="1590" y="1711"/>
                    <a:pt x="1389" y="1770"/>
                  </a:cubicBezTo>
                  <a:cubicBezTo>
                    <a:pt x="1312" y="1795"/>
                    <a:pt x="1234" y="1814"/>
                    <a:pt x="1155" y="1814"/>
                  </a:cubicBezTo>
                  <a:cubicBezTo>
                    <a:pt x="1109" y="1814"/>
                    <a:pt x="1064" y="1808"/>
                    <a:pt x="1018" y="1792"/>
                  </a:cubicBezTo>
                  <a:cubicBezTo>
                    <a:pt x="1383" y="1634"/>
                    <a:pt x="1753" y="1525"/>
                    <a:pt x="2118" y="1389"/>
                  </a:cubicBezTo>
                  <a:cubicBezTo>
                    <a:pt x="2221" y="1351"/>
                    <a:pt x="2336" y="1308"/>
                    <a:pt x="2336" y="1182"/>
                  </a:cubicBezTo>
                  <a:cubicBezTo>
                    <a:pt x="2330" y="1074"/>
                    <a:pt x="2216" y="1041"/>
                    <a:pt x="2134" y="1008"/>
                  </a:cubicBezTo>
                  <a:cubicBezTo>
                    <a:pt x="1628" y="796"/>
                    <a:pt x="1193" y="475"/>
                    <a:pt x="773" y="121"/>
                  </a:cubicBezTo>
                  <a:cubicBezTo>
                    <a:pt x="711" y="68"/>
                    <a:pt x="649" y="0"/>
                    <a:pt x="5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26"/>
            <p:cNvSpPr/>
            <p:nvPr/>
          </p:nvSpPr>
          <p:spPr>
            <a:xfrm>
              <a:off x="3051253" y="2000220"/>
              <a:ext cx="646345" cy="429942"/>
            </a:xfrm>
            <a:custGeom>
              <a:rect b="b" l="l" r="r" t="t"/>
              <a:pathLst>
                <a:path extrusionOk="0" h="7504" w="11281">
                  <a:moveTo>
                    <a:pt x="3615" y="1557"/>
                  </a:moveTo>
                  <a:cubicBezTo>
                    <a:pt x="3793" y="1621"/>
                    <a:pt x="3976" y="1672"/>
                    <a:pt x="4162" y="1718"/>
                  </a:cubicBezTo>
                  <a:lnTo>
                    <a:pt x="4162" y="1718"/>
                  </a:lnTo>
                  <a:cubicBezTo>
                    <a:pt x="3966" y="1677"/>
                    <a:pt x="3777" y="1640"/>
                    <a:pt x="3615" y="1557"/>
                  </a:cubicBezTo>
                  <a:close/>
                  <a:moveTo>
                    <a:pt x="235" y="0"/>
                  </a:moveTo>
                  <a:cubicBezTo>
                    <a:pt x="158" y="0"/>
                    <a:pt x="79" y="18"/>
                    <a:pt x="0" y="65"/>
                  </a:cubicBezTo>
                  <a:cubicBezTo>
                    <a:pt x="316" y="321"/>
                    <a:pt x="779" y="223"/>
                    <a:pt x="1111" y="512"/>
                  </a:cubicBezTo>
                  <a:cubicBezTo>
                    <a:pt x="1087" y="518"/>
                    <a:pt x="1063" y="520"/>
                    <a:pt x="1038" y="520"/>
                  </a:cubicBezTo>
                  <a:cubicBezTo>
                    <a:pt x="975" y="520"/>
                    <a:pt x="910" y="506"/>
                    <a:pt x="852" y="506"/>
                  </a:cubicBezTo>
                  <a:cubicBezTo>
                    <a:pt x="783" y="506"/>
                    <a:pt x="723" y="525"/>
                    <a:pt x="686" y="604"/>
                  </a:cubicBezTo>
                  <a:cubicBezTo>
                    <a:pt x="599" y="784"/>
                    <a:pt x="757" y="909"/>
                    <a:pt x="839" y="1045"/>
                  </a:cubicBezTo>
                  <a:cubicBezTo>
                    <a:pt x="1116" y="1502"/>
                    <a:pt x="1563" y="1764"/>
                    <a:pt x="2036" y="1943"/>
                  </a:cubicBezTo>
                  <a:cubicBezTo>
                    <a:pt x="2662" y="2183"/>
                    <a:pt x="3256" y="2504"/>
                    <a:pt x="3904" y="2689"/>
                  </a:cubicBezTo>
                  <a:cubicBezTo>
                    <a:pt x="3980" y="2711"/>
                    <a:pt x="4023" y="2749"/>
                    <a:pt x="4034" y="2831"/>
                  </a:cubicBezTo>
                  <a:cubicBezTo>
                    <a:pt x="4100" y="2989"/>
                    <a:pt x="4132" y="3136"/>
                    <a:pt x="3969" y="3250"/>
                  </a:cubicBezTo>
                  <a:cubicBezTo>
                    <a:pt x="3991" y="3274"/>
                    <a:pt x="4012" y="3285"/>
                    <a:pt x="4035" y="3285"/>
                  </a:cubicBezTo>
                  <a:cubicBezTo>
                    <a:pt x="4057" y="3285"/>
                    <a:pt x="4081" y="3274"/>
                    <a:pt x="4105" y="3255"/>
                  </a:cubicBezTo>
                  <a:cubicBezTo>
                    <a:pt x="4215" y="3011"/>
                    <a:pt x="4267" y="2907"/>
                    <a:pt x="4383" y="2907"/>
                  </a:cubicBezTo>
                  <a:cubicBezTo>
                    <a:pt x="4463" y="2907"/>
                    <a:pt x="4573" y="2956"/>
                    <a:pt x="4753" y="3043"/>
                  </a:cubicBezTo>
                  <a:cubicBezTo>
                    <a:pt x="5058" y="3195"/>
                    <a:pt x="5341" y="3397"/>
                    <a:pt x="5657" y="3517"/>
                  </a:cubicBezTo>
                  <a:cubicBezTo>
                    <a:pt x="6511" y="3849"/>
                    <a:pt x="7214" y="4453"/>
                    <a:pt x="7769" y="5106"/>
                  </a:cubicBezTo>
                  <a:cubicBezTo>
                    <a:pt x="8498" y="5956"/>
                    <a:pt x="9320" y="6642"/>
                    <a:pt x="10257" y="7191"/>
                  </a:cubicBezTo>
                  <a:cubicBezTo>
                    <a:pt x="10600" y="7395"/>
                    <a:pt x="10784" y="7503"/>
                    <a:pt x="10900" y="7503"/>
                  </a:cubicBezTo>
                  <a:cubicBezTo>
                    <a:pt x="11063" y="7503"/>
                    <a:pt x="11090" y="7287"/>
                    <a:pt x="11237" y="6816"/>
                  </a:cubicBezTo>
                  <a:cubicBezTo>
                    <a:pt x="11248" y="6783"/>
                    <a:pt x="11253" y="6745"/>
                    <a:pt x="11258" y="6712"/>
                  </a:cubicBezTo>
                  <a:cubicBezTo>
                    <a:pt x="11280" y="6598"/>
                    <a:pt x="11193" y="6544"/>
                    <a:pt x="11128" y="6478"/>
                  </a:cubicBezTo>
                  <a:cubicBezTo>
                    <a:pt x="10562" y="5934"/>
                    <a:pt x="10001" y="5379"/>
                    <a:pt x="9473" y="4791"/>
                  </a:cubicBezTo>
                  <a:cubicBezTo>
                    <a:pt x="9043" y="4312"/>
                    <a:pt x="8607" y="3822"/>
                    <a:pt x="8085" y="3440"/>
                  </a:cubicBezTo>
                  <a:cubicBezTo>
                    <a:pt x="6985" y="2646"/>
                    <a:pt x="5753" y="2127"/>
                    <a:pt x="4446" y="1784"/>
                  </a:cubicBezTo>
                  <a:lnTo>
                    <a:pt x="4446" y="1784"/>
                  </a:lnTo>
                  <a:cubicBezTo>
                    <a:pt x="4913" y="1891"/>
                    <a:pt x="5390" y="1992"/>
                    <a:pt x="5831" y="2216"/>
                  </a:cubicBezTo>
                  <a:cubicBezTo>
                    <a:pt x="5869" y="2236"/>
                    <a:pt x="5911" y="2249"/>
                    <a:pt x="5953" y="2249"/>
                  </a:cubicBezTo>
                  <a:cubicBezTo>
                    <a:pt x="6000" y="2249"/>
                    <a:pt x="6049" y="2232"/>
                    <a:pt x="6092" y="2188"/>
                  </a:cubicBezTo>
                  <a:cubicBezTo>
                    <a:pt x="5602" y="1916"/>
                    <a:pt x="5150" y="1579"/>
                    <a:pt x="4573" y="1481"/>
                  </a:cubicBezTo>
                  <a:cubicBezTo>
                    <a:pt x="4339" y="1443"/>
                    <a:pt x="4094" y="1366"/>
                    <a:pt x="3876" y="1257"/>
                  </a:cubicBezTo>
                  <a:cubicBezTo>
                    <a:pt x="2864" y="751"/>
                    <a:pt x="1797" y="397"/>
                    <a:pt x="708" y="114"/>
                  </a:cubicBezTo>
                  <a:cubicBezTo>
                    <a:pt x="557" y="77"/>
                    <a:pt x="398" y="0"/>
                    <a:pt x="2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26"/>
            <p:cNvSpPr/>
            <p:nvPr/>
          </p:nvSpPr>
          <p:spPr>
            <a:xfrm>
              <a:off x="1713435" y="1849824"/>
              <a:ext cx="347551" cy="455151"/>
            </a:xfrm>
            <a:custGeom>
              <a:rect b="b" l="l" r="r" t="t"/>
              <a:pathLst>
                <a:path extrusionOk="0" h="7944" w="6066">
                  <a:moveTo>
                    <a:pt x="1" y="1"/>
                  </a:moveTo>
                  <a:lnTo>
                    <a:pt x="1" y="1"/>
                  </a:lnTo>
                  <a:cubicBezTo>
                    <a:pt x="23" y="66"/>
                    <a:pt x="39" y="137"/>
                    <a:pt x="66" y="197"/>
                  </a:cubicBezTo>
                  <a:cubicBezTo>
                    <a:pt x="1166" y="2304"/>
                    <a:pt x="2630" y="4149"/>
                    <a:pt x="4100" y="5989"/>
                  </a:cubicBezTo>
                  <a:cubicBezTo>
                    <a:pt x="4432" y="6408"/>
                    <a:pt x="4819" y="6795"/>
                    <a:pt x="5020" y="7301"/>
                  </a:cubicBezTo>
                  <a:cubicBezTo>
                    <a:pt x="5205" y="7519"/>
                    <a:pt x="5347" y="7769"/>
                    <a:pt x="5581" y="7944"/>
                  </a:cubicBezTo>
                  <a:cubicBezTo>
                    <a:pt x="5723" y="7846"/>
                    <a:pt x="5733" y="7688"/>
                    <a:pt x="5761" y="7535"/>
                  </a:cubicBezTo>
                  <a:cubicBezTo>
                    <a:pt x="5886" y="6664"/>
                    <a:pt x="6066" y="5799"/>
                    <a:pt x="5913" y="4906"/>
                  </a:cubicBezTo>
                  <a:cubicBezTo>
                    <a:pt x="5853" y="4547"/>
                    <a:pt x="5728" y="4198"/>
                    <a:pt x="5728" y="3833"/>
                  </a:cubicBezTo>
                  <a:cubicBezTo>
                    <a:pt x="5412" y="3610"/>
                    <a:pt x="5265" y="3218"/>
                    <a:pt x="4917" y="3028"/>
                  </a:cubicBezTo>
                  <a:cubicBezTo>
                    <a:pt x="3447" y="2233"/>
                    <a:pt x="2042" y="1335"/>
                    <a:pt x="671" y="382"/>
                  </a:cubicBezTo>
                  <a:cubicBezTo>
                    <a:pt x="464" y="235"/>
                    <a:pt x="268" y="50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26"/>
            <p:cNvSpPr/>
            <p:nvPr/>
          </p:nvSpPr>
          <p:spPr>
            <a:xfrm>
              <a:off x="2065622" y="2878480"/>
              <a:ext cx="749247" cy="830033"/>
            </a:xfrm>
            <a:custGeom>
              <a:rect b="b" l="l" r="r" t="t"/>
              <a:pathLst>
                <a:path extrusionOk="0" h="14487" w="13077">
                  <a:moveTo>
                    <a:pt x="6015" y="1"/>
                  </a:moveTo>
                  <a:cubicBezTo>
                    <a:pt x="5329" y="1"/>
                    <a:pt x="4657" y="129"/>
                    <a:pt x="4023" y="502"/>
                  </a:cubicBezTo>
                  <a:cubicBezTo>
                    <a:pt x="3620" y="741"/>
                    <a:pt x="3419" y="1041"/>
                    <a:pt x="3528" y="1487"/>
                  </a:cubicBezTo>
                  <a:cubicBezTo>
                    <a:pt x="3778" y="2500"/>
                    <a:pt x="4061" y="3507"/>
                    <a:pt x="4345" y="4514"/>
                  </a:cubicBezTo>
                  <a:cubicBezTo>
                    <a:pt x="4551" y="5233"/>
                    <a:pt x="4845" y="5930"/>
                    <a:pt x="4965" y="6675"/>
                  </a:cubicBezTo>
                  <a:cubicBezTo>
                    <a:pt x="5183" y="7977"/>
                    <a:pt x="5145" y="9294"/>
                    <a:pt x="5188" y="10601"/>
                  </a:cubicBezTo>
                  <a:cubicBezTo>
                    <a:pt x="5210" y="11314"/>
                    <a:pt x="4595" y="11793"/>
                    <a:pt x="4100" y="11836"/>
                  </a:cubicBezTo>
                  <a:cubicBezTo>
                    <a:pt x="3435" y="11891"/>
                    <a:pt x="3141" y="12315"/>
                    <a:pt x="3071" y="12920"/>
                  </a:cubicBezTo>
                  <a:cubicBezTo>
                    <a:pt x="3033" y="13203"/>
                    <a:pt x="2907" y="13399"/>
                    <a:pt x="2700" y="13573"/>
                  </a:cubicBezTo>
                  <a:cubicBezTo>
                    <a:pt x="2276" y="13932"/>
                    <a:pt x="1726" y="13949"/>
                    <a:pt x="1231" y="14106"/>
                  </a:cubicBezTo>
                  <a:cubicBezTo>
                    <a:pt x="1095" y="14152"/>
                    <a:pt x="950" y="14184"/>
                    <a:pt x="793" y="14184"/>
                  </a:cubicBezTo>
                  <a:cubicBezTo>
                    <a:pt x="705" y="14184"/>
                    <a:pt x="613" y="14174"/>
                    <a:pt x="517" y="14150"/>
                  </a:cubicBezTo>
                  <a:cubicBezTo>
                    <a:pt x="964" y="13791"/>
                    <a:pt x="1301" y="13388"/>
                    <a:pt x="1661" y="12952"/>
                  </a:cubicBezTo>
                  <a:cubicBezTo>
                    <a:pt x="1641" y="12949"/>
                    <a:pt x="1624" y="12947"/>
                    <a:pt x="1607" y="12947"/>
                  </a:cubicBezTo>
                  <a:cubicBezTo>
                    <a:pt x="1437" y="12947"/>
                    <a:pt x="1404" y="13111"/>
                    <a:pt x="1280" y="13116"/>
                  </a:cubicBezTo>
                  <a:cubicBezTo>
                    <a:pt x="986" y="13497"/>
                    <a:pt x="528" y="13698"/>
                    <a:pt x="234" y="14079"/>
                  </a:cubicBezTo>
                  <a:cubicBezTo>
                    <a:pt x="169" y="14166"/>
                    <a:pt x="0" y="14237"/>
                    <a:pt x="55" y="14351"/>
                  </a:cubicBezTo>
                  <a:cubicBezTo>
                    <a:pt x="109" y="14455"/>
                    <a:pt x="272" y="14460"/>
                    <a:pt x="403" y="14471"/>
                  </a:cubicBezTo>
                  <a:cubicBezTo>
                    <a:pt x="506" y="14482"/>
                    <a:pt x="609" y="14487"/>
                    <a:pt x="710" y="14487"/>
                  </a:cubicBezTo>
                  <a:cubicBezTo>
                    <a:pt x="1352" y="14487"/>
                    <a:pt x="1960" y="14290"/>
                    <a:pt x="2543" y="14036"/>
                  </a:cubicBezTo>
                  <a:cubicBezTo>
                    <a:pt x="2924" y="13872"/>
                    <a:pt x="3218" y="13562"/>
                    <a:pt x="3261" y="13105"/>
                  </a:cubicBezTo>
                  <a:cubicBezTo>
                    <a:pt x="3343" y="12261"/>
                    <a:pt x="3375" y="12207"/>
                    <a:pt x="4154" y="11989"/>
                  </a:cubicBezTo>
                  <a:cubicBezTo>
                    <a:pt x="4791" y="11815"/>
                    <a:pt x="5254" y="11488"/>
                    <a:pt x="5477" y="10818"/>
                  </a:cubicBezTo>
                  <a:cubicBezTo>
                    <a:pt x="5608" y="10421"/>
                    <a:pt x="5515" y="10051"/>
                    <a:pt x="5488" y="9675"/>
                  </a:cubicBezTo>
                  <a:cubicBezTo>
                    <a:pt x="5433" y="8973"/>
                    <a:pt x="5482" y="8309"/>
                    <a:pt x="5760" y="7655"/>
                  </a:cubicBezTo>
                  <a:cubicBezTo>
                    <a:pt x="6081" y="6910"/>
                    <a:pt x="6288" y="6120"/>
                    <a:pt x="6288" y="5309"/>
                  </a:cubicBezTo>
                  <a:cubicBezTo>
                    <a:pt x="6293" y="4574"/>
                    <a:pt x="6462" y="3894"/>
                    <a:pt x="6751" y="3229"/>
                  </a:cubicBezTo>
                  <a:cubicBezTo>
                    <a:pt x="6789" y="3148"/>
                    <a:pt x="6816" y="3055"/>
                    <a:pt x="6871" y="2979"/>
                  </a:cubicBezTo>
                  <a:cubicBezTo>
                    <a:pt x="7426" y="2157"/>
                    <a:pt x="8215" y="1656"/>
                    <a:pt x="9119" y="1286"/>
                  </a:cubicBezTo>
                  <a:cubicBezTo>
                    <a:pt x="9370" y="1181"/>
                    <a:pt x="9611" y="1131"/>
                    <a:pt x="9854" y="1131"/>
                  </a:cubicBezTo>
                  <a:cubicBezTo>
                    <a:pt x="10091" y="1131"/>
                    <a:pt x="10328" y="1178"/>
                    <a:pt x="10578" y="1270"/>
                  </a:cubicBezTo>
                  <a:cubicBezTo>
                    <a:pt x="11054" y="1448"/>
                    <a:pt x="11548" y="1587"/>
                    <a:pt x="12062" y="1587"/>
                  </a:cubicBezTo>
                  <a:cubicBezTo>
                    <a:pt x="12129" y="1587"/>
                    <a:pt x="12197" y="1585"/>
                    <a:pt x="12266" y="1580"/>
                  </a:cubicBezTo>
                  <a:cubicBezTo>
                    <a:pt x="12788" y="1547"/>
                    <a:pt x="13077" y="1231"/>
                    <a:pt x="12984" y="763"/>
                  </a:cubicBezTo>
                  <a:lnTo>
                    <a:pt x="12984" y="763"/>
                  </a:lnTo>
                  <a:cubicBezTo>
                    <a:pt x="12799" y="932"/>
                    <a:pt x="12696" y="1210"/>
                    <a:pt x="12418" y="1226"/>
                  </a:cubicBezTo>
                  <a:cubicBezTo>
                    <a:pt x="12279" y="1236"/>
                    <a:pt x="12139" y="1244"/>
                    <a:pt x="12000" y="1244"/>
                  </a:cubicBezTo>
                  <a:cubicBezTo>
                    <a:pt x="11823" y="1244"/>
                    <a:pt x="11647" y="1230"/>
                    <a:pt x="11471" y="1188"/>
                  </a:cubicBezTo>
                  <a:cubicBezTo>
                    <a:pt x="9957" y="812"/>
                    <a:pt x="8487" y="262"/>
                    <a:pt x="6936" y="66"/>
                  </a:cubicBezTo>
                  <a:cubicBezTo>
                    <a:pt x="6628" y="26"/>
                    <a:pt x="6320" y="1"/>
                    <a:pt x="60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26"/>
            <p:cNvSpPr/>
            <p:nvPr/>
          </p:nvSpPr>
          <p:spPr>
            <a:xfrm>
              <a:off x="2747135" y="3302111"/>
              <a:ext cx="304179" cy="800984"/>
            </a:xfrm>
            <a:custGeom>
              <a:rect b="b" l="l" r="r" t="t"/>
              <a:pathLst>
                <a:path extrusionOk="0" h="13980" w="5309">
                  <a:moveTo>
                    <a:pt x="1187" y="0"/>
                  </a:moveTo>
                  <a:cubicBezTo>
                    <a:pt x="1024" y="147"/>
                    <a:pt x="964" y="299"/>
                    <a:pt x="1056" y="501"/>
                  </a:cubicBezTo>
                  <a:cubicBezTo>
                    <a:pt x="958" y="637"/>
                    <a:pt x="1024" y="773"/>
                    <a:pt x="1078" y="898"/>
                  </a:cubicBezTo>
                  <a:cubicBezTo>
                    <a:pt x="1323" y="1503"/>
                    <a:pt x="1612" y="2074"/>
                    <a:pt x="2156" y="2482"/>
                  </a:cubicBezTo>
                  <a:cubicBezTo>
                    <a:pt x="2363" y="2635"/>
                    <a:pt x="2554" y="2825"/>
                    <a:pt x="2564" y="3114"/>
                  </a:cubicBezTo>
                  <a:cubicBezTo>
                    <a:pt x="2581" y="3920"/>
                    <a:pt x="2385" y="4649"/>
                    <a:pt x="1851" y="5270"/>
                  </a:cubicBezTo>
                  <a:cubicBezTo>
                    <a:pt x="1779" y="5355"/>
                    <a:pt x="1726" y="5400"/>
                    <a:pt x="1678" y="5400"/>
                  </a:cubicBezTo>
                  <a:cubicBezTo>
                    <a:pt x="1627" y="5400"/>
                    <a:pt x="1583" y="5351"/>
                    <a:pt x="1530" y="5248"/>
                  </a:cubicBezTo>
                  <a:cubicBezTo>
                    <a:pt x="1285" y="4791"/>
                    <a:pt x="1149" y="4284"/>
                    <a:pt x="920" y="3822"/>
                  </a:cubicBezTo>
                  <a:cubicBezTo>
                    <a:pt x="572" y="3125"/>
                    <a:pt x="528" y="2412"/>
                    <a:pt x="643" y="1660"/>
                  </a:cubicBezTo>
                  <a:cubicBezTo>
                    <a:pt x="670" y="1503"/>
                    <a:pt x="708" y="1328"/>
                    <a:pt x="556" y="1203"/>
                  </a:cubicBezTo>
                  <a:cubicBezTo>
                    <a:pt x="512" y="1170"/>
                    <a:pt x="473" y="1143"/>
                    <a:pt x="439" y="1143"/>
                  </a:cubicBezTo>
                  <a:cubicBezTo>
                    <a:pt x="405" y="1143"/>
                    <a:pt x="376" y="1170"/>
                    <a:pt x="354" y="1247"/>
                  </a:cubicBezTo>
                  <a:cubicBezTo>
                    <a:pt x="164" y="1933"/>
                    <a:pt x="0" y="2629"/>
                    <a:pt x="256" y="3326"/>
                  </a:cubicBezTo>
                  <a:cubicBezTo>
                    <a:pt x="752" y="4682"/>
                    <a:pt x="1356" y="5999"/>
                    <a:pt x="1949" y="7317"/>
                  </a:cubicBezTo>
                  <a:cubicBezTo>
                    <a:pt x="2456" y="8427"/>
                    <a:pt x="3223" y="9375"/>
                    <a:pt x="4029" y="10278"/>
                  </a:cubicBezTo>
                  <a:cubicBezTo>
                    <a:pt x="4356" y="10643"/>
                    <a:pt x="4650" y="11024"/>
                    <a:pt x="4775" y="11503"/>
                  </a:cubicBezTo>
                  <a:cubicBezTo>
                    <a:pt x="4900" y="12009"/>
                    <a:pt x="4851" y="12483"/>
                    <a:pt x="4454" y="12968"/>
                  </a:cubicBezTo>
                  <a:cubicBezTo>
                    <a:pt x="4448" y="12510"/>
                    <a:pt x="4486" y="12129"/>
                    <a:pt x="4290" y="11705"/>
                  </a:cubicBezTo>
                  <a:cubicBezTo>
                    <a:pt x="4214" y="11911"/>
                    <a:pt x="4170" y="12042"/>
                    <a:pt x="4121" y="12167"/>
                  </a:cubicBezTo>
                  <a:cubicBezTo>
                    <a:pt x="3925" y="12684"/>
                    <a:pt x="3670" y="13147"/>
                    <a:pt x="3212" y="13485"/>
                  </a:cubicBezTo>
                  <a:cubicBezTo>
                    <a:pt x="3050" y="13602"/>
                    <a:pt x="2878" y="13660"/>
                    <a:pt x="2711" y="13660"/>
                  </a:cubicBezTo>
                  <a:cubicBezTo>
                    <a:pt x="2453" y="13660"/>
                    <a:pt x="2206" y="13520"/>
                    <a:pt x="2031" y="13245"/>
                  </a:cubicBezTo>
                  <a:cubicBezTo>
                    <a:pt x="2695" y="13093"/>
                    <a:pt x="3250" y="12287"/>
                    <a:pt x="3027" y="11792"/>
                  </a:cubicBezTo>
                  <a:lnTo>
                    <a:pt x="3027" y="11792"/>
                  </a:lnTo>
                  <a:cubicBezTo>
                    <a:pt x="2886" y="11917"/>
                    <a:pt x="2858" y="12097"/>
                    <a:pt x="2782" y="12254"/>
                  </a:cubicBezTo>
                  <a:cubicBezTo>
                    <a:pt x="2668" y="12489"/>
                    <a:pt x="2565" y="12604"/>
                    <a:pt x="2435" y="12604"/>
                  </a:cubicBezTo>
                  <a:cubicBezTo>
                    <a:pt x="2329" y="12604"/>
                    <a:pt x="2205" y="12528"/>
                    <a:pt x="2042" y="12380"/>
                  </a:cubicBezTo>
                  <a:cubicBezTo>
                    <a:pt x="1944" y="12260"/>
                    <a:pt x="1928" y="12151"/>
                    <a:pt x="1977" y="11939"/>
                  </a:cubicBezTo>
                  <a:cubicBezTo>
                    <a:pt x="2009" y="11792"/>
                    <a:pt x="1982" y="11645"/>
                    <a:pt x="1879" y="11541"/>
                  </a:cubicBezTo>
                  <a:cubicBezTo>
                    <a:pt x="1704" y="11367"/>
                    <a:pt x="1590" y="11144"/>
                    <a:pt x="1427" y="10964"/>
                  </a:cubicBezTo>
                  <a:cubicBezTo>
                    <a:pt x="1319" y="10846"/>
                    <a:pt x="1231" y="10685"/>
                    <a:pt x="1043" y="10685"/>
                  </a:cubicBezTo>
                  <a:cubicBezTo>
                    <a:pt x="1032" y="10685"/>
                    <a:pt x="1020" y="10685"/>
                    <a:pt x="1007" y="10687"/>
                  </a:cubicBezTo>
                  <a:cubicBezTo>
                    <a:pt x="888" y="11062"/>
                    <a:pt x="1231" y="11220"/>
                    <a:pt x="1378" y="11470"/>
                  </a:cubicBezTo>
                  <a:cubicBezTo>
                    <a:pt x="1443" y="11579"/>
                    <a:pt x="1661" y="11623"/>
                    <a:pt x="1519" y="11841"/>
                  </a:cubicBezTo>
                  <a:cubicBezTo>
                    <a:pt x="1438" y="11963"/>
                    <a:pt x="1359" y="12019"/>
                    <a:pt x="1256" y="12019"/>
                  </a:cubicBezTo>
                  <a:cubicBezTo>
                    <a:pt x="1207" y="12019"/>
                    <a:pt x="1152" y="12007"/>
                    <a:pt x="1089" y="11982"/>
                  </a:cubicBezTo>
                  <a:cubicBezTo>
                    <a:pt x="1065" y="11970"/>
                    <a:pt x="1036" y="11966"/>
                    <a:pt x="1004" y="11966"/>
                  </a:cubicBezTo>
                  <a:cubicBezTo>
                    <a:pt x="950" y="11966"/>
                    <a:pt x="884" y="11977"/>
                    <a:pt x="806" y="11977"/>
                  </a:cubicBezTo>
                  <a:cubicBezTo>
                    <a:pt x="958" y="12156"/>
                    <a:pt x="1138" y="12162"/>
                    <a:pt x="1274" y="12238"/>
                  </a:cubicBezTo>
                  <a:cubicBezTo>
                    <a:pt x="1438" y="12331"/>
                    <a:pt x="1634" y="12450"/>
                    <a:pt x="1416" y="12674"/>
                  </a:cubicBezTo>
                  <a:cubicBezTo>
                    <a:pt x="1361" y="12733"/>
                    <a:pt x="1334" y="12804"/>
                    <a:pt x="1367" y="12870"/>
                  </a:cubicBezTo>
                  <a:cubicBezTo>
                    <a:pt x="1563" y="13256"/>
                    <a:pt x="1851" y="13588"/>
                    <a:pt x="2156" y="13871"/>
                  </a:cubicBezTo>
                  <a:cubicBezTo>
                    <a:pt x="2239" y="13948"/>
                    <a:pt x="2390" y="13980"/>
                    <a:pt x="2565" y="13980"/>
                  </a:cubicBezTo>
                  <a:cubicBezTo>
                    <a:pt x="2938" y="13980"/>
                    <a:pt x="3424" y="13833"/>
                    <a:pt x="3610" y="13659"/>
                  </a:cubicBezTo>
                  <a:cubicBezTo>
                    <a:pt x="3882" y="13403"/>
                    <a:pt x="4111" y="13109"/>
                    <a:pt x="4328" y="12761"/>
                  </a:cubicBezTo>
                  <a:cubicBezTo>
                    <a:pt x="4426" y="12957"/>
                    <a:pt x="4372" y="13120"/>
                    <a:pt x="4377" y="13278"/>
                  </a:cubicBezTo>
                  <a:cubicBezTo>
                    <a:pt x="4383" y="13349"/>
                    <a:pt x="4399" y="13419"/>
                    <a:pt x="4475" y="13452"/>
                  </a:cubicBezTo>
                  <a:cubicBezTo>
                    <a:pt x="4490" y="13458"/>
                    <a:pt x="4504" y="13461"/>
                    <a:pt x="4517" y="13461"/>
                  </a:cubicBezTo>
                  <a:cubicBezTo>
                    <a:pt x="4562" y="13461"/>
                    <a:pt x="4597" y="13429"/>
                    <a:pt x="4622" y="13387"/>
                  </a:cubicBezTo>
                  <a:cubicBezTo>
                    <a:pt x="4949" y="12831"/>
                    <a:pt x="5308" y="12287"/>
                    <a:pt x="5107" y="11579"/>
                  </a:cubicBezTo>
                  <a:cubicBezTo>
                    <a:pt x="4949" y="11030"/>
                    <a:pt x="4682" y="10545"/>
                    <a:pt x="4290" y="10126"/>
                  </a:cubicBezTo>
                  <a:cubicBezTo>
                    <a:pt x="3234" y="8977"/>
                    <a:pt x="2363" y="7709"/>
                    <a:pt x="1840" y="6223"/>
                  </a:cubicBezTo>
                  <a:cubicBezTo>
                    <a:pt x="1737" y="6130"/>
                    <a:pt x="1726" y="5999"/>
                    <a:pt x="1693" y="5841"/>
                  </a:cubicBezTo>
                  <a:lnTo>
                    <a:pt x="1693" y="5841"/>
                  </a:lnTo>
                  <a:cubicBezTo>
                    <a:pt x="1734" y="5855"/>
                    <a:pt x="1769" y="5860"/>
                    <a:pt x="1802" y="5860"/>
                  </a:cubicBezTo>
                  <a:cubicBezTo>
                    <a:pt x="1943" y="5860"/>
                    <a:pt x="2017" y="5747"/>
                    <a:pt x="2124" y="5645"/>
                  </a:cubicBezTo>
                  <a:cubicBezTo>
                    <a:pt x="2858" y="4921"/>
                    <a:pt x="2989" y="3990"/>
                    <a:pt x="3044" y="3038"/>
                  </a:cubicBezTo>
                  <a:cubicBezTo>
                    <a:pt x="3054" y="2858"/>
                    <a:pt x="2978" y="2717"/>
                    <a:pt x="2858" y="2597"/>
                  </a:cubicBezTo>
                  <a:cubicBezTo>
                    <a:pt x="2706" y="2444"/>
                    <a:pt x="2575" y="2276"/>
                    <a:pt x="2407" y="2150"/>
                  </a:cubicBezTo>
                  <a:cubicBezTo>
                    <a:pt x="1683" y="1622"/>
                    <a:pt x="1443" y="822"/>
                    <a:pt x="11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26"/>
            <p:cNvSpPr/>
            <p:nvPr/>
          </p:nvSpPr>
          <p:spPr>
            <a:xfrm>
              <a:off x="441792" y="3614249"/>
              <a:ext cx="1697479" cy="749361"/>
            </a:xfrm>
            <a:custGeom>
              <a:rect b="b" l="l" r="r" t="t"/>
              <a:pathLst>
                <a:path extrusionOk="0" h="13079" w="29627">
                  <a:moveTo>
                    <a:pt x="29515" y="0"/>
                  </a:moveTo>
                  <a:cubicBezTo>
                    <a:pt x="29463" y="0"/>
                    <a:pt x="29402" y="46"/>
                    <a:pt x="29344" y="83"/>
                  </a:cubicBezTo>
                  <a:cubicBezTo>
                    <a:pt x="29066" y="279"/>
                    <a:pt x="28772" y="464"/>
                    <a:pt x="28511" y="677"/>
                  </a:cubicBezTo>
                  <a:cubicBezTo>
                    <a:pt x="26959" y="1923"/>
                    <a:pt x="25462" y="3230"/>
                    <a:pt x="23911" y="4476"/>
                  </a:cubicBezTo>
                  <a:cubicBezTo>
                    <a:pt x="22283" y="5778"/>
                    <a:pt x="20617" y="7030"/>
                    <a:pt x="18821" y="8086"/>
                  </a:cubicBezTo>
                  <a:cubicBezTo>
                    <a:pt x="17759" y="8712"/>
                    <a:pt x="16654" y="9262"/>
                    <a:pt x="15527" y="9768"/>
                  </a:cubicBezTo>
                  <a:cubicBezTo>
                    <a:pt x="14090" y="10416"/>
                    <a:pt x="12707" y="11162"/>
                    <a:pt x="11248" y="11755"/>
                  </a:cubicBezTo>
                  <a:cubicBezTo>
                    <a:pt x="9600" y="12428"/>
                    <a:pt x="7942" y="12737"/>
                    <a:pt x="6249" y="12737"/>
                  </a:cubicBezTo>
                  <a:cubicBezTo>
                    <a:pt x="5382" y="12737"/>
                    <a:pt x="4505" y="12656"/>
                    <a:pt x="3616" y="12501"/>
                  </a:cubicBezTo>
                  <a:cubicBezTo>
                    <a:pt x="2774" y="12357"/>
                    <a:pt x="2094" y="11770"/>
                    <a:pt x="1229" y="11770"/>
                  </a:cubicBezTo>
                  <a:cubicBezTo>
                    <a:pt x="1210" y="11770"/>
                    <a:pt x="1191" y="11771"/>
                    <a:pt x="1171" y="11771"/>
                  </a:cubicBezTo>
                  <a:cubicBezTo>
                    <a:pt x="1375" y="11683"/>
                    <a:pt x="1721" y="11639"/>
                    <a:pt x="2051" y="11639"/>
                  </a:cubicBezTo>
                  <a:cubicBezTo>
                    <a:pt x="2232" y="11639"/>
                    <a:pt x="2408" y="11652"/>
                    <a:pt x="2554" y="11679"/>
                  </a:cubicBezTo>
                  <a:cubicBezTo>
                    <a:pt x="2907" y="11746"/>
                    <a:pt x="3152" y="11792"/>
                    <a:pt x="3332" y="11792"/>
                  </a:cubicBezTo>
                  <a:cubicBezTo>
                    <a:pt x="3740" y="11792"/>
                    <a:pt x="3823" y="11557"/>
                    <a:pt x="4095" y="10791"/>
                  </a:cubicBezTo>
                  <a:cubicBezTo>
                    <a:pt x="4133" y="10677"/>
                    <a:pt x="4187" y="10568"/>
                    <a:pt x="4073" y="10470"/>
                  </a:cubicBezTo>
                  <a:cubicBezTo>
                    <a:pt x="3888" y="10699"/>
                    <a:pt x="3763" y="10960"/>
                    <a:pt x="3654" y="11232"/>
                  </a:cubicBezTo>
                  <a:cubicBezTo>
                    <a:pt x="3575" y="11440"/>
                    <a:pt x="3477" y="11588"/>
                    <a:pt x="3285" y="11588"/>
                  </a:cubicBezTo>
                  <a:cubicBezTo>
                    <a:pt x="3225" y="11588"/>
                    <a:pt x="3156" y="11574"/>
                    <a:pt x="3077" y="11543"/>
                  </a:cubicBezTo>
                  <a:cubicBezTo>
                    <a:pt x="2859" y="11461"/>
                    <a:pt x="2619" y="11428"/>
                    <a:pt x="2385" y="11407"/>
                  </a:cubicBezTo>
                  <a:cubicBezTo>
                    <a:pt x="2240" y="11393"/>
                    <a:pt x="2095" y="11386"/>
                    <a:pt x="1952" y="11386"/>
                  </a:cubicBezTo>
                  <a:cubicBezTo>
                    <a:pt x="1345" y="11386"/>
                    <a:pt x="763" y="11518"/>
                    <a:pt x="235" y="11875"/>
                  </a:cubicBezTo>
                  <a:cubicBezTo>
                    <a:pt x="142" y="11935"/>
                    <a:pt x="1" y="12011"/>
                    <a:pt x="61" y="12147"/>
                  </a:cubicBezTo>
                  <a:cubicBezTo>
                    <a:pt x="87" y="12210"/>
                    <a:pt x="130" y="12230"/>
                    <a:pt x="178" y="12230"/>
                  </a:cubicBezTo>
                  <a:cubicBezTo>
                    <a:pt x="238" y="12230"/>
                    <a:pt x="308" y="12200"/>
                    <a:pt x="371" y="12185"/>
                  </a:cubicBezTo>
                  <a:cubicBezTo>
                    <a:pt x="632" y="12124"/>
                    <a:pt x="892" y="12081"/>
                    <a:pt x="1154" y="12081"/>
                  </a:cubicBezTo>
                  <a:cubicBezTo>
                    <a:pt x="1357" y="12081"/>
                    <a:pt x="1560" y="12107"/>
                    <a:pt x="1765" y="12169"/>
                  </a:cubicBezTo>
                  <a:cubicBezTo>
                    <a:pt x="2178" y="12294"/>
                    <a:pt x="2527" y="12566"/>
                    <a:pt x="2957" y="12664"/>
                  </a:cubicBezTo>
                  <a:cubicBezTo>
                    <a:pt x="3572" y="12806"/>
                    <a:pt x="4198" y="12904"/>
                    <a:pt x="4824" y="12985"/>
                  </a:cubicBezTo>
                  <a:cubicBezTo>
                    <a:pt x="5302" y="13049"/>
                    <a:pt x="5779" y="13079"/>
                    <a:pt x="6255" y="13079"/>
                  </a:cubicBezTo>
                  <a:cubicBezTo>
                    <a:pt x="6918" y="13079"/>
                    <a:pt x="7579" y="13021"/>
                    <a:pt x="8238" y="12920"/>
                  </a:cubicBezTo>
                  <a:cubicBezTo>
                    <a:pt x="9898" y="12670"/>
                    <a:pt x="11395" y="11935"/>
                    <a:pt x="12898" y="11238"/>
                  </a:cubicBezTo>
                  <a:cubicBezTo>
                    <a:pt x="13823" y="10813"/>
                    <a:pt x="14738" y="10367"/>
                    <a:pt x="15652" y="9920"/>
                  </a:cubicBezTo>
                  <a:cubicBezTo>
                    <a:pt x="17574" y="8968"/>
                    <a:pt x="19501" y="8037"/>
                    <a:pt x="21265" y="6806"/>
                  </a:cubicBezTo>
                  <a:cubicBezTo>
                    <a:pt x="22550" y="5914"/>
                    <a:pt x="23769" y="4934"/>
                    <a:pt x="24983" y="3948"/>
                  </a:cubicBezTo>
                  <a:cubicBezTo>
                    <a:pt x="26393" y="2811"/>
                    <a:pt x="27771" y="1629"/>
                    <a:pt x="29175" y="481"/>
                  </a:cubicBezTo>
                  <a:cubicBezTo>
                    <a:pt x="29317" y="366"/>
                    <a:pt x="29409" y="170"/>
                    <a:pt x="29627" y="143"/>
                  </a:cubicBezTo>
                  <a:cubicBezTo>
                    <a:pt x="29601" y="36"/>
                    <a:pt x="29562" y="0"/>
                    <a:pt x="295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26"/>
            <p:cNvSpPr/>
            <p:nvPr/>
          </p:nvSpPr>
          <p:spPr>
            <a:xfrm>
              <a:off x="400941" y="2606792"/>
              <a:ext cx="774858" cy="816511"/>
            </a:xfrm>
            <a:custGeom>
              <a:rect b="b" l="l" r="r" t="t"/>
              <a:pathLst>
                <a:path extrusionOk="0" h="14251" w="13524">
                  <a:moveTo>
                    <a:pt x="10209" y="0"/>
                  </a:moveTo>
                  <a:cubicBezTo>
                    <a:pt x="10164" y="0"/>
                    <a:pt x="10176" y="115"/>
                    <a:pt x="10165" y="176"/>
                  </a:cubicBezTo>
                  <a:cubicBezTo>
                    <a:pt x="10263" y="399"/>
                    <a:pt x="10241" y="606"/>
                    <a:pt x="10148" y="840"/>
                  </a:cubicBezTo>
                  <a:cubicBezTo>
                    <a:pt x="9925" y="1384"/>
                    <a:pt x="9805" y="1950"/>
                    <a:pt x="9941" y="2555"/>
                  </a:cubicBezTo>
                  <a:cubicBezTo>
                    <a:pt x="10061" y="3083"/>
                    <a:pt x="10273" y="3600"/>
                    <a:pt x="10192" y="4172"/>
                  </a:cubicBezTo>
                  <a:cubicBezTo>
                    <a:pt x="10154" y="4400"/>
                    <a:pt x="10328" y="4607"/>
                    <a:pt x="10578" y="4700"/>
                  </a:cubicBezTo>
                  <a:cubicBezTo>
                    <a:pt x="10785" y="4776"/>
                    <a:pt x="10872" y="4906"/>
                    <a:pt x="10780" y="5135"/>
                  </a:cubicBezTo>
                  <a:cubicBezTo>
                    <a:pt x="10562" y="5652"/>
                    <a:pt x="10415" y="6186"/>
                    <a:pt x="10448" y="6752"/>
                  </a:cubicBezTo>
                  <a:cubicBezTo>
                    <a:pt x="10463" y="6972"/>
                    <a:pt x="10367" y="7114"/>
                    <a:pt x="10148" y="7114"/>
                  </a:cubicBezTo>
                  <a:cubicBezTo>
                    <a:pt x="10129" y="7114"/>
                    <a:pt x="10109" y="7113"/>
                    <a:pt x="10088" y="7111"/>
                  </a:cubicBezTo>
                  <a:cubicBezTo>
                    <a:pt x="9985" y="7100"/>
                    <a:pt x="9881" y="7096"/>
                    <a:pt x="9778" y="7096"/>
                  </a:cubicBezTo>
                  <a:cubicBezTo>
                    <a:pt x="9308" y="7096"/>
                    <a:pt x="8842" y="7192"/>
                    <a:pt x="8373" y="7236"/>
                  </a:cubicBezTo>
                  <a:cubicBezTo>
                    <a:pt x="8139" y="7258"/>
                    <a:pt x="8041" y="7345"/>
                    <a:pt x="8041" y="7585"/>
                  </a:cubicBezTo>
                  <a:cubicBezTo>
                    <a:pt x="8041" y="7895"/>
                    <a:pt x="8199" y="8189"/>
                    <a:pt x="8188" y="8483"/>
                  </a:cubicBezTo>
                  <a:cubicBezTo>
                    <a:pt x="8161" y="9202"/>
                    <a:pt x="8450" y="9773"/>
                    <a:pt x="8902" y="10291"/>
                  </a:cubicBezTo>
                  <a:cubicBezTo>
                    <a:pt x="8925" y="10369"/>
                    <a:pt x="8955" y="10439"/>
                    <a:pt x="9040" y="10439"/>
                  </a:cubicBezTo>
                  <a:cubicBezTo>
                    <a:pt x="9056" y="10439"/>
                    <a:pt x="9073" y="10437"/>
                    <a:pt x="9092" y="10432"/>
                  </a:cubicBezTo>
                  <a:cubicBezTo>
                    <a:pt x="9096" y="10432"/>
                    <a:pt x="9122" y="10453"/>
                    <a:pt x="9107" y="10453"/>
                  </a:cubicBezTo>
                  <a:cubicBezTo>
                    <a:pt x="9103" y="10453"/>
                    <a:pt x="9096" y="10452"/>
                    <a:pt x="9087" y="10448"/>
                  </a:cubicBezTo>
                  <a:cubicBezTo>
                    <a:pt x="8950" y="10533"/>
                    <a:pt x="8813" y="10562"/>
                    <a:pt x="8676" y="10562"/>
                  </a:cubicBezTo>
                  <a:cubicBezTo>
                    <a:pt x="8442" y="10562"/>
                    <a:pt x="8207" y="10477"/>
                    <a:pt x="7971" y="10432"/>
                  </a:cubicBezTo>
                  <a:cubicBezTo>
                    <a:pt x="7849" y="10390"/>
                    <a:pt x="7729" y="10371"/>
                    <a:pt x="7609" y="10371"/>
                  </a:cubicBezTo>
                  <a:cubicBezTo>
                    <a:pt x="7435" y="10371"/>
                    <a:pt x="7261" y="10411"/>
                    <a:pt x="7083" y="10476"/>
                  </a:cubicBezTo>
                  <a:cubicBezTo>
                    <a:pt x="6610" y="10644"/>
                    <a:pt x="6136" y="10802"/>
                    <a:pt x="5733" y="11123"/>
                  </a:cubicBezTo>
                  <a:cubicBezTo>
                    <a:pt x="5586" y="11243"/>
                    <a:pt x="5379" y="11309"/>
                    <a:pt x="5189" y="11347"/>
                  </a:cubicBezTo>
                  <a:cubicBezTo>
                    <a:pt x="4372" y="11537"/>
                    <a:pt x="3605" y="11886"/>
                    <a:pt x="2815" y="12152"/>
                  </a:cubicBezTo>
                  <a:cubicBezTo>
                    <a:pt x="1906" y="12463"/>
                    <a:pt x="991" y="12876"/>
                    <a:pt x="305" y="13628"/>
                  </a:cubicBezTo>
                  <a:cubicBezTo>
                    <a:pt x="197" y="13747"/>
                    <a:pt x="1" y="13835"/>
                    <a:pt x="60" y="14020"/>
                  </a:cubicBezTo>
                  <a:cubicBezTo>
                    <a:pt x="124" y="14204"/>
                    <a:pt x="300" y="14250"/>
                    <a:pt x="472" y="14250"/>
                  </a:cubicBezTo>
                  <a:cubicBezTo>
                    <a:pt x="493" y="14250"/>
                    <a:pt x="514" y="14249"/>
                    <a:pt x="534" y="14248"/>
                  </a:cubicBezTo>
                  <a:cubicBezTo>
                    <a:pt x="991" y="14221"/>
                    <a:pt x="1454" y="14150"/>
                    <a:pt x="1835" y="13900"/>
                  </a:cubicBezTo>
                  <a:cubicBezTo>
                    <a:pt x="2259" y="13619"/>
                    <a:pt x="2702" y="13527"/>
                    <a:pt x="3148" y="13527"/>
                  </a:cubicBezTo>
                  <a:cubicBezTo>
                    <a:pt x="3514" y="13527"/>
                    <a:pt x="3883" y="13589"/>
                    <a:pt x="4247" y="13660"/>
                  </a:cubicBezTo>
                  <a:cubicBezTo>
                    <a:pt x="4393" y="13689"/>
                    <a:pt x="4527" y="13707"/>
                    <a:pt x="4650" y="13707"/>
                  </a:cubicBezTo>
                  <a:cubicBezTo>
                    <a:pt x="4932" y="13707"/>
                    <a:pt x="5159" y="13612"/>
                    <a:pt x="5352" y="13328"/>
                  </a:cubicBezTo>
                  <a:cubicBezTo>
                    <a:pt x="5390" y="13208"/>
                    <a:pt x="5428" y="13089"/>
                    <a:pt x="5477" y="12931"/>
                  </a:cubicBezTo>
                  <a:lnTo>
                    <a:pt x="5477" y="12931"/>
                  </a:lnTo>
                  <a:cubicBezTo>
                    <a:pt x="5253" y="13146"/>
                    <a:pt x="5128" y="13450"/>
                    <a:pt x="4822" y="13450"/>
                  </a:cubicBezTo>
                  <a:cubicBezTo>
                    <a:pt x="4764" y="13450"/>
                    <a:pt x="4700" y="13440"/>
                    <a:pt x="4628" y="13415"/>
                  </a:cubicBezTo>
                  <a:cubicBezTo>
                    <a:pt x="4139" y="13253"/>
                    <a:pt x="3656" y="13171"/>
                    <a:pt x="3180" y="13171"/>
                  </a:cubicBezTo>
                  <a:cubicBezTo>
                    <a:pt x="2458" y="13171"/>
                    <a:pt x="1751" y="13360"/>
                    <a:pt x="1062" y="13747"/>
                  </a:cubicBezTo>
                  <a:cubicBezTo>
                    <a:pt x="943" y="13812"/>
                    <a:pt x="811" y="13880"/>
                    <a:pt x="652" y="13880"/>
                  </a:cubicBezTo>
                  <a:cubicBezTo>
                    <a:pt x="623" y="13880"/>
                    <a:pt x="593" y="13878"/>
                    <a:pt x="561" y="13873"/>
                  </a:cubicBezTo>
                  <a:cubicBezTo>
                    <a:pt x="697" y="13649"/>
                    <a:pt x="910" y="13557"/>
                    <a:pt x="1095" y="13443"/>
                  </a:cubicBezTo>
                  <a:cubicBezTo>
                    <a:pt x="1895" y="12958"/>
                    <a:pt x="2586" y="12250"/>
                    <a:pt x="3610" y="12218"/>
                  </a:cubicBezTo>
                  <a:cubicBezTo>
                    <a:pt x="3670" y="12218"/>
                    <a:pt x="3735" y="12196"/>
                    <a:pt x="3779" y="12163"/>
                  </a:cubicBezTo>
                  <a:cubicBezTo>
                    <a:pt x="4138" y="11875"/>
                    <a:pt x="4579" y="11782"/>
                    <a:pt x="5009" y="11673"/>
                  </a:cubicBezTo>
                  <a:cubicBezTo>
                    <a:pt x="5450" y="11564"/>
                    <a:pt x="5826" y="11341"/>
                    <a:pt x="6218" y="11118"/>
                  </a:cubicBezTo>
                  <a:cubicBezTo>
                    <a:pt x="6690" y="10853"/>
                    <a:pt x="7176" y="10582"/>
                    <a:pt x="7710" y="10582"/>
                  </a:cubicBezTo>
                  <a:cubicBezTo>
                    <a:pt x="7921" y="10582"/>
                    <a:pt x="8140" y="10624"/>
                    <a:pt x="8368" y="10726"/>
                  </a:cubicBezTo>
                  <a:cubicBezTo>
                    <a:pt x="8458" y="10766"/>
                    <a:pt x="8546" y="10782"/>
                    <a:pt x="8633" y="10782"/>
                  </a:cubicBezTo>
                  <a:cubicBezTo>
                    <a:pt x="8822" y="10782"/>
                    <a:pt x="9006" y="10706"/>
                    <a:pt x="9185" y="10628"/>
                  </a:cubicBezTo>
                  <a:cubicBezTo>
                    <a:pt x="9364" y="10546"/>
                    <a:pt x="9408" y="10443"/>
                    <a:pt x="9223" y="10301"/>
                  </a:cubicBezTo>
                  <a:cubicBezTo>
                    <a:pt x="8896" y="10056"/>
                    <a:pt x="8651" y="9757"/>
                    <a:pt x="8520" y="9360"/>
                  </a:cubicBezTo>
                  <a:cubicBezTo>
                    <a:pt x="8335" y="8793"/>
                    <a:pt x="8504" y="8200"/>
                    <a:pt x="8330" y="7634"/>
                  </a:cubicBezTo>
                  <a:cubicBezTo>
                    <a:pt x="8286" y="7487"/>
                    <a:pt x="8417" y="7476"/>
                    <a:pt x="8526" y="7471"/>
                  </a:cubicBezTo>
                  <a:cubicBezTo>
                    <a:pt x="8961" y="7448"/>
                    <a:pt x="9392" y="7375"/>
                    <a:pt x="9825" y="7375"/>
                  </a:cubicBezTo>
                  <a:cubicBezTo>
                    <a:pt x="9907" y="7375"/>
                    <a:pt x="9990" y="7377"/>
                    <a:pt x="10072" y="7383"/>
                  </a:cubicBezTo>
                  <a:cubicBezTo>
                    <a:pt x="10100" y="7385"/>
                    <a:pt x="10126" y="7387"/>
                    <a:pt x="10152" y="7387"/>
                  </a:cubicBezTo>
                  <a:cubicBezTo>
                    <a:pt x="10463" y="7387"/>
                    <a:pt x="10585" y="7230"/>
                    <a:pt x="10595" y="6883"/>
                  </a:cubicBezTo>
                  <a:cubicBezTo>
                    <a:pt x="10600" y="6507"/>
                    <a:pt x="10567" y="6131"/>
                    <a:pt x="10665" y="5761"/>
                  </a:cubicBezTo>
                  <a:cubicBezTo>
                    <a:pt x="10867" y="5625"/>
                    <a:pt x="10981" y="5413"/>
                    <a:pt x="11095" y="5211"/>
                  </a:cubicBezTo>
                  <a:cubicBezTo>
                    <a:pt x="11226" y="4972"/>
                    <a:pt x="11193" y="4738"/>
                    <a:pt x="10948" y="4596"/>
                  </a:cubicBezTo>
                  <a:cubicBezTo>
                    <a:pt x="10622" y="4416"/>
                    <a:pt x="10567" y="4128"/>
                    <a:pt x="10622" y="3812"/>
                  </a:cubicBezTo>
                  <a:cubicBezTo>
                    <a:pt x="10676" y="3496"/>
                    <a:pt x="10622" y="3208"/>
                    <a:pt x="10508" y="2919"/>
                  </a:cubicBezTo>
                  <a:cubicBezTo>
                    <a:pt x="10459" y="2789"/>
                    <a:pt x="10442" y="2647"/>
                    <a:pt x="10399" y="2511"/>
                  </a:cubicBezTo>
                  <a:cubicBezTo>
                    <a:pt x="10246" y="1972"/>
                    <a:pt x="10437" y="1471"/>
                    <a:pt x="10540" y="927"/>
                  </a:cubicBezTo>
                  <a:cubicBezTo>
                    <a:pt x="10709" y="1417"/>
                    <a:pt x="11003" y="1809"/>
                    <a:pt x="11330" y="2179"/>
                  </a:cubicBezTo>
                  <a:cubicBezTo>
                    <a:pt x="11869" y="2772"/>
                    <a:pt x="12473" y="3295"/>
                    <a:pt x="13088" y="3807"/>
                  </a:cubicBezTo>
                  <a:cubicBezTo>
                    <a:pt x="13149" y="3856"/>
                    <a:pt x="13239" y="3935"/>
                    <a:pt x="13321" y="3935"/>
                  </a:cubicBezTo>
                  <a:cubicBezTo>
                    <a:pt x="13357" y="3935"/>
                    <a:pt x="13391" y="3921"/>
                    <a:pt x="13420" y="3883"/>
                  </a:cubicBezTo>
                  <a:cubicBezTo>
                    <a:pt x="13523" y="3758"/>
                    <a:pt x="13333" y="3676"/>
                    <a:pt x="13268" y="3573"/>
                  </a:cubicBezTo>
                  <a:cubicBezTo>
                    <a:pt x="12848" y="3181"/>
                    <a:pt x="12429" y="2789"/>
                    <a:pt x="12010" y="2391"/>
                  </a:cubicBezTo>
                  <a:cubicBezTo>
                    <a:pt x="11487" y="1896"/>
                    <a:pt x="11036" y="1352"/>
                    <a:pt x="10714" y="698"/>
                  </a:cubicBezTo>
                  <a:cubicBezTo>
                    <a:pt x="10606" y="480"/>
                    <a:pt x="10464" y="274"/>
                    <a:pt x="10312" y="83"/>
                  </a:cubicBezTo>
                  <a:cubicBezTo>
                    <a:pt x="10261" y="23"/>
                    <a:pt x="10230" y="0"/>
                    <a:pt x="102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26"/>
            <p:cNvSpPr/>
            <p:nvPr/>
          </p:nvSpPr>
          <p:spPr>
            <a:xfrm>
              <a:off x="2008843" y="451565"/>
              <a:ext cx="369667" cy="165984"/>
            </a:xfrm>
            <a:custGeom>
              <a:rect b="b" l="l" r="r" t="t"/>
              <a:pathLst>
                <a:path extrusionOk="0" h="2897" w="6452">
                  <a:moveTo>
                    <a:pt x="4464" y="1"/>
                  </a:moveTo>
                  <a:lnTo>
                    <a:pt x="4464" y="1"/>
                  </a:lnTo>
                  <a:cubicBezTo>
                    <a:pt x="4508" y="117"/>
                    <a:pt x="4462" y="136"/>
                    <a:pt x="4404" y="136"/>
                  </a:cubicBezTo>
                  <a:cubicBezTo>
                    <a:pt x="4375" y="136"/>
                    <a:pt x="4343" y="131"/>
                    <a:pt x="4317" y="131"/>
                  </a:cubicBezTo>
                  <a:cubicBezTo>
                    <a:pt x="3915" y="142"/>
                    <a:pt x="3512" y="126"/>
                    <a:pt x="3114" y="153"/>
                  </a:cubicBezTo>
                  <a:cubicBezTo>
                    <a:pt x="2913" y="168"/>
                    <a:pt x="2711" y="220"/>
                    <a:pt x="2512" y="220"/>
                  </a:cubicBezTo>
                  <a:cubicBezTo>
                    <a:pt x="2352" y="220"/>
                    <a:pt x="2192" y="186"/>
                    <a:pt x="2036" y="71"/>
                  </a:cubicBezTo>
                  <a:cubicBezTo>
                    <a:pt x="2005" y="49"/>
                    <a:pt x="1970" y="41"/>
                    <a:pt x="1932" y="41"/>
                  </a:cubicBezTo>
                  <a:cubicBezTo>
                    <a:pt x="1858" y="41"/>
                    <a:pt x="1775" y="73"/>
                    <a:pt x="1699" y="99"/>
                  </a:cubicBezTo>
                  <a:cubicBezTo>
                    <a:pt x="1073" y="300"/>
                    <a:pt x="621" y="812"/>
                    <a:pt x="0" y="1019"/>
                  </a:cubicBezTo>
                  <a:cubicBezTo>
                    <a:pt x="44" y="1038"/>
                    <a:pt x="81" y="1052"/>
                    <a:pt x="116" y="1052"/>
                  </a:cubicBezTo>
                  <a:cubicBezTo>
                    <a:pt x="128" y="1052"/>
                    <a:pt x="141" y="1050"/>
                    <a:pt x="153" y="1046"/>
                  </a:cubicBezTo>
                  <a:cubicBezTo>
                    <a:pt x="304" y="999"/>
                    <a:pt x="454" y="982"/>
                    <a:pt x="603" y="982"/>
                  </a:cubicBezTo>
                  <a:cubicBezTo>
                    <a:pt x="837" y="982"/>
                    <a:pt x="1069" y="1023"/>
                    <a:pt x="1302" y="1057"/>
                  </a:cubicBezTo>
                  <a:cubicBezTo>
                    <a:pt x="1470" y="1084"/>
                    <a:pt x="1661" y="1155"/>
                    <a:pt x="1672" y="1329"/>
                  </a:cubicBezTo>
                  <a:cubicBezTo>
                    <a:pt x="1677" y="1514"/>
                    <a:pt x="1470" y="1514"/>
                    <a:pt x="1323" y="1552"/>
                  </a:cubicBezTo>
                  <a:cubicBezTo>
                    <a:pt x="1018" y="1623"/>
                    <a:pt x="719" y="1705"/>
                    <a:pt x="316" y="1808"/>
                  </a:cubicBezTo>
                  <a:cubicBezTo>
                    <a:pt x="648" y="1879"/>
                    <a:pt x="866" y="1955"/>
                    <a:pt x="1051" y="2107"/>
                  </a:cubicBezTo>
                  <a:cubicBezTo>
                    <a:pt x="1438" y="2412"/>
                    <a:pt x="1808" y="2739"/>
                    <a:pt x="2330" y="2793"/>
                  </a:cubicBezTo>
                  <a:cubicBezTo>
                    <a:pt x="2363" y="2799"/>
                    <a:pt x="2390" y="2864"/>
                    <a:pt x="2418" y="2897"/>
                  </a:cubicBezTo>
                  <a:cubicBezTo>
                    <a:pt x="2581" y="2804"/>
                    <a:pt x="2744" y="2706"/>
                    <a:pt x="2913" y="2608"/>
                  </a:cubicBezTo>
                  <a:cubicBezTo>
                    <a:pt x="2946" y="2499"/>
                    <a:pt x="3038" y="2445"/>
                    <a:pt x="3120" y="2385"/>
                  </a:cubicBezTo>
                  <a:cubicBezTo>
                    <a:pt x="3196" y="2336"/>
                    <a:pt x="3305" y="2298"/>
                    <a:pt x="3294" y="2184"/>
                  </a:cubicBezTo>
                  <a:cubicBezTo>
                    <a:pt x="3278" y="2053"/>
                    <a:pt x="3152" y="2042"/>
                    <a:pt x="3060" y="2009"/>
                  </a:cubicBezTo>
                  <a:cubicBezTo>
                    <a:pt x="3011" y="1993"/>
                    <a:pt x="2967" y="1982"/>
                    <a:pt x="2924" y="1960"/>
                  </a:cubicBezTo>
                  <a:cubicBezTo>
                    <a:pt x="2810" y="1911"/>
                    <a:pt x="2733" y="1830"/>
                    <a:pt x="2733" y="1694"/>
                  </a:cubicBezTo>
                  <a:cubicBezTo>
                    <a:pt x="2733" y="1547"/>
                    <a:pt x="2848" y="1492"/>
                    <a:pt x="2957" y="1465"/>
                  </a:cubicBezTo>
                  <a:cubicBezTo>
                    <a:pt x="3109" y="1430"/>
                    <a:pt x="3265" y="1385"/>
                    <a:pt x="3424" y="1385"/>
                  </a:cubicBezTo>
                  <a:cubicBezTo>
                    <a:pt x="3464" y="1385"/>
                    <a:pt x="3504" y="1388"/>
                    <a:pt x="3544" y="1394"/>
                  </a:cubicBezTo>
                  <a:cubicBezTo>
                    <a:pt x="3757" y="1323"/>
                    <a:pt x="3975" y="1253"/>
                    <a:pt x="4187" y="1182"/>
                  </a:cubicBezTo>
                  <a:cubicBezTo>
                    <a:pt x="4312" y="1136"/>
                    <a:pt x="4436" y="1116"/>
                    <a:pt x="4559" y="1116"/>
                  </a:cubicBezTo>
                  <a:cubicBezTo>
                    <a:pt x="4699" y="1116"/>
                    <a:pt x="4837" y="1141"/>
                    <a:pt x="4976" y="1182"/>
                  </a:cubicBezTo>
                  <a:cubicBezTo>
                    <a:pt x="5357" y="1302"/>
                    <a:pt x="5711" y="1481"/>
                    <a:pt x="6070" y="1656"/>
                  </a:cubicBezTo>
                  <a:cubicBezTo>
                    <a:pt x="6133" y="1685"/>
                    <a:pt x="6206" y="1735"/>
                    <a:pt x="6272" y="1735"/>
                  </a:cubicBezTo>
                  <a:cubicBezTo>
                    <a:pt x="6303" y="1735"/>
                    <a:pt x="6333" y="1723"/>
                    <a:pt x="6359" y="1694"/>
                  </a:cubicBezTo>
                  <a:cubicBezTo>
                    <a:pt x="6452" y="1590"/>
                    <a:pt x="6337" y="1492"/>
                    <a:pt x="6266" y="1427"/>
                  </a:cubicBezTo>
                  <a:cubicBezTo>
                    <a:pt x="5918" y="1089"/>
                    <a:pt x="5668" y="681"/>
                    <a:pt x="5325" y="344"/>
                  </a:cubicBezTo>
                  <a:cubicBezTo>
                    <a:pt x="5096" y="77"/>
                    <a:pt x="4748" y="131"/>
                    <a:pt x="44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26"/>
            <p:cNvSpPr/>
            <p:nvPr/>
          </p:nvSpPr>
          <p:spPr>
            <a:xfrm>
              <a:off x="2906528" y="1947338"/>
              <a:ext cx="927033" cy="498925"/>
            </a:xfrm>
            <a:custGeom>
              <a:rect b="b" l="l" r="r" t="t"/>
              <a:pathLst>
                <a:path extrusionOk="0" h="8708" w="16180">
                  <a:moveTo>
                    <a:pt x="2471" y="1"/>
                  </a:moveTo>
                  <a:cubicBezTo>
                    <a:pt x="1726" y="1"/>
                    <a:pt x="981" y="132"/>
                    <a:pt x="234" y="335"/>
                  </a:cubicBezTo>
                  <a:cubicBezTo>
                    <a:pt x="147" y="357"/>
                    <a:pt x="22" y="368"/>
                    <a:pt x="11" y="471"/>
                  </a:cubicBezTo>
                  <a:cubicBezTo>
                    <a:pt x="0" y="580"/>
                    <a:pt x="98" y="656"/>
                    <a:pt x="191" y="705"/>
                  </a:cubicBezTo>
                  <a:cubicBezTo>
                    <a:pt x="282" y="763"/>
                    <a:pt x="382" y="782"/>
                    <a:pt x="487" y="782"/>
                  </a:cubicBezTo>
                  <a:cubicBezTo>
                    <a:pt x="500" y="782"/>
                    <a:pt x="514" y="782"/>
                    <a:pt x="528" y="781"/>
                  </a:cubicBezTo>
                  <a:cubicBezTo>
                    <a:pt x="801" y="770"/>
                    <a:pt x="1073" y="765"/>
                    <a:pt x="1339" y="760"/>
                  </a:cubicBezTo>
                  <a:cubicBezTo>
                    <a:pt x="1388" y="760"/>
                    <a:pt x="1438" y="754"/>
                    <a:pt x="1486" y="754"/>
                  </a:cubicBezTo>
                  <a:cubicBezTo>
                    <a:pt x="1569" y="754"/>
                    <a:pt x="1645" y="770"/>
                    <a:pt x="1693" y="852"/>
                  </a:cubicBezTo>
                  <a:cubicBezTo>
                    <a:pt x="1938" y="1266"/>
                    <a:pt x="2341" y="1315"/>
                    <a:pt x="2760" y="1348"/>
                  </a:cubicBezTo>
                  <a:cubicBezTo>
                    <a:pt x="2864" y="1358"/>
                    <a:pt x="2984" y="1358"/>
                    <a:pt x="3033" y="1505"/>
                  </a:cubicBezTo>
                  <a:cubicBezTo>
                    <a:pt x="3250" y="2121"/>
                    <a:pt x="3669" y="2572"/>
                    <a:pt x="4257" y="2834"/>
                  </a:cubicBezTo>
                  <a:cubicBezTo>
                    <a:pt x="5014" y="3166"/>
                    <a:pt x="5760" y="3525"/>
                    <a:pt x="6560" y="3754"/>
                  </a:cubicBezTo>
                  <a:cubicBezTo>
                    <a:pt x="6691" y="3607"/>
                    <a:pt x="6555" y="3580"/>
                    <a:pt x="6462" y="3541"/>
                  </a:cubicBezTo>
                  <a:cubicBezTo>
                    <a:pt x="5863" y="3302"/>
                    <a:pt x="5265" y="3073"/>
                    <a:pt x="4666" y="2823"/>
                  </a:cubicBezTo>
                  <a:cubicBezTo>
                    <a:pt x="4110" y="2589"/>
                    <a:pt x="3599" y="2284"/>
                    <a:pt x="3299" y="1723"/>
                  </a:cubicBezTo>
                  <a:cubicBezTo>
                    <a:pt x="3267" y="1658"/>
                    <a:pt x="3218" y="1598"/>
                    <a:pt x="3272" y="1533"/>
                  </a:cubicBezTo>
                  <a:cubicBezTo>
                    <a:pt x="3290" y="1506"/>
                    <a:pt x="3315" y="1498"/>
                    <a:pt x="3342" y="1498"/>
                  </a:cubicBezTo>
                  <a:cubicBezTo>
                    <a:pt x="3372" y="1498"/>
                    <a:pt x="3404" y="1508"/>
                    <a:pt x="3435" y="1516"/>
                  </a:cubicBezTo>
                  <a:cubicBezTo>
                    <a:pt x="3490" y="1533"/>
                    <a:pt x="3544" y="1554"/>
                    <a:pt x="3604" y="1554"/>
                  </a:cubicBezTo>
                  <a:cubicBezTo>
                    <a:pt x="3637" y="1554"/>
                    <a:pt x="3676" y="1560"/>
                    <a:pt x="3714" y="1560"/>
                  </a:cubicBezTo>
                  <a:cubicBezTo>
                    <a:pt x="3763" y="1560"/>
                    <a:pt x="3809" y="1550"/>
                    <a:pt x="3827" y="1500"/>
                  </a:cubicBezTo>
                  <a:cubicBezTo>
                    <a:pt x="3876" y="1375"/>
                    <a:pt x="3746" y="1353"/>
                    <a:pt x="3669" y="1315"/>
                  </a:cubicBezTo>
                  <a:cubicBezTo>
                    <a:pt x="3310" y="1135"/>
                    <a:pt x="2918" y="1054"/>
                    <a:pt x="2526" y="988"/>
                  </a:cubicBezTo>
                  <a:cubicBezTo>
                    <a:pt x="2500" y="991"/>
                    <a:pt x="2475" y="993"/>
                    <a:pt x="2451" y="993"/>
                  </a:cubicBezTo>
                  <a:cubicBezTo>
                    <a:pt x="2252" y="993"/>
                    <a:pt x="2093" y="896"/>
                    <a:pt x="1982" y="727"/>
                  </a:cubicBezTo>
                  <a:cubicBezTo>
                    <a:pt x="1841" y="503"/>
                    <a:pt x="1654" y="421"/>
                    <a:pt x="1441" y="421"/>
                  </a:cubicBezTo>
                  <a:cubicBezTo>
                    <a:pt x="1358" y="421"/>
                    <a:pt x="1271" y="433"/>
                    <a:pt x="1182" y="455"/>
                  </a:cubicBezTo>
                  <a:cubicBezTo>
                    <a:pt x="1076" y="483"/>
                    <a:pt x="973" y="506"/>
                    <a:pt x="860" y="506"/>
                  </a:cubicBezTo>
                  <a:cubicBezTo>
                    <a:pt x="799" y="506"/>
                    <a:pt x="734" y="499"/>
                    <a:pt x="664" y="482"/>
                  </a:cubicBezTo>
                  <a:cubicBezTo>
                    <a:pt x="882" y="286"/>
                    <a:pt x="1127" y="351"/>
                    <a:pt x="1339" y="313"/>
                  </a:cubicBezTo>
                  <a:cubicBezTo>
                    <a:pt x="1777" y="241"/>
                    <a:pt x="2211" y="190"/>
                    <a:pt x="2646" y="190"/>
                  </a:cubicBezTo>
                  <a:cubicBezTo>
                    <a:pt x="3097" y="190"/>
                    <a:pt x="3549" y="245"/>
                    <a:pt x="4007" y="389"/>
                  </a:cubicBezTo>
                  <a:cubicBezTo>
                    <a:pt x="4873" y="667"/>
                    <a:pt x="5673" y="1075"/>
                    <a:pt x="6495" y="1446"/>
                  </a:cubicBezTo>
                  <a:cubicBezTo>
                    <a:pt x="6996" y="1674"/>
                    <a:pt x="7502" y="1897"/>
                    <a:pt x="8008" y="2110"/>
                  </a:cubicBezTo>
                  <a:cubicBezTo>
                    <a:pt x="9173" y="2594"/>
                    <a:pt x="10257" y="3242"/>
                    <a:pt x="11405" y="3754"/>
                  </a:cubicBezTo>
                  <a:cubicBezTo>
                    <a:pt x="12848" y="4402"/>
                    <a:pt x="14008" y="5387"/>
                    <a:pt x="14645" y="6895"/>
                  </a:cubicBezTo>
                  <a:cubicBezTo>
                    <a:pt x="14960" y="7635"/>
                    <a:pt x="15467" y="8234"/>
                    <a:pt x="16120" y="8708"/>
                  </a:cubicBezTo>
                  <a:cubicBezTo>
                    <a:pt x="16180" y="8517"/>
                    <a:pt x="16022" y="8441"/>
                    <a:pt x="15924" y="8343"/>
                  </a:cubicBezTo>
                  <a:cubicBezTo>
                    <a:pt x="15439" y="7880"/>
                    <a:pt x="15075" y="7341"/>
                    <a:pt x="14781" y="6742"/>
                  </a:cubicBezTo>
                  <a:cubicBezTo>
                    <a:pt x="14530" y="6247"/>
                    <a:pt x="14296" y="5746"/>
                    <a:pt x="13991" y="5284"/>
                  </a:cubicBezTo>
                  <a:cubicBezTo>
                    <a:pt x="13583" y="4674"/>
                    <a:pt x="12930" y="4336"/>
                    <a:pt x="12331" y="3950"/>
                  </a:cubicBezTo>
                  <a:cubicBezTo>
                    <a:pt x="11503" y="3416"/>
                    <a:pt x="10556" y="3122"/>
                    <a:pt x="9712" y="2632"/>
                  </a:cubicBezTo>
                  <a:cubicBezTo>
                    <a:pt x="8928" y="2175"/>
                    <a:pt x="8095" y="1816"/>
                    <a:pt x="7257" y="1473"/>
                  </a:cubicBezTo>
                  <a:cubicBezTo>
                    <a:pt x="6538" y="1184"/>
                    <a:pt x="5809" y="923"/>
                    <a:pt x="5145" y="504"/>
                  </a:cubicBezTo>
                  <a:cubicBezTo>
                    <a:pt x="4889" y="444"/>
                    <a:pt x="4622" y="411"/>
                    <a:pt x="4377" y="324"/>
                  </a:cubicBezTo>
                  <a:cubicBezTo>
                    <a:pt x="3741" y="96"/>
                    <a:pt x="3106" y="1"/>
                    <a:pt x="24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26"/>
            <p:cNvSpPr/>
            <p:nvPr/>
          </p:nvSpPr>
          <p:spPr>
            <a:xfrm>
              <a:off x="2529418" y="3067492"/>
              <a:ext cx="292606" cy="842294"/>
            </a:xfrm>
            <a:custGeom>
              <a:rect b="b" l="l" r="r" t="t"/>
              <a:pathLst>
                <a:path extrusionOk="0" h="14701" w="5107">
                  <a:moveTo>
                    <a:pt x="54" y="0"/>
                  </a:moveTo>
                  <a:cubicBezTo>
                    <a:pt x="0" y="0"/>
                    <a:pt x="3" y="63"/>
                    <a:pt x="39" y="197"/>
                  </a:cubicBezTo>
                  <a:cubicBezTo>
                    <a:pt x="284" y="1079"/>
                    <a:pt x="387" y="1977"/>
                    <a:pt x="327" y="2892"/>
                  </a:cubicBezTo>
                  <a:cubicBezTo>
                    <a:pt x="327" y="2963"/>
                    <a:pt x="333" y="3033"/>
                    <a:pt x="333" y="3104"/>
                  </a:cubicBezTo>
                  <a:cubicBezTo>
                    <a:pt x="338" y="3997"/>
                    <a:pt x="431" y="4884"/>
                    <a:pt x="224" y="5783"/>
                  </a:cubicBezTo>
                  <a:cubicBezTo>
                    <a:pt x="104" y="6284"/>
                    <a:pt x="158" y="6822"/>
                    <a:pt x="147" y="7345"/>
                  </a:cubicBezTo>
                  <a:cubicBezTo>
                    <a:pt x="147" y="7487"/>
                    <a:pt x="186" y="7639"/>
                    <a:pt x="338" y="7694"/>
                  </a:cubicBezTo>
                  <a:cubicBezTo>
                    <a:pt x="365" y="7703"/>
                    <a:pt x="389" y="7708"/>
                    <a:pt x="412" y="7708"/>
                  </a:cubicBezTo>
                  <a:cubicBezTo>
                    <a:pt x="527" y="7708"/>
                    <a:pt x="594" y="7592"/>
                    <a:pt x="675" y="7492"/>
                  </a:cubicBezTo>
                  <a:cubicBezTo>
                    <a:pt x="801" y="7977"/>
                    <a:pt x="882" y="8439"/>
                    <a:pt x="1116" y="8853"/>
                  </a:cubicBezTo>
                  <a:cubicBezTo>
                    <a:pt x="1193" y="8986"/>
                    <a:pt x="1265" y="9100"/>
                    <a:pt x="1363" y="9100"/>
                  </a:cubicBezTo>
                  <a:cubicBezTo>
                    <a:pt x="1426" y="9100"/>
                    <a:pt x="1499" y="9054"/>
                    <a:pt x="1590" y="8935"/>
                  </a:cubicBezTo>
                  <a:cubicBezTo>
                    <a:pt x="1737" y="9452"/>
                    <a:pt x="1906" y="9909"/>
                    <a:pt x="2118" y="10356"/>
                  </a:cubicBezTo>
                  <a:cubicBezTo>
                    <a:pt x="2200" y="10524"/>
                    <a:pt x="2281" y="10715"/>
                    <a:pt x="2483" y="10758"/>
                  </a:cubicBezTo>
                  <a:cubicBezTo>
                    <a:pt x="2504" y="10763"/>
                    <a:pt x="2523" y="10766"/>
                    <a:pt x="2540" y="10766"/>
                  </a:cubicBezTo>
                  <a:cubicBezTo>
                    <a:pt x="2715" y="10766"/>
                    <a:pt x="2712" y="10531"/>
                    <a:pt x="2831" y="10426"/>
                  </a:cubicBezTo>
                  <a:cubicBezTo>
                    <a:pt x="3136" y="10889"/>
                    <a:pt x="3403" y="11346"/>
                    <a:pt x="3719" y="11766"/>
                  </a:cubicBezTo>
                  <a:cubicBezTo>
                    <a:pt x="4377" y="12637"/>
                    <a:pt x="4650" y="13644"/>
                    <a:pt x="4807" y="14700"/>
                  </a:cubicBezTo>
                  <a:cubicBezTo>
                    <a:pt x="4814" y="14700"/>
                    <a:pt x="4820" y="14701"/>
                    <a:pt x="4826" y="14701"/>
                  </a:cubicBezTo>
                  <a:cubicBezTo>
                    <a:pt x="4968" y="14701"/>
                    <a:pt x="5000" y="14581"/>
                    <a:pt x="5036" y="14477"/>
                  </a:cubicBezTo>
                  <a:cubicBezTo>
                    <a:pt x="5101" y="14275"/>
                    <a:pt x="5107" y="14063"/>
                    <a:pt x="5069" y="13851"/>
                  </a:cubicBezTo>
                  <a:cubicBezTo>
                    <a:pt x="4949" y="13181"/>
                    <a:pt x="4688" y="12571"/>
                    <a:pt x="4296" y="12016"/>
                  </a:cubicBezTo>
                  <a:cubicBezTo>
                    <a:pt x="4165" y="11836"/>
                    <a:pt x="4056" y="11640"/>
                    <a:pt x="3942" y="11450"/>
                  </a:cubicBezTo>
                  <a:cubicBezTo>
                    <a:pt x="3681" y="11031"/>
                    <a:pt x="3452" y="10590"/>
                    <a:pt x="3142" y="10209"/>
                  </a:cubicBezTo>
                  <a:cubicBezTo>
                    <a:pt x="3044" y="10087"/>
                    <a:pt x="2938" y="9956"/>
                    <a:pt x="2784" y="9956"/>
                  </a:cubicBezTo>
                  <a:cubicBezTo>
                    <a:pt x="2731" y="9956"/>
                    <a:pt x="2673" y="9971"/>
                    <a:pt x="2608" y="10007"/>
                  </a:cubicBezTo>
                  <a:cubicBezTo>
                    <a:pt x="2569" y="10029"/>
                    <a:pt x="2537" y="10038"/>
                    <a:pt x="2510" y="10038"/>
                  </a:cubicBezTo>
                  <a:cubicBezTo>
                    <a:pt x="2426" y="10038"/>
                    <a:pt x="2389" y="9952"/>
                    <a:pt x="2352" y="9866"/>
                  </a:cubicBezTo>
                  <a:cubicBezTo>
                    <a:pt x="2173" y="9419"/>
                    <a:pt x="2004" y="8967"/>
                    <a:pt x="1922" y="8488"/>
                  </a:cubicBezTo>
                  <a:cubicBezTo>
                    <a:pt x="1895" y="8336"/>
                    <a:pt x="1884" y="8173"/>
                    <a:pt x="1715" y="8102"/>
                  </a:cubicBezTo>
                  <a:cubicBezTo>
                    <a:pt x="1674" y="8085"/>
                    <a:pt x="1634" y="8078"/>
                    <a:pt x="1596" y="8078"/>
                  </a:cubicBezTo>
                  <a:cubicBezTo>
                    <a:pt x="1471" y="8078"/>
                    <a:pt x="1368" y="8161"/>
                    <a:pt x="1280" y="8287"/>
                  </a:cubicBezTo>
                  <a:cubicBezTo>
                    <a:pt x="1171" y="7906"/>
                    <a:pt x="1111" y="7563"/>
                    <a:pt x="1057" y="7209"/>
                  </a:cubicBezTo>
                  <a:cubicBezTo>
                    <a:pt x="1013" y="6959"/>
                    <a:pt x="969" y="6686"/>
                    <a:pt x="659" y="6610"/>
                  </a:cubicBezTo>
                  <a:cubicBezTo>
                    <a:pt x="539" y="6577"/>
                    <a:pt x="583" y="6512"/>
                    <a:pt x="594" y="6452"/>
                  </a:cubicBezTo>
                  <a:cubicBezTo>
                    <a:pt x="730" y="5875"/>
                    <a:pt x="714" y="5287"/>
                    <a:pt x="757" y="4699"/>
                  </a:cubicBezTo>
                  <a:cubicBezTo>
                    <a:pt x="812" y="3926"/>
                    <a:pt x="888" y="3153"/>
                    <a:pt x="855" y="2380"/>
                  </a:cubicBezTo>
                  <a:cubicBezTo>
                    <a:pt x="822" y="1743"/>
                    <a:pt x="757" y="1112"/>
                    <a:pt x="550" y="502"/>
                  </a:cubicBezTo>
                  <a:cubicBezTo>
                    <a:pt x="485" y="311"/>
                    <a:pt x="420" y="121"/>
                    <a:pt x="196" y="56"/>
                  </a:cubicBezTo>
                  <a:cubicBezTo>
                    <a:pt x="129" y="19"/>
                    <a:pt x="83" y="0"/>
                    <a:pt x="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26"/>
            <p:cNvSpPr/>
            <p:nvPr/>
          </p:nvSpPr>
          <p:spPr>
            <a:xfrm>
              <a:off x="369487" y="3609436"/>
              <a:ext cx="782936" cy="162603"/>
            </a:xfrm>
            <a:custGeom>
              <a:rect b="b" l="l" r="r" t="t"/>
              <a:pathLst>
                <a:path extrusionOk="0" h="2838" w="13665">
                  <a:moveTo>
                    <a:pt x="76" y="1"/>
                  </a:moveTo>
                  <a:cubicBezTo>
                    <a:pt x="0" y="1"/>
                    <a:pt x="64" y="114"/>
                    <a:pt x="32" y="151"/>
                  </a:cubicBezTo>
                  <a:cubicBezTo>
                    <a:pt x="98" y="396"/>
                    <a:pt x="261" y="592"/>
                    <a:pt x="392" y="804"/>
                  </a:cubicBezTo>
                  <a:cubicBezTo>
                    <a:pt x="446" y="891"/>
                    <a:pt x="582" y="978"/>
                    <a:pt x="675" y="978"/>
                  </a:cubicBezTo>
                  <a:cubicBezTo>
                    <a:pt x="1274" y="984"/>
                    <a:pt x="1823" y="1218"/>
                    <a:pt x="2395" y="1343"/>
                  </a:cubicBezTo>
                  <a:cubicBezTo>
                    <a:pt x="3076" y="1501"/>
                    <a:pt x="3789" y="1534"/>
                    <a:pt x="4447" y="1811"/>
                  </a:cubicBezTo>
                  <a:cubicBezTo>
                    <a:pt x="4909" y="2007"/>
                    <a:pt x="5384" y="2095"/>
                    <a:pt x="5868" y="2095"/>
                  </a:cubicBezTo>
                  <a:cubicBezTo>
                    <a:pt x="6070" y="2095"/>
                    <a:pt x="6273" y="2080"/>
                    <a:pt x="6478" y="2051"/>
                  </a:cubicBezTo>
                  <a:cubicBezTo>
                    <a:pt x="6897" y="1991"/>
                    <a:pt x="7315" y="1976"/>
                    <a:pt x="7732" y="1976"/>
                  </a:cubicBezTo>
                  <a:cubicBezTo>
                    <a:pt x="8112" y="1976"/>
                    <a:pt x="8492" y="1988"/>
                    <a:pt x="8873" y="1991"/>
                  </a:cubicBezTo>
                  <a:cubicBezTo>
                    <a:pt x="9023" y="1990"/>
                    <a:pt x="9172" y="1989"/>
                    <a:pt x="9321" y="1989"/>
                  </a:cubicBezTo>
                  <a:cubicBezTo>
                    <a:pt x="10598" y="1989"/>
                    <a:pt x="11874" y="2038"/>
                    <a:pt x="13142" y="2252"/>
                  </a:cubicBezTo>
                  <a:cubicBezTo>
                    <a:pt x="12377" y="2475"/>
                    <a:pt x="11614" y="2698"/>
                    <a:pt x="10815" y="2698"/>
                  </a:cubicBezTo>
                  <a:cubicBezTo>
                    <a:pt x="10442" y="2698"/>
                    <a:pt x="10061" y="2649"/>
                    <a:pt x="9668" y="2530"/>
                  </a:cubicBezTo>
                  <a:lnTo>
                    <a:pt x="9668" y="2530"/>
                  </a:lnTo>
                  <a:cubicBezTo>
                    <a:pt x="9739" y="2601"/>
                    <a:pt x="9745" y="2611"/>
                    <a:pt x="9755" y="2617"/>
                  </a:cubicBezTo>
                  <a:cubicBezTo>
                    <a:pt x="10180" y="2779"/>
                    <a:pt x="10603" y="2837"/>
                    <a:pt x="11025" y="2837"/>
                  </a:cubicBezTo>
                  <a:cubicBezTo>
                    <a:pt x="11734" y="2837"/>
                    <a:pt x="12440" y="2674"/>
                    <a:pt x="13147" y="2568"/>
                  </a:cubicBezTo>
                  <a:cubicBezTo>
                    <a:pt x="13245" y="2552"/>
                    <a:pt x="13343" y="2486"/>
                    <a:pt x="13425" y="2421"/>
                  </a:cubicBezTo>
                  <a:cubicBezTo>
                    <a:pt x="13539" y="2334"/>
                    <a:pt x="13664" y="2230"/>
                    <a:pt x="13637" y="2078"/>
                  </a:cubicBezTo>
                  <a:cubicBezTo>
                    <a:pt x="13610" y="1926"/>
                    <a:pt x="13452" y="1926"/>
                    <a:pt x="13327" y="1898"/>
                  </a:cubicBezTo>
                  <a:cubicBezTo>
                    <a:pt x="12156" y="1648"/>
                    <a:pt x="10969" y="1632"/>
                    <a:pt x="9788" y="1632"/>
                  </a:cubicBezTo>
                  <a:cubicBezTo>
                    <a:pt x="9694" y="1632"/>
                    <a:pt x="9598" y="1634"/>
                    <a:pt x="9503" y="1634"/>
                  </a:cubicBezTo>
                  <a:cubicBezTo>
                    <a:pt x="9384" y="1634"/>
                    <a:pt x="9266" y="1630"/>
                    <a:pt x="9151" y="1615"/>
                  </a:cubicBezTo>
                  <a:cubicBezTo>
                    <a:pt x="8839" y="1570"/>
                    <a:pt x="8526" y="1553"/>
                    <a:pt x="8214" y="1553"/>
                  </a:cubicBezTo>
                  <a:cubicBezTo>
                    <a:pt x="7623" y="1553"/>
                    <a:pt x="7033" y="1614"/>
                    <a:pt x="6445" y="1664"/>
                  </a:cubicBezTo>
                  <a:cubicBezTo>
                    <a:pt x="6194" y="1686"/>
                    <a:pt x="5944" y="1702"/>
                    <a:pt x="5696" y="1702"/>
                  </a:cubicBezTo>
                  <a:cubicBezTo>
                    <a:pt x="5328" y="1702"/>
                    <a:pt x="4962" y="1667"/>
                    <a:pt x="4594" y="1566"/>
                  </a:cubicBezTo>
                  <a:cubicBezTo>
                    <a:pt x="3762" y="1343"/>
                    <a:pt x="2918" y="1142"/>
                    <a:pt x="2068" y="984"/>
                  </a:cubicBezTo>
                  <a:cubicBezTo>
                    <a:pt x="1393" y="859"/>
                    <a:pt x="642" y="831"/>
                    <a:pt x="234" y="113"/>
                  </a:cubicBezTo>
                  <a:cubicBezTo>
                    <a:pt x="212" y="69"/>
                    <a:pt x="174" y="31"/>
                    <a:pt x="136" y="15"/>
                  </a:cubicBezTo>
                  <a:cubicBezTo>
                    <a:pt x="110" y="5"/>
                    <a:pt x="90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26"/>
            <p:cNvSpPr/>
            <p:nvPr/>
          </p:nvSpPr>
          <p:spPr>
            <a:xfrm>
              <a:off x="708152" y="3807043"/>
              <a:ext cx="483570" cy="378720"/>
            </a:xfrm>
            <a:custGeom>
              <a:rect b="b" l="l" r="r" t="t"/>
              <a:pathLst>
                <a:path extrusionOk="0" h="6610" w="8440">
                  <a:moveTo>
                    <a:pt x="2679" y="1"/>
                  </a:moveTo>
                  <a:lnTo>
                    <a:pt x="2679" y="1"/>
                  </a:lnTo>
                  <a:cubicBezTo>
                    <a:pt x="2260" y="1030"/>
                    <a:pt x="2717" y="2266"/>
                    <a:pt x="3333" y="2696"/>
                  </a:cubicBezTo>
                  <a:cubicBezTo>
                    <a:pt x="3148" y="3055"/>
                    <a:pt x="2799" y="3251"/>
                    <a:pt x="2532" y="3529"/>
                  </a:cubicBezTo>
                  <a:cubicBezTo>
                    <a:pt x="2353" y="3719"/>
                    <a:pt x="2255" y="3915"/>
                    <a:pt x="2369" y="4165"/>
                  </a:cubicBezTo>
                  <a:cubicBezTo>
                    <a:pt x="2500" y="4465"/>
                    <a:pt x="2701" y="4688"/>
                    <a:pt x="3039" y="4781"/>
                  </a:cubicBezTo>
                  <a:cubicBezTo>
                    <a:pt x="3214" y="4833"/>
                    <a:pt x="3390" y="4855"/>
                    <a:pt x="3564" y="4855"/>
                  </a:cubicBezTo>
                  <a:cubicBezTo>
                    <a:pt x="3859" y="4855"/>
                    <a:pt x="4149" y="4792"/>
                    <a:pt x="4427" y="4710"/>
                  </a:cubicBezTo>
                  <a:cubicBezTo>
                    <a:pt x="5200" y="4487"/>
                    <a:pt x="5989" y="4503"/>
                    <a:pt x="6795" y="4421"/>
                  </a:cubicBezTo>
                  <a:lnTo>
                    <a:pt x="6795" y="4421"/>
                  </a:lnTo>
                  <a:cubicBezTo>
                    <a:pt x="6136" y="5064"/>
                    <a:pt x="5287" y="5271"/>
                    <a:pt x="4476" y="5543"/>
                  </a:cubicBezTo>
                  <a:cubicBezTo>
                    <a:pt x="4199" y="5634"/>
                    <a:pt x="3919" y="5685"/>
                    <a:pt x="3630" y="5685"/>
                  </a:cubicBezTo>
                  <a:cubicBezTo>
                    <a:pt x="3521" y="5685"/>
                    <a:pt x="3411" y="5677"/>
                    <a:pt x="3300" y="5663"/>
                  </a:cubicBezTo>
                  <a:cubicBezTo>
                    <a:pt x="3122" y="5639"/>
                    <a:pt x="2936" y="5614"/>
                    <a:pt x="2754" y="5614"/>
                  </a:cubicBezTo>
                  <a:cubicBezTo>
                    <a:pt x="2557" y="5614"/>
                    <a:pt x="2364" y="5643"/>
                    <a:pt x="2189" y="5733"/>
                  </a:cubicBezTo>
                  <a:cubicBezTo>
                    <a:pt x="1612" y="6033"/>
                    <a:pt x="1052" y="6343"/>
                    <a:pt x="393" y="6398"/>
                  </a:cubicBezTo>
                  <a:cubicBezTo>
                    <a:pt x="257" y="6408"/>
                    <a:pt x="132" y="6495"/>
                    <a:pt x="1" y="6550"/>
                  </a:cubicBezTo>
                  <a:cubicBezTo>
                    <a:pt x="60" y="6599"/>
                    <a:pt x="127" y="6610"/>
                    <a:pt x="194" y="6610"/>
                  </a:cubicBezTo>
                  <a:cubicBezTo>
                    <a:pt x="231" y="6610"/>
                    <a:pt x="269" y="6606"/>
                    <a:pt x="306" y="6604"/>
                  </a:cubicBezTo>
                  <a:cubicBezTo>
                    <a:pt x="507" y="6592"/>
                    <a:pt x="718" y="6542"/>
                    <a:pt x="918" y="6542"/>
                  </a:cubicBezTo>
                  <a:cubicBezTo>
                    <a:pt x="982" y="6542"/>
                    <a:pt x="1045" y="6548"/>
                    <a:pt x="1106" y="6561"/>
                  </a:cubicBezTo>
                  <a:cubicBezTo>
                    <a:pt x="1161" y="6571"/>
                    <a:pt x="1211" y="6576"/>
                    <a:pt x="1258" y="6576"/>
                  </a:cubicBezTo>
                  <a:cubicBezTo>
                    <a:pt x="1438" y="6576"/>
                    <a:pt x="1563" y="6501"/>
                    <a:pt x="1689" y="6354"/>
                  </a:cubicBezTo>
                  <a:cubicBezTo>
                    <a:pt x="1933" y="6077"/>
                    <a:pt x="2246" y="5962"/>
                    <a:pt x="2610" y="5962"/>
                  </a:cubicBezTo>
                  <a:cubicBezTo>
                    <a:pt x="2619" y="5962"/>
                    <a:pt x="2627" y="5962"/>
                    <a:pt x="2636" y="5962"/>
                  </a:cubicBezTo>
                  <a:cubicBezTo>
                    <a:pt x="2850" y="5966"/>
                    <a:pt x="3069" y="5981"/>
                    <a:pt x="3288" y="5981"/>
                  </a:cubicBezTo>
                  <a:cubicBezTo>
                    <a:pt x="3341" y="5981"/>
                    <a:pt x="3394" y="5980"/>
                    <a:pt x="3447" y="5978"/>
                  </a:cubicBezTo>
                  <a:cubicBezTo>
                    <a:pt x="4514" y="5940"/>
                    <a:pt x="5499" y="5597"/>
                    <a:pt x="6392" y="5042"/>
                  </a:cubicBezTo>
                  <a:cubicBezTo>
                    <a:pt x="7105" y="4601"/>
                    <a:pt x="7797" y="4133"/>
                    <a:pt x="8439" y="3550"/>
                  </a:cubicBezTo>
                  <a:cubicBezTo>
                    <a:pt x="8387" y="3535"/>
                    <a:pt x="8337" y="3528"/>
                    <a:pt x="8290" y="3528"/>
                  </a:cubicBezTo>
                  <a:cubicBezTo>
                    <a:pt x="8069" y="3528"/>
                    <a:pt x="7892" y="3672"/>
                    <a:pt x="7704" y="3757"/>
                  </a:cubicBezTo>
                  <a:cubicBezTo>
                    <a:pt x="7199" y="3997"/>
                    <a:pt x="6704" y="4289"/>
                    <a:pt x="6128" y="4289"/>
                  </a:cubicBezTo>
                  <a:cubicBezTo>
                    <a:pt x="6089" y="4289"/>
                    <a:pt x="6050" y="4288"/>
                    <a:pt x="6011" y="4285"/>
                  </a:cubicBezTo>
                  <a:cubicBezTo>
                    <a:pt x="5924" y="4279"/>
                    <a:pt x="5837" y="4276"/>
                    <a:pt x="5750" y="4276"/>
                  </a:cubicBezTo>
                  <a:cubicBezTo>
                    <a:pt x="5308" y="4276"/>
                    <a:pt x="4876" y="4351"/>
                    <a:pt x="4443" y="4438"/>
                  </a:cubicBezTo>
                  <a:cubicBezTo>
                    <a:pt x="4166" y="4496"/>
                    <a:pt x="3882" y="4567"/>
                    <a:pt x="3595" y="4567"/>
                  </a:cubicBezTo>
                  <a:cubicBezTo>
                    <a:pt x="3427" y="4567"/>
                    <a:pt x="3257" y="4542"/>
                    <a:pt x="3088" y="4476"/>
                  </a:cubicBezTo>
                  <a:cubicBezTo>
                    <a:pt x="2598" y="4280"/>
                    <a:pt x="2516" y="3899"/>
                    <a:pt x="2924" y="3583"/>
                  </a:cubicBezTo>
                  <a:cubicBezTo>
                    <a:pt x="3186" y="3382"/>
                    <a:pt x="3409" y="3142"/>
                    <a:pt x="3605" y="2881"/>
                  </a:cubicBezTo>
                  <a:cubicBezTo>
                    <a:pt x="3921" y="2472"/>
                    <a:pt x="3899" y="2396"/>
                    <a:pt x="3403" y="2304"/>
                  </a:cubicBezTo>
                  <a:cubicBezTo>
                    <a:pt x="3235" y="2276"/>
                    <a:pt x="3115" y="2206"/>
                    <a:pt x="3131" y="2048"/>
                  </a:cubicBezTo>
                  <a:cubicBezTo>
                    <a:pt x="3158" y="1754"/>
                    <a:pt x="3001" y="1563"/>
                    <a:pt x="2821" y="1373"/>
                  </a:cubicBezTo>
                  <a:cubicBezTo>
                    <a:pt x="2679" y="921"/>
                    <a:pt x="2690" y="458"/>
                    <a:pt x="26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26"/>
            <p:cNvSpPr/>
            <p:nvPr/>
          </p:nvSpPr>
          <p:spPr>
            <a:xfrm>
              <a:off x="3124245" y="1674447"/>
              <a:ext cx="647892" cy="309565"/>
            </a:xfrm>
            <a:custGeom>
              <a:rect b="b" l="l" r="r" t="t"/>
              <a:pathLst>
                <a:path extrusionOk="0" h="5403" w="11308">
                  <a:moveTo>
                    <a:pt x="2288" y="0"/>
                  </a:moveTo>
                  <a:cubicBezTo>
                    <a:pt x="2189" y="0"/>
                    <a:pt x="2083" y="19"/>
                    <a:pt x="1987" y="40"/>
                  </a:cubicBezTo>
                  <a:cubicBezTo>
                    <a:pt x="1100" y="247"/>
                    <a:pt x="588" y="928"/>
                    <a:pt x="76" y="1603"/>
                  </a:cubicBezTo>
                  <a:cubicBezTo>
                    <a:pt x="49" y="1641"/>
                    <a:pt x="33" y="1685"/>
                    <a:pt x="22" y="1728"/>
                  </a:cubicBezTo>
                  <a:cubicBezTo>
                    <a:pt x="0" y="1799"/>
                    <a:pt x="6" y="1875"/>
                    <a:pt x="76" y="1913"/>
                  </a:cubicBezTo>
                  <a:cubicBezTo>
                    <a:pt x="100" y="1927"/>
                    <a:pt x="124" y="1933"/>
                    <a:pt x="146" y="1933"/>
                  </a:cubicBezTo>
                  <a:cubicBezTo>
                    <a:pt x="194" y="1933"/>
                    <a:pt x="235" y="1904"/>
                    <a:pt x="261" y="1859"/>
                  </a:cubicBezTo>
                  <a:cubicBezTo>
                    <a:pt x="566" y="1320"/>
                    <a:pt x="1122" y="1211"/>
                    <a:pt x="1650" y="1075"/>
                  </a:cubicBezTo>
                  <a:cubicBezTo>
                    <a:pt x="1886" y="1013"/>
                    <a:pt x="2039" y="975"/>
                    <a:pt x="2155" y="975"/>
                  </a:cubicBezTo>
                  <a:cubicBezTo>
                    <a:pt x="2376" y="975"/>
                    <a:pt x="2455" y="1118"/>
                    <a:pt x="2706" y="1516"/>
                  </a:cubicBezTo>
                  <a:cubicBezTo>
                    <a:pt x="2894" y="1813"/>
                    <a:pt x="3021" y="2220"/>
                    <a:pt x="3472" y="2220"/>
                  </a:cubicBezTo>
                  <a:cubicBezTo>
                    <a:pt x="3492" y="2220"/>
                    <a:pt x="3512" y="2220"/>
                    <a:pt x="3533" y="2218"/>
                  </a:cubicBezTo>
                  <a:cubicBezTo>
                    <a:pt x="3702" y="2131"/>
                    <a:pt x="3653" y="2077"/>
                    <a:pt x="3517" y="1989"/>
                  </a:cubicBezTo>
                  <a:cubicBezTo>
                    <a:pt x="3299" y="1837"/>
                    <a:pt x="3103" y="1652"/>
                    <a:pt x="3038" y="1374"/>
                  </a:cubicBezTo>
                  <a:cubicBezTo>
                    <a:pt x="3000" y="1331"/>
                    <a:pt x="2951" y="1293"/>
                    <a:pt x="2918" y="1244"/>
                  </a:cubicBezTo>
                  <a:cubicBezTo>
                    <a:pt x="2690" y="900"/>
                    <a:pt x="2418" y="726"/>
                    <a:pt x="2101" y="726"/>
                  </a:cubicBezTo>
                  <a:cubicBezTo>
                    <a:pt x="1971" y="726"/>
                    <a:pt x="1833" y="755"/>
                    <a:pt x="1688" y="814"/>
                  </a:cubicBezTo>
                  <a:cubicBezTo>
                    <a:pt x="1556" y="866"/>
                    <a:pt x="1417" y="908"/>
                    <a:pt x="1263" y="908"/>
                  </a:cubicBezTo>
                  <a:cubicBezTo>
                    <a:pt x="1226" y="908"/>
                    <a:pt x="1188" y="906"/>
                    <a:pt x="1149" y="901"/>
                  </a:cubicBezTo>
                  <a:cubicBezTo>
                    <a:pt x="1368" y="563"/>
                    <a:pt x="1735" y="379"/>
                    <a:pt x="2172" y="379"/>
                  </a:cubicBezTo>
                  <a:cubicBezTo>
                    <a:pt x="2257" y="379"/>
                    <a:pt x="2344" y="386"/>
                    <a:pt x="2434" y="400"/>
                  </a:cubicBezTo>
                  <a:cubicBezTo>
                    <a:pt x="3631" y="601"/>
                    <a:pt x="4851" y="688"/>
                    <a:pt x="5999" y="1151"/>
                  </a:cubicBezTo>
                  <a:cubicBezTo>
                    <a:pt x="6691" y="1434"/>
                    <a:pt x="7464" y="1538"/>
                    <a:pt x="8008" y="2109"/>
                  </a:cubicBezTo>
                  <a:cubicBezTo>
                    <a:pt x="8384" y="2496"/>
                    <a:pt x="8743" y="2904"/>
                    <a:pt x="9086" y="3323"/>
                  </a:cubicBezTo>
                  <a:cubicBezTo>
                    <a:pt x="9680" y="4053"/>
                    <a:pt x="10262" y="4788"/>
                    <a:pt x="11035" y="5343"/>
                  </a:cubicBezTo>
                  <a:cubicBezTo>
                    <a:pt x="11090" y="5354"/>
                    <a:pt x="11144" y="5365"/>
                    <a:pt x="11307" y="5403"/>
                  </a:cubicBezTo>
                  <a:cubicBezTo>
                    <a:pt x="10164" y="4314"/>
                    <a:pt x="9342" y="3084"/>
                    <a:pt x="8357" y="1995"/>
                  </a:cubicBezTo>
                  <a:cubicBezTo>
                    <a:pt x="8221" y="1815"/>
                    <a:pt x="8030" y="1701"/>
                    <a:pt x="7845" y="1570"/>
                  </a:cubicBezTo>
                  <a:cubicBezTo>
                    <a:pt x="6963" y="939"/>
                    <a:pt x="5891" y="786"/>
                    <a:pt x="4894" y="465"/>
                  </a:cubicBezTo>
                  <a:cubicBezTo>
                    <a:pt x="4105" y="209"/>
                    <a:pt x="3245" y="258"/>
                    <a:pt x="2439" y="19"/>
                  </a:cubicBezTo>
                  <a:cubicBezTo>
                    <a:pt x="2392" y="5"/>
                    <a:pt x="2341" y="0"/>
                    <a:pt x="22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26"/>
            <p:cNvSpPr/>
            <p:nvPr/>
          </p:nvSpPr>
          <p:spPr>
            <a:xfrm>
              <a:off x="1539433" y="2292420"/>
              <a:ext cx="526541" cy="303606"/>
            </a:xfrm>
            <a:custGeom>
              <a:rect b="b" l="l" r="r" t="t"/>
              <a:pathLst>
                <a:path extrusionOk="0" h="5299" w="9190">
                  <a:moveTo>
                    <a:pt x="1054" y="0"/>
                  </a:moveTo>
                  <a:cubicBezTo>
                    <a:pt x="976" y="0"/>
                    <a:pt x="921" y="83"/>
                    <a:pt x="866" y="142"/>
                  </a:cubicBezTo>
                  <a:cubicBezTo>
                    <a:pt x="811" y="208"/>
                    <a:pt x="762" y="268"/>
                    <a:pt x="713" y="338"/>
                  </a:cubicBezTo>
                  <a:cubicBezTo>
                    <a:pt x="125" y="1117"/>
                    <a:pt x="0" y="2021"/>
                    <a:pt x="6" y="2962"/>
                  </a:cubicBezTo>
                  <a:cubicBezTo>
                    <a:pt x="41" y="2962"/>
                    <a:pt x="56" y="3050"/>
                    <a:pt x="89" y="3050"/>
                  </a:cubicBezTo>
                  <a:cubicBezTo>
                    <a:pt x="101" y="3050"/>
                    <a:pt x="117" y="3037"/>
                    <a:pt x="136" y="3001"/>
                  </a:cubicBezTo>
                  <a:cubicBezTo>
                    <a:pt x="207" y="2859"/>
                    <a:pt x="202" y="2701"/>
                    <a:pt x="207" y="2549"/>
                  </a:cubicBezTo>
                  <a:cubicBezTo>
                    <a:pt x="223" y="2075"/>
                    <a:pt x="343" y="1629"/>
                    <a:pt x="490" y="1248"/>
                  </a:cubicBezTo>
                  <a:cubicBezTo>
                    <a:pt x="898" y="2091"/>
                    <a:pt x="893" y="3093"/>
                    <a:pt x="1258" y="3986"/>
                  </a:cubicBezTo>
                  <a:cubicBezTo>
                    <a:pt x="1410" y="3730"/>
                    <a:pt x="1258" y="3485"/>
                    <a:pt x="1290" y="3180"/>
                  </a:cubicBezTo>
                  <a:lnTo>
                    <a:pt x="1290" y="3180"/>
                  </a:lnTo>
                  <a:cubicBezTo>
                    <a:pt x="1448" y="3316"/>
                    <a:pt x="1606" y="3398"/>
                    <a:pt x="1682" y="3529"/>
                  </a:cubicBezTo>
                  <a:cubicBezTo>
                    <a:pt x="1922" y="3937"/>
                    <a:pt x="2276" y="4225"/>
                    <a:pt x="2641" y="4508"/>
                  </a:cubicBezTo>
                  <a:cubicBezTo>
                    <a:pt x="2756" y="4598"/>
                    <a:pt x="2878" y="4674"/>
                    <a:pt x="3011" y="4674"/>
                  </a:cubicBezTo>
                  <a:cubicBezTo>
                    <a:pt x="3048" y="4674"/>
                    <a:pt x="3086" y="4668"/>
                    <a:pt x="3125" y="4655"/>
                  </a:cubicBezTo>
                  <a:cubicBezTo>
                    <a:pt x="3192" y="4633"/>
                    <a:pt x="3251" y="4623"/>
                    <a:pt x="3303" y="4623"/>
                  </a:cubicBezTo>
                  <a:cubicBezTo>
                    <a:pt x="3482" y="4623"/>
                    <a:pt x="3587" y="4744"/>
                    <a:pt x="3675" y="4933"/>
                  </a:cubicBezTo>
                  <a:cubicBezTo>
                    <a:pt x="3771" y="5148"/>
                    <a:pt x="3927" y="5239"/>
                    <a:pt x="4112" y="5239"/>
                  </a:cubicBezTo>
                  <a:cubicBezTo>
                    <a:pt x="4189" y="5239"/>
                    <a:pt x="4271" y="5223"/>
                    <a:pt x="4355" y="5194"/>
                  </a:cubicBezTo>
                  <a:cubicBezTo>
                    <a:pt x="4595" y="5113"/>
                    <a:pt x="4824" y="5015"/>
                    <a:pt x="5003" y="4802"/>
                  </a:cubicBezTo>
                  <a:cubicBezTo>
                    <a:pt x="5170" y="4600"/>
                    <a:pt x="5503" y="4490"/>
                    <a:pt x="5804" y="4490"/>
                  </a:cubicBezTo>
                  <a:cubicBezTo>
                    <a:pt x="5964" y="4490"/>
                    <a:pt x="6115" y="4521"/>
                    <a:pt x="6228" y="4585"/>
                  </a:cubicBezTo>
                  <a:cubicBezTo>
                    <a:pt x="6451" y="4770"/>
                    <a:pt x="6642" y="4998"/>
                    <a:pt x="6876" y="5173"/>
                  </a:cubicBezTo>
                  <a:cubicBezTo>
                    <a:pt x="6993" y="5258"/>
                    <a:pt x="7115" y="5298"/>
                    <a:pt x="7229" y="5298"/>
                  </a:cubicBezTo>
                  <a:cubicBezTo>
                    <a:pt x="7443" y="5298"/>
                    <a:pt x="7631" y="5156"/>
                    <a:pt x="7720" y="4900"/>
                  </a:cubicBezTo>
                  <a:cubicBezTo>
                    <a:pt x="7763" y="4781"/>
                    <a:pt x="7791" y="4655"/>
                    <a:pt x="7769" y="4519"/>
                  </a:cubicBezTo>
                  <a:cubicBezTo>
                    <a:pt x="7790" y="4345"/>
                    <a:pt x="7779" y="4145"/>
                    <a:pt x="7947" y="4145"/>
                  </a:cubicBezTo>
                  <a:cubicBezTo>
                    <a:pt x="7999" y="4145"/>
                    <a:pt x="8068" y="4164"/>
                    <a:pt x="8161" y="4209"/>
                  </a:cubicBezTo>
                  <a:cubicBezTo>
                    <a:pt x="8199" y="4226"/>
                    <a:pt x="8231" y="4234"/>
                    <a:pt x="8260" y="4234"/>
                  </a:cubicBezTo>
                  <a:cubicBezTo>
                    <a:pt x="8382" y="4234"/>
                    <a:pt x="8420" y="4089"/>
                    <a:pt x="8411" y="3948"/>
                  </a:cubicBezTo>
                  <a:cubicBezTo>
                    <a:pt x="8389" y="3518"/>
                    <a:pt x="8324" y="3088"/>
                    <a:pt x="8193" y="2674"/>
                  </a:cubicBezTo>
                  <a:cubicBezTo>
                    <a:pt x="8134" y="2493"/>
                    <a:pt x="8175" y="2446"/>
                    <a:pt x="8274" y="2446"/>
                  </a:cubicBezTo>
                  <a:cubicBezTo>
                    <a:pt x="8312" y="2446"/>
                    <a:pt x="8358" y="2453"/>
                    <a:pt x="8411" y="2462"/>
                  </a:cubicBezTo>
                  <a:cubicBezTo>
                    <a:pt x="8656" y="2505"/>
                    <a:pt x="8738" y="2766"/>
                    <a:pt x="8956" y="2832"/>
                  </a:cubicBezTo>
                  <a:cubicBezTo>
                    <a:pt x="9001" y="2850"/>
                    <a:pt x="9044" y="2866"/>
                    <a:pt x="9087" y="2866"/>
                  </a:cubicBezTo>
                  <a:cubicBezTo>
                    <a:pt x="9122" y="2866"/>
                    <a:pt x="9156" y="2856"/>
                    <a:pt x="9190" y="2826"/>
                  </a:cubicBezTo>
                  <a:cubicBezTo>
                    <a:pt x="9070" y="2696"/>
                    <a:pt x="8966" y="2554"/>
                    <a:pt x="8830" y="2445"/>
                  </a:cubicBezTo>
                  <a:cubicBezTo>
                    <a:pt x="8690" y="2336"/>
                    <a:pt x="8514" y="2258"/>
                    <a:pt x="8345" y="2258"/>
                  </a:cubicBezTo>
                  <a:cubicBezTo>
                    <a:pt x="8278" y="2258"/>
                    <a:pt x="8212" y="2270"/>
                    <a:pt x="8150" y="2298"/>
                  </a:cubicBezTo>
                  <a:cubicBezTo>
                    <a:pt x="7916" y="2402"/>
                    <a:pt x="8014" y="2663"/>
                    <a:pt x="8068" y="2864"/>
                  </a:cubicBezTo>
                  <a:cubicBezTo>
                    <a:pt x="8123" y="3071"/>
                    <a:pt x="8134" y="3284"/>
                    <a:pt x="8139" y="3496"/>
                  </a:cubicBezTo>
                  <a:cubicBezTo>
                    <a:pt x="8144" y="3658"/>
                    <a:pt x="8164" y="3804"/>
                    <a:pt x="7989" y="3804"/>
                  </a:cubicBezTo>
                  <a:cubicBezTo>
                    <a:pt x="7958" y="3804"/>
                    <a:pt x="7922" y="3800"/>
                    <a:pt x="7878" y="3790"/>
                  </a:cubicBezTo>
                  <a:cubicBezTo>
                    <a:pt x="7865" y="3787"/>
                    <a:pt x="7852" y="3786"/>
                    <a:pt x="7840" y="3786"/>
                  </a:cubicBezTo>
                  <a:cubicBezTo>
                    <a:pt x="7736" y="3786"/>
                    <a:pt x="7666" y="3884"/>
                    <a:pt x="7622" y="3991"/>
                  </a:cubicBezTo>
                  <a:cubicBezTo>
                    <a:pt x="7535" y="4198"/>
                    <a:pt x="7469" y="4405"/>
                    <a:pt x="7415" y="4623"/>
                  </a:cubicBezTo>
                  <a:cubicBezTo>
                    <a:pt x="7368" y="4816"/>
                    <a:pt x="7314" y="4908"/>
                    <a:pt x="7229" y="4908"/>
                  </a:cubicBezTo>
                  <a:cubicBezTo>
                    <a:pt x="7165" y="4908"/>
                    <a:pt x="7083" y="4857"/>
                    <a:pt x="6974" y="4759"/>
                  </a:cubicBezTo>
                  <a:cubicBezTo>
                    <a:pt x="6538" y="4364"/>
                    <a:pt x="6160" y="4166"/>
                    <a:pt x="5783" y="4166"/>
                  </a:cubicBezTo>
                  <a:cubicBezTo>
                    <a:pt x="5403" y="4166"/>
                    <a:pt x="5024" y="4368"/>
                    <a:pt x="4589" y="4770"/>
                  </a:cubicBezTo>
                  <a:cubicBezTo>
                    <a:pt x="4461" y="4889"/>
                    <a:pt x="4335" y="4949"/>
                    <a:pt x="4219" y="4949"/>
                  </a:cubicBezTo>
                  <a:cubicBezTo>
                    <a:pt x="4080" y="4949"/>
                    <a:pt x="3955" y="4863"/>
                    <a:pt x="3855" y="4688"/>
                  </a:cubicBezTo>
                  <a:cubicBezTo>
                    <a:pt x="3724" y="4460"/>
                    <a:pt x="3560" y="4327"/>
                    <a:pt x="3336" y="4327"/>
                  </a:cubicBezTo>
                  <a:cubicBezTo>
                    <a:pt x="3271" y="4327"/>
                    <a:pt x="3201" y="4338"/>
                    <a:pt x="3125" y="4362"/>
                  </a:cubicBezTo>
                  <a:cubicBezTo>
                    <a:pt x="3091" y="4373"/>
                    <a:pt x="3058" y="4380"/>
                    <a:pt x="3025" y="4380"/>
                  </a:cubicBezTo>
                  <a:cubicBezTo>
                    <a:pt x="2969" y="4380"/>
                    <a:pt x="2915" y="4361"/>
                    <a:pt x="2864" y="4323"/>
                  </a:cubicBezTo>
                  <a:cubicBezTo>
                    <a:pt x="2537" y="4073"/>
                    <a:pt x="2183" y="3850"/>
                    <a:pt x="1982" y="3474"/>
                  </a:cubicBezTo>
                  <a:cubicBezTo>
                    <a:pt x="1916" y="3360"/>
                    <a:pt x="1857" y="3213"/>
                    <a:pt x="1731" y="3191"/>
                  </a:cubicBezTo>
                  <a:cubicBezTo>
                    <a:pt x="1203" y="3093"/>
                    <a:pt x="1171" y="2685"/>
                    <a:pt x="1111" y="2276"/>
                  </a:cubicBezTo>
                  <a:cubicBezTo>
                    <a:pt x="1073" y="2048"/>
                    <a:pt x="996" y="1819"/>
                    <a:pt x="915" y="1601"/>
                  </a:cubicBezTo>
                  <a:cubicBezTo>
                    <a:pt x="811" y="1329"/>
                    <a:pt x="811" y="1090"/>
                    <a:pt x="969" y="834"/>
                  </a:cubicBezTo>
                  <a:cubicBezTo>
                    <a:pt x="1067" y="676"/>
                    <a:pt x="1122" y="491"/>
                    <a:pt x="1171" y="311"/>
                  </a:cubicBezTo>
                  <a:cubicBezTo>
                    <a:pt x="1198" y="219"/>
                    <a:pt x="1231" y="83"/>
                    <a:pt x="1127" y="23"/>
                  </a:cubicBezTo>
                  <a:cubicBezTo>
                    <a:pt x="1101" y="7"/>
                    <a:pt x="1077" y="0"/>
                    <a:pt x="10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26"/>
            <p:cNvSpPr/>
            <p:nvPr/>
          </p:nvSpPr>
          <p:spPr>
            <a:xfrm>
              <a:off x="2810560" y="3182768"/>
              <a:ext cx="456297" cy="154353"/>
            </a:xfrm>
            <a:custGeom>
              <a:rect b="b" l="l" r="r" t="t"/>
              <a:pathLst>
                <a:path extrusionOk="0" h="2694" w="7964">
                  <a:moveTo>
                    <a:pt x="226" y="1"/>
                  </a:moveTo>
                  <a:cubicBezTo>
                    <a:pt x="187" y="1"/>
                    <a:pt x="146" y="8"/>
                    <a:pt x="102" y="25"/>
                  </a:cubicBezTo>
                  <a:cubicBezTo>
                    <a:pt x="97" y="31"/>
                    <a:pt x="89" y="33"/>
                    <a:pt x="79" y="33"/>
                  </a:cubicBezTo>
                  <a:cubicBezTo>
                    <a:pt x="67" y="33"/>
                    <a:pt x="52" y="30"/>
                    <a:pt x="40" y="30"/>
                  </a:cubicBezTo>
                  <a:cubicBezTo>
                    <a:pt x="16" y="30"/>
                    <a:pt x="0" y="40"/>
                    <a:pt x="26" y="96"/>
                  </a:cubicBezTo>
                  <a:cubicBezTo>
                    <a:pt x="576" y="564"/>
                    <a:pt x="1136" y="1011"/>
                    <a:pt x="1926" y="1288"/>
                  </a:cubicBezTo>
                  <a:cubicBezTo>
                    <a:pt x="1387" y="1468"/>
                    <a:pt x="957" y="1609"/>
                    <a:pt x="527" y="1762"/>
                  </a:cubicBezTo>
                  <a:cubicBezTo>
                    <a:pt x="439" y="1795"/>
                    <a:pt x="271" y="1773"/>
                    <a:pt x="303" y="1920"/>
                  </a:cubicBezTo>
                  <a:cubicBezTo>
                    <a:pt x="319" y="1994"/>
                    <a:pt x="379" y="2009"/>
                    <a:pt x="445" y="2009"/>
                  </a:cubicBezTo>
                  <a:cubicBezTo>
                    <a:pt x="491" y="2009"/>
                    <a:pt x="541" y="2001"/>
                    <a:pt x="581" y="2001"/>
                  </a:cubicBezTo>
                  <a:cubicBezTo>
                    <a:pt x="935" y="2001"/>
                    <a:pt x="1272" y="1892"/>
                    <a:pt x="1555" y="1724"/>
                  </a:cubicBezTo>
                  <a:cubicBezTo>
                    <a:pt x="1820" y="1564"/>
                    <a:pt x="2080" y="1507"/>
                    <a:pt x="2337" y="1507"/>
                  </a:cubicBezTo>
                  <a:cubicBezTo>
                    <a:pt x="2704" y="1507"/>
                    <a:pt x="3066" y="1624"/>
                    <a:pt x="3434" y="1729"/>
                  </a:cubicBezTo>
                  <a:cubicBezTo>
                    <a:pt x="4303" y="1980"/>
                    <a:pt x="5199" y="2002"/>
                    <a:pt x="6120" y="2002"/>
                  </a:cubicBezTo>
                  <a:cubicBezTo>
                    <a:pt x="6318" y="2002"/>
                    <a:pt x="6517" y="2001"/>
                    <a:pt x="6716" y="2001"/>
                  </a:cubicBezTo>
                  <a:cubicBezTo>
                    <a:pt x="6602" y="2181"/>
                    <a:pt x="6515" y="2317"/>
                    <a:pt x="6433" y="2448"/>
                  </a:cubicBezTo>
                  <a:cubicBezTo>
                    <a:pt x="6395" y="2513"/>
                    <a:pt x="6363" y="2578"/>
                    <a:pt x="6422" y="2638"/>
                  </a:cubicBezTo>
                  <a:cubicBezTo>
                    <a:pt x="6454" y="2673"/>
                    <a:pt x="6495" y="2693"/>
                    <a:pt x="6534" y="2693"/>
                  </a:cubicBezTo>
                  <a:cubicBezTo>
                    <a:pt x="6563" y="2693"/>
                    <a:pt x="6590" y="2683"/>
                    <a:pt x="6613" y="2660"/>
                  </a:cubicBezTo>
                  <a:cubicBezTo>
                    <a:pt x="6869" y="2415"/>
                    <a:pt x="7212" y="2448"/>
                    <a:pt x="7522" y="2372"/>
                  </a:cubicBezTo>
                  <a:cubicBezTo>
                    <a:pt x="7587" y="2290"/>
                    <a:pt x="7729" y="2312"/>
                    <a:pt x="7773" y="2176"/>
                  </a:cubicBezTo>
                  <a:cubicBezTo>
                    <a:pt x="7604" y="2018"/>
                    <a:pt x="7381" y="2094"/>
                    <a:pt x="7190" y="2050"/>
                  </a:cubicBezTo>
                  <a:cubicBezTo>
                    <a:pt x="7397" y="1762"/>
                    <a:pt x="7756" y="1653"/>
                    <a:pt x="7963" y="1370"/>
                  </a:cubicBezTo>
                  <a:cubicBezTo>
                    <a:pt x="7915" y="1251"/>
                    <a:pt x="7847" y="1212"/>
                    <a:pt x="7775" y="1212"/>
                  </a:cubicBezTo>
                  <a:cubicBezTo>
                    <a:pt x="7693" y="1212"/>
                    <a:pt x="7605" y="1264"/>
                    <a:pt x="7538" y="1305"/>
                  </a:cubicBezTo>
                  <a:cubicBezTo>
                    <a:pt x="7293" y="1451"/>
                    <a:pt x="7042" y="1517"/>
                    <a:pt x="6775" y="1517"/>
                  </a:cubicBezTo>
                  <a:cubicBezTo>
                    <a:pt x="6674" y="1517"/>
                    <a:pt x="6572" y="1507"/>
                    <a:pt x="6466" y="1490"/>
                  </a:cubicBezTo>
                  <a:cubicBezTo>
                    <a:pt x="6401" y="1479"/>
                    <a:pt x="6334" y="1469"/>
                    <a:pt x="6266" y="1469"/>
                  </a:cubicBezTo>
                  <a:cubicBezTo>
                    <a:pt x="6162" y="1469"/>
                    <a:pt x="6059" y="1492"/>
                    <a:pt x="5971" y="1571"/>
                  </a:cubicBezTo>
                  <a:cubicBezTo>
                    <a:pt x="5834" y="1573"/>
                    <a:pt x="5698" y="1574"/>
                    <a:pt x="5562" y="1574"/>
                  </a:cubicBezTo>
                  <a:cubicBezTo>
                    <a:pt x="5227" y="1574"/>
                    <a:pt x="4894" y="1565"/>
                    <a:pt x="4561" y="1522"/>
                  </a:cubicBezTo>
                  <a:cubicBezTo>
                    <a:pt x="3145" y="1332"/>
                    <a:pt x="1817" y="918"/>
                    <a:pt x="597" y="161"/>
                  </a:cubicBezTo>
                  <a:cubicBezTo>
                    <a:pt x="479" y="89"/>
                    <a:pt x="364" y="1"/>
                    <a:pt x="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26"/>
            <p:cNvSpPr/>
            <p:nvPr/>
          </p:nvSpPr>
          <p:spPr>
            <a:xfrm>
              <a:off x="4191291" y="2796492"/>
              <a:ext cx="675966" cy="345145"/>
            </a:xfrm>
            <a:custGeom>
              <a:rect b="b" l="l" r="r" t="t"/>
              <a:pathLst>
                <a:path extrusionOk="0" h="6024" w="11798">
                  <a:moveTo>
                    <a:pt x="89" y="1"/>
                  </a:moveTo>
                  <a:cubicBezTo>
                    <a:pt x="47" y="1"/>
                    <a:pt x="10" y="28"/>
                    <a:pt x="0" y="120"/>
                  </a:cubicBezTo>
                  <a:cubicBezTo>
                    <a:pt x="22" y="278"/>
                    <a:pt x="136" y="322"/>
                    <a:pt x="278" y="327"/>
                  </a:cubicBezTo>
                  <a:cubicBezTo>
                    <a:pt x="299" y="276"/>
                    <a:pt x="323" y="259"/>
                    <a:pt x="347" y="259"/>
                  </a:cubicBezTo>
                  <a:cubicBezTo>
                    <a:pt x="390" y="259"/>
                    <a:pt x="434" y="311"/>
                    <a:pt x="468" y="322"/>
                  </a:cubicBezTo>
                  <a:cubicBezTo>
                    <a:pt x="793" y="418"/>
                    <a:pt x="1123" y="479"/>
                    <a:pt x="1454" y="479"/>
                  </a:cubicBezTo>
                  <a:cubicBezTo>
                    <a:pt x="1590" y="479"/>
                    <a:pt x="1726" y="469"/>
                    <a:pt x="1862" y="447"/>
                  </a:cubicBezTo>
                  <a:cubicBezTo>
                    <a:pt x="2483" y="343"/>
                    <a:pt x="3098" y="311"/>
                    <a:pt x="3724" y="300"/>
                  </a:cubicBezTo>
                  <a:cubicBezTo>
                    <a:pt x="3758" y="299"/>
                    <a:pt x="3792" y="299"/>
                    <a:pt x="3827" y="299"/>
                  </a:cubicBezTo>
                  <a:cubicBezTo>
                    <a:pt x="5216" y="299"/>
                    <a:pt x="6436" y="835"/>
                    <a:pt x="7573" y="1563"/>
                  </a:cubicBezTo>
                  <a:cubicBezTo>
                    <a:pt x="8144" y="1933"/>
                    <a:pt x="8629" y="2423"/>
                    <a:pt x="9244" y="2739"/>
                  </a:cubicBezTo>
                  <a:cubicBezTo>
                    <a:pt x="9821" y="3033"/>
                    <a:pt x="10208" y="3495"/>
                    <a:pt x="10398" y="4121"/>
                  </a:cubicBezTo>
                  <a:cubicBezTo>
                    <a:pt x="10561" y="4660"/>
                    <a:pt x="10491" y="5221"/>
                    <a:pt x="10534" y="5766"/>
                  </a:cubicBezTo>
                  <a:cubicBezTo>
                    <a:pt x="10540" y="5853"/>
                    <a:pt x="10496" y="5967"/>
                    <a:pt x="10616" y="6011"/>
                  </a:cubicBezTo>
                  <a:cubicBezTo>
                    <a:pt x="10641" y="6020"/>
                    <a:pt x="10665" y="6024"/>
                    <a:pt x="10688" y="6024"/>
                  </a:cubicBezTo>
                  <a:cubicBezTo>
                    <a:pt x="10770" y="6024"/>
                    <a:pt x="10835" y="5968"/>
                    <a:pt x="10899" y="5913"/>
                  </a:cubicBezTo>
                  <a:cubicBezTo>
                    <a:pt x="11650" y="5248"/>
                    <a:pt x="11797" y="4094"/>
                    <a:pt x="11247" y="3229"/>
                  </a:cubicBezTo>
                  <a:lnTo>
                    <a:pt x="11247" y="3229"/>
                  </a:lnTo>
                  <a:cubicBezTo>
                    <a:pt x="11144" y="3316"/>
                    <a:pt x="11182" y="3414"/>
                    <a:pt x="11220" y="3517"/>
                  </a:cubicBezTo>
                  <a:cubicBezTo>
                    <a:pt x="11362" y="3893"/>
                    <a:pt x="11351" y="4279"/>
                    <a:pt x="11313" y="4666"/>
                  </a:cubicBezTo>
                  <a:cubicBezTo>
                    <a:pt x="11280" y="5025"/>
                    <a:pt x="11133" y="5341"/>
                    <a:pt x="10796" y="5640"/>
                  </a:cubicBezTo>
                  <a:cubicBezTo>
                    <a:pt x="10850" y="5129"/>
                    <a:pt x="10823" y="4693"/>
                    <a:pt x="10730" y="4268"/>
                  </a:cubicBezTo>
                  <a:cubicBezTo>
                    <a:pt x="10545" y="3387"/>
                    <a:pt x="9963" y="2799"/>
                    <a:pt x="9206" y="2390"/>
                  </a:cubicBezTo>
                  <a:cubicBezTo>
                    <a:pt x="8819" y="2183"/>
                    <a:pt x="8444" y="1982"/>
                    <a:pt x="8112" y="1693"/>
                  </a:cubicBezTo>
                  <a:cubicBezTo>
                    <a:pt x="6782" y="540"/>
                    <a:pt x="5255" y="72"/>
                    <a:pt x="3604" y="72"/>
                  </a:cubicBezTo>
                  <a:cubicBezTo>
                    <a:pt x="3261" y="72"/>
                    <a:pt x="2912" y="93"/>
                    <a:pt x="2559" y="131"/>
                  </a:cubicBezTo>
                  <a:cubicBezTo>
                    <a:pt x="2132" y="178"/>
                    <a:pt x="1708" y="245"/>
                    <a:pt x="1287" y="245"/>
                  </a:cubicBezTo>
                  <a:cubicBezTo>
                    <a:pt x="934" y="245"/>
                    <a:pt x="584" y="199"/>
                    <a:pt x="234" y="55"/>
                  </a:cubicBezTo>
                  <a:cubicBezTo>
                    <a:pt x="204" y="43"/>
                    <a:pt x="142" y="1"/>
                    <a:pt x="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26"/>
            <p:cNvSpPr/>
            <p:nvPr/>
          </p:nvSpPr>
          <p:spPr>
            <a:xfrm>
              <a:off x="2008843" y="2069432"/>
              <a:ext cx="230555" cy="578336"/>
            </a:xfrm>
            <a:custGeom>
              <a:rect b="b" l="l" r="r" t="t"/>
              <a:pathLst>
                <a:path extrusionOk="0" h="10094" w="4024">
                  <a:moveTo>
                    <a:pt x="572" y="0"/>
                  </a:moveTo>
                  <a:cubicBezTo>
                    <a:pt x="447" y="109"/>
                    <a:pt x="523" y="235"/>
                    <a:pt x="539" y="354"/>
                  </a:cubicBezTo>
                  <a:cubicBezTo>
                    <a:pt x="632" y="877"/>
                    <a:pt x="730" y="1394"/>
                    <a:pt x="714" y="1922"/>
                  </a:cubicBezTo>
                  <a:cubicBezTo>
                    <a:pt x="692" y="2663"/>
                    <a:pt x="539" y="3387"/>
                    <a:pt x="425" y="4111"/>
                  </a:cubicBezTo>
                  <a:cubicBezTo>
                    <a:pt x="371" y="4318"/>
                    <a:pt x="305" y="4514"/>
                    <a:pt x="186" y="4693"/>
                  </a:cubicBezTo>
                  <a:cubicBezTo>
                    <a:pt x="0" y="4971"/>
                    <a:pt x="82" y="5178"/>
                    <a:pt x="365" y="5319"/>
                  </a:cubicBezTo>
                  <a:cubicBezTo>
                    <a:pt x="545" y="5412"/>
                    <a:pt x="724" y="5493"/>
                    <a:pt x="899" y="5586"/>
                  </a:cubicBezTo>
                  <a:cubicBezTo>
                    <a:pt x="1421" y="5874"/>
                    <a:pt x="1911" y="6217"/>
                    <a:pt x="2113" y="6805"/>
                  </a:cubicBezTo>
                  <a:cubicBezTo>
                    <a:pt x="2309" y="7382"/>
                    <a:pt x="2494" y="7960"/>
                    <a:pt x="2831" y="8477"/>
                  </a:cubicBezTo>
                  <a:cubicBezTo>
                    <a:pt x="2951" y="8662"/>
                    <a:pt x="3027" y="8874"/>
                    <a:pt x="3076" y="9092"/>
                  </a:cubicBezTo>
                  <a:cubicBezTo>
                    <a:pt x="3093" y="9152"/>
                    <a:pt x="3152" y="9228"/>
                    <a:pt x="3054" y="9272"/>
                  </a:cubicBezTo>
                  <a:cubicBezTo>
                    <a:pt x="3032" y="9280"/>
                    <a:pt x="3010" y="9284"/>
                    <a:pt x="2989" y="9284"/>
                  </a:cubicBezTo>
                  <a:cubicBezTo>
                    <a:pt x="2942" y="9284"/>
                    <a:pt x="2898" y="9264"/>
                    <a:pt x="2864" y="9223"/>
                  </a:cubicBezTo>
                  <a:cubicBezTo>
                    <a:pt x="2483" y="8694"/>
                    <a:pt x="1917" y="8292"/>
                    <a:pt x="1693" y="7649"/>
                  </a:cubicBezTo>
                  <a:cubicBezTo>
                    <a:pt x="1557" y="7257"/>
                    <a:pt x="1351" y="6942"/>
                    <a:pt x="997" y="6718"/>
                  </a:cubicBezTo>
                  <a:lnTo>
                    <a:pt x="763" y="6724"/>
                  </a:lnTo>
                  <a:cubicBezTo>
                    <a:pt x="915" y="6903"/>
                    <a:pt x="1144" y="7023"/>
                    <a:pt x="1220" y="7257"/>
                  </a:cubicBezTo>
                  <a:cubicBezTo>
                    <a:pt x="1432" y="7932"/>
                    <a:pt x="1840" y="8488"/>
                    <a:pt x="2298" y="9016"/>
                  </a:cubicBezTo>
                  <a:cubicBezTo>
                    <a:pt x="2684" y="9457"/>
                    <a:pt x="3044" y="9930"/>
                    <a:pt x="3670" y="10072"/>
                  </a:cubicBezTo>
                  <a:cubicBezTo>
                    <a:pt x="3720" y="10083"/>
                    <a:pt x="3768" y="10094"/>
                    <a:pt x="3812" y="10094"/>
                  </a:cubicBezTo>
                  <a:cubicBezTo>
                    <a:pt x="3878" y="10094"/>
                    <a:pt x="3933" y="10069"/>
                    <a:pt x="3969" y="9985"/>
                  </a:cubicBezTo>
                  <a:cubicBezTo>
                    <a:pt x="4024" y="9843"/>
                    <a:pt x="3926" y="9734"/>
                    <a:pt x="3806" y="9718"/>
                  </a:cubicBezTo>
                  <a:cubicBezTo>
                    <a:pt x="3436" y="9674"/>
                    <a:pt x="3387" y="9402"/>
                    <a:pt x="3332" y="9119"/>
                  </a:cubicBezTo>
                  <a:cubicBezTo>
                    <a:pt x="3278" y="8852"/>
                    <a:pt x="3180" y="8596"/>
                    <a:pt x="3027" y="8373"/>
                  </a:cubicBezTo>
                  <a:cubicBezTo>
                    <a:pt x="2733" y="7938"/>
                    <a:pt x="2565" y="7448"/>
                    <a:pt x="2418" y="6952"/>
                  </a:cubicBezTo>
                  <a:cubicBezTo>
                    <a:pt x="2281" y="6517"/>
                    <a:pt x="2053" y="6147"/>
                    <a:pt x="1710" y="5836"/>
                  </a:cubicBezTo>
                  <a:cubicBezTo>
                    <a:pt x="1361" y="5526"/>
                    <a:pt x="948" y="5336"/>
                    <a:pt x="534" y="5140"/>
                  </a:cubicBezTo>
                  <a:cubicBezTo>
                    <a:pt x="343" y="5047"/>
                    <a:pt x="273" y="4949"/>
                    <a:pt x="430" y="4769"/>
                  </a:cubicBezTo>
                  <a:cubicBezTo>
                    <a:pt x="561" y="4622"/>
                    <a:pt x="605" y="4437"/>
                    <a:pt x="648" y="4252"/>
                  </a:cubicBezTo>
                  <a:cubicBezTo>
                    <a:pt x="763" y="3762"/>
                    <a:pt x="833" y="3267"/>
                    <a:pt x="888" y="2766"/>
                  </a:cubicBezTo>
                  <a:cubicBezTo>
                    <a:pt x="997" y="1819"/>
                    <a:pt x="931" y="893"/>
                    <a:pt x="5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26"/>
            <p:cNvSpPr/>
            <p:nvPr/>
          </p:nvSpPr>
          <p:spPr>
            <a:xfrm>
              <a:off x="3793899" y="2638131"/>
              <a:ext cx="571804" cy="274844"/>
            </a:xfrm>
            <a:custGeom>
              <a:rect b="b" l="l" r="r" t="t"/>
              <a:pathLst>
                <a:path extrusionOk="0" h="4797" w="9980">
                  <a:moveTo>
                    <a:pt x="371" y="0"/>
                  </a:moveTo>
                  <a:cubicBezTo>
                    <a:pt x="246" y="0"/>
                    <a:pt x="123" y="30"/>
                    <a:pt x="0" y="102"/>
                  </a:cubicBezTo>
                  <a:cubicBezTo>
                    <a:pt x="534" y="309"/>
                    <a:pt x="1089" y="462"/>
                    <a:pt x="1596" y="745"/>
                  </a:cubicBezTo>
                  <a:cubicBezTo>
                    <a:pt x="2494" y="1251"/>
                    <a:pt x="3272" y="1953"/>
                    <a:pt x="4203" y="2410"/>
                  </a:cubicBezTo>
                  <a:cubicBezTo>
                    <a:pt x="4328" y="2476"/>
                    <a:pt x="4415" y="2628"/>
                    <a:pt x="4519" y="2737"/>
                  </a:cubicBezTo>
                  <a:cubicBezTo>
                    <a:pt x="4905" y="3162"/>
                    <a:pt x="5265" y="3652"/>
                    <a:pt x="5766" y="3924"/>
                  </a:cubicBezTo>
                  <a:cubicBezTo>
                    <a:pt x="6737" y="4448"/>
                    <a:pt x="7763" y="4796"/>
                    <a:pt x="8856" y="4796"/>
                  </a:cubicBezTo>
                  <a:cubicBezTo>
                    <a:pt x="9147" y="4796"/>
                    <a:pt x="9444" y="4771"/>
                    <a:pt x="9745" y="4719"/>
                  </a:cubicBezTo>
                  <a:cubicBezTo>
                    <a:pt x="9838" y="4702"/>
                    <a:pt x="9941" y="4724"/>
                    <a:pt x="9963" y="4594"/>
                  </a:cubicBezTo>
                  <a:cubicBezTo>
                    <a:pt x="9979" y="4479"/>
                    <a:pt x="9898" y="4425"/>
                    <a:pt x="9821" y="4370"/>
                  </a:cubicBezTo>
                  <a:cubicBezTo>
                    <a:pt x="9707" y="4278"/>
                    <a:pt x="9571" y="4251"/>
                    <a:pt x="9429" y="4223"/>
                  </a:cubicBezTo>
                  <a:cubicBezTo>
                    <a:pt x="9190" y="4180"/>
                    <a:pt x="8956" y="4109"/>
                    <a:pt x="8722" y="4038"/>
                  </a:cubicBezTo>
                  <a:cubicBezTo>
                    <a:pt x="8123" y="3859"/>
                    <a:pt x="7720" y="3396"/>
                    <a:pt x="7214" y="3091"/>
                  </a:cubicBezTo>
                  <a:cubicBezTo>
                    <a:pt x="7121" y="3020"/>
                    <a:pt x="7029" y="2955"/>
                    <a:pt x="6936" y="2884"/>
                  </a:cubicBezTo>
                  <a:cubicBezTo>
                    <a:pt x="6878" y="2863"/>
                    <a:pt x="6820" y="2804"/>
                    <a:pt x="6761" y="2804"/>
                  </a:cubicBezTo>
                  <a:cubicBezTo>
                    <a:pt x="6743" y="2804"/>
                    <a:pt x="6725" y="2810"/>
                    <a:pt x="6707" y="2824"/>
                  </a:cubicBezTo>
                  <a:cubicBezTo>
                    <a:pt x="6609" y="2906"/>
                    <a:pt x="6697" y="3009"/>
                    <a:pt x="6735" y="3080"/>
                  </a:cubicBezTo>
                  <a:cubicBezTo>
                    <a:pt x="6778" y="3173"/>
                    <a:pt x="6854" y="3254"/>
                    <a:pt x="6936" y="3320"/>
                  </a:cubicBezTo>
                  <a:cubicBezTo>
                    <a:pt x="7584" y="3820"/>
                    <a:pt x="8210" y="4359"/>
                    <a:pt x="9048" y="4545"/>
                  </a:cubicBezTo>
                  <a:cubicBezTo>
                    <a:pt x="8963" y="4550"/>
                    <a:pt x="8878" y="4553"/>
                    <a:pt x="8794" y="4553"/>
                  </a:cubicBezTo>
                  <a:cubicBezTo>
                    <a:pt x="8410" y="4553"/>
                    <a:pt x="8036" y="4497"/>
                    <a:pt x="7666" y="4430"/>
                  </a:cubicBezTo>
                  <a:cubicBezTo>
                    <a:pt x="6620" y="4234"/>
                    <a:pt x="5678" y="3853"/>
                    <a:pt x="5009" y="2971"/>
                  </a:cubicBezTo>
                  <a:cubicBezTo>
                    <a:pt x="4933" y="2873"/>
                    <a:pt x="4846" y="2775"/>
                    <a:pt x="4764" y="2672"/>
                  </a:cubicBezTo>
                  <a:cubicBezTo>
                    <a:pt x="4573" y="2449"/>
                    <a:pt x="4394" y="2209"/>
                    <a:pt x="4100" y="2111"/>
                  </a:cubicBezTo>
                  <a:cubicBezTo>
                    <a:pt x="3860" y="2024"/>
                    <a:pt x="3659" y="1888"/>
                    <a:pt x="3468" y="1735"/>
                  </a:cubicBezTo>
                  <a:cubicBezTo>
                    <a:pt x="2624" y="1066"/>
                    <a:pt x="1781" y="407"/>
                    <a:pt x="741" y="70"/>
                  </a:cubicBezTo>
                  <a:cubicBezTo>
                    <a:pt x="613" y="27"/>
                    <a:pt x="491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26"/>
            <p:cNvSpPr/>
            <p:nvPr/>
          </p:nvSpPr>
          <p:spPr>
            <a:xfrm>
              <a:off x="2856911" y="3292486"/>
              <a:ext cx="215257" cy="435958"/>
            </a:xfrm>
            <a:custGeom>
              <a:rect b="b" l="l" r="r" t="t"/>
              <a:pathLst>
                <a:path extrusionOk="0" h="7609" w="3757">
                  <a:moveTo>
                    <a:pt x="2484" y="0"/>
                  </a:moveTo>
                  <a:cubicBezTo>
                    <a:pt x="2442" y="0"/>
                    <a:pt x="2424" y="63"/>
                    <a:pt x="2401" y="103"/>
                  </a:cubicBezTo>
                  <a:cubicBezTo>
                    <a:pt x="2091" y="549"/>
                    <a:pt x="2053" y="1050"/>
                    <a:pt x="2162" y="1556"/>
                  </a:cubicBezTo>
                  <a:cubicBezTo>
                    <a:pt x="2309" y="2231"/>
                    <a:pt x="2625" y="2857"/>
                    <a:pt x="2842" y="3516"/>
                  </a:cubicBezTo>
                  <a:cubicBezTo>
                    <a:pt x="3060" y="4158"/>
                    <a:pt x="3398" y="4752"/>
                    <a:pt x="3523" y="5432"/>
                  </a:cubicBezTo>
                  <a:cubicBezTo>
                    <a:pt x="3643" y="6107"/>
                    <a:pt x="3485" y="6450"/>
                    <a:pt x="2891" y="6799"/>
                  </a:cubicBezTo>
                  <a:cubicBezTo>
                    <a:pt x="2565" y="6995"/>
                    <a:pt x="2184" y="6880"/>
                    <a:pt x="1873" y="7087"/>
                  </a:cubicBezTo>
                  <a:cubicBezTo>
                    <a:pt x="1802" y="7133"/>
                    <a:pt x="1728" y="7225"/>
                    <a:pt x="1620" y="7225"/>
                  </a:cubicBezTo>
                  <a:cubicBezTo>
                    <a:pt x="1588" y="7225"/>
                    <a:pt x="1553" y="7216"/>
                    <a:pt x="1514" y="7196"/>
                  </a:cubicBezTo>
                  <a:cubicBezTo>
                    <a:pt x="1574" y="7066"/>
                    <a:pt x="1639" y="6946"/>
                    <a:pt x="1694" y="6815"/>
                  </a:cubicBezTo>
                  <a:cubicBezTo>
                    <a:pt x="1797" y="6592"/>
                    <a:pt x="1890" y="6369"/>
                    <a:pt x="1808" y="6102"/>
                  </a:cubicBezTo>
                  <a:cubicBezTo>
                    <a:pt x="1743" y="5906"/>
                    <a:pt x="1656" y="5775"/>
                    <a:pt x="1438" y="5726"/>
                  </a:cubicBezTo>
                  <a:cubicBezTo>
                    <a:pt x="1410" y="5719"/>
                    <a:pt x="1384" y="5716"/>
                    <a:pt x="1361" y="5716"/>
                  </a:cubicBezTo>
                  <a:cubicBezTo>
                    <a:pt x="1200" y="5716"/>
                    <a:pt x="1148" y="5866"/>
                    <a:pt x="1062" y="5966"/>
                  </a:cubicBezTo>
                  <a:cubicBezTo>
                    <a:pt x="891" y="6158"/>
                    <a:pt x="710" y="6311"/>
                    <a:pt x="471" y="6311"/>
                  </a:cubicBezTo>
                  <a:cubicBezTo>
                    <a:pt x="398" y="6311"/>
                    <a:pt x="320" y="6297"/>
                    <a:pt x="235" y="6265"/>
                  </a:cubicBezTo>
                  <a:cubicBezTo>
                    <a:pt x="200" y="6251"/>
                    <a:pt x="166" y="6243"/>
                    <a:pt x="135" y="6243"/>
                  </a:cubicBezTo>
                  <a:cubicBezTo>
                    <a:pt x="68" y="6243"/>
                    <a:pt x="15" y="6281"/>
                    <a:pt x="1" y="6385"/>
                  </a:cubicBezTo>
                  <a:cubicBezTo>
                    <a:pt x="28" y="6472"/>
                    <a:pt x="77" y="6516"/>
                    <a:pt x="169" y="6537"/>
                  </a:cubicBezTo>
                  <a:cubicBezTo>
                    <a:pt x="260" y="6560"/>
                    <a:pt x="346" y="6570"/>
                    <a:pt x="428" y="6570"/>
                  </a:cubicBezTo>
                  <a:cubicBezTo>
                    <a:pt x="787" y="6570"/>
                    <a:pt x="1064" y="6369"/>
                    <a:pt x="1313" y="6086"/>
                  </a:cubicBezTo>
                  <a:cubicBezTo>
                    <a:pt x="1348" y="6041"/>
                    <a:pt x="1377" y="5978"/>
                    <a:pt x="1434" y="5978"/>
                  </a:cubicBezTo>
                  <a:cubicBezTo>
                    <a:pt x="1447" y="5978"/>
                    <a:pt x="1460" y="5981"/>
                    <a:pt x="1476" y="5988"/>
                  </a:cubicBezTo>
                  <a:cubicBezTo>
                    <a:pt x="1547" y="6015"/>
                    <a:pt x="1547" y="6097"/>
                    <a:pt x="1552" y="6167"/>
                  </a:cubicBezTo>
                  <a:cubicBezTo>
                    <a:pt x="1563" y="6418"/>
                    <a:pt x="1460" y="6614"/>
                    <a:pt x="1313" y="6810"/>
                  </a:cubicBezTo>
                  <a:cubicBezTo>
                    <a:pt x="1177" y="7006"/>
                    <a:pt x="1046" y="7262"/>
                    <a:pt x="1187" y="7490"/>
                  </a:cubicBezTo>
                  <a:cubicBezTo>
                    <a:pt x="1245" y="7579"/>
                    <a:pt x="1315" y="7609"/>
                    <a:pt x="1392" y="7609"/>
                  </a:cubicBezTo>
                  <a:cubicBezTo>
                    <a:pt x="1511" y="7609"/>
                    <a:pt x="1645" y="7536"/>
                    <a:pt x="1764" y="7507"/>
                  </a:cubicBezTo>
                  <a:cubicBezTo>
                    <a:pt x="2091" y="7414"/>
                    <a:pt x="2391" y="7267"/>
                    <a:pt x="2739" y="7207"/>
                  </a:cubicBezTo>
                  <a:cubicBezTo>
                    <a:pt x="3354" y="7098"/>
                    <a:pt x="3626" y="6744"/>
                    <a:pt x="3681" y="6113"/>
                  </a:cubicBezTo>
                  <a:cubicBezTo>
                    <a:pt x="3757" y="5231"/>
                    <a:pt x="3577" y="4393"/>
                    <a:pt x="3245" y="3576"/>
                  </a:cubicBezTo>
                  <a:cubicBezTo>
                    <a:pt x="2810" y="2487"/>
                    <a:pt x="2233" y="1420"/>
                    <a:pt x="2559" y="173"/>
                  </a:cubicBezTo>
                  <a:cubicBezTo>
                    <a:pt x="2543" y="119"/>
                    <a:pt x="2548" y="32"/>
                    <a:pt x="2516" y="10"/>
                  </a:cubicBezTo>
                  <a:cubicBezTo>
                    <a:pt x="2504" y="3"/>
                    <a:pt x="2494" y="0"/>
                    <a:pt x="24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26"/>
            <p:cNvSpPr/>
            <p:nvPr/>
          </p:nvSpPr>
          <p:spPr>
            <a:xfrm>
              <a:off x="3325691" y="3341701"/>
              <a:ext cx="369094" cy="120491"/>
            </a:xfrm>
            <a:custGeom>
              <a:rect b="b" l="l" r="r" t="t"/>
              <a:pathLst>
                <a:path extrusionOk="0" h="2103" w="6442">
                  <a:moveTo>
                    <a:pt x="1" y="0"/>
                  </a:moveTo>
                  <a:cubicBezTo>
                    <a:pt x="83" y="229"/>
                    <a:pt x="251" y="256"/>
                    <a:pt x="387" y="278"/>
                  </a:cubicBezTo>
                  <a:cubicBezTo>
                    <a:pt x="769" y="343"/>
                    <a:pt x="1155" y="381"/>
                    <a:pt x="1536" y="436"/>
                  </a:cubicBezTo>
                  <a:cubicBezTo>
                    <a:pt x="2010" y="507"/>
                    <a:pt x="2489" y="556"/>
                    <a:pt x="2924" y="784"/>
                  </a:cubicBezTo>
                  <a:cubicBezTo>
                    <a:pt x="3561" y="1116"/>
                    <a:pt x="4070" y="1707"/>
                    <a:pt x="4875" y="1707"/>
                  </a:cubicBezTo>
                  <a:cubicBezTo>
                    <a:pt x="4903" y="1707"/>
                    <a:pt x="4932" y="1706"/>
                    <a:pt x="4960" y="1704"/>
                  </a:cubicBezTo>
                  <a:lnTo>
                    <a:pt x="4960" y="1704"/>
                  </a:lnTo>
                  <a:cubicBezTo>
                    <a:pt x="4858" y="1834"/>
                    <a:pt x="4773" y="1902"/>
                    <a:pt x="4677" y="1902"/>
                  </a:cubicBezTo>
                  <a:cubicBezTo>
                    <a:pt x="4621" y="1902"/>
                    <a:pt x="4561" y="1878"/>
                    <a:pt x="4492" y="1830"/>
                  </a:cubicBezTo>
                  <a:cubicBezTo>
                    <a:pt x="4302" y="1693"/>
                    <a:pt x="4057" y="1650"/>
                    <a:pt x="3823" y="1639"/>
                  </a:cubicBezTo>
                  <a:cubicBezTo>
                    <a:pt x="2707" y="1568"/>
                    <a:pt x="1634" y="1367"/>
                    <a:pt x="698" y="697"/>
                  </a:cubicBezTo>
                  <a:cubicBezTo>
                    <a:pt x="631" y="651"/>
                    <a:pt x="547" y="573"/>
                    <a:pt x="456" y="573"/>
                  </a:cubicBezTo>
                  <a:cubicBezTo>
                    <a:pt x="406" y="573"/>
                    <a:pt x="354" y="596"/>
                    <a:pt x="300" y="659"/>
                  </a:cubicBezTo>
                  <a:cubicBezTo>
                    <a:pt x="905" y="1198"/>
                    <a:pt x="1580" y="1585"/>
                    <a:pt x="2396" y="1715"/>
                  </a:cubicBezTo>
                  <a:cubicBezTo>
                    <a:pt x="2739" y="1764"/>
                    <a:pt x="3077" y="1884"/>
                    <a:pt x="3420" y="1938"/>
                  </a:cubicBezTo>
                  <a:cubicBezTo>
                    <a:pt x="3784" y="2001"/>
                    <a:pt x="4166" y="2103"/>
                    <a:pt x="4528" y="2103"/>
                  </a:cubicBezTo>
                  <a:cubicBezTo>
                    <a:pt x="4610" y="2103"/>
                    <a:pt x="4691" y="2097"/>
                    <a:pt x="4770" y="2085"/>
                  </a:cubicBezTo>
                  <a:cubicBezTo>
                    <a:pt x="5260" y="2009"/>
                    <a:pt x="5750" y="1966"/>
                    <a:pt x="6245" y="1928"/>
                  </a:cubicBezTo>
                  <a:cubicBezTo>
                    <a:pt x="6300" y="1917"/>
                    <a:pt x="6381" y="1922"/>
                    <a:pt x="6403" y="1884"/>
                  </a:cubicBezTo>
                  <a:cubicBezTo>
                    <a:pt x="6441" y="1830"/>
                    <a:pt x="6370" y="1781"/>
                    <a:pt x="6321" y="1753"/>
                  </a:cubicBezTo>
                  <a:cubicBezTo>
                    <a:pt x="6071" y="1617"/>
                    <a:pt x="5804" y="1547"/>
                    <a:pt x="5527" y="1487"/>
                  </a:cubicBezTo>
                  <a:cubicBezTo>
                    <a:pt x="5026" y="1383"/>
                    <a:pt x="4460" y="1421"/>
                    <a:pt x="4040" y="1111"/>
                  </a:cubicBezTo>
                  <a:cubicBezTo>
                    <a:pt x="3442" y="665"/>
                    <a:pt x="2816" y="333"/>
                    <a:pt x="2070" y="245"/>
                  </a:cubicBezTo>
                  <a:cubicBezTo>
                    <a:pt x="1389" y="169"/>
                    <a:pt x="709" y="88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26"/>
            <p:cNvSpPr/>
            <p:nvPr/>
          </p:nvSpPr>
          <p:spPr>
            <a:xfrm>
              <a:off x="1426506" y="2515752"/>
              <a:ext cx="210903" cy="421176"/>
            </a:xfrm>
            <a:custGeom>
              <a:rect b="b" l="l" r="r" t="t"/>
              <a:pathLst>
                <a:path extrusionOk="0" h="7351" w="3681">
                  <a:moveTo>
                    <a:pt x="2017" y="1"/>
                  </a:moveTo>
                  <a:cubicBezTo>
                    <a:pt x="1752" y="1"/>
                    <a:pt x="1921" y="241"/>
                    <a:pt x="1835" y="344"/>
                  </a:cubicBezTo>
                  <a:cubicBezTo>
                    <a:pt x="1775" y="719"/>
                    <a:pt x="1666" y="1041"/>
                    <a:pt x="1312" y="1275"/>
                  </a:cubicBezTo>
                  <a:cubicBezTo>
                    <a:pt x="964" y="1498"/>
                    <a:pt x="757" y="1814"/>
                    <a:pt x="812" y="2309"/>
                  </a:cubicBezTo>
                  <a:cubicBezTo>
                    <a:pt x="877" y="2946"/>
                    <a:pt x="1116" y="3496"/>
                    <a:pt x="1427" y="4029"/>
                  </a:cubicBezTo>
                  <a:cubicBezTo>
                    <a:pt x="1764" y="4606"/>
                    <a:pt x="2113" y="5173"/>
                    <a:pt x="2461" y="5744"/>
                  </a:cubicBezTo>
                  <a:cubicBezTo>
                    <a:pt x="2499" y="5809"/>
                    <a:pt x="2597" y="5869"/>
                    <a:pt x="2477" y="5940"/>
                  </a:cubicBezTo>
                  <a:cubicBezTo>
                    <a:pt x="2447" y="5959"/>
                    <a:pt x="2418" y="5968"/>
                    <a:pt x="2391" y="5968"/>
                  </a:cubicBezTo>
                  <a:cubicBezTo>
                    <a:pt x="2340" y="5968"/>
                    <a:pt x="2297" y="5937"/>
                    <a:pt x="2265" y="5880"/>
                  </a:cubicBezTo>
                  <a:cubicBezTo>
                    <a:pt x="2009" y="5445"/>
                    <a:pt x="1563" y="5113"/>
                    <a:pt x="1372" y="4677"/>
                  </a:cubicBezTo>
                  <a:cubicBezTo>
                    <a:pt x="1067" y="3980"/>
                    <a:pt x="605" y="3392"/>
                    <a:pt x="262" y="2728"/>
                  </a:cubicBezTo>
                  <a:cubicBezTo>
                    <a:pt x="213" y="2630"/>
                    <a:pt x="186" y="2505"/>
                    <a:pt x="55" y="2461"/>
                  </a:cubicBezTo>
                  <a:lnTo>
                    <a:pt x="55" y="2461"/>
                  </a:lnTo>
                  <a:cubicBezTo>
                    <a:pt x="0" y="2559"/>
                    <a:pt x="55" y="2647"/>
                    <a:pt x="93" y="2728"/>
                  </a:cubicBezTo>
                  <a:cubicBezTo>
                    <a:pt x="431" y="3409"/>
                    <a:pt x="942" y="3997"/>
                    <a:pt x="1171" y="4737"/>
                  </a:cubicBezTo>
                  <a:cubicBezTo>
                    <a:pt x="1193" y="4813"/>
                    <a:pt x="1253" y="4884"/>
                    <a:pt x="1307" y="4944"/>
                  </a:cubicBezTo>
                  <a:cubicBezTo>
                    <a:pt x="1944" y="5630"/>
                    <a:pt x="2456" y="6419"/>
                    <a:pt x="3065" y="7132"/>
                  </a:cubicBezTo>
                  <a:cubicBezTo>
                    <a:pt x="3170" y="7256"/>
                    <a:pt x="3283" y="7351"/>
                    <a:pt x="3445" y="7351"/>
                  </a:cubicBezTo>
                  <a:cubicBezTo>
                    <a:pt x="3468" y="7351"/>
                    <a:pt x="3492" y="7349"/>
                    <a:pt x="3517" y="7345"/>
                  </a:cubicBezTo>
                  <a:cubicBezTo>
                    <a:pt x="3681" y="7105"/>
                    <a:pt x="3506" y="6920"/>
                    <a:pt x="3403" y="6730"/>
                  </a:cubicBezTo>
                  <a:cubicBezTo>
                    <a:pt x="2859" y="5744"/>
                    <a:pt x="2249" y="4791"/>
                    <a:pt x="1661" y="3828"/>
                  </a:cubicBezTo>
                  <a:cubicBezTo>
                    <a:pt x="1367" y="3343"/>
                    <a:pt x="1242" y="2810"/>
                    <a:pt x="1144" y="2265"/>
                  </a:cubicBezTo>
                  <a:cubicBezTo>
                    <a:pt x="1106" y="2042"/>
                    <a:pt x="1171" y="1857"/>
                    <a:pt x="1383" y="1721"/>
                  </a:cubicBezTo>
                  <a:cubicBezTo>
                    <a:pt x="1895" y="1400"/>
                    <a:pt x="2102" y="910"/>
                    <a:pt x="2124" y="322"/>
                  </a:cubicBezTo>
                  <a:cubicBezTo>
                    <a:pt x="2118" y="229"/>
                    <a:pt x="2102" y="137"/>
                    <a:pt x="2031" y="61"/>
                  </a:cubicBezTo>
                  <a:cubicBezTo>
                    <a:pt x="2031" y="44"/>
                    <a:pt x="2031" y="23"/>
                    <a:pt x="2026" y="1"/>
                  </a:cubicBezTo>
                  <a:cubicBezTo>
                    <a:pt x="2023" y="1"/>
                    <a:pt x="2020" y="1"/>
                    <a:pt x="201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26"/>
            <p:cNvSpPr/>
            <p:nvPr/>
          </p:nvSpPr>
          <p:spPr>
            <a:xfrm>
              <a:off x="3326665" y="1807426"/>
              <a:ext cx="262354" cy="223852"/>
            </a:xfrm>
            <a:custGeom>
              <a:rect b="b" l="l" r="r" t="t"/>
              <a:pathLst>
                <a:path extrusionOk="0" h="3907" w="4579">
                  <a:moveTo>
                    <a:pt x="568" y="1"/>
                  </a:moveTo>
                  <a:cubicBezTo>
                    <a:pt x="525" y="1"/>
                    <a:pt x="468" y="42"/>
                    <a:pt x="419" y="126"/>
                  </a:cubicBezTo>
                  <a:cubicBezTo>
                    <a:pt x="262" y="621"/>
                    <a:pt x="425" y="1242"/>
                    <a:pt x="1035" y="1459"/>
                  </a:cubicBezTo>
                  <a:cubicBezTo>
                    <a:pt x="2113" y="1857"/>
                    <a:pt x="2946" y="2619"/>
                    <a:pt x="3762" y="3414"/>
                  </a:cubicBezTo>
                  <a:cubicBezTo>
                    <a:pt x="3637" y="3524"/>
                    <a:pt x="3508" y="3579"/>
                    <a:pt x="3374" y="3579"/>
                  </a:cubicBezTo>
                  <a:cubicBezTo>
                    <a:pt x="3270" y="3579"/>
                    <a:pt x="3164" y="3546"/>
                    <a:pt x="3054" y="3479"/>
                  </a:cubicBezTo>
                  <a:cubicBezTo>
                    <a:pt x="2793" y="3321"/>
                    <a:pt x="2526" y="3169"/>
                    <a:pt x="2336" y="2935"/>
                  </a:cubicBezTo>
                  <a:cubicBezTo>
                    <a:pt x="2104" y="2646"/>
                    <a:pt x="1834" y="2519"/>
                    <a:pt x="1529" y="2519"/>
                  </a:cubicBezTo>
                  <a:cubicBezTo>
                    <a:pt x="1398" y="2519"/>
                    <a:pt x="1260" y="2542"/>
                    <a:pt x="1116" y="2586"/>
                  </a:cubicBezTo>
                  <a:cubicBezTo>
                    <a:pt x="1024" y="2619"/>
                    <a:pt x="888" y="2576"/>
                    <a:pt x="860" y="2717"/>
                  </a:cubicBezTo>
                  <a:cubicBezTo>
                    <a:pt x="828" y="2859"/>
                    <a:pt x="953" y="2935"/>
                    <a:pt x="1046" y="2989"/>
                  </a:cubicBezTo>
                  <a:cubicBezTo>
                    <a:pt x="1285" y="3142"/>
                    <a:pt x="1421" y="3359"/>
                    <a:pt x="1525" y="3637"/>
                  </a:cubicBezTo>
                  <a:cubicBezTo>
                    <a:pt x="1142" y="3637"/>
                    <a:pt x="827" y="3430"/>
                    <a:pt x="468" y="3430"/>
                  </a:cubicBezTo>
                  <a:cubicBezTo>
                    <a:pt x="459" y="3430"/>
                    <a:pt x="450" y="3430"/>
                    <a:pt x="441" y="3430"/>
                  </a:cubicBezTo>
                  <a:cubicBezTo>
                    <a:pt x="294" y="3414"/>
                    <a:pt x="147" y="3403"/>
                    <a:pt x="0" y="3392"/>
                  </a:cubicBezTo>
                  <a:lnTo>
                    <a:pt x="0" y="3392"/>
                  </a:lnTo>
                  <a:cubicBezTo>
                    <a:pt x="501" y="3572"/>
                    <a:pt x="991" y="3811"/>
                    <a:pt x="1519" y="3898"/>
                  </a:cubicBezTo>
                  <a:cubicBezTo>
                    <a:pt x="1549" y="3904"/>
                    <a:pt x="1576" y="3906"/>
                    <a:pt x="1602" y="3906"/>
                  </a:cubicBezTo>
                  <a:cubicBezTo>
                    <a:pt x="1785" y="3906"/>
                    <a:pt x="1852" y="3772"/>
                    <a:pt x="1775" y="3566"/>
                  </a:cubicBezTo>
                  <a:cubicBezTo>
                    <a:pt x="1666" y="3278"/>
                    <a:pt x="1454" y="3060"/>
                    <a:pt x="1220" y="2820"/>
                  </a:cubicBezTo>
                  <a:cubicBezTo>
                    <a:pt x="1316" y="2803"/>
                    <a:pt x="1404" y="2793"/>
                    <a:pt x="1487" y="2793"/>
                  </a:cubicBezTo>
                  <a:cubicBezTo>
                    <a:pt x="1686" y="2793"/>
                    <a:pt x="1855" y="2849"/>
                    <a:pt x="2020" y="2984"/>
                  </a:cubicBezTo>
                  <a:cubicBezTo>
                    <a:pt x="2363" y="3267"/>
                    <a:pt x="2679" y="3615"/>
                    <a:pt x="3131" y="3697"/>
                  </a:cubicBezTo>
                  <a:cubicBezTo>
                    <a:pt x="3253" y="3720"/>
                    <a:pt x="3377" y="3726"/>
                    <a:pt x="3502" y="3726"/>
                  </a:cubicBezTo>
                  <a:cubicBezTo>
                    <a:pt x="3651" y="3726"/>
                    <a:pt x="3800" y="3717"/>
                    <a:pt x="3950" y="3717"/>
                  </a:cubicBezTo>
                  <a:cubicBezTo>
                    <a:pt x="4160" y="3717"/>
                    <a:pt x="4371" y="3734"/>
                    <a:pt x="4579" y="3817"/>
                  </a:cubicBezTo>
                  <a:cubicBezTo>
                    <a:pt x="4214" y="3545"/>
                    <a:pt x="3920" y="3212"/>
                    <a:pt x="3621" y="2891"/>
                  </a:cubicBezTo>
                  <a:cubicBezTo>
                    <a:pt x="3011" y="2260"/>
                    <a:pt x="2325" y="1726"/>
                    <a:pt x="1525" y="1372"/>
                  </a:cubicBezTo>
                  <a:cubicBezTo>
                    <a:pt x="969" y="1127"/>
                    <a:pt x="507" y="899"/>
                    <a:pt x="632" y="158"/>
                  </a:cubicBezTo>
                  <a:cubicBezTo>
                    <a:pt x="649" y="54"/>
                    <a:pt x="617" y="1"/>
                    <a:pt x="5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26"/>
            <p:cNvSpPr/>
            <p:nvPr/>
          </p:nvSpPr>
          <p:spPr>
            <a:xfrm>
              <a:off x="816724" y="3304346"/>
              <a:ext cx="232446" cy="172744"/>
            </a:xfrm>
            <a:custGeom>
              <a:rect b="b" l="l" r="r" t="t"/>
              <a:pathLst>
                <a:path extrusionOk="0" h="3015" w="4057">
                  <a:moveTo>
                    <a:pt x="223" y="0"/>
                  </a:moveTo>
                  <a:cubicBezTo>
                    <a:pt x="151" y="0"/>
                    <a:pt x="76" y="12"/>
                    <a:pt x="0" y="37"/>
                  </a:cubicBezTo>
                  <a:cubicBezTo>
                    <a:pt x="316" y="299"/>
                    <a:pt x="648" y="533"/>
                    <a:pt x="937" y="832"/>
                  </a:cubicBezTo>
                  <a:cubicBezTo>
                    <a:pt x="1253" y="1153"/>
                    <a:pt x="1639" y="1376"/>
                    <a:pt x="2075" y="1507"/>
                  </a:cubicBezTo>
                  <a:cubicBezTo>
                    <a:pt x="2510" y="1638"/>
                    <a:pt x="2940" y="1790"/>
                    <a:pt x="3338" y="2019"/>
                  </a:cubicBezTo>
                  <a:cubicBezTo>
                    <a:pt x="3419" y="2062"/>
                    <a:pt x="3555" y="2095"/>
                    <a:pt x="3408" y="2242"/>
                  </a:cubicBezTo>
                  <a:cubicBezTo>
                    <a:pt x="3055" y="2599"/>
                    <a:pt x="2629" y="2785"/>
                    <a:pt x="2185" y="2785"/>
                  </a:cubicBezTo>
                  <a:cubicBezTo>
                    <a:pt x="1911" y="2785"/>
                    <a:pt x="1630" y="2714"/>
                    <a:pt x="1356" y="2569"/>
                  </a:cubicBezTo>
                  <a:lnTo>
                    <a:pt x="1356" y="2569"/>
                  </a:lnTo>
                  <a:cubicBezTo>
                    <a:pt x="1476" y="2906"/>
                    <a:pt x="1786" y="2950"/>
                    <a:pt x="2069" y="2993"/>
                  </a:cubicBezTo>
                  <a:cubicBezTo>
                    <a:pt x="2159" y="3008"/>
                    <a:pt x="2247" y="3015"/>
                    <a:pt x="2333" y="3015"/>
                  </a:cubicBezTo>
                  <a:cubicBezTo>
                    <a:pt x="2893" y="3015"/>
                    <a:pt x="3375" y="2728"/>
                    <a:pt x="3833" y="2422"/>
                  </a:cubicBezTo>
                  <a:cubicBezTo>
                    <a:pt x="4056" y="2269"/>
                    <a:pt x="4040" y="1975"/>
                    <a:pt x="3833" y="1774"/>
                  </a:cubicBezTo>
                  <a:cubicBezTo>
                    <a:pt x="3626" y="1572"/>
                    <a:pt x="3365" y="1458"/>
                    <a:pt x="3104" y="1360"/>
                  </a:cubicBezTo>
                  <a:cubicBezTo>
                    <a:pt x="2298" y="1061"/>
                    <a:pt x="1503" y="761"/>
                    <a:pt x="806" y="228"/>
                  </a:cubicBezTo>
                  <a:cubicBezTo>
                    <a:pt x="650" y="105"/>
                    <a:pt x="445" y="0"/>
                    <a:pt x="2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26"/>
            <p:cNvSpPr/>
            <p:nvPr/>
          </p:nvSpPr>
          <p:spPr>
            <a:xfrm>
              <a:off x="3650091" y="1801811"/>
              <a:ext cx="514108" cy="138253"/>
            </a:xfrm>
            <a:custGeom>
              <a:rect b="b" l="l" r="r" t="t"/>
              <a:pathLst>
                <a:path extrusionOk="0" h="2413" w="8973">
                  <a:moveTo>
                    <a:pt x="838" y="1"/>
                  </a:moveTo>
                  <a:cubicBezTo>
                    <a:pt x="553" y="1"/>
                    <a:pt x="297" y="41"/>
                    <a:pt x="1" y="120"/>
                  </a:cubicBezTo>
                  <a:cubicBezTo>
                    <a:pt x="142" y="153"/>
                    <a:pt x="257" y="191"/>
                    <a:pt x="371" y="202"/>
                  </a:cubicBezTo>
                  <a:cubicBezTo>
                    <a:pt x="834" y="262"/>
                    <a:pt x="1296" y="327"/>
                    <a:pt x="1765" y="371"/>
                  </a:cubicBezTo>
                  <a:cubicBezTo>
                    <a:pt x="2478" y="436"/>
                    <a:pt x="3147" y="703"/>
                    <a:pt x="3855" y="801"/>
                  </a:cubicBezTo>
                  <a:cubicBezTo>
                    <a:pt x="3966" y="816"/>
                    <a:pt x="4078" y="819"/>
                    <a:pt x="4190" y="819"/>
                  </a:cubicBezTo>
                  <a:cubicBezTo>
                    <a:pt x="4252" y="819"/>
                    <a:pt x="4314" y="818"/>
                    <a:pt x="4375" y="818"/>
                  </a:cubicBezTo>
                  <a:cubicBezTo>
                    <a:pt x="4565" y="818"/>
                    <a:pt x="4754" y="825"/>
                    <a:pt x="4938" y="888"/>
                  </a:cubicBezTo>
                  <a:cubicBezTo>
                    <a:pt x="5984" y="1242"/>
                    <a:pt x="6947" y="1781"/>
                    <a:pt x="7971" y="2194"/>
                  </a:cubicBezTo>
                  <a:cubicBezTo>
                    <a:pt x="8303" y="2331"/>
                    <a:pt x="8619" y="2396"/>
                    <a:pt x="8972" y="2412"/>
                  </a:cubicBezTo>
                  <a:cubicBezTo>
                    <a:pt x="8629" y="2200"/>
                    <a:pt x="8259" y="2037"/>
                    <a:pt x="7905" y="1851"/>
                  </a:cubicBezTo>
                  <a:cubicBezTo>
                    <a:pt x="7535" y="1655"/>
                    <a:pt x="7138" y="1514"/>
                    <a:pt x="6746" y="1351"/>
                  </a:cubicBezTo>
                  <a:cubicBezTo>
                    <a:pt x="5701" y="730"/>
                    <a:pt x="4530" y="567"/>
                    <a:pt x="3354" y="414"/>
                  </a:cubicBezTo>
                  <a:cubicBezTo>
                    <a:pt x="2935" y="333"/>
                    <a:pt x="2505" y="262"/>
                    <a:pt x="2086" y="169"/>
                  </a:cubicBezTo>
                  <a:cubicBezTo>
                    <a:pt x="1554" y="57"/>
                    <a:pt x="1176" y="1"/>
                    <a:pt x="8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26"/>
            <p:cNvSpPr/>
            <p:nvPr/>
          </p:nvSpPr>
          <p:spPr>
            <a:xfrm>
              <a:off x="4523769" y="2198572"/>
              <a:ext cx="201564" cy="446213"/>
            </a:xfrm>
            <a:custGeom>
              <a:rect b="b" l="l" r="r" t="t"/>
              <a:pathLst>
                <a:path extrusionOk="0" h="7788" w="3518">
                  <a:moveTo>
                    <a:pt x="93" y="0"/>
                  </a:moveTo>
                  <a:cubicBezTo>
                    <a:pt x="0" y="349"/>
                    <a:pt x="82" y="621"/>
                    <a:pt x="371" y="844"/>
                  </a:cubicBezTo>
                  <a:cubicBezTo>
                    <a:pt x="539" y="969"/>
                    <a:pt x="686" y="1127"/>
                    <a:pt x="844" y="1263"/>
                  </a:cubicBezTo>
                  <a:cubicBezTo>
                    <a:pt x="1394" y="1721"/>
                    <a:pt x="1786" y="2298"/>
                    <a:pt x="1830" y="3027"/>
                  </a:cubicBezTo>
                  <a:cubicBezTo>
                    <a:pt x="1868" y="3762"/>
                    <a:pt x="2211" y="4350"/>
                    <a:pt x="2559" y="4971"/>
                  </a:cubicBezTo>
                  <a:cubicBezTo>
                    <a:pt x="2940" y="5640"/>
                    <a:pt x="3463" y="6337"/>
                    <a:pt x="2826" y="7159"/>
                  </a:cubicBezTo>
                  <a:cubicBezTo>
                    <a:pt x="2711" y="7306"/>
                    <a:pt x="2505" y="7480"/>
                    <a:pt x="2624" y="7676"/>
                  </a:cubicBezTo>
                  <a:cubicBezTo>
                    <a:pt x="2676" y="7761"/>
                    <a:pt x="2740" y="7788"/>
                    <a:pt x="2809" y="7788"/>
                  </a:cubicBezTo>
                  <a:cubicBezTo>
                    <a:pt x="2929" y="7788"/>
                    <a:pt x="3066" y="7708"/>
                    <a:pt x="3190" y="7708"/>
                  </a:cubicBezTo>
                  <a:cubicBezTo>
                    <a:pt x="3198" y="7708"/>
                    <a:pt x="3205" y="7708"/>
                    <a:pt x="3212" y="7709"/>
                  </a:cubicBezTo>
                  <a:cubicBezTo>
                    <a:pt x="3213" y="7709"/>
                    <a:pt x="3214" y="7710"/>
                    <a:pt x="3215" y="7710"/>
                  </a:cubicBezTo>
                  <a:cubicBezTo>
                    <a:pt x="3226" y="7710"/>
                    <a:pt x="3241" y="7686"/>
                    <a:pt x="3256" y="7671"/>
                  </a:cubicBezTo>
                  <a:cubicBezTo>
                    <a:pt x="3219" y="7647"/>
                    <a:pt x="3175" y="7643"/>
                    <a:pt x="3130" y="7643"/>
                  </a:cubicBezTo>
                  <a:cubicBezTo>
                    <a:pt x="3110" y="7643"/>
                    <a:pt x="3089" y="7644"/>
                    <a:pt x="3069" y="7644"/>
                  </a:cubicBezTo>
                  <a:cubicBezTo>
                    <a:pt x="3004" y="7644"/>
                    <a:pt x="2943" y="7635"/>
                    <a:pt x="2902" y="7567"/>
                  </a:cubicBezTo>
                  <a:cubicBezTo>
                    <a:pt x="3033" y="7339"/>
                    <a:pt x="3158" y="7105"/>
                    <a:pt x="3294" y="6876"/>
                  </a:cubicBezTo>
                  <a:cubicBezTo>
                    <a:pt x="3403" y="6685"/>
                    <a:pt x="3517" y="6484"/>
                    <a:pt x="3441" y="6277"/>
                  </a:cubicBezTo>
                  <a:cubicBezTo>
                    <a:pt x="3245" y="5755"/>
                    <a:pt x="3103" y="5205"/>
                    <a:pt x="2771" y="4737"/>
                  </a:cubicBezTo>
                  <a:cubicBezTo>
                    <a:pt x="2412" y="4236"/>
                    <a:pt x="2173" y="3686"/>
                    <a:pt x="2096" y="3065"/>
                  </a:cubicBezTo>
                  <a:cubicBezTo>
                    <a:pt x="2015" y="2347"/>
                    <a:pt x="1742" y="1731"/>
                    <a:pt x="1154" y="1274"/>
                  </a:cubicBezTo>
                  <a:cubicBezTo>
                    <a:pt x="817" y="1013"/>
                    <a:pt x="512" y="713"/>
                    <a:pt x="191" y="430"/>
                  </a:cubicBezTo>
                  <a:cubicBezTo>
                    <a:pt x="66" y="311"/>
                    <a:pt x="191" y="131"/>
                    <a:pt x="93" y="0"/>
                  </a:cubicBez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26"/>
            <p:cNvSpPr/>
            <p:nvPr/>
          </p:nvSpPr>
          <p:spPr>
            <a:xfrm>
              <a:off x="4268008" y="2170785"/>
              <a:ext cx="271120" cy="389320"/>
            </a:xfrm>
            <a:custGeom>
              <a:rect b="b" l="l" r="r" t="t"/>
              <a:pathLst>
                <a:path extrusionOk="0" h="6795" w="4732">
                  <a:moveTo>
                    <a:pt x="4731" y="1"/>
                  </a:moveTo>
                  <a:lnTo>
                    <a:pt x="4731" y="1"/>
                  </a:lnTo>
                  <a:cubicBezTo>
                    <a:pt x="4285" y="93"/>
                    <a:pt x="3980" y="420"/>
                    <a:pt x="3626" y="665"/>
                  </a:cubicBezTo>
                  <a:cubicBezTo>
                    <a:pt x="2592" y="1378"/>
                    <a:pt x="1677" y="2211"/>
                    <a:pt x="1171" y="3398"/>
                  </a:cubicBezTo>
                  <a:cubicBezTo>
                    <a:pt x="850" y="4149"/>
                    <a:pt x="436" y="4862"/>
                    <a:pt x="213" y="5657"/>
                  </a:cubicBezTo>
                  <a:cubicBezTo>
                    <a:pt x="251" y="6016"/>
                    <a:pt x="0" y="6343"/>
                    <a:pt x="109" y="6795"/>
                  </a:cubicBezTo>
                  <a:cubicBezTo>
                    <a:pt x="430" y="5358"/>
                    <a:pt x="1133" y="4171"/>
                    <a:pt x="1753" y="2946"/>
                  </a:cubicBezTo>
                  <a:cubicBezTo>
                    <a:pt x="2036" y="2385"/>
                    <a:pt x="2488" y="1944"/>
                    <a:pt x="2978" y="1547"/>
                  </a:cubicBezTo>
                  <a:cubicBezTo>
                    <a:pt x="3561" y="1073"/>
                    <a:pt x="4214" y="692"/>
                    <a:pt x="4726" y="131"/>
                  </a:cubicBezTo>
                  <a:cubicBezTo>
                    <a:pt x="4726" y="88"/>
                    <a:pt x="4731" y="44"/>
                    <a:pt x="47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26"/>
            <p:cNvSpPr/>
            <p:nvPr/>
          </p:nvSpPr>
          <p:spPr>
            <a:xfrm>
              <a:off x="3347864" y="2458171"/>
              <a:ext cx="442031" cy="167130"/>
            </a:xfrm>
            <a:custGeom>
              <a:rect b="b" l="l" r="r" t="t"/>
              <a:pathLst>
                <a:path extrusionOk="0" h="2917" w="7715">
                  <a:moveTo>
                    <a:pt x="201" y="0"/>
                  </a:moveTo>
                  <a:cubicBezTo>
                    <a:pt x="135" y="0"/>
                    <a:pt x="68" y="3"/>
                    <a:pt x="0" y="10"/>
                  </a:cubicBezTo>
                  <a:cubicBezTo>
                    <a:pt x="33" y="233"/>
                    <a:pt x="240" y="216"/>
                    <a:pt x="382" y="249"/>
                  </a:cubicBezTo>
                  <a:cubicBezTo>
                    <a:pt x="953" y="396"/>
                    <a:pt x="1481" y="641"/>
                    <a:pt x="2009" y="902"/>
                  </a:cubicBezTo>
                  <a:cubicBezTo>
                    <a:pt x="2902" y="1343"/>
                    <a:pt x="3806" y="1762"/>
                    <a:pt x="4693" y="2214"/>
                  </a:cubicBezTo>
                  <a:cubicBezTo>
                    <a:pt x="5129" y="2438"/>
                    <a:pt x="5635" y="2410"/>
                    <a:pt x="6060" y="2639"/>
                  </a:cubicBezTo>
                  <a:cubicBezTo>
                    <a:pt x="6473" y="2791"/>
                    <a:pt x="6920" y="2802"/>
                    <a:pt x="7339" y="2917"/>
                  </a:cubicBezTo>
                  <a:cubicBezTo>
                    <a:pt x="7442" y="2900"/>
                    <a:pt x="7551" y="2884"/>
                    <a:pt x="7715" y="2862"/>
                  </a:cubicBezTo>
                  <a:cubicBezTo>
                    <a:pt x="7410" y="2677"/>
                    <a:pt x="7143" y="2612"/>
                    <a:pt x="6871" y="2546"/>
                  </a:cubicBezTo>
                  <a:cubicBezTo>
                    <a:pt x="5934" y="2323"/>
                    <a:pt x="4982" y="2122"/>
                    <a:pt x="4143" y="1643"/>
                  </a:cubicBezTo>
                  <a:cubicBezTo>
                    <a:pt x="3283" y="1153"/>
                    <a:pt x="2374" y="777"/>
                    <a:pt x="1492" y="342"/>
                  </a:cubicBezTo>
                  <a:cubicBezTo>
                    <a:pt x="1088" y="142"/>
                    <a:pt x="659" y="0"/>
                    <a:pt x="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26"/>
            <p:cNvSpPr/>
            <p:nvPr/>
          </p:nvSpPr>
          <p:spPr>
            <a:xfrm>
              <a:off x="313911" y="3405756"/>
              <a:ext cx="519093" cy="67895"/>
            </a:xfrm>
            <a:custGeom>
              <a:rect b="b" l="l" r="r" t="t"/>
              <a:pathLst>
                <a:path extrusionOk="0" h="1185" w="9060">
                  <a:moveTo>
                    <a:pt x="8571" y="1"/>
                  </a:moveTo>
                  <a:cubicBezTo>
                    <a:pt x="8371" y="1"/>
                    <a:pt x="8193" y="104"/>
                    <a:pt x="8003" y="162"/>
                  </a:cubicBezTo>
                  <a:cubicBezTo>
                    <a:pt x="7682" y="282"/>
                    <a:pt x="7345" y="352"/>
                    <a:pt x="7002" y="374"/>
                  </a:cubicBezTo>
                  <a:cubicBezTo>
                    <a:pt x="6033" y="429"/>
                    <a:pt x="5069" y="586"/>
                    <a:pt x="4100" y="695"/>
                  </a:cubicBezTo>
                  <a:cubicBezTo>
                    <a:pt x="3579" y="757"/>
                    <a:pt x="3061" y="867"/>
                    <a:pt x="2534" y="867"/>
                  </a:cubicBezTo>
                  <a:cubicBezTo>
                    <a:pt x="2323" y="867"/>
                    <a:pt x="2110" y="849"/>
                    <a:pt x="1895" y="804"/>
                  </a:cubicBezTo>
                  <a:cubicBezTo>
                    <a:pt x="1578" y="740"/>
                    <a:pt x="1253" y="672"/>
                    <a:pt x="927" y="672"/>
                  </a:cubicBezTo>
                  <a:cubicBezTo>
                    <a:pt x="867" y="672"/>
                    <a:pt x="807" y="674"/>
                    <a:pt x="747" y="679"/>
                  </a:cubicBezTo>
                  <a:cubicBezTo>
                    <a:pt x="453" y="706"/>
                    <a:pt x="120" y="701"/>
                    <a:pt x="1" y="1076"/>
                  </a:cubicBezTo>
                  <a:cubicBezTo>
                    <a:pt x="7" y="1152"/>
                    <a:pt x="26" y="1184"/>
                    <a:pt x="55" y="1184"/>
                  </a:cubicBezTo>
                  <a:cubicBezTo>
                    <a:pt x="81" y="1184"/>
                    <a:pt x="112" y="1160"/>
                    <a:pt x="148" y="1120"/>
                  </a:cubicBezTo>
                  <a:cubicBezTo>
                    <a:pt x="313" y="924"/>
                    <a:pt x="529" y="850"/>
                    <a:pt x="747" y="850"/>
                  </a:cubicBezTo>
                  <a:cubicBezTo>
                    <a:pt x="838" y="850"/>
                    <a:pt x="930" y="863"/>
                    <a:pt x="1019" y="886"/>
                  </a:cubicBezTo>
                  <a:cubicBezTo>
                    <a:pt x="1567" y="1019"/>
                    <a:pt x="2116" y="1089"/>
                    <a:pt x="2669" y="1089"/>
                  </a:cubicBezTo>
                  <a:cubicBezTo>
                    <a:pt x="2977" y="1089"/>
                    <a:pt x="3287" y="1067"/>
                    <a:pt x="3599" y="1022"/>
                  </a:cubicBezTo>
                  <a:cubicBezTo>
                    <a:pt x="4497" y="886"/>
                    <a:pt x="5401" y="750"/>
                    <a:pt x="6310" y="679"/>
                  </a:cubicBezTo>
                  <a:cubicBezTo>
                    <a:pt x="7258" y="608"/>
                    <a:pt x="8107" y="107"/>
                    <a:pt x="9060" y="107"/>
                  </a:cubicBezTo>
                  <a:cubicBezTo>
                    <a:pt x="8945" y="80"/>
                    <a:pt x="8831" y="47"/>
                    <a:pt x="8717" y="20"/>
                  </a:cubicBezTo>
                  <a:cubicBezTo>
                    <a:pt x="8667" y="7"/>
                    <a:pt x="8618" y="1"/>
                    <a:pt x="85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26"/>
            <p:cNvSpPr/>
            <p:nvPr/>
          </p:nvSpPr>
          <p:spPr>
            <a:xfrm>
              <a:off x="1097122" y="2563821"/>
              <a:ext cx="321654" cy="181453"/>
            </a:xfrm>
            <a:custGeom>
              <a:rect b="b" l="l" r="r" t="t"/>
              <a:pathLst>
                <a:path extrusionOk="0" h="3167" w="5614">
                  <a:moveTo>
                    <a:pt x="1" y="0"/>
                  </a:moveTo>
                  <a:lnTo>
                    <a:pt x="1" y="0"/>
                  </a:lnTo>
                  <a:cubicBezTo>
                    <a:pt x="137" y="365"/>
                    <a:pt x="518" y="490"/>
                    <a:pt x="752" y="768"/>
                  </a:cubicBezTo>
                  <a:cubicBezTo>
                    <a:pt x="972" y="1022"/>
                    <a:pt x="1242" y="1131"/>
                    <a:pt x="1559" y="1131"/>
                  </a:cubicBezTo>
                  <a:cubicBezTo>
                    <a:pt x="1649" y="1131"/>
                    <a:pt x="1743" y="1122"/>
                    <a:pt x="1841" y="1105"/>
                  </a:cubicBezTo>
                  <a:cubicBezTo>
                    <a:pt x="2005" y="1074"/>
                    <a:pt x="2168" y="1057"/>
                    <a:pt x="2330" y="1057"/>
                  </a:cubicBezTo>
                  <a:cubicBezTo>
                    <a:pt x="2651" y="1057"/>
                    <a:pt x="2969" y="1124"/>
                    <a:pt x="3283" y="1279"/>
                  </a:cubicBezTo>
                  <a:cubicBezTo>
                    <a:pt x="3556" y="1410"/>
                    <a:pt x="3735" y="1699"/>
                    <a:pt x="4024" y="1737"/>
                  </a:cubicBezTo>
                  <a:cubicBezTo>
                    <a:pt x="4416" y="1786"/>
                    <a:pt x="4519" y="2036"/>
                    <a:pt x="4601" y="2346"/>
                  </a:cubicBezTo>
                  <a:cubicBezTo>
                    <a:pt x="4661" y="2570"/>
                    <a:pt x="4726" y="2798"/>
                    <a:pt x="4802" y="3016"/>
                  </a:cubicBezTo>
                  <a:cubicBezTo>
                    <a:pt x="4831" y="3095"/>
                    <a:pt x="4885" y="3166"/>
                    <a:pt x="4951" y="3166"/>
                  </a:cubicBezTo>
                  <a:cubicBezTo>
                    <a:pt x="4986" y="3166"/>
                    <a:pt x="5024" y="3146"/>
                    <a:pt x="5064" y="3098"/>
                  </a:cubicBezTo>
                  <a:cubicBezTo>
                    <a:pt x="5374" y="2717"/>
                    <a:pt x="5613" y="2303"/>
                    <a:pt x="5581" y="1786"/>
                  </a:cubicBezTo>
                  <a:cubicBezTo>
                    <a:pt x="5575" y="1724"/>
                    <a:pt x="5562" y="1705"/>
                    <a:pt x="5547" y="1705"/>
                  </a:cubicBezTo>
                  <a:cubicBezTo>
                    <a:pt x="5522" y="1705"/>
                    <a:pt x="5488" y="1759"/>
                    <a:pt x="5461" y="1769"/>
                  </a:cubicBezTo>
                  <a:cubicBezTo>
                    <a:pt x="5379" y="2102"/>
                    <a:pt x="5341" y="2455"/>
                    <a:pt x="5042" y="2700"/>
                  </a:cubicBezTo>
                  <a:cubicBezTo>
                    <a:pt x="5015" y="2657"/>
                    <a:pt x="4987" y="2630"/>
                    <a:pt x="4976" y="2597"/>
                  </a:cubicBezTo>
                  <a:cubicBezTo>
                    <a:pt x="4857" y="2036"/>
                    <a:pt x="4748" y="1470"/>
                    <a:pt x="4007" y="1421"/>
                  </a:cubicBezTo>
                  <a:cubicBezTo>
                    <a:pt x="3986" y="1421"/>
                    <a:pt x="3964" y="1399"/>
                    <a:pt x="3947" y="1383"/>
                  </a:cubicBezTo>
                  <a:cubicBezTo>
                    <a:pt x="3475" y="958"/>
                    <a:pt x="2926" y="829"/>
                    <a:pt x="2356" y="829"/>
                  </a:cubicBezTo>
                  <a:cubicBezTo>
                    <a:pt x="2152" y="829"/>
                    <a:pt x="1944" y="845"/>
                    <a:pt x="1737" y="871"/>
                  </a:cubicBezTo>
                  <a:cubicBezTo>
                    <a:pt x="1673" y="879"/>
                    <a:pt x="1613" y="883"/>
                    <a:pt x="1556" y="883"/>
                  </a:cubicBezTo>
                  <a:cubicBezTo>
                    <a:pt x="1300" y="883"/>
                    <a:pt x="1102" y="801"/>
                    <a:pt x="915" y="610"/>
                  </a:cubicBezTo>
                  <a:cubicBezTo>
                    <a:pt x="659" y="338"/>
                    <a:pt x="376" y="98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26"/>
            <p:cNvSpPr/>
            <p:nvPr/>
          </p:nvSpPr>
          <p:spPr>
            <a:xfrm>
              <a:off x="3281002" y="2604042"/>
              <a:ext cx="358266" cy="81473"/>
            </a:xfrm>
            <a:custGeom>
              <a:rect b="b" l="l" r="r" t="t"/>
              <a:pathLst>
                <a:path extrusionOk="0" h="1422" w="6253">
                  <a:moveTo>
                    <a:pt x="5559" y="0"/>
                  </a:moveTo>
                  <a:cubicBezTo>
                    <a:pt x="5550" y="0"/>
                    <a:pt x="5542" y="0"/>
                    <a:pt x="5534" y="0"/>
                  </a:cubicBezTo>
                  <a:cubicBezTo>
                    <a:pt x="4042" y="44"/>
                    <a:pt x="2583" y="300"/>
                    <a:pt x="1151" y="708"/>
                  </a:cubicBezTo>
                  <a:cubicBezTo>
                    <a:pt x="786" y="812"/>
                    <a:pt x="471" y="1024"/>
                    <a:pt x="166" y="1247"/>
                  </a:cubicBezTo>
                  <a:cubicBezTo>
                    <a:pt x="0" y="1371"/>
                    <a:pt x="81" y="1422"/>
                    <a:pt x="225" y="1422"/>
                  </a:cubicBezTo>
                  <a:cubicBezTo>
                    <a:pt x="232" y="1422"/>
                    <a:pt x="240" y="1422"/>
                    <a:pt x="247" y="1421"/>
                  </a:cubicBezTo>
                  <a:cubicBezTo>
                    <a:pt x="901" y="1122"/>
                    <a:pt x="1581" y="888"/>
                    <a:pt x="2273" y="714"/>
                  </a:cubicBezTo>
                  <a:cubicBezTo>
                    <a:pt x="3412" y="437"/>
                    <a:pt x="4572" y="265"/>
                    <a:pt x="5747" y="265"/>
                  </a:cubicBezTo>
                  <a:cubicBezTo>
                    <a:pt x="5891" y="265"/>
                    <a:pt x="6036" y="267"/>
                    <a:pt x="6181" y="273"/>
                  </a:cubicBezTo>
                  <a:cubicBezTo>
                    <a:pt x="6252" y="158"/>
                    <a:pt x="6160" y="126"/>
                    <a:pt x="6083" y="104"/>
                  </a:cubicBezTo>
                  <a:cubicBezTo>
                    <a:pt x="5911" y="57"/>
                    <a:pt x="5744" y="0"/>
                    <a:pt x="55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26"/>
            <p:cNvSpPr/>
            <p:nvPr/>
          </p:nvSpPr>
          <p:spPr>
            <a:xfrm>
              <a:off x="4208422" y="1905972"/>
              <a:ext cx="229925" cy="147936"/>
            </a:xfrm>
            <a:custGeom>
              <a:rect b="b" l="l" r="r" t="t"/>
              <a:pathLst>
                <a:path extrusionOk="0" h="2582" w="4013">
                  <a:moveTo>
                    <a:pt x="780" y="0"/>
                  </a:moveTo>
                  <a:cubicBezTo>
                    <a:pt x="558" y="0"/>
                    <a:pt x="340" y="98"/>
                    <a:pt x="186" y="295"/>
                  </a:cubicBezTo>
                  <a:cubicBezTo>
                    <a:pt x="126" y="464"/>
                    <a:pt x="66" y="632"/>
                    <a:pt x="0" y="801"/>
                  </a:cubicBezTo>
                  <a:cubicBezTo>
                    <a:pt x="104" y="730"/>
                    <a:pt x="180" y="649"/>
                    <a:pt x="235" y="551"/>
                  </a:cubicBezTo>
                  <a:cubicBezTo>
                    <a:pt x="319" y="396"/>
                    <a:pt x="414" y="329"/>
                    <a:pt x="517" y="329"/>
                  </a:cubicBezTo>
                  <a:cubicBezTo>
                    <a:pt x="607" y="329"/>
                    <a:pt x="702" y="380"/>
                    <a:pt x="801" y="469"/>
                  </a:cubicBezTo>
                  <a:cubicBezTo>
                    <a:pt x="1040" y="687"/>
                    <a:pt x="1198" y="964"/>
                    <a:pt x="1329" y="1253"/>
                  </a:cubicBezTo>
                  <a:cubicBezTo>
                    <a:pt x="1454" y="1514"/>
                    <a:pt x="1645" y="1705"/>
                    <a:pt x="1873" y="1879"/>
                  </a:cubicBezTo>
                  <a:cubicBezTo>
                    <a:pt x="2423" y="2293"/>
                    <a:pt x="3098" y="2336"/>
                    <a:pt x="3713" y="2554"/>
                  </a:cubicBezTo>
                  <a:cubicBezTo>
                    <a:pt x="3752" y="2567"/>
                    <a:pt x="3803" y="2582"/>
                    <a:pt x="3852" y="2582"/>
                  </a:cubicBezTo>
                  <a:cubicBezTo>
                    <a:pt x="3927" y="2582"/>
                    <a:pt x="3996" y="2548"/>
                    <a:pt x="4013" y="2423"/>
                  </a:cubicBezTo>
                  <a:cubicBezTo>
                    <a:pt x="3572" y="2265"/>
                    <a:pt x="3131" y="2113"/>
                    <a:pt x="2695" y="1950"/>
                  </a:cubicBezTo>
                  <a:cubicBezTo>
                    <a:pt x="2178" y="1754"/>
                    <a:pt x="1677" y="1531"/>
                    <a:pt x="1666" y="856"/>
                  </a:cubicBezTo>
                  <a:cubicBezTo>
                    <a:pt x="1661" y="779"/>
                    <a:pt x="1623" y="703"/>
                    <a:pt x="1596" y="627"/>
                  </a:cubicBezTo>
                  <a:cubicBezTo>
                    <a:pt x="1437" y="210"/>
                    <a:pt x="1104" y="0"/>
                    <a:pt x="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26"/>
            <p:cNvSpPr/>
            <p:nvPr/>
          </p:nvSpPr>
          <p:spPr>
            <a:xfrm>
              <a:off x="948043" y="2379850"/>
              <a:ext cx="120892" cy="213309"/>
            </a:xfrm>
            <a:custGeom>
              <a:rect b="b" l="l" r="r" t="t"/>
              <a:pathLst>
                <a:path extrusionOk="0" h="3723" w="2110">
                  <a:moveTo>
                    <a:pt x="603" y="0"/>
                  </a:moveTo>
                  <a:cubicBezTo>
                    <a:pt x="489" y="0"/>
                    <a:pt x="402" y="139"/>
                    <a:pt x="343" y="255"/>
                  </a:cubicBezTo>
                  <a:cubicBezTo>
                    <a:pt x="316" y="320"/>
                    <a:pt x="289" y="386"/>
                    <a:pt x="267" y="451"/>
                  </a:cubicBezTo>
                  <a:cubicBezTo>
                    <a:pt x="0" y="1355"/>
                    <a:pt x="126" y="2253"/>
                    <a:pt x="322" y="3151"/>
                  </a:cubicBezTo>
                  <a:cubicBezTo>
                    <a:pt x="512" y="3255"/>
                    <a:pt x="409" y="3516"/>
                    <a:pt x="643" y="3723"/>
                  </a:cubicBezTo>
                  <a:cubicBezTo>
                    <a:pt x="583" y="2819"/>
                    <a:pt x="98" y="2046"/>
                    <a:pt x="338" y="1121"/>
                  </a:cubicBezTo>
                  <a:lnTo>
                    <a:pt x="338" y="1121"/>
                  </a:lnTo>
                  <a:cubicBezTo>
                    <a:pt x="616" y="1671"/>
                    <a:pt x="937" y="2106"/>
                    <a:pt x="1122" y="2623"/>
                  </a:cubicBezTo>
                  <a:cubicBezTo>
                    <a:pt x="1242" y="2966"/>
                    <a:pt x="1465" y="3211"/>
                    <a:pt x="1808" y="3325"/>
                  </a:cubicBezTo>
                  <a:cubicBezTo>
                    <a:pt x="1856" y="3342"/>
                    <a:pt x="1927" y="3366"/>
                    <a:pt x="1984" y="3366"/>
                  </a:cubicBezTo>
                  <a:cubicBezTo>
                    <a:pt x="2061" y="3366"/>
                    <a:pt x="2110" y="3320"/>
                    <a:pt x="2031" y="3140"/>
                  </a:cubicBezTo>
                  <a:cubicBezTo>
                    <a:pt x="1851" y="3075"/>
                    <a:pt x="1715" y="2955"/>
                    <a:pt x="1612" y="2792"/>
                  </a:cubicBezTo>
                  <a:cubicBezTo>
                    <a:pt x="1231" y="2188"/>
                    <a:pt x="899" y="1556"/>
                    <a:pt x="583" y="914"/>
                  </a:cubicBezTo>
                  <a:cubicBezTo>
                    <a:pt x="501" y="734"/>
                    <a:pt x="458" y="560"/>
                    <a:pt x="621" y="391"/>
                  </a:cubicBezTo>
                  <a:cubicBezTo>
                    <a:pt x="719" y="288"/>
                    <a:pt x="861" y="124"/>
                    <a:pt x="681" y="21"/>
                  </a:cubicBezTo>
                  <a:cubicBezTo>
                    <a:pt x="654" y="6"/>
                    <a:pt x="628" y="0"/>
                    <a:pt x="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26"/>
            <p:cNvSpPr/>
            <p:nvPr/>
          </p:nvSpPr>
          <p:spPr>
            <a:xfrm>
              <a:off x="3095827" y="2137382"/>
              <a:ext cx="190678" cy="109777"/>
            </a:xfrm>
            <a:custGeom>
              <a:rect b="b" l="l" r="r" t="t"/>
              <a:pathLst>
                <a:path extrusionOk="0" h="1916" w="3328">
                  <a:moveTo>
                    <a:pt x="514" y="0"/>
                  </a:moveTo>
                  <a:cubicBezTo>
                    <a:pt x="364" y="0"/>
                    <a:pt x="247" y="79"/>
                    <a:pt x="164" y="241"/>
                  </a:cubicBezTo>
                  <a:cubicBezTo>
                    <a:pt x="77" y="415"/>
                    <a:pt x="33" y="595"/>
                    <a:pt x="28" y="785"/>
                  </a:cubicBezTo>
                  <a:cubicBezTo>
                    <a:pt x="23" y="1161"/>
                    <a:pt x="12" y="1536"/>
                    <a:pt x="1" y="1912"/>
                  </a:cubicBezTo>
                  <a:cubicBezTo>
                    <a:pt x="29" y="1914"/>
                    <a:pt x="55" y="1915"/>
                    <a:pt x="78" y="1915"/>
                  </a:cubicBezTo>
                  <a:cubicBezTo>
                    <a:pt x="233" y="1915"/>
                    <a:pt x="279" y="1862"/>
                    <a:pt x="284" y="1673"/>
                  </a:cubicBezTo>
                  <a:cubicBezTo>
                    <a:pt x="284" y="1428"/>
                    <a:pt x="327" y="1188"/>
                    <a:pt x="355" y="943"/>
                  </a:cubicBezTo>
                  <a:cubicBezTo>
                    <a:pt x="403" y="520"/>
                    <a:pt x="446" y="349"/>
                    <a:pt x="567" y="349"/>
                  </a:cubicBezTo>
                  <a:cubicBezTo>
                    <a:pt x="664" y="349"/>
                    <a:pt x="812" y="459"/>
                    <a:pt x="1051" y="638"/>
                  </a:cubicBezTo>
                  <a:cubicBezTo>
                    <a:pt x="1536" y="997"/>
                    <a:pt x="2037" y="1161"/>
                    <a:pt x="2608" y="1177"/>
                  </a:cubicBezTo>
                  <a:cubicBezTo>
                    <a:pt x="2650" y="1179"/>
                    <a:pt x="2692" y="1180"/>
                    <a:pt x="2734" y="1180"/>
                  </a:cubicBezTo>
                  <a:cubicBezTo>
                    <a:pt x="2967" y="1180"/>
                    <a:pt x="3207" y="1138"/>
                    <a:pt x="3327" y="861"/>
                  </a:cubicBezTo>
                  <a:cubicBezTo>
                    <a:pt x="3278" y="861"/>
                    <a:pt x="3234" y="861"/>
                    <a:pt x="3191" y="856"/>
                  </a:cubicBezTo>
                  <a:cubicBezTo>
                    <a:pt x="3066" y="880"/>
                    <a:pt x="2944" y="890"/>
                    <a:pt x="2824" y="890"/>
                  </a:cubicBezTo>
                  <a:cubicBezTo>
                    <a:pt x="2310" y="890"/>
                    <a:pt x="1844" y="690"/>
                    <a:pt x="1389" y="442"/>
                  </a:cubicBezTo>
                  <a:cubicBezTo>
                    <a:pt x="1155" y="317"/>
                    <a:pt x="953" y="126"/>
                    <a:pt x="698" y="34"/>
                  </a:cubicBezTo>
                  <a:cubicBezTo>
                    <a:pt x="632" y="11"/>
                    <a:pt x="570" y="0"/>
                    <a:pt x="5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26"/>
            <p:cNvSpPr/>
            <p:nvPr/>
          </p:nvSpPr>
          <p:spPr>
            <a:xfrm>
              <a:off x="2775496" y="3755937"/>
              <a:ext cx="97688" cy="255478"/>
            </a:xfrm>
            <a:custGeom>
              <a:rect b="b" l="l" r="r" t="t"/>
              <a:pathLst>
                <a:path extrusionOk="0" h="4459" w="1705">
                  <a:moveTo>
                    <a:pt x="1" y="0"/>
                  </a:moveTo>
                  <a:lnTo>
                    <a:pt x="1" y="0"/>
                  </a:lnTo>
                  <a:cubicBezTo>
                    <a:pt x="191" y="490"/>
                    <a:pt x="463" y="947"/>
                    <a:pt x="589" y="1459"/>
                  </a:cubicBezTo>
                  <a:cubicBezTo>
                    <a:pt x="698" y="1873"/>
                    <a:pt x="828" y="2292"/>
                    <a:pt x="512" y="2684"/>
                  </a:cubicBezTo>
                  <a:cubicBezTo>
                    <a:pt x="512" y="2711"/>
                    <a:pt x="512" y="2738"/>
                    <a:pt x="512" y="2766"/>
                  </a:cubicBezTo>
                  <a:cubicBezTo>
                    <a:pt x="806" y="2967"/>
                    <a:pt x="970" y="3294"/>
                    <a:pt x="1204" y="3549"/>
                  </a:cubicBezTo>
                  <a:cubicBezTo>
                    <a:pt x="1482" y="3860"/>
                    <a:pt x="1498" y="3980"/>
                    <a:pt x="1204" y="4290"/>
                  </a:cubicBezTo>
                  <a:cubicBezTo>
                    <a:pt x="1318" y="4344"/>
                    <a:pt x="1433" y="4404"/>
                    <a:pt x="1552" y="4459"/>
                  </a:cubicBezTo>
                  <a:cubicBezTo>
                    <a:pt x="1705" y="4230"/>
                    <a:pt x="1650" y="3980"/>
                    <a:pt x="1596" y="3751"/>
                  </a:cubicBezTo>
                  <a:cubicBezTo>
                    <a:pt x="1351" y="2793"/>
                    <a:pt x="970" y="1878"/>
                    <a:pt x="643" y="947"/>
                  </a:cubicBezTo>
                  <a:cubicBezTo>
                    <a:pt x="518" y="588"/>
                    <a:pt x="306" y="256"/>
                    <a:pt x="1" y="0"/>
                  </a:cubicBezTo>
                  <a:close/>
                </a:path>
              </a:pathLst>
            </a:custGeom>
            <a:solidFill>
              <a:srgbClr val="31313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26"/>
            <p:cNvSpPr/>
            <p:nvPr/>
          </p:nvSpPr>
          <p:spPr>
            <a:xfrm>
              <a:off x="2743984" y="2106042"/>
              <a:ext cx="139972" cy="202079"/>
            </a:xfrm>
            <a:custGeom>
              <a:rect b="b" l="l" r="r" t="t"/>
              <a:pathLst>
                <a:path extrusionOk="0" h="3527" w="2443">
                  <a:moveTo>
                    <a:pt x="2171" y="1"/>
                  </a:moveTo>
                  <a:cubicBezTo>
                    <a:pt x="2012" y="1"/>
                    <a:pt x="1927" y="151"/>
                    <a:pt x="1868" y="336"/>
                  </a:cubicBezTo>
                  <a:cubicBezTo>
                    <a:pt x="1825" y="467"/>
                    <a:pt x="1819" y="614"/>
                    <a:pt x="1808" y="750"/>
                  </a:cubicBezTo>
                  <a:cubicBezTo>
                    <a:pt x="1797" y="837"/>
                    <a:pt x="1792" y="946"/>
                    <a:pt x="1699" y="951"/>
                  </a:cubicBezTo>
                  <a:cubicBezTo>
                    <a:pt x="1465" y="973"/>
                    <a:pt x="1416" y="1169"/>
                    <a:pt x="1313" y="1316"/>
                  </a:cubicBezTo>
                  <a:cubicBezTo>
                    <a:pt x="1169" y="1513"/>
                    <a:pt x="989" y="1632"/>
                    <a:pt x="737" y="1632"/>
                  </a:cubicBezTo>
                  <a:cubicBezTo>
                    <a:pt x="731" y="1632"/>
                    <a:pt x="725" y="1632"/>
                    <a:pt x="720" y="1632"/>
                  </a:cubicBezTo>
                  <a:cubicBezTo>
                    <a:pt x="583" y="1632"/>
                    <a:pt x="442" y="1664"/>
                    <a:pt x="300" y="1686"/>
                  </a:cubicBezTo>
                  <a:cubicBezTo>
                    <a:pt x="39" y="1724"/>
                    <a:pt x="1" y="1915"/>
                    <a:pt x="77" y="2105"/>
                  </a:cubicBezTo>
                  <a:cubicBezTo>
                    <a:pt x="191" y="2394"/>
                    <a:pt x="344" y="2693"/>
                    <a:pt x="611" y="2867"/>
                  </a:cubicBezTo>
                  <a:cubicBezTo>
                    <a:pt x="883" y="3047"/>
                    <a:pt x="1090" y="3270"/>
                    <a:pt x="1275" y="3526"/>
                  </a:cubicBezTo>
                  <a:cubicBezTo>
                    <a:pt x="1422" y="3140"/>
                    <a:pt x="1133" y="2944"/>
                    <a:pt x="905" y="2737"/>
                  </a:cubicBezTo>
                  <a:cubicBezTo>
                    <a:pt x="730" y="2579"/>
                    <a:pt x="540" y="2443"/>
                    <a:pt x="420" y="2230"/>
                  </a:cubicBezTo>
                  <a:cubicBezTo>
                    <a:pt x="377" y="2143"/>
                    <a:pt x="262" y="2073"/>
                    <a:pt x="328" y="1958"/>
                  </a:cubicBezTo>
                  <a:cubicBezTo>
                    <a:pt x="357" y="1905"/>
                    <a:pt x="406" y="1892"/>
                    <a:pt x="458" y="1892"/>
                  </a:cubicBezTo>
                  <a:cubicBezTo>
                    <a:pt x="502" y="1892"/>
                    <a:pt x="549" y="1901"/>
                    <a:pt x="589" y="1904"/>
                  </a:cubicBezTo>
                  <a:cubicBezTo>
                    <a:pt x="615" y="1906"/>
                    <a:pt x="641" y="1906"/>
                    <a:pt x="667" y="1906"/>
                  </a:cubicBezTo>
                  <a:cubicBezTo>
                    <a:pt x="1046" y="1906"/>
                    <a:pt x="1327" y="1719"/>
                    <a:pt x="1542" y="1408"/>
                  </a:cubicBezTo>
                  <a:cubicBezTo>
                    <a:pt x="1601" y="1321"/>
                    <a:pt x="1650" y="1207"/>
                    <a:pt x="1765" y="1202"/>
                  </a:cubicBezTo>
                  <a:cubicBezTo>
                    <a:pt x="2042" y="1191"/>
                    <a:pt x="2048" y="1006"/>
                    <a:pt x="2042" y="810"/>
                  </a:cubicBezTo>
                  <a:cubicBezTo>
                    <a:pt x="2042" y="679"/>
                    <a:pt x="2021" y="543"/>
                    <a:pt x="2053" y="423"/>
                  </a:cubicBezTo>
                  <a:cubicBezTo>
                    <a:pt x="2087" y="314"/>
                    <a:pt x="2088" y="139"/>
                    <a:pt x="2224" y="139"/>
                  </a:cubicBezTo>
                  <a:cubicBezTo>
                    <a:pt x="2266" y="139"/>
                    <a:pt x="2320" y="155"/>
                    <a:pt x="2391" y="194"/>
                  </a:cubicBezTo>
                  <a:cubicBezTo>
                    <a:pt x="2406" y="204"/>
                    <a:pt x="2415" y="207"/>
                    <a:pt x="2420" y="207"/>
                  </a:cubicBezTo>
                  <a:cubicBezTo>
                    <a:pt x="2443" y="207"/>
                    <a:pt x="2355" y="111"/>
                    <a:pt x="2391" y="75"/>
                  </a:cubicBezTo>
                  <a:cubicBezTo>
                    <a:pt x="2304" y="23"/>
                    <a:pt x="2232" y="1"/>
                    <a:pt x="21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26"/>
            <p:cNvSpPr/>
            <p:nvPr/>
          </p:nvSpPr>
          <p:spPr>
            <a:xfrm>
              <a:off x="202875" y="3439961"/>
              <a:ext cx="161629" cy="154467"/>
            </a:xfrm>
            <a:custGeom>
              <a:rect b="b" l="l" r="r" t="t"/>
              <a:pathLst>
                <a:path extrusionOk="0" h="2696" w="2821">
                  <a:moveTo>
                    <a:pt x="191" y="0"/>
                  </a:moveTo>
                  <a:cubicBezTo>
                    <a:pt x="120" y="240"/>
                    <a:pt x="131" y="490"/>
                    <a:pt x="93" y="730"/>
                  </a:cubicBezTo>
                  <a:cubicBezTo>
                    <a:pt x="1" y="1350"/>
                    <a:pt x="180" y="1748"/>
                    <a:pt x="752" y="1971"/>
                  </a:cubicBezTo>
                  <a:cubicBezTo>
                    <a:pt x="1427" y="2232"/>
                    <a:pt x="2113" y="2456"/>
                    <a:pt x="2793" y="2695"/>
                  </a:cubicBezTo>
                  <a:cubicBezTo>
                    <a:pt x="2821" y="2543"/>
                    <a:pt x="2734" y="2439"/>
                    <a:pt x="2652" y="2330"/>
                  </a:cubicBezTo>
                  <a:cubicBezTo>
                    <a:pt x="2162" y="2080"/>
                    <a:pt x="1639" y="1906"/>
                    <a:pt x="1117" y="1753"/>
                  </a:cubicBezTo>
                  <a:cubicBezTo>
                    <a:pt x="589" y="1606"/>
                    <a:pt x="316" y="1263"/>
                    <a:pt x="322" y="724"/>
                  </a:cubicBezTo>
                  <a:cubicBezTo>
                    <a:pt x="327" y="468"/>
                    <a:pt x="251" y="240"/>
                    <a:pt x="1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26"/>
            <p:cNvSpPr/>
            <p:nvPr/>
          </p:nvSpPr>
          <p:spPr>
            <a:xfrm>
              <a:off x="2248676" y="471216"/>
              <a:ext cx="155728" cy="104621"/>
            </a:xfrm>
            <a:custGeom>
              <a:rect b="b" l="l" r="r" t="t"/>
              <a:pathLst>
                <a:path extrusionOk="0" h="1826" w="2718">
                  <a:moveTo>
                    <a:pt x="1139" y="1"/>
                  </a:moveTo>
                  <a:cubicBezTo>
                    <a:pt x="1052" y="88"/>
                    <a:pt x="1150" y="120"/>
                    <a:pt x="1188" y="164"/>
                  </a:cubicBezTo>
                  <a:cubicBezTo>
                    <a:pt x="1503" y="550"/>
                    <a:pt x="1797" y="953"/>
                    <a:pt x="2151" y="1313"/>
                  </a:cubicBezTo>
                  <a:cubicBezTo>
                    <a:pt x="1678" y="1155"/>
                    <a:pt x="1275" y="855"/>
                    <a:pt x="790" y="757"/>
                  </a:cubicBezTo>
                  <a:cubicBezTo>
                    <a:pt x="653" y="729"/>
                    <a:pt x="512" y="690"/>
                    <a:pt x="374" y="690"/>
                  </a:cubicBezTo>
                  <a:cubicBezTo>
                    <a:pt x="244" y="690"/>
                    <a:pt x="117" y="725"/>
                    <a:pt x="1" y="839"/>
                  </a:cubicBezTo>
                  <a:cubicBezTo>
                    <a:pt x="70" y="846"/>
                    <a:pt x="140" y="847"/>
                    <a:pt x="211" y="847"/>
                  </a:cubicBezTo>
                  <a:cubicBezTo>
                    <a:pt x="236" y="847"/>
                    <a:pt x="261" y="847"/>
                    <a:pt x="287" y="847"/>
                  </a:cubicBezTo>
                  <a:cubicBezTo>
                    <a:pt x="450" y="847"/>
                    <a:pt x="612" y="852"/>
                    <a:pt x="763" y="931"/>
                  </a:cubicBezTo>
                  <a:cubicBezTo>
                    <a:pt x="1318" y="1220"/>
                    <a:pt x="1944" y="1367"/>
                    <a:pt x="2462" y="1737"/>
                  </a:cubicBezTo>
                  <a:cubicBezTo>
                    <a:pt x="2500" y="1764"/>
                    <a:pt x="2544" y="1826"/>
                    <a:pt x="2595" y="1826"/>
                  </a:cubicBezTo>
                  <a:cubicBezTo>
                    <a:pt x="2616" y="1826"/>
                    <a:pt x="2639" y="1815"/>
                    <a:pt x="2663" y="1786"/>
                  </a:cubicBezTo>
                  <a:cubicBezTo>
                    <a:pt x="2717" y="1726"/>
                    <a:pt x="2690" y="1655"/>
                    <a:pt x="2652" y="1590"/>
                  </a:cubicBezTo>
                  <a:cubicBezTo>
                    <a:pt x="2282" y="931"/>
                    <a:pt x="1776" y="403"/>
                    <a:pt x="11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26"/>
            <p:cNvSpPr/>
            <p:nvPr/>
          </p:nvSpPr>
          <p:spPr>
            <a:xfrm>
              <a:off x="4466990" y="2068114"/>
              <a:ext cx="81703" cy="85255"/>
            </a:xfrm>
            <a:custGeom>
              <a:rect b="b" l="l" r="r" t="t"/>
              <a:pathLst>
                <a:path extrusionOk="0" h="1488" w="1426">
                  <a:moveTo>
                    <a:pt x="810" y="1"/>
                  </a:moveTo>
                  <a:cubicBezTo>
                    <a:pt x="791" y="1"/>
                    <a:pt x="772" y="1"/>
                    <a:pt x="752" y="2"/>
                  </a:cubicBezTo>
                  <a:cubicBezTo>
                    <a:pt x="629" y="5"/>
                    <a:pt x="507" y="52"/>
                    <a:pt x="384" y="52"/>
                  </a:cubicBezTo>
                  <a:cubicBezTo>
                    <a:pt x="327" y="52"/>
                    <a:pt x="270" y="42"/>
                    <a:pt x="213" y="13"/>
                  </a:cubicBezTo>
                  <a:cubicBezTo>
                    <a:pt x="198" y="14"/>
                    <a:pt x="182" y="14"/>
                    <a:pt x="166" y="14"/>
                  </a:cubicBezTo>
                  <a:cubicBezTo>
                    <a:pt x="133" y="14"/>
                    <a:pt x="100" y="14"/>
                    <a:pt x="82" y="29"/>
                  </a:cubicBezTo>
                  <a:cubicBezTo>
                    <a:pt x="1" y="94"/>
                    <a:pt x="88" y="121"/>
                    <a:pt x="126" y="149"/>
                  </a:cubicBezTo>
                  <a:cubicBezTo>
                    <a:pt x="342" y="291"/>
                    <a:pt x="548" y="449"/>
                    <a:pt x="823" y="449"/>
                  </a:cubicBezTo>
                  <a:cubicBezTo>
                    <a:pt x="832" y="449"/>
                    <a:pt x="841" y="448"/>
                    <a:pt x="850" y="448"/>
                  </a:cubicBezTo>
                  <a:cubicBezTo>
                    <a:pt x="886" y="441"/>
                    <a:pt x="918" y="437"/>
                    <a:pt x="946" y="437"/>
                  </a:cubicBezTo>
                  <a:cubicBezTo>
                    <a:pt x="1088" y="437"/>
                    <a:pt x="1133" y="528"/>
                    <a:pt x="1133" y="709"/>
                  </a:cubicBezTo>
                  <a:cubicBezTo>
                    <a:pt x="1127" y="965"/>
                    <a:pt x="1073" y="1232"/>
                    <a:pt x="1176" y="1488"/>
                  </a:cubicBezTo>
                  <a:cubicBezTo>
                    <a:pt x="1296" y="1450"/>
                    <a:pt x="1253" y="1330"/>
                    <a:pt x="1329" y="1286"/>
                  </a:cubicBezTo>
                  <a:cubicBezTo>
                    <a:pt x="1351" y="1052"/>
                    <a:pt x="1389" y="824"/>
                    <a:pt x="1405" y="590"/>
                  </a:cubicBezTo>
                  <a:cubicBezTo>
                    <a:pt x="1426" y="173"/>
                    <a:pt x="1228" y="1"/>
                    <a:pt x="8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26"/>
            <p:cNvSpPr/>
            <p:nvPr/>
          </p:nvSpPr>
          <p:spPr>
            <a:xfrm>
              <a:off x="2554856" y="2089255"/>
              <a:ext cx="133039" cy="53227"/>
            </a:xfrm>
            <a:custGeom>
              <a:rect b="b" l="l" r="r" t="t"/>
              <a:pathLst>
                <a:path extrusionOk="0" h="929" w="2322">
                  <a:moveTo>
                    <a:pt x="195" y="1"/>
                  </a:moveTo>
                  <a:cubicBezTo>
                    <a:pt x="0" y="1"/>
                    <a:pt x="56" y="132"/>
                    <a:pt x="106" y="264"/>
                  </a:cubicBezTo>
                  <a:cubicBezTo>
                    <a:pt x="255" y="619"/>
                    <a:pt x="783" y="918"/>
                    <a:pt x="1219" y="918"/>
                  </a:cubicBezTo>
                  <a:cubicBezTo>
                    <a:pt x="1278" y="918"/>
                    <a:pt x="1336" y="913"/>
                    <a:pt x="1391" y="901"/>
                  </a:cubicBezTo>
                  <a:cubicBezTo>
                    <a:pt x="1461" y="888"/>
                    <a:pt x="1531" y="851"/>
                    <a:pt x="1598" y="851"/>
                  </a:cubicBezTo>
                  <a:cubicBezTo>
                    <a:pt x="1646" y="851"/>
                    <a:pt x="1691" y="870"/>
                    <a:pt x="1734" y="928"/>
                  </a:cubicBezTo>
                  <a:lnTo>
                    <a:pt x="2322" y="928"/>
                  </a:lnTo>
                  <a:cubicBezTo>
                    <a:pt x="2178" y="703"/>
                    <a:pt x="1920" y="642"/>
                    <a:pt x="1685" y="642"/>
                  </a:cubicBezTo>
                  <a:cubicBezTo>
                    <a:pt x="1654" y="642"/>
                    <a:pt x="1623" y="643"/>
                    <a:pt x="1592" y="645"/>
                  </a:cubicBezTo>
                  <a:cubicBezTo>
                    <a:pt x="1547" y="649"/>
                    <a:pt x="1503" y="650"/>
                    <a:pt x="1460" y="650"/>
                  </a:cubicBezTo>
                  <a:cubicBezTo>
                    <a:pt x="936" y="650"/>
                    <a:pt x="559" y="410"/>
                    <a:pt x="242" y="3"/>
                  </a:cubicBezTo>
                  <a:cubicBezTo>
                    <a:pt x="225" y="1"/>
                    <a:pt x="209" y="1"/>
                    <a:pt x="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26"/>
            <p:cNvSpPr/>
            <p:nvPr/>
          </p:nvSpPr>
          <p:spPr>
            <a:xfrm>
              <a:off x="2152308" y="527536"/>
              <a:ext cx="63712" cy="73509"/>
            </a:xfrm>
            <a:custGeom>
              <a:rect b="b" l="l" r="r" t="t"/>
              <a:pathLst>
                <a:path extrusionOk="0" h="1283" w="1112">
                  <a:moveTo>
                    <a:pt x="722" y="0"/>
                  </a:moveTo>
                  <a:cubicBezTo>
                    <a:pt x="470" y="0"/>
                    <a:pt x="188" y="88"/>
                    <a:pt x="148" y="226"/>
                  </a:cubicBezTo>
                  <a:cubicBezTo>
                    <a:pt x="1" y="727"/>
                    <a:pt x="453" y="716"/>
                    <a:pt x="736" y="841"/>
                  </a:cubicBezTo>
                  <a:cubicBezTo>
                    <a:pt x="643" y="1026"/>
                    <a:pt x="333" y="1010"/>
                    <a:pt x="409" y="1282"/>
                  </a:cubicBezTo>
                  <a:cubicBezTo>
                    <a:pt x="567" y="1190"/>
                    <a:pt x="730" y="1097"/>
                    <a:pt x="888" y="999"/>
                  </a:cubicBezTo>
                  <a:cubicBezTo>
                    <a:pt x="970" y="950"/>
                    <a:pt x="1111" y="928"/>
                    <a:pt x="1084" y="787"/>
                  </a:cubicBezTo>
                  <a:cubicBezTo>
                    <a:pt x="1057" y="667"/>
                    <a:pt x="942" y="634"/>
                    <a:pt x="844" y="596"/>
                  </a:cubicBezTo>
                  <a:cubicBezTo>
                    <a:pt x="676" y="531"/>
                    <a:pt x="485" y="515"/>
                    <a:pt x="349" y="346"/>
                  </a:cubicBezTo>
                  <a:cubicBezTo>
                    <a:pt x="567" y="177"/>
                    <a:pt x="834" y="204"/>
                    <a:pt x="1040" y="68"/>
                  </a:cubicBezTo>
                  <a:cubicBezTo>
                    <a:pt x="963" y="21"/>
                    <a:pt x="846" y="0"/>
                    <a:pt x="7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26"/>
            <p:cNvSpPr/>
            <p:nvPr/>
          </p:nvSpPr>
          <p:spPr>
            <a:xfrm>
              <a:off x="3249548" y="3315804"/>
              <a:ext cx="53456" cy="76202"/>
            </a:xfrm>
            <a:custGeom>
              <a:rect b="b" l="l" r="r" t="t"/>
              <a:pathLst>
                <a:path extrusionOk="0" h="1330" w="933">
                  <a:moveTo>
                    <a:pt x="258" y="1"/>
                  </a:moveTo>
                  <a:cubicBezTo>
                    <a:pt x="127" y="93"/>
                    <a:pt x="214" y="256"/>
                    <a:pt x="94" y="322"/>
                  </a:cubicBezTo>
                  <a:cubicBezTo>
                    <a:pt x="67" y="578"/>
                    <a:pt x="34" y="833"/>
                    <a:pt x="13" y="1089"/>
                  </a:cubicBezTo>
                  <a:cubicBezTo>
                    <a:pt x="0" y="1230"/>
                    <a:pt x="63" y="1330"/>
                    <a:pt x="156" y="1330"/>
                  </a:cubicBezTo>
                  <a:cubicBezTo>
                    <a:pt x="189" y="1330"/>
                    <a:pt x="225" y="1318"/>
                    <a:pt x="263" y="1291"/>
                  </a:cubicBezTo>
                  <a:cubicBezTo>
                    <a:pt x="497" y="1127"/>
                    <a:pt x="791" y="1024"/>
                    <a:pt x="933" y="746"/>
                  </a:cubicBezTo>
                  <a:cubicBezTo>
                    <a:pt x="868" y="684"/>
                    <a:pt x="807" y="661"/>
                    <a:pt x="747" y="661"/>
                  </a:cubicBezTo>
                  <a:cubicBezTo>
                    <a:pt x="640" y="661"/>
                    <a:pt x="539" y="736"/>
                    <a:pt x="437" y="795"/>
                  </a:cubicBezTo>
                  <a:cubicBezTo>
                    <a:pt x="402" y="817"/>
                    <a:pt x="371" y="866"/>
                    <a:pt x="327" y="866"/>
                  </a:cubicBezTo>
                  <a:cubicBezTo>
                    <a:pt x="316" y="866"/>
                    <a:pt x="304" y="863"/>
                    <a:pt x="290" y="855"/>
                  </a:cubicBezTo>
                  <a:cubicBezTo>
                    <a:pt x="214" y="812"/>
                    <a:pt x="247" y="736"/>
                    <a:pt x="263" y="670"/>
                  </a:cubicBezTo>
                  <a:cubicBezTo>
                    <a:pt x="301" y="452"/>
                    <a:pt x="328" y="235"/>
                    <a:pt x="2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26"/>
            <p:cNvSpPr/>
            <p:nvPr/>
          </p:nvSpPr>
          <p:spPr>
            <a:xfrm>
              <a:off x="2494239" y="3093790"/>
              <a:ext cx="42398" cy="86401"/>
            </a:xfrm>
            <a:custGeom>
              <a:rect b="b" l="l" r="r" t="t"/>
              <a:pathLst>
                <a:path extrusionOk="0" h="1508" w="740">
                  <a:moveTo>
                    <a:pt x="63" y="0"/>
                  </a:moveTo>
                  <a:cubicBezTo>
                    <a:pt x="0" y="0"/>
                    <a:pt x="56" y="129"/>
                    <a:pt x="26" y="163"/>
                  </a:cubicBezTo>
                  <a:cubicBezTo>
                    <a:pt x="163" y="647"/>
                    <a:pt x="315" y="1126"/>
                    <a:pt x="663" y="1507"/>
                  </a:cubicBezTo>
                  <a:cubicBezTo>
                    <a:pt x="740" y="1230"/>
                    <a:pt x="380" y="174"/>
                    <a:pt x="152" y="38"/>
                  </a:cubicBezTo>
                  <a:cubicBezTo>
                    <a:pt x="109" y="11"/>
                    <a:pt x="81" y="0"/>
                    <a:pt x="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26"/>
            <p:cNvSpPr/>
            <p:nvPr/>
          </p:nvSpPr>
          <p:spPr>
            <a:xfrm>
              <a:off x="2967947" y="2153940"/>
              <a:ext cx="96026" cy="90297"/>
            </a:xfrm>
            <a:custGeom>
              <a:rect b="b" l="l" r="r" t="t"/>
              <a:pathLst>
                <a:path extrusionOk="0" h="1576" w="1676">
                  <a:moveTo>
                    <a:pt x="120" y="1"/>
                  </a:moveTo>
                  <a:cubicBezTo>
                    <a:pt x="28" y="17"/>
                    <a:pt x="1" y="33"/>
                    <a:pt x="99" y="110"/>
                  </a:cubicBezTo>
                  <a:cubicBezTo>
                    <a:pt x="632" y="518"/>
                    <a:pt x="1226" y="866"/>
                    <a:pt x="1541" y="1503"/>
                  </a:cubicBezTo>
                  <a:cubicBezTo>
                    <a:pt x="1552" y="1536"/>
                    <a:pt x="1585" y="1574"/>
                    <a:pt x="1607" y="1574"/>
                  </a:cubicBezTo>
                  <a:cubicBezTo>
                    <a:pt x="1612" y="1575"/>
                    <a:pt x="1618" y="1575"/>
                    <a:pt x="1622" y="1575"/>
                  </a:cubicBezTo>
                  <a:cubicBezTo>
                    <a:pt x="1676" y="1575"/>
                    <a:pt x="1667" y="1522"/>
                    <a:pt x="1672" y="1482"/>
                  </a:cubicBezTo>
                  <a:cubicBezTo>
                    <a:pt x="1601" y="1324"/>
                    <a:pt x="1547" y="1171"/>
                    <a:pt x="1432" y="1024"/>
                  </a:cubicBezTo>
                  <a:cubicBezTo>
                    <a:pt x="1068" y="583"/>
                    <a:pt x="594" y="295"/>
                    <a:pt x="120" y="1"/>
                  </a:cubicBezTo>
                  <a:close/>
                </a:path>
              </a:pathLst>
            </a:custGeom>
            <a:solidFill>
              <a:srgbClr val="10101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26"/>
            <p:cNvSpPr/>
            <p:nvPr/>
          </p:nvSpPr>
          <p:spPr>
            <a:xfrm>
              <a:off x="2715337" y="2181384"/>
              <a:ext cx="41195" cy="95855"/>
            </a:xfrm>
            <a:custGeom>
              <a:rect b="b" l="l" r="r" t="t"/>
              <a:pathLst>
                <a:path extrusionOk="0" h="1673" w="719">
                  <a:moveTo>
                    <a:pt x="82" y="1"/>
                  </a:moveTo>
                  <a:cubicBezTo>
                    <a:pt x="55" y="39"/>
                    <a:pt x="0" y="88"/>
                    <a:pt x="11" y="110"/>
                  </a:cubicBezTo>
                  <a:cubicBezTo>
                    <a:pt x="207" y="611"/>
                    <a:pt x="299" y="1155"/>
                    <a:pt x="588" y="1623"/>
                  </a:cubicBezTo>
                  <a:cubicBezTo>
                    <a:pt x="605" y="1655"/>
                    <a:pt x="627" y="1673"/>
                    <a:pt x="652" y="1673"/>
                  </a:cubicBezTo>
                  <a:cubicBezTo>
                    <a:pt x="673" y="1673"/>
                    <a:pt x="696" y="1659"/>
                    <a:pt x="719" y="1629"/>
                  </a:cubicBezTo>
                  <a:cubicBezTo>
                    <a:pt x="670" y="1498"/>
                    <a:pt x="621" y="1367"/>
                    <a:pt x="577" y="1231"/>
                  </a:cubicBezTo>
                  <a:cubicBezTo>
                    <a:pt x="452" y="807"/>
                    <a:pt x="343" y="376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26"/>
            <p:cNvSpPr/>
            <p:nvPr/>
          </p:nvSpPr>
          <p:spPr>
            <a:xfrm>
              <a:off x="857575" y="3196347"/>
              <a:ext cx="70244" cy="20168"/>
            </a:xfrm>
            <a:custGeom>
              <a:rect b="b" l="l" r="r" t="t"/>
              <a:pathLst>
                <a:path extrusionOk="0" h="352" w="1226">
                  <a:moveTo>
                    <a:pt x="932" y="1"/>
                  </a:moveTo>
                  <a:cubicBezTo>
                    <a:pt x="830" y="88"/>
                    <a:pt x="747" y="201"/>
                    <a:pt x="601" y="201"/>
                  </a:cubicBezTo>
                  <a:cubicBezTo>
                    <a:pt x="566" y="201"/>
                    <a:pt x="528" y="195"/>
                    <a:pt x="485" y="180"/>
                  </a:cubicBezTo>
                  <a:cubicBezTo>
                    <a:pt x="400" y="149"/>
                    <a:pt x="305" y="144"/>
                    <a:pt x="209" y="144"/>
                  </a:cubicBezTo>
                  <a:cubicBezTo>
                    <a:pt x="176" y="144"/>
                    <a:pt x="142" y="145"/>
                    <a:pt x="108" y="145"/>
                  </a:cubicBezTo>
                  <a:cubicBezTo>
                    <a:pt x="72" y="145"/>
                    <a:pt x="36" y="144"/>
                    <a:pt x="1" y="142"/>
                  </a:cubicBezTo>
                  <a:lnTo>
                    <a:pt x="1" y="142"/>
                  </a:lnTo>
                  <a:cubicBezTo>
                    <a:pt x="239" y="243"/>
                    <a:pt x="475" y="352"/>
                    <a:pt x="728" y="352"/>
                  </a:cubicBezTo>
                  <a:cubicBezTo>
                    <a:pt x="886" y="352"/>
                    <a:pt x="1050" y="309"/>
                    <a:pt x="1226" y="197"/>
                  </a:cubicBezTo>
                  <a:cubicBezTo>
                    <a:pt x="1100" y="115"/>
                    <a:pt x="1013" y="55"/>
                    <a:pt x="932" y="1"/>
                  </a:cubicBezTo>
                  <a:close/>
                </a:path>
              </a:pathLst>
            </a:custGeom>
            <a:solidFill>
              <a:srgbClr val="56565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26"/>
            <p:cNvSpPr/>
            <p:nvPr/>
          </p:nvSpPr>
          <p:spPr>
            <a:xfrm>
              <a:off x="772436" y="3403751"/>
              <a:ext cx="40909" cy="11287"/>
            </a:xfrm>
            <a:custGeom>
              <a:rect b="b" l="l" r="r" t="t"/>
              <a:pathLst>
                <a:path extrusionOk="0" h="197" w="714">
                  <a:moveTo>
                    <a:pt x="478" y="1"/>
                  </a:moveTo>
                  <a:cubicBezTo>
                    <a:pt x="306" y="1"/>
                    <a:pt x="152" y="87"/>
                    <a:pt x="0" y="197"/>
                  </a:cubicBezTo>
                  <a:cubicBezTo>
                    <a:pt x="7" y="197"/>
                    <a:pt x="13" y="197"/>
                    <a:pt x="20" y="197"/>
                  </a:cubicBezTo>
                  <a:cubicBezTo>
                    <a:pt x="262" y="197"/>
                    <a:pt x="480" y="98"/>
                    <a:pt x="714" y="55"/>
                  </a:cubicBezTo>
                  <a:cubicBezTo>
                    <a:pt x="631" y="17"/>
                    <a:pt x="553" y="1"/>
                    <a:pt x="478" y="1"/>
                  </a:cubicBezTo>
                  <a:close/>
                </a:path>
              </a:pathLst>
            </a:custGeom>
            <a:solidFill>
              <a:srgbClr val="53535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26"/>
            <p:cNvSpPr/>
            <p:nvPr/>
          </p:nvSpPr>
          <p:spPr>
            <a:xfrm>
              <a:off x="1527573" y="2504235"/>
              <a:ext cx="15011" cy="31226"/>
            </a:xfrm>
            <a:custGeom>
              <a:rect b="b" l="l" r="r" t="t"/>
              <a:pathLst>
                <a:path extrusionOk="0" h="545" w="262">
                  <a:moveTo>
                    <a:pt x="105" y="1"/>
                  </a:moveTo>
                  <a:cubicBezTo>
                    <a:pt x="90" y="1"/>
                    <a:pt x="76" y="16"/>
                    <a:pt x="60" y="60"/>
                  </a:cubicBezTo>
                  <a:cubicBezTo>
                    <a:pt x="0" y="224"/>
                    <a:pt x="66" y="381"/>
                    <a:pt x="71" y="545"/>
                  </a:cubicBezTo>
                  <a:cubicBezTo>
                    <a:pt x="175" y="452"/>
                    <a:pt x="82" y="251"/>
                    <a:pt x="262" y="202"/>
                  </a:cubicBezTo>
                  <a:cubicBezTo>
                    <a:pt x="240" y="158"/>
                    <a:pt x="218" y="109"/>
                    <a:pt x="196" y="66"/>
                  </a:cubicBezTo>
                  <a:cubicBezTo>
                    <a:pt x="195" y="66"/>
                    <a:pt x="193" y="66"/>
                    <a:pt x="192" y="66"/>
                  </a:cubicBezTo>
                  <a:cubicBezTo>
                    <a:pt x="163" y="66"/>
                    <a:pt x="135" y="1"/>
                    <a:pt x="105" y="1"/>
                  </a:cubicBezTo>
                  <a:close/>
                </a:path>
              </a:pathLst>
            </a:custGeom>
            <a:solidFill>
              <a:srgbClr val="31313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26"/>
            <p:cNvSpPr/>
            <p:nvPr/>
          </p:nvSpPr>
          <p:spPr>
            <a:xfrm>
              <a:off x="983565" y="2642715"/>
              <a:ext cx="948175" cy="641589"/>
            </a:xfrm>
            <a:custGeom>
              <a:rect b="b" l="l" r="r" t="t"/>
              <a:pathLst>
                <a:path extrusionOk="0" h="11198" w="16549">
                  <a:moveTo>
                    <a:pt x="306" y="0"/>
                  </a:moveTo>
                  <a:cubicBezTo>
                    <a:pt x="284" y="202"/>
                    <a:pt x="295" y="311"/>
                    <a:pt x="262" y="409"/>
                  </a:cubicBezTo>
                  <a:cubicBezTo>
                    <a:pt x="1" y="1149"/>
                    <a:pt x="50" y="1879"/>
                    <a:pt x="344" y="2597"/>
                  </a:cubicBezTo>
                  <a:cubicBezTo>
                    <a:pt x="398" y="2728"/>
                    <a:pt x="398" y="2859"/>
                    <a:pt x="377" y="3006"/>
                  </a:cubicBezTo>
                  <a:cubicBezTo>
                    <a:pt x="317" y="3425"/>
                    <a:pt x="251" y="3849"/>
                    <a:pt x="774" y="4083"/>
                  </a:cubicBezTo>
                  <a:cubicBezTo>
                    <a:pt x="1041" y="4203"/>
                    <a:pt x="926" y="4454"/>
                    <a:pt x="801" y="4622"/>
                  </a:cubicBezTo>
                  <a:cubicBezTo>
                    <a:pt x="681" y="4786"/>
                    <a:pt x="573" y="4949"/>
                    <a:pt x="496" y="5134"/>
                  </a:cubicBezTo>
                  <a:cubicBezTo>
                    <a:pt x="502" y="5134"/>
                    <a:pt x="507" y="5134"/>
                    <a:pt x="512" y="5134"/>
                  </a:cubicBezTo>
                  <a:cubicBezTo>
                    <a:pt x="675" y="5134"/>
                    <a:pt x="817" y="5212"/>
                    <a:pt x="970" y="5265"/>
                  </a:cubicBezTo>
                  <a:cubicBezTo>
                    <a:pt x="2440" y="5766"/>
                    <a:pt x="3757" y="6604"/>
                    <a:pt x="5162" y="7252"/>
                  </a:cubicBezTo>
                  <a:cubicBezTo>
                    <a:pt x="6654" y="7943"/>
                    <a:pt x="8123" y="8695"/>
                    <a:pt x="9626" y="9364"/>
                  </a:cubicBezTo>
                  <a:cubicBezTo>
                    <a:pt x="10568" y="9778"/>
                    <a:pt x="11510" y="10213"/>
                    <a:pt x="12506" y="10502"/>
                  </a:cubicBezTo>
                  <a:cubicBezTo>
                    <a:pt x="13148" y="10687"/>
                    <a:pt x="13812" y="10752"/>
                    <a:pt x="14471" y="10867"/>
                  </a:cubicBezTo>
                  <a:cubicBezTo>
                    <a:pt x="14956" y="10948"/>
                    <a:pt x="15429" y="11074"/>
                    <a:pt x="15914" y="11177"/>
                  </a:cubicBezTo>
                  <a:cubicBezTo>
                    <a:pt x="15978" y="11191"/>
                    <a:pt x="16037" y="11197"/>
                    <a:pt x="16092" y="11197"/>
                  </a:cubicBezTo>
                  <a:cubicBezTo>
                    <a:pt x="16403" y="11197"/>
                    <a:pt x="16548" y="10979"/>
                    <a:pt x="16442" y="10627"/>
                  </a:cubicBezTo>
                  <a:cubicBezTo>
                    <a:pt x="16262" y="10017"/>
                    <a:pt x="15734" y="9881"/>
                    <a:pt x="15212" y="9734"/>
                  </a:cubicBezTo>
                  <a:lnTo>
                    <a:pt x="15212" y="9734"/>
                  </a:lnTo>
                  <a:cubicBezTo>
                    <a:pt x="15304" y="10028"/>
                    <a:pt x="15620" y="10045"/>
                    <a:pt x="15783" y="10208"/>
                  </a:cubicBezTo>
                  <a:cubicBezTo>
                    <a:pt x="15685" y="10159"/>
                    <a:pt x="15565" y="10094"/>
                    <a:pt x="15446" y="10028"/>
                  </a:cubicBezTo>
                  <a:cubicBezTo>
                    <a:pt x="13981" y="9266"/>
                    <a:pt x="12402" y="8765"/>
                    <a:pt x="10894" y="8096"/>
                  </a:cubicBezTo>
                  <a:cubicBezTo>
                    <a:pt x="9659" y="7546"/>
                    <a:pt x="8385" y="7083"/>
                    <a:pt x="7225" y="6370"/>
                  </a:cubicBezTo>
                  <a:cubicBezTo>
                    <a:pt x="6436" y="5891"/>
                    <a:pt x="5701" y="5336"/>
                    <a:pt x="4890" y="4900"/>
                  </a:cubicBezTo>
                  <a:lnTo>
                    <a:pt x="4890" y="4900"/>
                  </a:lnTo>
                  <a:cubicBezTo>
                    <a:pt x="5298" y="5091"/>
                    <a:pt x="5668" y="5341"/>
                    <a:pt x="6049" y="5570"/>
                  </a:cubicBezTo>
                  <a:cubicBezTo>
                    <a:pt x="7160" y="6228"/>
                    <a:pt x="8221" y="6985"/>
                    <a:pt x="9463" y="7404"/>
                  </a:cubicBezTo>
                  <a:cubicBezTo>
                    <a:pt x="9609" y="7454"/>
                    <a:pt x="9743" y="7572"/>
                    <a:pt x="9900" y="7572"/>
                  </a:cubicBezTo>
                  <a:cubicBezTo>
                    <a:pt x="9948" y="7572"/>
                    <a:pt x="9998" y="7561"/>
                    <a:pt x="10051" y="7535"/>
                  </a:cubicBezTo>
                  <a:cubicBezTo>
                    <a:pt x="9866" y="7328"/>
                    <a:pt x="9626" y="7214"/>
                    <a:pt x="9370" y="7110"/>
                  </a:cubicBezTo>
                  <a:cubicBezTo>
                    <a:pt x="8913" y="6931"/>
                    <a:pt x="8456" y="6751"/>
                    <a:pt x="8091" y="6397"/>
                  </a:cubicBezTo>
                  <a:cubicBezTo>
                    <a:pt x="7857" y="6163"/>
                    <a:pt x="7579" y="5983"/>
                    <a:pt x="7301" y="5809"/>
                  </a:cubicBezTo>
                  <a:cubicBezTo>
                    <a:pt x="6354" y="5210"/>
                    <a:pt x="5396" y="4617"/>
                    <a:pt x="4465" y="3996"/>
                  </a:cubicBezTo>
                  <a:cubicBezTo>
                    <a:pt x="3986" y="3675"/>
                    <a:pt x="3556" y="3300"/>
                    <a:pt x="3099" y="2946"/>
                  </a:cubicBezTo>
                  <a:lnTo>
                    <a:pt x="3099" y="2946"/>
                  </a:lnTo>
                  <a:cubicBezTo>
                    <a:pt x="3142" y="3038"/>
                    <a:pt x="3186" y="3131"/>
                    <a:pt x="3229" y="3223"/>
                  </a:cubicBezTo>
                  <a:cubicBezTo>
                    <a:pt x="2081" y="2336"/>
                    <a:pt x="916" y="1481"/>
                    <a:pt x="3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26"/>
            <p:cNvSpPr/>
            <p:nvPr/>
          </p:nvSpPr>
          <p:spPr>
            <a:xfrm>
              <a:off x="2247473" y="2065364"/>
              <a:ext cx="803505" cy="923080"/>
            </a:xfrm>
            <a:custGeom>
              <a:rect b="b" l="l" r="r" t="t"/>
              <a:pathLst>
                <a:path extrusionOk="0" h="16111" w="14024">
                  <a:moveTo>
                    <a:pt x="82" y="1"/>
                  </a:moveTo>
                  <a:cubicBezTo>
                    <a:pt x="0" y="93"/>
                    <a:pt x="27" y="202"/>
                    <a:pt x="76" y="289"/>
                  </a:cubicBezTo>
                  <a:cubicBezTo>
                    <a:pt x="207" y="529"/>
                    <a:pt x="256" y="790"/>
                    <a:pt x="299" y="1051"/>
                  </a:cubicBezTo>
                  <a:cubicBezTo>
                    <a:pt x="490" y="1177"/>
                    <a:pt x="659" y="1334"/>
                    <a:pt x="773" y="1520"/>
                  </a:cubicBezTo>
                  <a:cubicBezTo>
                    <a:pt x="1138" y="2097"/>
                    <a:pt x="1628" y="2554"/>
                    <a:pt x="2096" y="3028"/>
                  </a:cubicBezTo>
                  <a:cubicBezTo>
                    <a:pt x="2238" y="3169"/>
                    <a:pt x="2439" y="3240"/>
                    <a:pt x="2542" y="3425"/>
                  </a:cubicBezTo>
                  <a:cubicBezTo>
                    <a:pt x="3234" y="4623"/>
                    <a:pt x="4317" y="5515"/>
                    <a:pt x="5030" y="6702"/>
                  </a:cubicBezTo>
                  <a:cubicBezTo>
                    <a:pt x="5613" y="7666"/>
                    <a:pt x="6511" y="8428"/>
                    <a:pt x="6990" y="9484"/>
                  </a:cubicBezTo>
                  <a:cubicBezTo>
                    <a:pt x="7023" y="9555"/>
                    <a:pt x="7083" y="9615"/>
                    <a:pt x="7126" y="9686"/>
                  </a:cubicBezTo>
                  <a:cubicBezTo>
                    <a:pt x="7589" y="10339"/>
                    <a:pt x="8090" y="10965"/>
                    <a:pt x="8493" y="11651"/>
                  </a:cubicBezTo>
                  <a:cubicBezTo>
                    <a:pt x="9451" y="13279"/>
                    <a:pt x="10654" y="14634"/>
                    <a:pt x="12412" y="15418"/>
                  </a:cubicBezTo>
                  <a:cubicBezTo>
                    <a:pt x="12423" y="15420"/>
                    <a:pt x="12434" y="15421"/>
                    <a:pt x="12443" y="15421"/>
                  </a:cubicBezTo>
                  <a:cubicBezTo>
                    <a:pt x="12542" y="15421"/>
                    <a:pt x="12564" y="15325"/>
                    <a:pt x="12614" y="15260"/>
                  </a:cubicBezTo>
                  <a:cubicBezTo>
                    <a:pt x="12720" y="15113"/>
                    <a:pt x="12824" y="15040"/>
                    <a:pt x="12931" y="15040"/>
                  </a:cubicBezTo>
                  <a:cubicBezTo>
                    <a:pt x="13027" y="15040"/>
                    <a:pt x="13127" y="15098"/>
                    <a:pt x="13234" y="15217"/>
                  </a:cubicBezTo>
                  <a:cubicBezTo>
                    <a:pt x="13316" y="15309"/>
                    <a:pt x="13387" y="15413"/>
                    <a:pt x="13425" y="15549"/>
                  </a:cubicBezTo>
                  <a:cubicBezTo>
                    <a:pt x="13294" y="15467"/>
                    <a:pt x="13213" y="15347"/>
                    <a:pt x="13082" y="15287"/>
                  </a:cubicBezTo>
                  <a:cubicBezTo>
                    <a:pt x="13016" y="15257"/>
                    <a:pt x="12961" y="15241"/>
                    <a:pt x="12916" y="15241"/>
                  </a:cubicBezTo>
                  <a:cubicBezTo>
                    <a:pt x="12801" y="15241"/>
                    <a:pt x="12753" y="15343"/>
                    <a:pt x="12761" y="15554"/>
                  </a:cubicBezTo>
                  <a:cubicBezTo>
                    <a:pt x="12826" y="15707"/>
                    <a:pt x="12979" y="15766"/>
                    <a:pt x="13104" y="15832"/>
                  </a:cubicBezTo>
                  <a:cubicBezTo>
                    <a:pt x="13286" y="15931"/>
                    <a:pt x="13496" y="16111"/>
                    <a:pt x="13686" y="16111"/>
                  </a:cubicBezTo>
                  <a:cubicBezTo>
                    <a:pt x="13735" y="16111"/>
                    <a:pt x="13782" y="16099"/>
                    <a:pt x="13828" y="16071"/>
                  </a:cubicBezTo>
                  <a:cubicBezTo>
                    <a:pt x="14024" y="15952"/>
                    <a:pt x="13969" y="15603"/>
                    <a:pt x="13964" y="15347"/>
                  </a:cubicBezTo>
                  <a:cubicBezTo>
                    <a:pt x="12919" y="14683"/>
                    <a:pt x="11950" y="13964"/>
                    <a:pt x="11247" y="12897"/>
                  </a:cubicBezTo>
                  <a:cubicBezTo>
                    <a:pt x="10616" y="11934"/>
                    <a:pt x="9788" y="11101"/>
                    <a:pt x="9260" y="10056"/>
                  </a:cubicBezTo>
                  <a:cubicBezTo>
                    <a:pt x="9255" y="10050"/>
                    <a:pt x="9244" y="10045"/>
                    <a:pt x="9233" y="10034"/>
                  </a:cubicBezTo>
                  <a:cubicBezTo>
                    <a:pt x="9209" y="10062"/>
                    <a:pt x="9187" y="10072"/>
                    <a:pt x="9168" y="10072"/>
                  </a:cubicBezTo>
                  <a:cubicBezTo>
                    <a:pt x="9128" y="10072"/>
                    <a:pt x="9098" y="10025"/>
                    <a:pt x="9064" y="9996"/>
                  </a:cubicBezTo>
                  <a:cubicBezTo>
                    <a:pt x="8825" y="9773"/>
                    <a:pt x="8629" y="9500"/>
                    <a:pt x="8465" y="9223"/>
                  </a:cubicBezTo>
                  <a:cubicBezTo>
                    <a:pt x="7943" y="8352"/>
                    <a:pt x="7605" y="7361"/>
                    <a:pt x="6778" y="6697"/>
                  </a:cubicBezTo>
                  <a:cubicBezTo>
                    <a:pt x="6707" y="6637"/>
                    <a:pt x="6674" y="6539"/>
                    <a:pt x="6620" y="6463"/>
                  </a:cubicBezTo>
                  <a:cubicBezTo>
                    <a:pt x="6152" y="5880"/>
                    <a:pt x="5667" y="5314"/>
                    <a:pt x="5058" y="4873"/>
                  </a:cubicBezTo>
                  <a:cubicBezTo>
                    <a:pt x="4938" y="4900"/>
                    <a:pt x="4960" y="5047"/>
                    <a:pt x="4862" y="5102"/>
                  </a:cubicBezTo>
                  <a:cubicBezTo>
                    <a:pt x="4856" y="5064"/>
                    <a:pt x="4851" y="5025"/>
                    <a:pt x="4856" y="4993"/>
                  </a:cubicBezTo>
                  <a:cubicBezTo>
                    <a:pt x="4916" y="4715"/>
                    <a:pt x="4905" y="4568"/>
                    <a:pt x="4535" y="4508"/>
                  </a:cubicBezTo>
                  <a:cubicBezTo>
                    <a:pt x="4225" y="4459"/>
                    <a:pt x="3969" y="4182"/>
                    <a:pt x="3909" y="3817"/>
                  </a:cubicBezTo>
                  <a:cubicBezTo>
                    <a:pt x="3593" y="3365"/>
                    <a:pt x="3212" y="2973"/>
                    <a:pt x="2777" y="2630"/>
                  </a:cubicBezTo>
                  <a:cubicBezTo>
                    <a:pt x="2178" y="2162"/>
                    <a:pt x="1644" y="1628"/>
                    <a:pt x="1187" y="1019"/>
                  </a:cubicBezTo>
                  <a:cubicBezTo>
                    <a:pt x="887" y="621"/>
                    <a:pt x="534" y="246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26"/>
            <p:cNvSpPr/>
            <p:nvPr/>
          </p:nvSpPr>
          <p:spPr>
            <a:xfrm>
              <a:off x="1485461" y="2534315"/>
              <a:ext cx="515311" cy="669435"/>
            </a:xfrm>
            <a:custGeom>
              <a:rect b="b" l="l" r="r" t="t"/>
              <a:pathLst>
                <a:path extrusionOk="0" h="11684" w="8994">
                  <a:moveTo>
                    <a:pt x="3420" y="5625"/>
                  </a:moveTo>
                  <a:lnTo>
                    <a:pt x="3420" y="5625"/>
                  </a:lnTo>
                  <a:cubicBezTo>
                    <a:pt x="3447" y="5664"/>
                    <a:pt x="3477" y="5703"/>
                    <a:pt x="3495" y="5747"/>
                  </a:cubicBezTo>
                  <a:cubicBezTo>
                    <a:pt x="3470" y="5706"/>
                    <a:pt x="3445" y="5665"/>
                    <a:pt x="3420" y="5625"/>
                  </a:cubicBezTo>
                  <a:close/>
                  <a:moveTo>
                    <a:pt x="1107" y="0"/>
                  </a:moveTo>
                  <a:cubicBezTo>
                    <a:pt x="1082" y="0"/>
                    <a:pt x="1049" y="8"/>
                    <a:pt x="1008" y="25"/>
                  </a:cubicBezTo>
                  <a:cubicBezTo>
                    <a:pt x="980" y="597"/>
                    <a:pt x="768" y="1070"/>
                    <a:pt x="240" y="1354"/>
                  </a:cubicBezTo>
                  <a:cubicBezTo>
                    <a:pt x="77" y="1441"/>
                    <a:pt x="0" y="1566"/>
                    <a:pt x="11" y="1751"/>
                  </a:cubicBezTo>
                  <a:cubicBezTo>
                    <a:pt x="66" y="2415"/>
                    <a:pt x="234" y="3030"/>
                    <a:pt x="588" y="3607"/>
                  </a:cubicBezTo>
                  <a:cubicBezTo>
                    <a:pt x="1193" y="4593"/>
                    <a:pt x="1781" y="5594"/>
                    <a:pt x="2379" y="6591"/>
                  </a:cubicBezTo>
                  <a:cubicBezTo>
                    <a:pt x="2456" y="6721"/>
                    <a:pt x="2516" y="6863"/>
                    <a:pt x="2488" y="7021"/>
                  </a:cubicBezTo>
                  <a:cubicBezTo>
                    <a:pt x="2520" y="7006"/>
                    <a:pt x="2548" y="6999"/>
                    <a:pt x="2573" y="6999"/>
                  </a:cubicBezTo>
                  <a:cubicBezTo>
                    <a:pt x="2632" y="6999"/>
                    <a:pt x="2679" y="7035"/>
                    <a:pt x="2728" y="7091"/>
                  </a:cubicBezTo>
                  <a:cubicBezTo>
                    <a:pt x="3011" y="7402"/>
                    <a:pt x="3294" y="7718"/>
                    <a:pt x="3593" y="8012"/>
                  </a:cubicBezTo>
                  <a:cubicBezTo>
                    <a:pt x="4584" y="8997"/>
                    <a:pt x="5673" y="9873"/>
                    <a:pt x="6794" y="10712"/>
                  </a:cubicBezTo>
                  <a:cubicBezTo>
                    <a:pt x="7279" y="11071"/>
                    <a:pt x="7736" y="11447"/>
                    <a:pt x="8313" y="11643"/>
                  </a:cubicBezTo>
                  <a:cubicBezTo>
                    <a:pt x="8395" y="11668"/>
                    <a:pt x="8468" y="11683"/>
                    <a:pt x="8537" y="11683"/>
                  </a:cubicBezTo>
                  <a:cubicBezTo>
                    <a:pt x="8642" y="11683"/>
                    <a:pt x="8737" y="11649"/>
                    <a:pt x="8836" y="11566"/>
                  </a:cubicBezTo>
                  <a:cubicBezTo>
                    <a:pt x="8994" y="11425"/>
                    <a:pt x="8831" y="11311"/>
                    <a:pt x="8820" y="11185"/>
                  </a:cubicBezTo>
                  <a:cubicBezTo>
                    <a:pt x="8798" y="11006"/>
                    <a:pt x="8684" y="10870"/>
                    <a:pt x="8547" y="10788"/>
                  </a:cubicBezTo>
                  <a:cubicBezTo>
                    <a:pt x="8009" y="10467"/>
                    <a:pt x="7562" y="10026"/>
                    <a:pt x="7083" y="9628"/>
                  </a:cubicBezTo>
                  <a:cubicBezTo>
                    <a:pt x="6713" y="9323"/>
                    <a:pt x="6359" y="8986"/>
                    <a:pt x="6054" y="8616"/>
                  </a:cubicBezTo>
                  <a:cubicBezTo>
                    <a:pt x="5902" y="8425"/>
                    <a:pt x="5836" y="8153"/>
                    <a:pt x="5619" y="8001"/>
                  </a:cubicBezTo>
                  <a:cubicBezTo>
                    <a:pt x="4976" y="7549"/>
                    <a:pt x="4492" y="6950"/>
                    <a:pt x="4045" y="6313"/>
                  </a:cubicBezTo>
                  <a:cubicBezTo>
                    <a:pt x="3833" y="6014"/>
                    <a:pt x="3702" y="5649"/>
                    <a:pt x="3403" y="5404"/>
                  </a:cubicBezTo>
                  <a:lnTo>
                    <a:pt x="3403" y="5404"/>
                  </a:lnTo>
                  <a:cubicBezTo>
                    <a:pt x="3356" y="5472"/>
                    <a:pt x="3364" y="5526"/>
                    <a:pt x="3391" y="5578"/>
                  </a:cubicBezTo>
                  <a:lnTo>
                    <a:pt x="3391" y="5578"/>
                  </a:lnTo>
                  <a:cubicBezTo>
                    <a:pt x="2625" y="4339"/>
                    <a:pt x="1868" y="3106"/>
                    <a:pt x="1525" y="1669"/>
                  </a:cubicBezTo>
                  <a:cubicBezTo>
                    <a:pt x="1410" y="1190"/>
                    <a:pt x="1274" y="722"/>
                    <a:pt x="1204" y="232"/>
                  </a:cubicBezTo>
                  <a:cubicBezTo>
                    <a:pt x="1195" y="160"/>
                    <a:pt x="1226" y="0"/>
                    <a:pt x="11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26"/>
            <p:cNvSpPr/>
            <p:nvPr/>
          </p:nvSpPr>
          <p:spPr>
            <a:xfrm>
              <a:off x="1896260" y="2551331"/>
              <a:ext cx="320050" cy="739048"/>
            </a:xfrm>
            <a:custGeom>
              <a:rect b="b" l="l" r="r" t="t"/>
              <a:pathLst>
                <a:path extrusionOk="0" h="12899" w="5586">
                  <a:moveTo>
                    <a:pt x="1541" y="0"/>
                  </a:moveTo>
                  <a:cubicBezTo>
                    <a:pt x="1514" y="66"/>
                    <a:pt x="1481" y="126"/>
                    <a:pt x="1459" y="191"/>
                  </a:cubicBezTo>
                  <a:cubicBezTo>
                    <a:pt x="1348" y="540"/>
                    <a:pt x="1208" y="714"/>
                    <a:pt x="1023" y="714"/>
                  </a:cubicBezTo>
                  <a:cubicBezTo>
                    <a:pt x="882" y="714"/>
                    <a:pt x="714" y="614"/>
                    <a:pt x="512" y="414"/>
                  </a:cubicBezTo>
                  <a:cubicBezTo>
                    <a:pt x="365" y="267"/>
                    <a:pt x="229" y="98"/>
                    <a:pt x="0" y="66"/>
                  </a:cubicBezTo>
                  <a:lnTo>
                    <a:pt x="0" y="66"/>
                  </a:lnTo>
                  <a:cubicBezTo>
                    <a:pt x="398" y="697"/>
                    <a:pt x="855" y="1291"/>
                    <a:pt x="1160" y="1982"/>
                  </a:cubicBezTo>
                  <a:cubicBezTo>
                    <a:pt x="1503" y="2777"/>
                    <a:pt x="2058" y="3495"/>
                    <a:pt x="2167" y="4366"/>
                  </a:cubicBezTo>
                  <a:cubicBezTo>
                    <a:pt x="2341" y="5733"/>
                    <a:pt x="2700" y="7023"/>
                    <a:pt x="3326" y="8248"/>
                  </a:cubicBezTo>
                  <a:cubicBezTo>
                    <a:pt x="3566" y="8722"/>
                    <a:pt x="3648" y="9250"/>
                    <a:pt x="3577" y="9865"/>
                  </a:cubicBezTo>
                  <a:cubicBezTo>
                    <a:pt x="3370" y="9620"/>
                    <a:pt x="3207" y="9457"/>
                    <a:pt x="3076" y="9261"/>
                  </a:cubicBezTo>
                  <a:cubicBezTo>
                    <a:pt x="2979" y="9115"/>
                    <a:pt x="2878" y="8988"/>
                    <a:pt x="2720" y="8988"/>
                  </a:cubicBezTo>
                  <a:cubicBezTo>
                    <a:pt x="2682" y="8988"/>
                    <a:pt x="2641" y="8995"/>
                    <a:pt x="2597" y="9010"/>
                  </a:cubicBezTo>
                  <a:cubicBezTo>
                    <a:pt x="2363" y="9092"/>
                    <a:pt x="2395" y="9304"/>
                    <a:pt x="2401" y="9489"/>
                  </a:cubicBezTo>
                  <a:cubicBezTo>
                    <a:pt x="2385" y="9734"/>
                    <a:pt x="2591" y="9821"/>
                    <a:pt x="2733" y="9947"/>
                  </a:cubicBezTo>
                  <a:cubicBezTo>
                    <a:pt x="3234" y="10377"/>
                    <a:pt x="3680" y="10850"/>
                    <a:pt x="3952" y="11460"/>
                  </a:cubicBezTo>
                  <a:cubicBezTo>
                    <a:pt x="4208" y="11803"/>
                    <a:pt x="4306" y="12222"/>
                    <a:pt x="4546" y="12571"/>
                  </a:cubicBezTo>
                  <a:cubicBezTo>
                    <a:pt x="4698" y="12788"/>
                    <a:pt x="4898" y="12898"/>
                    <a:pt x="5101" y="12898"/>
                  </a:cubicBezTo>
                  <a:cubicBezTo>
                    <a:pt x="5268" y="12898"/>
                    <a:pt x="5438" y="12824"/>
                    <a:pt x="5586" y="12674"/>
                  </a:cubicBezTo>
                  <a:cubicBezTo>
                    <a:pt x="5482" y="12587"/>
                    <a:pt x="5493" y="12462"/>
                    <a:pt x="5466" y="12347"/>
                  </a:cubicBezTo>
                  <a:cubicBezTo>
                    <a:pt x="5188" y="11182"/>
                    <a:pt x="4981" y="10001"/>
                    <a:pt x="4606" y="8852"/>
                  </a:cubicBezTo>
                  <a:cubicBezTo>
                    <a:pt x="4301" y="7916"/>
                    <a:pt x="4040" y="6963"/>
                    <a:pt x="4018" y="5962"/>
                  </a:cubicBezTo>
                  <a:cubicBezTo>
                    <a:pt x="4110" y="5755"/>
                    <a:pt x="3827" y="5869"/>
                    <a:pt x="3816" y="5722"/>
                  </a:cubicBezTo>
                  <a:cubicBezTo>
                    <a:pt x="3795" y="5227"/>
                    <a:pt x="3539" y="4775"/>
                    <a:pt x="3479" y="4296"/>
                  </a:cubicBezTo>
                  <a:cubicBezTo>
                    <a:pt x="3272" y="2695"/>
                    <a:pt x="2281" y="1459"/>
                    <a:pt x="1617" y="71"/>
                  </a:cubicBezTo>
                  <a:cubicBezTo>
                    <a:pt x="1601" y="44"/>
                    <a:pt x="1563" y="28"/>
                    <a:pt x="15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26"/>
            <p:cNvSpPr/>
            <p:nvPr/>
          </p:nvSpPr>
          <p:spPr>
            <a:xfrm>
              <a:off x="2540647" y="3056778"/>
              <a:ext cx="234910" cy="699228"/>
            </a:xfrm>
            <a:custGeom>
              <a:rect b="b" l="l" r="r" t="t"/>
              <a:pathLst>
                <a:path extrusionOk="0" h="12204" w="4100">
                  <a:moveTo>
                    <a:pt x="452" y="0"/>
                  </a:moveTo>
                  <a:cubicBezTo>
                    <a:pt x="280" y="0"/>
                    <a:pt x="116" y="80"/>
                    <a:pt x="0" y="243"/>
                  </a:cubicBezTo>
                  <a:cubicBezTo>
                    <a:pt x="202" y="449"/>
                    <a:pt x="278" y="722"/>
                    <a:pt x="349" y="994"/>
                  </a:cubicBezTo>
                  <a:cubicBezTo>
                    <a:pt x="730" y="2469"/>
                    <a:pt x="496" y="3950"/>
                    <a:pt x="452" y="5431"/>
                  </a:cubicBezTo>
                  <a:cubicBezTo>
                    <a:pt x="441" y="5948"/>
                    <a:pt x="311" y="6449"/>
                    <a:pt x="267" y="7037"/>
                  </a:cubicBezTo>
                  <a:cubicBezTo>
                    <a:pt x="351" y="6933"/>
                    <a:pt x="414" y="6871"/>
                    <a:pt x="474" y="6871"/>
                  </a:cubicBezTo>
                  <a:cubicBezTo>
                    <a:pt x="523" y="6871"/>
                    <a:pt x="569" y="6913"/>
                    <a:pt x="621" y="7009"/>
                  </a:cubicBezTo>
                  <a:cubicBezTo>
                    <a:pt x="703" y="7173"/>
                    <a:pt x="757" y="7325"/>
                    <a:pt x="779" y="7499"/>
                  </a:cubicBezTo>
                  <a:cubicBezTo>
                    <a:pt x="833" y="7881"/>
                    <a:pt x="866" y="8272"/>
                    <a:pt x="1111" y="8654"/>
                  </a:cubicBezTo>
                  <a:cubicBezTo>
                    <a:pt x="1171" y="8484"/>
                    <a:pt x="1230" y="8345"/>
                    <a:pt x="1378" y="8345"/>
                  </a:cubicBezTo>
                  <a:cubicBezTo>
                    <a:pt x="1406" y="8345"/>
                    <a:pt x="1436" y="8349"/>
                    <a:pt x="1470" y="8360"/>
                  </a:cubicBezTo>
                  <a:cubicBezTo>
                    <a:pt x="1650" y="8414"/>
                    <a:pt x="1606" y="8572"/>
                    <a:pt x="1628" y="8703"/>
                  </a:cubicBezTo>
                  <a:cubicBezTo>
                    <a:pt x="1726" y="9236"/>
                    <a:pt x="1922" y="9737"/>
                    <a:pt x="2129" y="10238"/>
                  </a:cubicBezTo>
                  <a:cubicBezTo>
                    <a:pt x="2164" y="10327"/>
                    <a:pt x="2201" y="10368"/>
                    <a:pt x="2250" y="10368"/>
                  </a:cubicBezTo>
                  <a:cubicBezTo>
                    <a:pt x="2286" y="10368"/>
                    <a:pt x="2327" y="10347"/>
                    <a:pt x="2379" y="10309"/>
                  </a:cubicBezTo>
                  <a:cubicBezTo>
                    <a:pt x="2448" y="10255"/>
                    <a:pt x="2514" y="10229"/>
                    <a:pt x="2575" y="10229"/>
                  </a:cubicBezTo>
                  <a:cubicBezTo>
                    <a:pt x="2669" y="10229"/>
                    <a:pt x="2753" y="10289"/>
                    <a:pt x="2826" y="10401"/>
                  </a:cubicBezTo>
                  <a:cubicBezTo>
                    <a:pt x="3006" y="10662"/>
                    <a:pt x="3191" y="10918"/>
                    <a:pt x="3381" y="11174"/>
                  </a:cubicBezTo>
                  <a:cubicBezTo>
                    <a:pt x="3632" y="11512"/>
                    <a:pt x="3768" y="11925"/>
                    <a:pt x="4100" y="12203"/>
                  </a:cubicBezTo>
                  <a:cubicBezTo>
                    <a:pt x="3871" y="11610"/>
                    <a:pt x="3419" y="11131"/>
                    <a:pt x="3207" y="10532"/>
                  </a:cubicBezTo>
                  <a:cubicBezTo>
                    <a:pt x="2957" y="9829"/>
                    <a:pt x="2516" y="9263"/>
                    <a:pt x="2015" y="8730"/>
                  </a:cubicBezTo>
                  <a:cubicBezTo>
                    <a:pt x="1781" y="8474"/>
                    <a:pt x="1617" y="8169"/>
                    <a:pt x="1563" y="7826"/>
                  </a:cubicBezTo>
                  <a:cubicBezTo>
                    <a:pt x="1498" y="7418"/>
                    <a:pt x="1476" y="7009"/>
                    <a:pt x="1481" y="6596"/>
                  </a:cubicBezTo>
                  <a:cubicBezTo>
                    <a:pt x="1481" y="5801"/>
                    <a:pt x="1650" y="5017"/>
                    <a:pt x="1699" y="4222"/>
                  </a:cubicBezTo>
                  <a:cubicBezTo>
                    <a:pt x="1743" y="3433"/>
                    <a:pt x="1655" y="2649"/>
                    <a:pt x="1547" y="1870"/>
                  </a:cubicBezTo>
                  <a:cubicBezTo>
                    <a:pt x="1476" y="1337"/>
                    <a:pt x="1356" y="809"/>
                    <a:pt x="1040" y="351"/>
                  </a:cubicBezTo>
                  <a:cubicBezTo>
                    <a:pt x="882" y="119"/>
                    <a:pt x="661" y="0"/>
                    <a:pt x="4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26"/>
            <p:cNvSpPr/>
            <p:nvPr/>
          </p:nvSpPr>
          <p:spPr>
            <a:xfrm>
              <a:off x="3042830" y="2989573"/>
              <a:ext cx="233649" cy="287105"/>
            </a:xfrm>
            <a:custGeom>
              <a:rect b="b" l="l" r="r" t="t"/>
              <a:pathLst>
                <a:path extrusionOk="0" h="5011" w="4078">
                  <a:moveTo>
                    <a:pt x="1280" y="0"/>
                  </a:moveTo>
                  <a:cubicBezTo>
                    <a:pt x="1290" y="174"/>
                    <a:pt x="1290" y="354"/>
                    <a:pt x="1307" y="528"/>
                  </a:cubicBezTo>
                  <a:cubicBezTo>
                    <a:pt x="1312" y="594"/>
                    <a:pt x="1378" y="664"/>
                    <a:pt x="1318" y="724"/>
                  </a:cubicBezTo>
                  <a:cubicBezTo>
                    <a:pt x="1300" y="741"/>
                    <a:pt x="1283" y="747"/>
                    <a:pt x="1267" y="747"/>
                  </a:cubicBezTo>
                  <a:cubicBezTo>
                    <a:pt x="1221" y="747"/>
                    <a:pt x="1181" y="693"/>
                    <a:pt x="1133" y="681"/>
                  </a:cubicBezTo>
                  <a:cubicBezTo>
                    <a:pt x="1022" y="646"/>
                    <a:pt x="903" y="616"/>
                    <a:pt x="792" y="616"/>
                  </a:cubicBezTo>
                  <a:cubicBezTo>
                    <a:pt x="672" y="616"/>
                    <a:pt x="561" y="650"/>
                    <a:pt x="474" y="751"/>
                  </a:cubicBezTo>
                  <a:cubicBezTo>
                    <a:pt x="185" y="1089"/>
                    <a:pt x="0" y="1497"/>
                    <a:pt x="93" y="1949"/>
                  </a:cubicBezTo>
                  <a:cubicBezTo>
                    <a:pt x="223" y="2586"/>
                    <a:pt x="468" y="3179"/>
                    <a:pt x="806" y="3740"/>
                  </a:cubicBezTo>
                  <a:cubicBezTo>
                    <a:pt x="1095" y="4219"/>
                    <a:pt x="1546" y="4540"/>
                    <a:pt x="1917" y="4943"/>
                  </a:cubicBezTo>
                  <a:cubicBezTo>
                    <a:pt x="1929" y="4944"/>
                    <a:pt x="1942" y="4944"/>
                    <a:pt x="1955" y="4944"/>
                  </a:cubicBezTo>
                  <a:cubicBezTo>
                    <a:pt x="2064" y="4944"/>
                    <a:pt x="2178" y="4933"/>
                    <a:pt x="2289" y="4933"/>
                  </a:cubicBezTo>
                  <a:cubicBezTo>
                    <a:pt x="2378" y="4933"/>
                    <a:pt x="2466" y="4940"/>
                    <a:pt x="2548" y="4965"/>
                  </a:cubicBezTo>
                  <a:cubicBezTo>
                    <a:pt x="2646" y="4997"/>
                    <a:pt x="2738" y="5011"/>
                    <a:pt x="2827" y="5011"/>
                  </a:cubicBezTo>
                  <a:cubicBezTo>
                    <a:pt x="3044" y="5011"/>
                    <a:pt x="3238" y="4926"/>
                    <a:pt x="3435" y="4802"/>
                  </a:cubicBezTo>
                  <a:cubicBezTo>
                    <a:pt x="3525" y="4744"/>
                    <a:pt x="3625" y="4661"/>
                    <a:pt x="3734" y="4661"/>
                  </a:cubicBezTo>
                  <a:cubicBezTo>
                    <a:pt x="3790" y="4661"/>
                    <a:pt x="3848" y="4683"/>
                    <a:pt x="3909" y="4742"/>
                  </a:cubicBezTo>
                  <a:cubicBezTo>
                    <a:pt x="3996" y="4649"/>
                    <a:pt x="4078" y="4557"/>
                    <a:pt x="3920" y="4453"/>
                  </a:cubicBezTo>
                  <a:lnTo>
                    <a:pt x="3920" y="4453"/>
                  </a:lnTo>
                  <a:cubicBezTo>
                    <a:pt x="3842" y="4517"/>
                    <a:pt x="3766" y="4542"/>
                    <a:pt x="3693" y="4542"/>
                  </a:cubicBezTo>
                  <a:cubicBezTo>
                    <a:pt x="3550" y="4542"/>
                    <a:pt x="3421" y="4444"/>
                    <a:pt x="3316" y="4361"/>
                  </a:cubicBezTo>
                  <a:cubicBezTo>
                    <a:pt x="2973" y="4094"/>
                    <a:pt x="2592" y="3931"/>
                    <a:pt x="2194" y="3773"/>
                  </a:cubicBezTo>
                  <a:cubicBezTo>
                    <a:pt x="1535" y="3512"/>
                    <a:pt x="1160" y="3011"/>
                    <a:pt x="1084" y="2314"/>
                  </a:cubicBezTo>
                  <a:cubicBezTo>
                    <a:pt x="1056" y="2096"/>
                    <a:pt x="942" y="1748"/>
                    <a:pt x="1187" y="1671"/>
                  </a:cubicBezTo>
                  <a:cubicBezTo>
                    <a:pt x="1218" y="1661"/>
                    <a:pt x="1249" y="1657"/>
                    <a:pt x="1279" y="1657"/>
                  </a:cubicBezTo>
                  <a:cubicBezTo>
                    <a:pt x="1494" y="1657"/>
                    <a:pt x="1674" y="1895"/>
                    <a:pt x="1808" y="2091"/>
                  </a:cubicBezTo>
                  <a:cubicBezTo>
                    <a:pt x="1900" y="2227"/>
                    <a:pt x="1982" y="2363"/>
                    <a:pt x="2167" y="2406"/>
                  </a:cubicBezTo>
                  <a:cubicBezTo>
                    <a:pt x="2444" y="2462"/>
                    <a:pt x="2718" y="2477"/>
                    <a:pt x="3006" y="2477"/>
                  </a:cubicBezTo>
                  <a:cubicBezTo>
                    <a:pt x="3228" y="2477"/>
                    <a:pt x="3458" y="2468"/>
                    <a:pt x="3702" y="2461"/>
                  </a:cubicBezTo>
                  <a:cubicBezTo>
                    <a:pt x="3533" y="2281"/>
                    <a:pt x="3408" y="2156"/>
                    <a:pt x="3261" y="2042"/>
                  </a:cubicBezTo>
                  <a:cubicBezTo>
                    <a:pt x="2989" y="1824"/>
                    <a:pt x="2679" y="1633"/>
                    <a:pt x="2537" y="1290"/>
                  </a:cubicBezTo>
                  <a:cubicBezTo>
                    <a:pt x="2494" y="1192"/>
                    <a:pt x="2505" y="1035"/>
                    <a:pt x="2439" y="1002"/>
                  </a:cubicBezTo>
                  <a:cubicBezTo>
                    <a:pt x="1966" y="762"/>
                    <a:pt x="1710" y="283"/>
                    <a:pt x="12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26"/>
            <p:cNvSpPr/>
            <p:nvPr/>
          </p:nvSpPr>
          <p:spPr>
            <a:xfrm>
              <a:off x="499487" y="3456977"/>
              <a:ext cx="1561804" cy="181740"/>
            </a:xfrm>
            <a:custGeom>
              <a:rect b="b" l="l" r="r" t="t"/>
              <a:pathLst>
                <a:path extrusionOk="0" h="3172" w="27259">
                  <a:moveTo>
                    <a:pt x="27108" y="0"/>
                  </a:moveTo>
                  <a:cubicBezTo>
                    <a:pt x="26924" y="0"/>
                    <a:pt x="26770" y="125"/>
                    <a:pt x="26606" y="125"/>
                  </a:cubicBezTo>
                  <a:cubicBezTo>
                    <a:pt x="26593" y="125"/>
                    <a:pt x="26580" y="124"/>
                    <a:pt x="26568" y="122"/>
                  </a:cubicBezTo>
                  <a:cubicBezTo>
                    <a:pt x="25218" y="819"/>
                    <a:pt x="23759" y="1195"/>
                    <a:pt x="22310" y="1598"/>
                  </a:cubicBezTo>
                  <a:cubicBezTo>
                    <a:pt x="21124" y="1930"/>
                    <a:pt x="19899" y="2077"/>
                    <a:pt x="18685" y="2289"/>
                  </a:cubicBezTo>
                  <a:cubicBezTo>
                    <a:pt x="17222" y="2541"/>
                    <a:pt x="15755" y="2742"/>
                    <a:pt x="14263" y="2742"/>
                  </a:cubicBezTo>
                  <a:cubicBezTo>
                    <a:pt x="14205" y="2742"/>
                    <a:pt x="14148" y="2742"/>
                    <a:pt x="14090" y="2741"/>
                  </a:cubicBezTo>
                  <a:cubicBezTo>
                    <a:pt x="13606" y="2737"/>
                    <a:pt x="13122" y="2735"/>
                    <a:pt x="12638" y="2735"/>
                  </a:cubicBezTo>
                  <a:cubicBezTo>
                    <a:pt x="11755" y="2735"/>
                    <a:pt x="10871" y="2741"/>
                    <a:pt x="9985" y="2752"/>
                  </a:cubicBezTo>
                  <a:cubicBezTo>
                    <a:pt x="8369" y="2781"/>
                    <a:pt x="6756" y="2927"/>
                    <a:pt x="5142" y="2927"/>
                  </a:cubicBezTo>
                  <a:cubicBezTo>
                    <a:pt x="4641" y="2927"/>
                    <a:pt x="4139" y="2913"/>
                    <a:pt x="3637" y="2877"/>
                  </a:cubicBezTo>
                  <a:cubicBezTo>
                    <a:pt x="3039" y="2834"/>
                    <a:pt x="2445" y="2746"/>
                    <a:pt x="1868" y="2594"/>
                  </a:cubicBezTo>
                  <a:cubicBezTo>
                    <a:pt x="1351" y="2580"/>
                    <a:pt x="850" y="2396"/>
                    <a:pt x="265" y="2396"/>
                  </a:cubicBezTo>
                  <a:cubicBezTo>
                    <a:pt x="179" y="2396"/>
                    <a:pt x="91" y="2400"/>
                    <a:pt x="1" y="2409"/>
                  </a:cubicBezTo>
                  <a:cubicBezTo>
                    <a:pt x="1340" y="2817"/>
                    <a:pt x="2603" y="3117"/>
                    <a:pt x="3904" y="3155"/>
                  </a:cubicBezTo>
                  <a:cubicBezTo>
                    <a:pt x="4254" y="3166"/>
                    <a:pt x="4603" y="3171"/>
                    <a:pt x="4952" y="3171"/>
                  </a:cubicBezTo>
                  <a:cubicBezTo>
                    <a:pt x="6392" y="3171"/>
                    <a:pt x="7830" y="3085"/>
                    <a:pt x="9272" y="3024"/>
                  </a:cubicBezTo>
                  <a:cubicBezTo>
                    <a:pt x="9511" y="3014"/>
                    <a:pt x="9751" y="3011"/>
                    <a:pt x="9992" y="3011"/>
                  </a:cubicBezTo>
                  <a:cubicBezTo>
                    <a:pt x="10387" y="3011"/>
                    <a:pt x="10784" y="3020"/>
                    <a:pt x="11179" y="3020"/>
                  </a:cubicBezTo>
                  <a:cubicBezTo>
                    <a:pt x="11357" y="3020"/>
                    <a:pt x="11534" y="3018"/>
                    <a:pt x="11711" y="3013"/>
                  </a:cubicBezTo>
                  <a:cubicBezTo>
                    <a:pt x="12062" y="3001"/>
                    <a:pt x="12416" y="2949"/>
                    <a:pt x="12769" y="2949"/>
                  </a:cubicBezTo>
                  <a:cubicBezTo>
                    <a:pt x="12887" y="2949"/>
                    <a:pt x="13004" y="2955"/>
                    <a:pt x="13121" y="2970"/>
                  </a:cubicBezTo>
                  <a:cubicBezTo>
                    <a:pt x="13375" y="3004"/>
                    <a:pt x="13629" y="3016"/>
                    <a:pt x="13883" y="3016"/>
                  </a:cubicBezTo>
                  <a:cubicBezTo>
                    <a:pt x="14602" y="3016"/>
                    <a:pt x="15320" y="2915"/>
                    <a:pt x="16044" y="2915"/>
                  </a:cubicBezTo>
                  <a:cubicBezTo>
                    <a:pt x="16268" y="2915"/>
                    <a:pt x="16507" y="2904"/>
                    <a:pt x="16741" y="2866"/>
                  </a:cubicBezTo>
                  <a:cubicBezTo>
                    <a:pt x="17988" y="2654"/>
                    <a:pt x="19235" y="2463"/>
                    <a:pt x="20481" y="2246"/>
                  </a:cubicBezTo>
                  <a:cubicBezTo>
                    <a:pt x="22833" y="1832"/>
                    <a:pt x="25081" y="1081"/>
                    <a:pt x="27259" y="30"/>
                  </a:cubicBezTo>
                  <a:cubicBezTo>
                    <a:pt x="27206" y="9"/>
                    <a:pt x="27156" y="0"/>
                    <a:pt x="271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26"/>
            <p:cNvSpPr/>
            <p:nvPr/>
          </p:nvSpPr>
          <p:spPr>
            <a:xfrm>
              <a:off x="1729706" y="1563984"/>
              <a:ext cx="510957" cy="508951"/>
            </a:xfrm>
            <a:custGeom>
              <a:rect b="b" l="l" r="r" t="t"/>
              <a:pathLst>
                <a:path extrusionOk="0" h="8883" w="8918">
                  <a:moveTo>
                    <a:pt x="197" y="0"/>
                  </a:moveTo>
                  <a:cubicBezTo>
                    <a:pt x="176" y="0"/>
                    <a:pt x="154" y="5"/>
                    <a:pt x="131" y="14"/>
                  </a:cubicBezTo>
                  <a:cubicBezTo>
                    <a:pt x="0" y="69"/>
                    <a:pt x="60" y="254"/>
                    <a:pt x="76" y="368"/>
                  </a:cubicBezTo>
                  <a:cubicBezTo>
                    <a:pt x="142" y="831"/>
                    <a:pt x="321" y="1250"/>
                    <a:pt x="572" y="1642"/>
                  </a:cubicBezTo>
                  <a:cubicBezTo>
                    <a:pt x="1078" y="2426"/>
                    <a:pt x="1818" y="3014"/>
                    <a:pt x="2314" y="3803"/>
                  </a:cubicBezTo>
                  <a:cubicBezTo>
                    <a:pt x="2385" y="3912"/>
                    <a:pt x="2450" y="4043"/>
                    <a:pt x="2553" y="4108"/>
                  </a:cubicBezTo>
                  <a:cubicBezTo>
                    <a:pt x="3239" y="4538"/>
                    <a:pt x="3773" y="5121"/>
                    <a:pt x="4274" y="5752"/>
                  </a:cubicBezTo>
                  <a:cubicBezTo>
                    <a:pt x="4627" y="6204"/>
                    <a:pt x="5183" y="6405"/>
                    <a:pt x="5662" y="6688"/>
                  </a:cubicBezTo>
                  <a:cubicBezTo>
                    <a:pt x="6391" y="6933"/>
                    <a:pt x="7153" y="7124"/>
                    <a:pt x="7426" y="7995"/>
                  </a:cubicBezTo>
                  <a:cubicBezTo>
                    <a:pt x="7496" y="8234"/>
                    <a:pt x="7676" y="8381"/>
                    <a:pt x="7921" y="8447"/>
                  </a:cubicBezTo>
                  <a:cubicBezTo>
                    <a:pt x="8019" y="8594"/>
                    <a:pt x="8112" y="8741"/>
                    <a:pt x="8210" y="8882"/>
                  </a:cubicBezTo>
                  <a:cubicBezTo>
                    <a:pt x="8498" y="8866"/>
                    <a:pt x="8683" y="8648"/>
                    <a:pt x="8917" y="8523"/>
                  </a:cubicBezTo>
                  <a:cubicBezTo>
                    <a:pt x="8651" y="8463"/>
                    <a:pt x="8553" y="8213"/>
                    <a:pt x="8389" y="8039"/>
                  </a:cubicBezTo>
                  <a:cubicBezTo>
                    <a:pt x="7823" y="7451"/>
                    <a:pt x="7115" y="7042"/>
                    <a:pt x="6484" y="6541"/>
                  </a:cubicBezTo>
                  <a:cubicBezTo>
                    <a:pt x="6103" y="6237"/>
                    <a:pt x="5743" y="5888"/>
                    <a:pt x="5248" y="5763"/>
                  </a:cubicBezTo>
                  <a:cubicBezTo>
                    <a:pt x="5210" y="5817"/>
                    <a:pt x="5179" y="5836"/>
                    <a:pt x="5152" y="5836"/>
                  </a:cubicBezTo>
                  <a:cubicBezTo>
                    <a:pt x="5102" y="5836"/>
                    <a:pt x="5065" y="5769"/>
                    <a:pt x="5019" y="5719"/>
                  </a:cubicBezTo>
                  <a:cubicBezTo>
                    <a:pt x="4736" y="5431"/>
                    <a:pt x="4557" y="5023"/>
                    <a:pt x="4159" y="4865"/>
                  </a:cubicBezTo>
                  <a:cubicBezTo>
                    <a:pt x="3642" y="4663"/>
                    <a:pt x="3359" y="4277"/>
                    <a:pt x="3185" y="3787"/>
                  </a:cubicBezTo>
                  <a:cubicBezTo>
                    <a:pt x="2994" y="3662"/>
                    <a:pt x="2858" y="3487"/>
                    <a:pt x="2733" y="3302"/>
                  </a:cubicBezTo>
                  <a:cubicBezTo>
                    <a:pt x="2455" y="2878"/>
                    <a:pt x="2156" y="2475"/>
                    <a:pt x="1775" y="2132"/>
                  </a:cubicBezTo>
                  <a:cubicBezTo>
                    <a:pt x="1503" y="1881"/>
                    <a:pt x="1285" y="1593"/>
                    <a:pt x="1105" y="1272"/>
                  </a:cubicBezTo>
                  <a:cubicBezTo>
                    <a:pt x="898" y="918"/>
                    <a:pt x="670" y="580"/>
                    <a:pt x="452" y="226"/>
                  </a:cubicBezTo>
                  <a:cubicBezTo>
                    <a:pt x="388" y="121"/>
                    <a:pt x="308" y="0"/>
                    <a:pt x="1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26"/>
            <p:cNvSpPr/>
            <p:nvPr/>
          </p:nvSpPr>
          <p:spPr>
            <a:xfrm>
              <a:off x="1632650" y="2584676"/>
              <a:ext cx="491018" cy="623255"/>
            </a:xfrm>
            <a:custGeom>
              <a:rect b="b" l="l" r="r" t="t"/>
              <a:pathLst>
                <a:path extrusionOk="0" h="10878" w="8570">
                  <a:moveTo>
                    <a:pt x="1" y="1"/>
                  </a:moveTo>
                  <a:cubicBezTo>
                    <a:pt x="61" y="159"/>
                    <a:pt x="126" y="317"/>
                    <a:pt x="213" y="469"/>
                  </a:cubicBezTo>
                  <a:cubicBezTo>
                    <a:pt x="779" y="1493"/>
                    <a:pt x="1395" y="2500"/>
                    <a:pt x="1944" y="3539"/>
                  </a:cubicBezTo>
                  <a:cubicBezTo>
                    <a:pt x="2489" y="4579"/>
                    <a:pt x="3126" y="5570"/>
                    <a:pt x="3921" y="6452"/>
                  </a:cubicBezTo>
                  <a:cubicBezTo>
                    <a:pt x="4661" y="7274"/>
                    <a:pt x="5467" y="8036"/>
                    <a:pt x="6305" y="8760"/>
                  </a:cubicBezTo>
                  <a:cubicBezTo>
                    <a:pt x="7084" y="9435"/>
                    <a:pt x="7840" y="10138"/>
                    <a:pt x="8553" y="10878"/>
                  </a:cubicBezTo>
                  <a:cubicBezTo>
                    <a:pt x="8570" y="10600"/>
                    <a:pt x="8412" y="10399"/>
                    <a:pt x="8254" y="10192"/>
                  </a:cubicBezTo>
                  <a:cubicBezTo>
                    <a:pt x="7889" y="9708"/>
                    <a:pt x="7399" y="9354"/>
                    <a:pt x="7002" y="8907"/>
                  </a:cubicBezTo>
                  <a:cubicBezTo>
                    <a:pt x="6686" y="8646"/>
                    <a:pt x="6360" y="8396"/>
                    <a:pt x="6060" y="8112"/>
                  </a:cubicBezTo>
                  <a:cubicBezTo>
                    <a:pt x="4862" y="6964"/>
                    <a:pt x="3638" y="5842"/>
                    <a:pt x="2734" y="4421"/>
                  </a:cubicBezTo>
                  <a:cubicBezTo>
                    <a:pt x="1803" y="2962"/>
                    <a:pt x="981" y="1433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26"/>
            <p:cNvSpPr/>
            <p:nvPr/>
          </p:nvSpPr>
          <p:spPr>
            <a:xfrm>
              <a:off x="3858756" y="2093781"/>
              <a:ext cx="297934" cy="514681"/>
            </a:xfrm>
            <a:custGeom>
              <a:rect b="b" l="l" r="r" t="t"/>
              <a:pathLst>
                <a:path extrusionOk="0" h="8983" w="5200">
                  <a:moveTo>
                    <a:pt x="1" y="0"/>
                  </a:moveTo>
                  <a:cubicBezTo>
                    <a:pt x="137" y="468"/>
                    <a:pt x="464" y="779"/>
                    <a:pt x="561" y="1192"/>
                  </a:cubicBezTo>
                  <a:cubicBezTo>
                    <a:pt x="1296" y="2303"/>
                    <a:pt x="2020" y="3419"/>
                    <a:pt x="2489" y="4676"/>
                  </a:cubicBezTo>
                  <a:cubicBezTo>
                    <a:pt x="2598" y="4976"/>
                    <a:pt x="2745" y="5259"/>
                    <a:pt x="2924" y="5520"/>
                  </a:cubicBezTo>
                  <a:cubicBezTo>
                    <a:pt x="3545" y="6424"/>
                    <a:pt x="4149" y="7339"/>
                    <a:pt x="4655" y="8308"/>
                  </a:cubicBezTo>
                  <a:cubicBezTo>
                    <a:pt x="4781" y="8558"/>
                    <a:pt x="4944" y="8792"/>
                    <a:pt x="5162" y="8983"/>
                  </a:cubicBezTo>
                  <a:cubicBezTo>
                    <a:pt x="5156" y="8808"/>
                    <a:pt x="5200" y="8629"/>
                    <a:pt x="5107" y="8460"/>
                  </a:cubicBezTo>
                  <a:cubicBezTo>
                    <a:pt x="4824" y="7948"/>
                    <a:pt x="4590" y="7409"/>
                    <a:pt x="4269" y="6914"/>
                  </a:cubicBezTo>
                  <a:cubicBezTo>
                    <a:pt x="3806" y="6223"/>
                    <a:pt x="3283" y="5547"/>
                    <a:pt x="2957" y="4791"/>
                  </a:cubicBezTo>
                  <a:cubicBezTo>
                    <a:pt x="2467" y="3664"/>
                    <a:pt x="1922" y="2575"/>
                    <a:pt x="1258" y="1546"/>
                  </a:cubicBezTo>
                  <a:cubicBezTo>
                    <a:pt x="910" y="1002"/>
                    <a:pt x="567" y="452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26"/>
            <p:cNvSpPr/>
            <p:nvPr/>
          </p:nvSpPr>
          <p:spPr>
            <a:xfrm>
              <a:off x="4185332" y="2119965"/>
              <a:ext cx="271406" cy="506889"/>
            </a:xfrm>
            <a:custGeom>
              <a:rect b="b" l="l" r="r" t="t"/>
              <a:pathLst>
                <a:path extrusionOk="0" h="8847" w="4737">
                  <a:moveTo>
                    <a:pt x="4737" y="0"/>
                  </a:moveTo>
                  <a:lnTo>
                    <a:pt x="4737" y="0"/>
                  </a:lnTo>
                  <a:cubicBezTo>
                    <a:pt x="4497" y="147"/>
                    <a:pt x="4307" y="262"/>
                    <a:pt x="4127" y="387"/>
                  </a:cubicBezTo>
                  <a:cubicBezTo>
                    <a:pt x="3283" y="964"/>
                    <a:pt x="2440" y="1552"/>
                    <a:pt x="1852" y="2407"/>
                  </a:cubicBezTo>
                  <a:cubicBezTo>
                    <a:pt x="1062" y="3561"/>
                    <a:pt x="812" y="4889"/>
                    <a:pt x="725" y="6266"/>
                  </a:cubicBezTo>
                  <a:cubicBezTo>
                    <a:pt x="681" y="7001"/>
                    <a:pt x="540" y="7725"/>
                    <a:pt x="169" y="8384"/>
                  </a:cubicBezTo>
                  <a:cubicBezTo>
                    <a:pt x="159" y="8531"/>
                    <a:pt x="1" y="8651"/>
                    <a:pt x="61" y="8847"/>
                  </a:cubicBezTo>
                  <a:cubicBezTo>
                    <a:pt x="817" y="8096"/>
                    <a:pt x="953" y="7137"/>
                    <a:pt x="1095" y="6185"/>
                  </a:cubicBezTo>
                  <a:cubicBezTo>
                    <a:pt x="1171" y="5662"/>
                    <a:pt x="1171" y="5134"/>
                    <a:pt x="1275" y="4611"/>
                  </a:cubicBezTo>
                  <a:cubicBezTo>
                    <a:pt x="1650" y="2766"/>
                    <a:pt x="2881" y="1557"/>
                    <a:pt x="4339" y="523"/>
                  </a:cubicBezTo>
                  <a:cubicBezTo>
                    <a:pt x="4427" y="338"/>
                    <a:pt x="4650" y="267"/>
                    <a:pt x="47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26"/>
            <p:cNvSpPr/>
            <p:nvPr/>
          </p:nvSpPr>
          <p:spPr>
            <a:xfrm>
              <a:off x="1244998" y="2911882"/>
              <a:ext cx="655970" cy="322915"/>
            </a:xfrm>
            <a:custGeom>
              <a:rect b="b" l="l" r="r" t="t"/>
              <a:pathLst>
                <a:path extrusionOk="0" h="5636" w="11449">
                  <a:moveTo>
                    <a:pt x="0" y="1"/>
                  </a:moveTo>
                  <a:lnTo>
                    <a:pt x="0" y="1"/>
                  </a:lnTo>
                  <a:cubicBezTo>
                    <a:pt x="365" y="382"/>
                    <a:pt x="773" y="534"/>
                    <a:pt x="1116" y="774"/>
                  </a:cubicBezTo>
                  <a:cubicBezTo>
                    <a:pt x="2385" y="1656"/>
                    <a:pt x="3713" y="2423"/>
                    <a:pt x="5156" y="2995"/>
                  </a:cubicBezTo>
                  <a:cubicBezTo>
                    <a:pt x="6729" y="3621"/>
                    <a:pt x="8280" y="4296"/>
                    <a:pt x="9843" y="4938"/>
                  </a:cubicBezTo>
                  <a:cubicBezTo>
                    <a:pt x="10382" y="5162"/>
                    <a:pt x="10877" y="5488"/>
                    <a:pt x="11449" y="5635"/>
                  </a:cubicBezTo>
                  <a:cubicBezTo>
                    <a:pt x="11226" y="5374"/>
                    <a:pt x="10915" y="5238"/>
                    <a:pt x="10649" y="5036"/>
                  </a:cubicBezTo>
                  <a:cubicBezTo>
                    <a:pt x="9957" y="4693"/>
                    <a:pt x="9249" y="4388"/>
                    <a:pt x="8525" y="4122"/>
                  </a:cubicBezTo>
                  <a:cubicBezTo>
                    <a:pt x="7491" y="3741"/>
                    <a:pt x="6484" y="3300"/>
                    <a:pt x="5488" y="2837"/>
                  </a:cubicBezTo>
                  <a:cubicBezTo>
                    <a:pt x="5433" y="2821"/>
                    <a:pt x="5373" y="2810"/>
                    <a:pt x="5319" y="2788"/>
                  </a:cubicBezTo>
                  <a:cubicBezTo>
                    <a:pt x="3920" y="2303"/>
                    <a:pt x="2684" y="1509"/>
                    <a:pt x="1437" y="730"/>
                  </a:cubicBezTo>
                  <a:cubicBezTo>
                    <a:pt x="1007" y="463"/>
                    <a:pt x="583" y="186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26"/>
            <p:cNvSpPr/>
            <p:nvPr/>
          </p:nvSpPr>
          <p:spPr>
            <a:xfrm>
              <a:off x="3242099" y="2082552"/>
              <a:ext cx="478241" cy="311971"/>
            </a:xfrm>
            <a:custGeom>
              <a:rect b="b" l="l" r="r" t="t"/>
              <a:pathLst>
                <a:path extrusionOk="0" h="5445" w="8347">
                  <a:moveTo>
                    <a:pt x="1" y="0"/>
                  </a:moveTo>
                  <a:lnTo>
                    <a:pt x="1" y="0"/>
                  </a:lnTo>
                  <a:cubicBezTo>
                    <a:pt x="104" y="93"/>
                    <a:pt x="219" y="153"/>
                    <a:pt x="339" y="191"/>
                  </a:cubicBezTo>
                  <a:cubicBezTo>
                    <a:pt x="1161" y="468"/>
                    <a:pt x="2004" y="653"/>
                    <a:pt x="2799" y="1018"/>
                  </a:cubicBezTo>
                  <a:cubicBezTo>
                    <a:pt x="3812" y="1492"/>
                    <a:pt x="4759" y="1998"/>
                    <a:pt x="5527" y="2842"/>
                  </a:cubicBezTo>
                  <a:cubicBezTo>
                    <a:pt x="6294" y="3680"/>
                    <a:pt x="7056" y="4535"/>
                    <a:pt x="7927" y="5275"/>
                  </a:cubicBezTo>
                  <a:cubicBezTo>
                    <a:pt x="8058" y="5324"/>
                    <a:pt x="8167" y="5439"/>
                    <a:pt x="8347" y="5444"/>
                  </a:cubicBezTo>
                  <a:cubicBezTo>
                    <a:pt x="8309" y="5384"/>
                    <a:pt x="8298" y="5346"/>
                    <a:pt x="8276" y="5324"/>
                  </a:cubicBezTo>
                  <a:cubicBezTo>
                    <a:pt x="7214" y="4225"/>
                    <a:pt x="6213" y="3065"/>
                    <a:pt x="5097" y="2014"/>
                  </a:cubicBezTo>
                  <a:cubicBezTo>
                    <a:pt x="4688" y="1628"/>
                    <a:pt x="4226" y="1307"/>
                    <a:pt x="3676" y="1127"/>
                  </a:cubicBezTo>
                  <a:cubicBezTo>
                    <a:pt x="3360" y="1024"/>
                    <a:pt x="3066" y="877"/>
                    <a:pt x="2761" y="751"/>
                  </a:cubicBezTo>
                  <a:cubicBezTo>
                    <a:pt x="2233" y="604"/>
                    <a:pt x="1732" y="370"/>
                    <a:pt x="1182" y="283"/>
                  </a:cubicBezTo>
                  <a:cubicBezTo>
                    <a:pt x="785" y="218"/>
                    <a:pt x="398" y="98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26"/>
            <p:cNvSpPr/>
            <p:nvPr/>
          </p:nvSpPr>
          <p:spPr>
            <a:xfrm>
              <a:off x="1269004" y="2827030"/>
              <a:ext cx="460766" cy="243045"/>
            </a:xfrm>
            <a:custGeom>
              <a:rect b="b" l="l" r="r" t="t"/>
              <a:pathLst>
                <a:path extrusionOk="0" h="4242" w="8042">
                  <a:moveTo>
                    <a:pt x="0" y="1"/>
                  </a:moveTo>
                  <a:cubicBezTo>
                    <a:pt x="2341" y="2059"/>
                    <a:pt x="5177" y="3180"/>
                    <a:pt x="8041" y="4242"/>
                  </a:cubicBezTo>
                  <a:cubicBezTo>
                    <a:pt x="7959" y="4122"/>
                    <a:pt x="7834" y="4024"/>
                    <a:pt x="7693" y="3937"/>
                  </a:cubicBezTo>
                  <a:cubicBezTo>
                    <a:pt x="7165" y="3594"/>
                    <a:pt x="6593" y="3343"/>
                    <a:pt x="6005" y="3131"/>
                  </a:cubicBezTo>
                  <a:cubicBezTo>
                    <a:pt x="4584" y="2609"/>
                    <a:pt x="3239" y="1944"/>
                    <a:pt x="1987" y="1095"/>
                  </a:cubicBezTo>
                  <a:cubicBezTo>
                    <a:pt x="1361" y="676"/>
                    <a:pt x="686" y="317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26"/>
            <p:cNvSpPr/>
            <p:nvPr/>
          </p:nvSpPr>
          <p:spPr>
            <a:xfrm>
              <a:off x="1376603" y="3429361"/>
              <a:ext cx="577075" cy="118486"/>
            </a:xfrm>
            <a:custGeom>
              <a:rect b="b" l="l" r="r" t="t"/>
              <a:pathLst>
                <a:path extrusionOk="0" h="2068" w="10072">
                  <a:moveTo>
                    <a:pt x="10072" y="0"/>
                  </a:moveTo>
                  <a:lnTo>
                    <a:pt x="10072" y="0"/>
                  </a:lnTo>
                  <a:cubicBezTo>
                    <a:pt x="8422" y="501"/>
                    <a:pt x="6871" y="1334"/>
                    <a:pt x="5145" y="1584"/>
                  </a:cubicBezTo>
                  <a:cubicBezTo>
                    <a:pt x="3492" y="1827"/>
                    <a:pt x="1828" y="1999"/>
                    <a:pt x="154" y="1999"/>
                  </a:cubicBezTo>
                  <a:cubicBezTo>
                    <a:pt x="103" y="1999"/>
                    <a:pt x="52" y="1998"/>
                    <a:pt x="0" y="1998"/>
                  </a:cubicBezTo>
                  <a:lnTo>
                    <a:pt x="0" y="1998"/>
                  </a:lnTo>
                  <a:cubicBezTo>
                    <a:pt x="633" y="2043"/>
                    <a:pt x="1263" y="2068"/>
                    <a:pt x="1887" y="2068"/>
                  </a:cubicBezTo>
                  <a:cubicBezTo>
                    <a:pt x="4752" y="2068"/>
                    <a:pt x="7515" y="1542"/>
                    <a:pt x="1007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26"/>
            <p:cNvSpPr/>
            <p:nvPr/>
          </p:nvSpPr>
          <p:spPr>
            <a:xfrm>
              <a:off x="2860349" y="2324275"/>
              <a:ext cx="323831" cy="316154"/>
            </a:xfrm>
            <a:custGeom>
              <a:rect b="b" l="l" r="r" t="t"/>
              <a:pathLst>
                <a:path extrusionOk="0" h="5518" w="5652">
                  <a:moveTo>
                    <a:pt x="5630" y="0"/>
                  </a:moveTo>
                  <a:cubicBezTo>
                    <a:pt x="5058" y="321"/>
                    <a:pt x="4535" y="653"/>
                    <a:pt x="4105" y="1116"/>
                  </a:cubicBezTo>
                  <a:cubicBezTo>
                    <a:pt x="3305" y="1987"/>
                    <a:pt x="2494" y="2858"/>
                    <a:pt x="1672" y="3718"/>
                  </a:cubicBezTo>
                  <a:cubicBezTo>
                    <a:pt x="1122" y="4295"/>
                    <a:pt x="616" y="4916"/>
                    <a:pt x="1" y="5493"/>
                  </a:cubicBezTo>
                  <a:cubicBezTo>
                    <a:pt x="55" y="5510"/>
                    <a:pt x="102" y="5518"/>
                    <a:pt x="145" y="5518"/>
                  </a:cubicBezTo>
                  <a:cubicBezTo>
                    <a:pt x="277" y="5518"/>
                    <a:pt x="360" y="5447"/>
                    <a:pt x="447" y="5390"/>
                  </a:cubicBezTo>
                  <a:cubicBezTo>
                    <a:pt x="823" y="5139"/>
                    <a:pt x="1111" y="4791"/>
                    <a:pt x="1421" y="4470"/>
                  </a:cubicBezTo>
                  <a:cubicBezTo>
                    <a:pt x="2755" y="3081"/>
                    <a:pt x="3980" y="1584"/>
                    <a:pt x="5439" y="316"/>
                  </a:cubicBezTo>
                  <a:cubicBezTo>
                    <a:pt x="5526" y="240"/>
                    <a:pt x="5651" y="180"/>
                    <a:pt x="56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26"/>
            <p:cNvSpPr/>
            <p:nvPr/>
          </p:nvSpPr>
          <p:spPr>
            <a:xfrm>
              <a:off x="1531010" y="3662032"/>
              <a:ext cx="459792" cy="327556"/>
            </a:xfrm>
            <a:custGeom>
              <a:rect b="b" l="l" r="r" t="t"/>
              <a:pathLst>
                <a:path extrusionOk="0" h="5717" w="8025">
                  <a:moveTo>
                    <a:pt x="8025" y="0"/>
                  </a:moveTo>
                  <a:lnTo>
                    <a:pt x="8025" y="0"/>
                  </a:lnTo>
                  <a:cubicBezTo>
                    <a:pt x="6734" y="1062"/>
                    <a:pt x="5455" y="2069"/>
                    <a:pt x="4159" y="3049"/>
                  </a:cubicBezTo>
                  <a:cubicBezTo>
                    <a:pt x="2853" y="4040"/>
                    <a:pt x="1356" y="4715"/>
                    <a:pt x="0" y="5717"/>
                  </a:cubicBezTo>
                  <a:cubicBezTo>
                    <a:pt x="1454" y="5401"/>
                    <a:pt x="7600" y="1029"/>
                    <a:pt x="80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26"/>
            <p:cNvSpPr/>
            <p:nvPr/>
          </p:nvSpPr>
          <p:spPr>
            <a:xfrm>
              <a:off x="2117702" y="2892860"/>
              <a:ext cx="106741" cy="384621"/>
            </a:xfrm>
            <a:custGeom>
              <a:rect b="b" l="l" r="r" t="t"/>
              <a:pathLst>
                <a:path extrusionOk="0" h="6713" w="1863">
                  <a:moveTo>
                    <a:pt x="153" y="1"/>
                  </a:moveTo>
                  <a:lnTo>
                    <a:pt x="153" y="1"/>
                  </a:lnTo>
                  <a:cubicBezTo>
                    <a:pt x="0" y="420"/>
                    <a:pt x="104" y="839"/>
                    <a:pt x="202" y="1242"/>
                  </a:cubicBezTo>
                  <a:cubicBezTo>
                    <a:pt x="626" y="3000"/>
                    <a:pt x="1231" y="4720"/>
                    <a:pt x="1514" y="6517"/>
                  </a:cubicBezTo>
                  <a:cubicBezTo>
                    <a:pt x="1530" y="6637"/>
                    <a:pt x="1590" y="6713"/>
                    <a:pt x="1721" y="6713"/>
                  </a:cubicBezTo>
                  <a:cubicBezTo>
                    <a:pt x="1862" y="6147"/>
                    <a:pt x="1639" y="5619"/>
                    <a:pt x="1530" y="5091"/>
                  </a:cubicBezTo>
                  <a:cubicBezTo>
                    <a:pt x="1176" y="3365"/>
                    <a:pt x="632" y="1694"/>
                    <a:pt x="1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26"/>
            <p:cNvSpPr/>
            <p:nvPr/>
          </p:nvSpPr>
          <p:spPr>
            <a:xfrm>
              <a:off x="863534" y="4134879"/>
              <a:ext cx="427994" cy="97115"/>
            </a:xfrm>
            <a:custGeom>
              <a:rect b="b" l="l" r="r" t="t"/>
              <a:pathLst>
                <a:path extrusionOk="0" h="1695" w="7470">
                  <a:moveTo>
                    <a:pt x="7469" y="0"/>
                  </a:moveTo>
                  <a:cubicBezTo>
                    <a:pt x="3871" y="1563"/>
                    <a:pt x="4279" y="1193"/>
                    <a:pt x="0" y="1552"/>
                  </a:cubicBezTo>
                  <a:cubicBezTo>
                    <a:pt x="218" y="1606"/>
                    <a:pt x="376" y="1661"/>
                    <a:pt x="555" y="1666"/>
                  </a:cubicBezTo>
                  <a:cubicBezTo>
                    <a:pt x="952" y="1684"/>
                    <a:pt x="1344" y="1694"/>
                    <a:pt x="1737" y="1694"/>
                  </a:cubicBezTo>
                  <a:cubicBezTo>
                    <a:pt x="1965" y="1694"/>
                    <a:pt x="2193" y="1691"/>
                    <a:pt x="2423" y="1683"/>
                  </a:cubicBezTo>
                  <a:cubicBezTo>
                    <a:pt x="4078" y="1617"/>
                    <a:pt x="5613" y="1171"/>
                    <a:pt x="7072" y="409"/>
                  </a:cubicBezTo>
                  <a:cubicBezTo>
                    <a:pt x="7235" y="322"/>
                    <a:pt x="7366" y="207"/>
                    <a:pt x="74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26"/>
            <p:cNvSpPr/>
            <p:nvPr/>
          </p:nvSpPr>
          <p:spPr>
            <a:xfrm>
              <a:off x="3554352" y="1882309"/>
              <a:ext cx="301028" cy="348411"/>
            </a:xfrm>
            <a:custGeom>
              <a:rect b="b" l="l" r="r" t="t"/>
              <a:pathLst>
                <a:path extrusionOk="0" h="6081" w="5254">
                  <a:moveTo>
                    <a:pt x="0" y="0"/>
                  </a:moveTo>
                  <a:cubicBezTo>
                    <a:pt x="0" y="147"/>
                    <a:pt x="115" y="185"/>
                    <a:pt x="213" y="250"/>
                  </a:cubicBezTo>
                  <a:cubicBezTo>
                    <a:pt x="861" y="653"/>
                    <a:pt x="1508" y="1067"/>
                    <a:pt x="2080" y="1568"/>
                  </a:cubicBezTo>
                  <a:cubicBezTo>
                    <a:pt x="2799" y="2189"/>
                    <a:pt x="3152" y="3065"/>
                    <a:pt x="3528" y="3914"/>
                  </a:cubicBezTo>
                  <a:cubicBezTo>
                    <a:pt x="3898" y="4753"/>
                    <a:pt x="4350" y="5520"/>
                    <a:pt x="5101" y="6081"/>
                  </a:cubicBezTo>
                  <a:cubicBezTo>
                    <a:pt x="5254" y="5956"/>
                    <a:pt x="5091" y="5880"/>
                    <a:pt x="5042" y="5803"/>
                  </a:cubicBezTo>
                  <a:cubicBezTo>
                    <a:pt x="4660" y="5183"/>
                    <a:pt x="4220" y="4595"/>
                    <a:pt x="3920" y="3925"/>
                  </a:cubicBezTo>
                  <a:cubicBezTo>
                    <a:pt x="3267" y="2444"/>
                    <a:pt x="2249" y="1296"/>
                    <a:pt x="855" y="474"/>
                  </a:cubicBezTo>
                  <a:cubicBezTo>
                    <a:pt x="577" y="310"/>
                    <a:pt x="338" y="6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26"/>
            <p:cNvSpPr/>
            <p:nvPr/>
          </p:nvSpPr>
          <p:spPr>
            <a:xfrm>
              <a:off x="4233058" y="2624610"/>
              <a:ext cx="391210" cy="157561"/>
            </a:xfrm>
            <a:custGeom>
              <a:rect b="b" l="l" r="r" t="t"/>
              <a:pathLst>
                <a:path extrusionOk="0" h="2750" w="6828">
                  <a:moveTo>
                    <a:pt x="746" y="1"/>
                  </a:moveTo>
                  <a:cubicBezTo>
                    <a:pt x="790" y="431"/>
                    <a:pt x="643" y="779"/>
                    <a:pt x="295" y="1046"/>
                  </a:cubicBezTo>
                  <a:cubicBezTo>
                    <a:pt x="1" y="1264"/>
                    <a:pt x="1" y="1432"/>
                    <a:pt x="311" y="1612"/>
                  </a:cubicBezTo>
                  <a:cubicBezTo>
                    <a:pt x="704" y="1842"/>
                    <a:pt x="1112" y="1995"/>
                    <a:pt x="1584" y="1995"/>
                  </a:cubicBezTo>
                  <a:cubicBezTo>
                    <a:pt x="1615" y="1995"/>
                    <a:pt x="1646" y="1995"/>
                    <a:pt x="1677" y="1993"/>
                  </a:cubicBezTo>
                  <a:cubicBezTo>
                    <a:pt x="1988" y="1982"/>
                    <a:pt x="2302" y="1958"/>
                    <a:pt x="2615" y="1958"/>
                  </a:cubicBezTo>
                  <a:cubicBezTo>
                    <a:pt x="2889" y="1958"/>
                    <a:pt x="3161" y="1976"/>
                    <a:pt x="3430" y="2037"/>
                  </a:cubicBezTo>
                  <a:cubicBezTo>
                    <a:pt x="4557" y="2298"/>
                    <a:pt x="5690" y="2543"/>
                    <a:pt x="6827" y="2750"/>
                  </a:cubicBezTo>
                  <a:cubicBezTo>
                    <a:pt x="6659" y="2554"/>
                    <a:pt x="6430" y="2461"/>
                    <a:pt x="6190" y="2407"/>
                  </a:cubicBezTo>
                  <a:cubicBezTo>
                    <a:pt x="5472" y="2244"/>
                    <a:pt x="4748" y="2135"/>
                    <a:pt x="4040" y="1917"/>
                  </a:cubicBezTo>
                  <a:cubicBezTo>
                    <a:pt x="3568" y="1774"/>
                    <a:pt x="3092" y="1693"/>
                    <a:pt x="2607" y="1693"/>
                  </a:cubicBezTo>
                  <a:cubicBezTo>
                    <a:pt x="2370" y="1693"/>
                    <a:pt x="2131" y="1713"/>
                    <a:pt x="1890" y="1754"/>
                  </a:cubicBezTo>
                  <a:cubicBezTo>
                    <a:pt x="1791" y="1771"/>
                    <a:pt x="1694" y="1779"/>
                    <a:pt x="1598" y="1779"/>
                  </a:cubicBezTo>
                  <a:cubicBezTo>
                    <a:pt x="1146" y="1779"/>
                    <a:pt x="730" y="1597"/>
                    <a:pt x="344" y="1318"/>
                  </a:cubicBezTo>
                  <a:cubicBezTo>
                    <a:pt x="926" y="828"/>
                    <a:pt x="1051" y="404"/>
                    <a:pt x="7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26"/>
            <p:cNvSpPr/>
            <p:nvPr/>
          </p:nvSpPr>
          <p:spPr>
            <a:xfrm>
              <a:off x="3072108" y="2464760"/>
              <a:ext cx="230612" cy="241556"/>
            </a:xfrm>
            <a:custGeom>
              <a:rect b="b" l="l" r="r" t="t"/>
              <a:pathLst>
                <a:path extrusionOk="0" h="4216" w="4025">
                  <a:moveTo>
                    <a:pt x="3919" y="1"/>
                  </a:moveTo>
                  <a:cubicBezTo>
                    <a:pt x="3864" y="1"/>
                    <a:pt x="3832" y="51"/>
                    <a:pt x="3774" y="205"/>
                  </a:cubicBezTo>
                  <a:cubicBezTo>
                    <a:pt x="3567" y="738"/>
                    <a:pt x="3235" y="1196"/>
                    <a:pt x="2816" y="1571"/>
                  </a:cubicBezTo>
                  <a:cubicBezTo>
                    <a:pt x="2282" y="2045"/>
                    <a:pt x="1721" y="2486"/>
                    <a:pt x="1171" y="2943"/>
                  </a:cubicBezTo>
                  <a:cubicBezTo>
                    <a:pt x="741" y="3297"/>
                    <a:pt x="268" y="3607"/>
                    <a:pt x="1" y="4124"/>
                  </a:cubicBezTo>
                  <a:cubicBezTo>
                    <a:pt x="43" y="4159"/>
                    <a:pt x="73" y="4216"/>
                    <a:pt x="117" y="4216"/>
                  </a:cubicBezTo>
                  <a:cubicBezTo>
                    <a:pt x="141" y="4216"/>
                    <a:pt x="170" y="4198"/>
                    <a:pt x="208" y="4146"/>
                  </a:cubicBezTo>
                  <a:cubicBezTo>
                    <a:pt x="464" y="3776"/>
                    <a:pt x="850" y="3537"/>
                    <a:pt x="1182" y="3243"/>
                  </a:cubicBezTo>
                  <a:cubicBezTo>
                    <a:pt x="1825" y="2676"/>
                    <a:pt x="2565" y="2225"/>
                    <a:pt x="3137" y="1582"/>
                  </a:cubicBezTo>
                  <a:cubicBezTo>
                    <a:pt x="3540" y="1130"/>
                    <a:pt x="3997" y="700"/>
                    <a:pt x="4024" y="31"/>
                  </a:cubicBezTo>
                  <a:cubicBezTo>
                    <a:pt x="3979" y="13"/>
                    <a:pt x="3947" y="1"/>
                    <a:pt x="39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26"/>
            <p:cNvSpPr/>
            <p:nvPr/>
          </p:nvSpPr>
          <p:spPr>
            <a:xfrm>
              <a:off x="452735" y="3528136"/>
              <a:ext cx="583034" cy="53227"/>
            </a:xfrm>
            <a:custGeom>
              <a:rect b="b" l="l" r="r" t="t"/>
              <a:pathLst>
                <a:path extrusionOk="0" h="929" w="10176">
                  <a:moveTo>
                    <a:pt x="669" y="1"/>
                  </a:moveTo>
                  <a:cubicBezTo>
                    <a:pt x="442" y="1"/>
                    <a:pt x="218" y="28"/>
                    <a:pt x="0" y="133"/>
                  </a:cubicBezTo>
                  <a:cubicBezTo>
                    <a:pt x="150" y="126"/>
                    <a:pt x="300" y="123"/>
                    <a:pt x="450" y="123"/>
                  </a:cubicBezTo>
                  <a:cubicBezTo>
                    <a:pt x="1359" y="123"/>
                    <a:pt x="2261" y="237"/>
                    <a:pt x="3163" y="312"/>
                  </a:cubicBezTo>
                  <a:cubicBezTo>
                    <a:pt x="4181" y="394"/>
                    <a:pt x="5188" y="530"/>
                    <a:pt x="6201" y="650"/>
                  </a:cubicBezTo>
                  <a:cubicBezTo>
                    <a:pt x="6969" y="737"/>
                    <a:pt x="7731" y="851"/>
                    <a:pt x="8504" y="906"/>
                  </a:cubicBezTo>
                  <a:cubicBezTo>
                    <a:pt x="8726" y="923"/>
                    <a:pt x="8949" y="928"/>
                    <a:pt x="9172" y="928"/>
                  </a:cubicBezTo>
                  <a:cubicBezTo>
                    <a:pt x="9507" y="928"/>
                    <a:pt x="9842" y="917"/>
                    <a:pt x="10175" y="917"/>
                  </a:cubicBezTo>
                  <a:cubicBezTo>
                    <a:pt x="9685" y="900"/>
                    <a:pt x="9195" y="824"/>
                    <a:pt x="8705" y="786"/>
                  </a:cubicBezTo>
                  <a:cubicBezTo>
                    <a:pt x="7910" y="721"/>
                    <a:pt x="7121" y="644"/>
                    <a:pt x="6332" y="546"/>
                  </a:cubicBezTo>
                  <a:cubicBezTo>
                    <a:pt x="5112" y="388"/>
                    <a:pt x="3893" y="231"/>
                    <a:pt x="2662" y="149"/>
                  </a:cubicBezTo>
                  <a:cubicBezTo>
                    <a:pt x="2200" y="116"/>
                    <a:pt x="1731" y="51"/>
                    <a:pt x="1263" y="29"/>
                  </a:cubicBezTo>
                  <a:cubicBezTo>
                    <a:pt x="1065" y="22"/>
                    <a:pt x="866" y="1"/>
                    <a:pt x="6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26"/>
            <p:cNvSpPr/>
            <p:nvPr/>
          </p:nvSpPr>
          <p:spPr>
            <a:xfrm>
              <a:off x="2967030" y="2765324"/>
              <a:ext cx="102673" cy="118887"/>
            </a:xfrm>
            <a:custGeom>
              <a:rect b="b" l="l" r="r" t="t"/>
              <a:pathLst>
                <a:path extrusionOk="0" h="2075" w="1792">
                  <a:moveTo>
                    <a:pt x="1127" y="1"/>
                  </a:moveTo>
                  <a:cubicBezTo>
                    <a:pt x="1065" y="1"/>
                    <a:pt x="1022" y="59"/>
                    <a:pt x="986" y="169"/>
                  </a:cubicBezTo>
                  <a:cubicBezTo>
                    <a:pt x="822" y="621"/>
                    <a:pt x="588" y="1018"/>
                    <a:pt x="196" y="1307"/>
                  </a:cubicBezTo>
                  <a:cubicBezTo>
                    <a:pt x="229" y="1486"/>
                    <a:pt x="0" y="1595"/>
                    <a:pt x="60" y="1786"/>
                  </a:cubicBezTo>
                  <a:cubicBezTo>
                    <a:pt x="213" y="1862"/>
                    <a:pt x="300" y="2036"/>
                    <a:pt x="479" y="2074"/>
                  </a:cubicBezTo>
                  <a:cubicBezTo>
                    <a:pt x="616" y="2020"/>
                    <a:pt x="795" y="2014"/>
                    <a:pt x="773" y="1791"/>
                  </a:cubicBezTo>
                  <a:cubicBezTo>
                    <a:pt x="762" y="1787"/>
                    <a:pt x="750" y="1785"/>
                    <a:pt x="739" y="1785"/>
                  </a:cubicBezTo>
                  <a:cubicBezTo>
                    <a:pt x="675" y="1785"/>
                    <a:pt x="611" y="1841"/>
                    <a:pt x="537" y="1841"/>
                  </a:cubicBezTo>
                  <a:cubicBezTo>
                    <a:pt x="505" y="1841"/>
                    <a:pt x="472" y="1831"/>
                    <a:pt x="436" y="1802"/>
                  </a:cubicBezTo>
                  <a:cubicBezTo>
                    <a:pt x="888" y="1361"/>
                    <a:pt x="1285" y="893"/>
                    <a:pt x="1791" y="512"/>
                  </a:cubicBezTo>
                  <a:cubicBezTo>
                    <a:pt x="1612" y="359"/>
                    <a:pt x="1443" y="218"/>
                    <a:pt x="1274" y="76"/>
                  </a:cubicBezTo>
                  <a:cubicBezTo>
                    <a:pt x="1215" y="25"/>
                    <a:pt x="1167" y="1"/>
                    <a:pt x="11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26"/>
            <p:cNvSpPr/>
            <p:nvPr/>
          </p:nvSpPr>
          <p:spPr>
            <a:xfrm>
              <a:off x="2214701" y="2721150"/>
              <a:ext cx="370584" cy="44862"/>
            </a:xfrm>
            <a:custGeom>
              <a:rect b="b" l="l" r="r" t="t"/>
              <a:pathLst>
                <a:path extrusionOk="0" h="783" w="6468">
                  <a:moveTo>
                    <a:pt x="2248" y="1"/>
                  </a:moveTo>
                  <a:cubicBezTo>
                    <a:pt x="1519" y="1"/>
                    <a:pt x="852" y="242"/>
                    <a:pt x="196" y="542"/>
                  </a:cubicBezTo>
                  <a:cubicBezTo>
                    <a:pt x="109" y="580"/>
                    <a:pt x="11" y="640"/>
                    <a:pt x="0" y="766"/>
                  </a:cubicBezTo>
                  <a:cubicBezTo>
                    <a:pt x="25" y="778"/>
                    <a:pt x="48" y="783"/>
                    <a:pt x="70" y="783"/>
                  </a:cubicBezTo>
                  <a:cubicBezTo>
                    <a:pt x="144" y="783"/>
                    <a:pt x="204" y="725"/>
                    <a:pt x="267" y="700"/>
                  </a:cubicBezTo>
                  <a:cubicBezTo>
                    <a:pt x="890" y="436"/>
                    <a:pt x="1518" y="204"/>
                    <a:pt x="2199" y="204"/>
                  </a:cubicBezTo>
                  <a:cubicBezTo>
                    <a:pt x="2303" y="204"/>
                    <a:pt x="2409" y="210"/>
                    <a:pt x="2516" y="221"/>
                  </a:cubicBezTo>
                  <a:cubicBezTo>
                    <a:pt x="3310" y="307"/>
                    <a:pt x="4108" y="378"/>
                    <a:pt x="4906" y="378"/>
                  </a:cubicBezTo>
                  <a:cubicBezTo>
                    <a:pt x="5071" y="378"/>
                    <a:pt x="5236" y="375"/>
                    <a:pt x="5401" y="368"/>
                  </a:cubicBezTo>
                  <a:cubicBezTo>
                    <a:pt x="5755" y="352"/>
                    <a:pt x="6092" y="297"/>
                    <a:pt x="6468" y="90"/>
                  </a:cubicBezTo>
                  <a:cubicBezTo>
                    <a:pt x="6344" y="90"/>
                    <a:pt x="6247" y="82"/>
                    <a:pt x="6161" y="82"/>
                  </a:cubicBezTo>
                  <a:cubicBezTo>
                    <a:pt x="6108" y="82"/>
                    <a:pt x="6059" y="85"/>
                    <a:pt x="6011" y="96"/>
                  </a:cubicBezTo>
                  <a:cubicBezTo>
                    <a:pt x="5598" y="168"/>
                    <a:pt x="5187" y="196"/>
                    <a:pt x="4776" y="196"/>
                  </a:cubicBezTo>
                  <a:cubicBezTo>
                    <a:pt x="4064" y="196"/>
                    <a:pt x="3354" y="111"/>
                    <a:pt x="2646" y="25"/>
                  </a:cubicBezTo>
                  <a:cubicBezTo>
                    <a:pt x="2511" y="9"/>
                    <a:pt x="2379" y="1"/>
                    <a:pt x="22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26"/>
            <p:cNvSpPr/>
            <p:nvPr/>
          </p:nvSpPr>
          <p:spPr>
            <a:xfrm>
              <a:off x="1542870" y="2519189"/>
              <a:ext cx="153493" cy="360328"/>
            </a:xfrm>
            <a:custGeom>
              <a:rect b="b" l="l" r="r" t="t"/>
              <a:pathLst>
                <a:path extrusionOk="0" h="6289" w="2679">
                  <a:moveTo>
                    <a:pt x="0" y="1"/>
                  </a:moveTo>
                  <a:lnTo>
                    <a:pt x="0" y="1"/>
                  </a:lnTo>
                  <a:cubicBezTo>
                    <a:pt x="6" y="99"/>
                    <a:pt x="6" y="191"/>
                    <a:pt x="6" y="289"/>
                  </a:cubicBezTo>
                  <a:cubicBezTo>
                    <a:pt x="142" y="295"/>
                    <a:pt x="136" y="393"/>
                    <a:pt x="147" y="485"/>
                  </a:cubicBezTo>
                  <a:cubicBezTo>
                    <a:pt x="207" y="1253"/>
                    <a:pt x="468" y="1966"/>
                    <a:pt x="670" y="2701"/>
                  </a:cubicBezTo>
                  <a:cubicBezTo>
                    <a:pt x="942" y="3692"/>
                    <a:pt x="1524" y="4525"/>
                    <a:pt x="2014" y="5407"/>
                  </a:cubicBezTo>
                  <a:cubicBezTo>
                    <a:pt x="2183" y="5711"/>
                    <a:pt x="2374" y="6011"/>
                    <a:pt x="2679" y="6288"/>
                  </a:cubicBezTo>
                  <a:cubicBezTo>
                    <a:pt x="2635" y="6016"/>
                    <a:pt x="2423" y="5886"/>
                    <a:pt x="2401" y="5668"/>
                  </a:cubicBezTo>
                  <a:cubicBezTo>
                    <a:pt x="1965" y="4944"/>
                    <a:pt x="1492" y="4242"/>
                    <a:pt x="1165" y="3468"/>
                  </a:cubicBezTo>
                  <a:cubicBezTo>
                    <a:pt x="762" y="2505"/>
                    <a:pt x="457" y="1514"/>
                    <a:pt x="267" y="485"/>
                  </a:cubicBezTo>
                  <a:cubicBezTo>
                    <a:pt x="234" y="316"/>
                    <a:pt x="267" y="61"/>
                    <a:pt x="0" y="1"/>
                  </a:cubicBez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26"/>
            <p:cNvSpPr/>
            <p:nvPr/>
          </p:nvSpPr>
          <p:spPr>
            <a:xfrm>
              <a:off x="3268626" y="2309894"/>
              <a:ext cx="337869" cy="97688"/>
            </a:xfrm>
            <a:custGeom>
              <a:rect b="b" l="l" r="r" t="t"/>
              <a:pathLst>
                <a:path extrusionOk="0" h="1705" w="5897">
                  <a:moveTo>
                    <a:pt x="1" y="1"/>
                  </a:moveTo>
                  <a:lnTo>
                    <a:pt x="1" y="1"/>
                  </a:lnTo>
                  <a:cubicBezTo>
                    <a:pt x="2064" y="240"/>
                    <a:pt x="3910" y="1220"/>
                    <a:pt x="5897" y="1705"/>
                  </a:cubicBezTo>
                  <a:cubicBezTo>
                    <a:pt x="3975" y="981"/>
                    <a:pt x="2113" y="55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26"/>
            <p:cNvSpPr/>
            <p:nvPr/>
          </p:nvSpPr>
          <p:spPr>
            <a:xfrm>
              <a:off x="1910870" y="1780899"/>
              <a:ext cx="126393" cy="128742"/>
            </a:xfrm>
            <a:custGeom>
              <a:rect b="b" l="l" r="r" t="t"/>
              <a:pathLst>
                <a:path extrusionOk="0" h="2247" w="2206">
                  <a:moveTo>
                    <a:pt x="23" y="1"/>
                  </a:moveTo>
                  <a:lnTo>
                    <a:pt x="23" y="1"/>
                  </a:lnTo>
                  <a:cubicBezTo>
                    <a:pt x="1" y="393"/>
                    <a:pt x="202" y="747"/>
                    <a:pt x="496" y="888"/>
                  </a:cubicBezTo>
                  <a:cubicBezTo>
                    <a:pt x="1090" y="1166"/>
                    <a:pt x="1498" y="1601"/>
                    <a:pt x="1874" y="2102"/>
                  </a:cubicBezTo>
                  <a:cubicBezTo>
                    <a:pt x="1919" y="2156"/>
                    <a:pt x="1974" y="2247"/>
                    <a:pt x="2047" y="2247"/>
                  </a:cubicBezTo>
                  <a:cubicBezTo>
                    <a:pt x="2063" y="2247"/>
                    <a:pt x="2080" y="2242"/>
                    <a:pt x="2097" y="2233"/>
                  </a:cubicBezTo>
                  <a:cubicBezTo>
                    <a:pt x="2206" y="2167"/>
                    <a:pt x="2097" y="2064"/>
                    <a:pt x="2086" y="1977"/>
                  </a:cubicBezTo>
                  <a:cubicBezTo>
                    <a:pt x="1901" y="1721"/>
                    <a:pt x="1759" y="1416"/>
                    <a:pt x="1531" y="1215"/>
                  </a:cubicBezTo>
                  <a:cubicBezTo>
                    <a:pt x="1046" y="790"/>
                    <a:pt x="491" y="447"/>
                    <a:pt x="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26"/>
            <p:cNvSpPr/>
            <p:nvPr/>
          </p:nvSpPr>
          <p:spPr>
            <a:xfrm>
              <a:off x="3927394" y="2397841"/>
              <a:ext cx="77406" cy="113616"/>
            </a:xfrm>
            <a:custGeom>
              <a:rect b="b" l="l" r="r" t="t"/>
              <a:pathLst>
                <a:path extrusionOk="0" h="1983" w="1351">
                  <a:moveTo>
                    <a:pt x="137" y="1"/>
                  </a:moveTo>
                  <a:cubicBezTo>
                    <a:pt x="17" y="6"/>
                    <a:pt x="0" y="66"/>
                    <a:pt x="44" y="164"/>
                  </a:cubicBezTo>
                  <a:cubicBezTo>
                    <a:pt x="126" y="344"/>
                    <a:pt x="202" y="529"/>
                    <a:pt x="284" y="709"/>
                  </a:cubicBezTo>
                  <a:cubicBezTo>
                    <a:pt x="409" y="992"/>
                    <a:pt x="659" y="1204"/>
                    <a:pt x="730" y="1514"/>
                  </a:cubicBezTo>
                  <a:cubicBezTo>
                    <a:pt x="583" y="1503"/>
                    <a:pt x="458" y="1493"/>
                    <a:pt x="327" y="1482"/>
                  </a:cubicBezTo>
                  <a:cubicBezTo>
                    <a:pt x="316" y="1481"/>
                    <a:pt x="305" y="1481"/>
                    <a:pt x="294" y="1481"/>
                  </a:cubicBezTo>
                  <a:cubicBezTo>
                    <a:pt x="218" y="1481"/>
                    <a:pt x="166" y="1502"/>
                    <a:pt x="218" y="1612"/>
                  </a:cubicBezTo>
                  <a:cubicBezTo>
                    <a:pt x="458" y="1754"/>
                    <a:pt x="703" y="1895"/>
                    <a:pt x="975" y="1966"/>
                  </a:cubicBezTo>
                  <a:cubicBezTo>
                    <a:pt x="1011" y="1976"/>
                    <a:pt x="1050" y="1983"/>
                    <a:pt x="1088" y="1983"/>
                  </a:cubicBezTo>
                  <a:cubicBezTo>
                    <a:pt x="1155" y="1983"/>
                    <a:pt x="1223" y="1964"/>
                    <a:pt x="1274" y="1912"/>
                  </a:cubicBezTo>
                  <a:cubicBezTo>
                    <a:pt x="1351" y="1830"/>
                    <a:pt x="1307" y="1748"/>
                    <a:pt x="1263" y="1683"/>
                  </a:cubicBezTo>
                  <a:cubicBezTo>
                    <a:pt x="877" y="1128"/>
                    <a:pt x="610" y="496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26"/>
            <p:cNvSpPr/>
            <p:nvPr/>
          </p:nvSpPr>
          <p:spPr>
            <a:xfrm>
              <a:off x="2054048" y="1944015"/>
              <a:ext cx="129544" cy="106912"/>
            </a:xfrm>
            <a:custGeom>
              <a:rect b="b" l="l" r="r" t="t"/>
              <a:pathLst>
                <a:path extrusionOk="0" h="1866" w="2261">
                  <a:moveTo>
                    <a:pt x="84" y="0"/>
                  </a:moveTo>
                  <a:cubicBezTo>
                    <a:pt x="67" y="0"/>
                    <a:pt x="31" y="35"/>
                    <a:pt x="1" y="55"/>
                  </a:cubicBezTo>
                  <a:cubicBezTo>
                    <a:pt x="235" y="371"/>
                    <a:pt x="562" y="567"/>
                    <a:pt x="915" y="676"/>
                  </a:cubicBezTo>
                  <a:cubicBezTo>
                    <a:pt x="1117" y="736"/>
                    <a:pt x="1247" y="828"/>
                    <a:pt x="1345" y="997"/>
                  </a:cubicBezTo>
                  <a:cubicBezTo>
                    <a:pt x="1443" y="1171"/>
                    <a:pt x="1558" y="1340"/>
                    <a:pt x="1634" y="1520"/>
                  </a:cubicBezTo>
                  <a:cubicBezTo>
                    <a:pt x="1726" y="1739"/>
                    <a:pt x="1850" y="1865"/>
                    <a:pt x="2034" y="1865"/>
                  </a:cubicBezTo>
                  <a:cubicBezTo>
                    <a:pt x="2101" y="1865"/>
                    <a:pt x="2176" y="1849"/>
                    <a:pt x="2260" y="1814"/>
                  </a:cubicBezTo>
                  <a:cubicBezTo>
                    <a:pt x="1917" y="1607"/>
                    <a:pt x="1797" y="1242"/>
                    <a:pt x="1629" y="910"/>
                  </a:cubicBezTo>
                  <a:cubicBezTo>
                    <a:pt x="1313" y="268"/>
                    <a:pt x="643" y="230"/>
                    <a:pt x="88" y="1"/>
                  </a:cubicBezTo>
                  <a:cubicBezTo>
                    <a:pt x="87" y="1"/>
                    <a:pt x="86" y="0"/>
                    <a:pt x="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26"/>
            <p:cNvSpPr/>
            <p:nvPr/>
          </p:nvSpPr>
          <p:spPr>
            <a:xfrm>
              <a:off x="1078100" y="2582499"/>
              <a:ext cx="115793" cy="163806"/>
            </a:xfrm>
            <a:custGeom>
              <a:rect b="b" l="l" r="r" t="t"/>
              <a:pathLst>
                <a:path extrusionOk="0" h="2859" w="2021">
                  <a:moveTo>
                    <a:pt x="1" y="1"/>
                  </a:moveTo>
                  <a:lnTo>
                    <a:pt x="1" y="1"/>
                  </a:lnTo>
                  <a:cubicBezTo>
                    <a:pt x="50" y="327"/>
                    <a:pt x="1617" y="2592"/>
                    <a:pt x="2020" y="2859"/>
                  </a:cubicBezTo>
                  <a:cubicBezTo>
                    <a:pt x="1460" y="1830"/>
                    <a:pt x="888" y="806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26"/>
            <p:cNvSpPr/>
            <p:nvPr/>
          </p:nvSpPr>
          <p:spPr>
            <a:xfrm>
              <a:off x="2781111" y="3050362"/>
              <a:ext cx="28762" cy="150113"/>
            </a:xfrm>
            <a:custGeom>
              <a:rect b="b" l="l" r="r" t="t"/>
              <a:pathLst>
                <a:path extrusionOk="0" h="2620" w="502">
                  <a:moveTo>
                    <a:pt x="110" y="1"/>
                  </a:moveTo>
                  <a:lnTo>
                    <a:pt x="110" y="1"/>
                  </a:lnTo>
                  <a:cubicBezTo>
                    <a:pt x="197" y="899"/>
                    <a:pt x="1" y="1726"/>
                    <a:pt x="61" y="2619"/>
                  </a:cubicBezTo>
                  <a:cubicBezTo>
                    <a:pt x="458" y="2069"/>
                    <a:pt x="502" y="404"/>
                    <a:pt x="1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26"/>
            <p:cNvSpPr/>
            <p:nvPr/>
          </p:nvSpPr>
          <p:spPr>
            <a:xfrm>
              <a:off x="2452701" y="2283997"/>
              <a:ext cx="89094" cy="86802"/>
            </a:xfrm>
            <a:custGeom>
              <a:rect b="b" l="l" r="r" t="t"/>
              <a:pathLst>
                <a:path extrusionOk="0" h="1515" w="1555">
                  <a:moveTo>
                    <a:pt x="327" y="1"/>
                  </a:moveTo>
                  <a:cubicBezTo>
                    <a:pt x="0" y="6"/>
                    <a:pt x="234" y="153"/>
                    <a:pt x="289" y="208"/>
                  </a:cubicBezTo>
                  <a:cubicBezTo>
                    <a:pt x="504" y="433"/>
                    <a:pt x="609" y="811"/>
                    <a:pt x="991" y="811"/>
                  </a:cubicBezTo>
                  <a:cubicBezTo>
                    <a:pt x="1035" y="811"/>
                    <a:pt x="1081" y="806"/>
                    <a:pt x="1133" y="796"/>
                  </a:cubicBezTo>
                  <a:cubicBezTo>
                    <a:pt x="1146" y="793"/>
                    <a:pt x="1158" y="791"/>
                    <a:pt x="1168" y="791"/>
                  </a:cubicBezTo>
                  <a:cubicBezTo>
                    <a:pt x="1250" y="791"/>
                    <a:pt x="1240" y="882"/>
                    <a:pt x="1225" y="959"/>
                  </a:cubicBezTo>
                  <a:cubicBezTo>
                    <a:pt x="1209" y="1062"/>
                    <a:pt x="1187" y="1166"/>
                    <a:pt x="1182" y="1269"/>
                  </a:cubicBezTo>
                  <a:cubicBezTo>
                    <a:pt x="1182" y="1373"/>
                    <a:pt x="1160" y="1514"/>
                    <a:pt x="1307" y="1514"/>
                  </a:cubicBezTo>
                  <a:cubicBezTo>
                    <a:pt x="1437" y="1514"/>
                    <a:pt x="1372" y="1367"/>
                    <a:pt x="1399" y="1286"/>
                  </a:cubicBezTo>
                  <a:cubicBezTo>
                    <a:pt x="1427" y="1209"/>
                    <a:pt x="1448" y="1133"/>
                    <a:pt x="1476" y="1057"/>
                  </a:cubicBezTo>
                  <a:cubicBezTo>
                    <a:pt x="1476" y="1008"/>
                    <a:pt x="1470" y="959"/>
                    <a:pt x="1481" y="915"/>
                  </a:cubicBezTo>
                  <a:cubicBezTo>
                    <a:pt x="1551" y="599"/>
                    <a:pt x="1554" y="490"/>
                    <a:pt x="1385" y="490"/>
                  </a:cubicBezTo>
                  <a:cubicBezTo>
                    <a:pt x="1319" y="490"/>
                    <a:pt x="1226" y="507"/>
                    <a:pt x="1100" y="534"/>
                  </a:cubicBezTo>
                  <a:cubicBezTo>
                    <a:pt x="1073" y="541"/>
                    <a:pt x="1048" y="543"/>
                    <a:pt x="1025" y="543"/>
                  </a:cubicBezTo>
                  <a:cubicBezTo>
                    <a:pt x="945" y="543"/>
                    <a:pt x="883" y="510"/>
                    <a:pt x="811" y="464"/>
                  </a:cubicBezTo>
                  <a:cubicBezTo>
                    <a:pt x="626" y="328"/>
                    <a:pt x="468" y="175"/>
                    <a:pt x="3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26"/>
            <p:cNvSpPr/>
            <p:nvPr/>
          </p:nvSpPr>
          <p:spPr>
            <a:xfrm>
              <a:off x="2200034" y="2052186"/>
              <a:ext cx="69327" cy="73452"/>
            </a:xfrm>
            <a:custGeom>
              <a:rect b="b" l="l" r="r" t="t"/>
              <a:pathLst>
                <a:path extrusionOk="0" h="1282" w="1210">
                  <a:moveTo>
                    <a:pt x="665" y="0"/>
                  </a:moveTo>
                  <a:cubicBezTo>
                    <a:pt x="382" y="0"/>
                    <a:pt x="224" y="252"/>
                    <a:pt x="1" y="361"/>
                  </a:cubicBezTo>
                  <a:cubicBezTo>
                    <a:pt x="60" y="477"/>
                    <a:pt x="168" y="531"/>
                    <a:pt x="266" y="531"/>
                  </a:cubicBezTo>
                  <a:cubicBezTo>
                    <a:pt x="310" y="531"/>
                    <a:pt x="353" y="520"/>
                    <a:pt x="387" y="497"/>
                  </a:cubicBezTo>
                  <a:cubicBezTo>
                    <a:pt x="455" y="454"/>
                    <a:pt x="506" y="436"/>
                    <a:pt x="546" y="436"/>
                  </a:cubicBezTo>
                  <a:cubicBezTo>
                    <a:pt x="657" y="436"/>
                    <a:pt x="682" y="570"/>
                    <a:pt x="746" y="666"/>
                  </a:cubicBezTo>
                  <a:cubicBezTo>
                    <a:pt x="877" y="873"/>
                    <a:pt x="844" y="1178"/>
                    <a:pt x="1127" y="1281"/>
                  </a:cubicBezTo>
                  <a:cubicBezTo>
                    <a:pt x="1209" y="1151"/>
                    <a:pt x="1187" y="1025"/>
                    <a:pt x="1149" y="879"/>
                  </a:cubicBezTo>
                  <a:cubicBezTo>
                    <a:pt x="1089" y="655"/>
                    <a:pt x="921" y="470"/>
                    <a:pt x="910" y="231"/>
                  </a:cubicBezTo>
                  <a:cubicBezTo>
                    <a:pt x="844" y="154"/>
                    <a:pt x="779" y="78"/>
                    <a:pt x="708" y="2"/>
                  </a:cubicBezTo>
                  <a:cubicBezTo>
                    <a:pt x="694" y="1"/>
                    <a:pt x="679" y="0"/>
                    <a:pt x="6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26"/>
            <p:cNvSpPr/>
            <p:nvPr/>
          </p:nvSpPr>
          <p:spPr>
            <a:xfrm>
              <a:off x="2768048" y="3240635"/>
              <a:ext cx="32773" cy="115449"/>
            </a:xfrm>
            <a:custGeom>
              <a:rect b="b" l="l" r="r" t="t"/>
              <a:pathLst>
                <a:path extrusionOk="0" h="2015" w="572">
                  <a:moveTo>
                    <a:pt x="272" y="1"/>
                  </a:moveTo>
                  <a:cubicBezTo>
                    <a:pt x="251" y="60"/>
                    <a:pt x="202" y="131"/>
                    <a:pt x="207" y="191"/>
                  </a:cubicBezTo>
                  <a:cubicBezTo>
                    <a:pt x="256" y="801"/>
                    <a:pt x="98" y="1394"/>
                    <a:pt x="0" y="2015"/>
                  </a:cubicBezTo>
                  <a:cubicBezTo>
                    <a:pt x="87" y="1977"/>
                    <a:pt x="147" y="1944"/>
                    <a:pt x="207" y="1917"/>
                  </a:cubicBezTo>
                  <a:cubicBezTo>
                    <a:pt x="289" y="1754"/>
                    <a:pt x="414" y="1617"/>
                    <a:pt x="419" y="1421"/>
                  </a:cubicBezTo>
                  <a:cubicBezTo>
                    <a:pt x="528" y="931"/>
                    <a:pt x="572" y="447"/>
                    <a:pt x="2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26"/>
            <p:cNvSpPr/>
            <p:nvPr/>
          </p:nvSpPr>
          <p:spPr>
            <a:xfrm>
              <a:off x="2952076" y="2920533"/>
              <a:ext cx="76432" cy="47268"/>
            </a:xfrm>
            <a:custGeom>
              <a:rect b="b" l="l" r="r" t="t"/>
              <a:pathLst>
                <a:path extrusionOk="0" h="825" w="1334">
                  <a:moveTo>
                    <a:pt x="648" y="0"/>
                  </a:moveTo>
                  <a:cubicBezTo>
                    <a:pt x="485" y="0"/>
                    <a:pt x="319" y="165"/>
                    <a:pt x="114" y="492"/>
                  </a:cubicBezTo>
                  <a:cubicBezTo>
                    <a:pt x="131" y="574"/>
                    <a:pt x="0" y="672"/>
                    <a:pt x="125" y="732"/>
                  </a:cubicBezTo>
                  <a:cubicBezTo>
                    <a:pt x="153" y="746"/>
                    <a:pt x="179" y="752"/>
                    <a:pt x="204" y="752"/>
                  </a:cubicBezTo>
                  <a:cubicBezTo>
                    <a:pt x="298" y="752"/>
                    <a:pt x="372" y="663"/>
                    <a:pt x="463" y="628"/>
                  </a:cubicBezTo>
                  <a:cubicBezTo>
                    <a:pt x="487" y="454"/>
                    <a:pt x="542" y="381"/>
                    <a:pt x="622" y="381"/>
                  </a:cubicBezTo>
                  <a:cubicBezTo>
                    <a:pt x="685" y="381"/>
                    <a:pt x="764" y="426"/>
                    <a:pt x="855" y="503"/>
                  </a:cubicBezTo>
                  <a:cubicBezTo>
                    <a:pt x="991" y="612"/>
                    <a:pt x="1073" y="797"/>
                    <a:pt x="1274" y="824"/>
                  </a:cubicBezTo>
                  <a:cubicBezTo>
                    <a:pt x="1334" y="688"/>
                    <a:pt x="1247" y="623"/>
                    <a:pt x="1198" y="546"/>
                  </a:cubicBezTo>
                  <a:cubicBezTo>
                    <a:pt x="989" y="181"/>
                    <a:pt x="820" y="0"/>
                    <a:pt x="6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26"/>
            <p:cNvSpPr/>
            <p:nvPr/>
          </p:nvSpPr>
          <p:spPr>
            <a:xfrm>
              <a:off x="292712" y="3491124"/>
              <a:ext cx="115163" cy="34950"/>
            </a:xfrm>
            <a:custGeom>
              <a:rect b="b" l="l" r="r" t="t"/>
              <a:pathLst>
                <a:path extrusionOk="0" h="610" w="2010">
                  <a:moveTo>
                    <a:pt x="1" y="0"/>
                  </a:moveTo>
                  <a:lnTo>
                    <a:pt x="1" y="0"/>
                  </a:lnTo>
                  <a:cubicBezTo>
                    <a:pt x="654" y="245"/>
                    <a:pt x="1280" y="588"/>
                    <a:pt x="2009" y="610"/>
                  </a:cubicBezTo>
                  <a:cubicBezTo>
                    <a:pt x="1383" y="272"/>
                    <a:pt x="719" y="38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26"/>
            <p:cNvSpPr/>
            <p:nvPr/>
          </p:nvSpPr>
          <p:spPr>
            <a:xfrm>
              <a:off x="2816347" y="3177382"/>
              <a:ext cx="28476" cy="14668"/>
            </a:xfrm>
            <a:custGeom>
              <a:rect b="b" l="l" r="r" t="t"/>
              <a:pathLst>
                <a:path extrusionOk="0" h="256" w="497">
                  <a:moveTo>
                    <a:pt x="200" y="0"/>
                  </a:moveTo>
                  <a:cubicBezTo>
                    <a:pt x="145" y="0"/>
                    <a:pt x="80" y="33"/>
                    <a:pt x="1" y="119"/>
                  </a:cubicBezTo>
                  <a:cubicBezTo>
                    <a:pt x="164" y="168"/>
                    <a:pt x="333" y="212"/>
                    <a:pt x="496" y="255"/>
                  </a:cubicBezTo>
                  <a:cubicBezTo>
                    <a:pt x="399" y="161"/>
                    <a:pt x="322" y="0"/>
                    <a:pt x="200" y="0"/>
                  </a:cubicBezTo>
                  <a:close/>
                </a:path>
              </a:pathLst>
            </a:custGeom>
            <a:solidFill>
              <a:srgbClr val="31313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26"/>
            <p:cNvSpPr/>
            <p:nvPr/>
          </p:nvSpPr>
          <p:spPr>
            <a:xfrm>
              <a:off x="3401205" y="3179789"/>
              <a:ext cx="76145" cy="65087"/>
            </a:xfrm>
            <a:custGeom>
              <a:rect b="b" l="l" r="r" t="t"/>
              <a:pathLst>
                <a:path extrusionOk="0" h="1136" w="1329">
                  <a:moveTo>
                    <a:pt x="294" y="0"/>
                  </a:moveTo>
                  <a:cubicBezTo>
                    <a:pt x="261" y="0"/>
                    <a:pt x="230" y="4"/>
                    <a:pt x="202" y="12"/>
                  </a:cubicBezTo>
                  <a:cubicBezTo>
                    <a:pt x="49" y="55"/>
                    <a:pt x="0" y="192"/>
                    <a:pt x="82" y="284"/>
                  </a:cubicBezTo>
                  <a:cubicBezTo>
                    <a:pt x="354" y="622"/>
                    <a:pt x="621" y="975"/>
                    <a:pt x="1062" y="1117"/>
                  </a:cubicBezTo>
                  <a:cubicBezTo>
                    <a:pt x="1101" y="1130"/>
                    <a:pt x="1135" y="1136"/>
                    <a:pt x="1164" y="1136"/>
                  </a:cubicBezTo>
                  <a:cubicBezTo>
                    <a:pt x="1280" y="1136"/>
                    <a:pt x="1319" y="1042"/>
                    <a:pt x="1323" y="937"/>
                  </a:cubicBezTo>
                  <a:cubicBezTo>
                    <a:pt x="1328" y="541"/>
                    <a:pt x="685" y="0"/>
                    <a:pt x="2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26"/>
            <p:cNvSpPr/>
            <p:nvPr/>
          </p:nvSpPr>
          <p:spPr>
            <a:xfrm>
              <a:off x="3665102" y="3358660"/>
              <a:ext cx="58957" cy="52769"/>
            </a:xfrm>
            <a:custGeom>
              <a:rect b="b" l="l" r="r" t="t"/>
              <a:pathLst>
                <a:path extrusionOk="0" h="921" w="1029">
                  <a:moveTo>
                    <a:pt x="288" y="1"/>
                  </a:moveTo>
                  <a:cubicBezTo>
                    <a:pt x="220" y="1"/>
                    <a:pt x="158" y="33"/>
                    <a:pt x="109" y="124"/>
                  </a:cubicBezTo>
                  <a:cubicBezTo>
                    <a:pt x="0" y="336"/>
                    <a:pt x="185" y="510"/>
                    <a:pt x="365" y="597"/>
                  </a:cubicBezTo>
                  <a:cubicBezTo>
                    <a:pt x="512" y="668"/>
                    <a:pt x="659" y="717"/>
                    <a:pt x="757" y="864"/>
                  </a:cubicBezTo>
                  <a:cubicBezTo>
                    <a:pt x="780" y="900"/>
                    <a:pt x="818" y="920"/>
                    <a:pt x="860" y="920"/>
                  </a:cubicBezTo>
                  <a:cubicBezTo>
                    <a:pt x="889" y="920"/>
                    <a:pt x="919" y="911"/>
                    <a:pt x="947" y="891"/>
                  </a:cubicBezTo>
                  <a:cubicBezTo>
                    <a:pt x="1013" y="848"/>
                    <a:pt x="1029" y="782"/>
                    <a:pt x="1018" y="712"/>
                  </a:cubicBezTo>
                  <a:cubicBezTo>
                    <a:pt x="991" y="439"/>
                    <a:pt x="822" y="254"/>
                    <a:pt x="604" y="129"/>
                  </a:cubicBezTo>
                  <a:cubicBezTo>
                    <a:pt x="511" y="79"/>
                    <a:pt x="394" y="1"/>
                    <a:pt x="2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26"/>
            <p:cNvSpPr/>
            <p:nvPr/>
          </p:nvSpPr>
          <p:spPr>
            <a:xfrm>
              <a:off x="3269887" y="2728484"/>
              <a:ext cx="196235" cy="282751"/>
            </a:xfrm>
            <a:custGeom>
              <a:rect b="b" l="l" r="r" t="t"/>
              <a:pathLst>
                <a:path extrusionOk="0" h="4935" w="3425">
                  <a:moveTo>
                    <a:pt x="0" y="1"/>
                  </a:moveTo>
                  <a:lnTo>
                    <a:pt x="0" y="1"/>
                  </a:lnTo>
                  <a:cubicBezTo>
                    <a:pt x="71" y="153"/>
                    <a:pt x="120" y="273"/>
                    <a:pt x="191" y="376"/>
                  </a:cubicBezTo>
                  <a:cubicBezTo>
                    <a:pt x="447" y="757"/>
                    <a:pt x="779" y="1078"/>
                    <a:pt x="1078" y="1421"/>
                  </a:cubicBezTo>
                  <a:cubicBezTo>
                    <a:pt x="1149" y="1503"/>
                    <a:pt x="1329" y="1558"/>
                    <a:pt x="1209" y="1726"/>
                  </a:cubicBezTo>
                  <a:cubicBezTo>
                    <a:pt x="1285" y="1841"/>
                    <a:pt x="1356" y="1960"/>
                    <a:pt x="1427" y="2075"/>
                  </a:cubicBezTo>
                  <a:cubicBezTo>
                    <a:pt x="1445" y="1993"/>
                    <a:pt x="1466" y="1965"/>
                    <a:pt x="1487" y="1965"/>
                  </a:cubicBezTo>
                  <a:cubicBezTo>
                    <a:pt x="1523" y="1965"/>
                    <a:pt x="1561" y="2047"/>
                    <a:pt x="1585" y="2075"/>
                  </a:cubicBezTo>
                  <a:cubicBezTo>
                    <a:pt x="1993" y="2532"/>
                    <a:pt x="2075" y="3082"/>
                    <a:pt x="1977" y="3659"/>
                  </a:cubicBezTo>
                  <a:cubicBezTo>
                    <a:pt x="1933" y="3926"/>
                    <a:pt x="2042" y="4056"/>
                    <a:pt x="2254" y="4149"/>
                  </a:cubicBezTo>
                  <a:cubicBezTo>
                    <a:pt x="2586" y="4301"/>
                    <a:pt x="2902" y="4486"/>
                    <a:pt x="3131" y="4786"/>
                  </a:cubicBezTo>
                  <a:cubicBezTo>
                    <a:pt x="3186" y="4856"/>
                    <a:pt x="3250" y="4935"/>
                    <a:pt x="3386" y="4935"/>
                  </a:cubicBezTo>
                  <a:cubicBezTo>
                    <a:pt x="3398" y="4935"/>
                    <a:pt x="3411" y="4934"/>
                    <a:pt x="3425" y="4933"/>
                  </a:cubicBezTo>
                  <a:cubicBezTo>
                    <a:pt x="3218" y="4356"/>
                    <a:pt x="3131" y="3773"/>
                    <a:pt x="3093" y="3174"/>
                  </a:cubicBezTo>
                  <a:cubicBezTo>
                    <a:pt x="3038" y="2282"/>
                    <a:pt x="2570" y="1661"/>
                    <a:pt x="1781" y="1274"/>
                  </a:cubicBezTo>
                  <a:cubicBezTo>
                    <a:pt x="1372" y="1073"/>
                    <a:pt x="1024" y="806"/>
                    <a:pt x="697" y="496"/>
                  </a:cubicBezTo>
                  <a:cubicBezTo>
                    <a:pt x="501" y="316"/>
                    <a:pt x="316" y="99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26"/>
            <p:cNvSpPr/>
            <p:nvPr/>
          </p:nvSpPr>
          <p:spPr>
            <a:xfrm>
              <a:off x="2278355" y="2896355"/>
              <a:ext cx="316612" cy="429197"/>
            </a:xfrm>
            <a:custGeom>
              <a:rect b="b" l="l" r="r" t="t"/>
              <a:pathLst>
                <a:path extrusionOk="0" h="7491" w="5526">
                  <a:moveTo>
                    <a:pt x="2360" y="1"/>
                  </a:moveTo>
                  <a:cubicBezTo>
                    <a:pt x="1683" y="1"/>
                    <a:pt x="1048" y="152"/>
                    <a:pt x="430" y="478"/>
                  </a:cubicBezTo>
                  <a:cubicBezTo>
                    <a:pt x="152" y="625"/>
                    <a:pt x="0" y="865"/>
                    <a:pt x="82" y="1170"/>
                  </a:cubicBezTo>
                  <a:cubicBezTo>
                    <a:pt x="376" y="2291"/>
                    <a:pt x="648" y="3424"/>
                    <a:pt x="1023" y="4518"/>
                  </a:cubicBezTo>
                  <a:cubicBezTo>
                    <a:pt x="1356" y="5492"/>
                    <a:pt x="1611" y="6467"/>
                    <a:pt x="1709" y="7490"/>
                  </a:cubicBezTo>
                  <a:cubicBezTo>
                    <a:pt x="2031" y="6625"/>
                    <a:pt x="2346" y="5770"/>
                    <a:pt x="2325" y="4834"/>
                  </a:cubicBezTo>
                  <a:cubicBezTo>
                    <a:pt x="2314" y="4518"/>
                    <a:pt x="2363" y="4197"/>
                    <a:pt x="2423" y="3892"/>
                  </a:cubicBezTo>
                  <a:cubicBezTo>
                    <a:pt x="2695" y="2569"/>
                    <a:pt x="3452" y="1622"/>
                    <a:pt x="4671" y="1050"/>
                  </a:cubicBezTo>
                  <a:cubicBezTo>
                    <a:pt x="4943" y="919"/>
                    <a:pt x="5204" y="778"/>
                    <a:pt x="5526" y="620"/>
                  </a:cubicBezTo>
                  <a:cubicBezTo>
                    <a:pt x="4644" y="348"/>
                    <a:pt x="3816" y="141"/>
                    <a:pt x="2951" y="38"/>
                  </a:cubicBezTo>
                  <a:cubicBezTo>
                    <a:pt x="2750" y="13"/>
                    <a:pt x="2553" y="1"/>
                    <a:pt x="23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26"/>
            <p:cNvSpPr/>
            <p:nvPr/>
          </p:nvSpPr>
          <p:spPr>
            <a:xfrm>
              <a:off x="2732755" y="2693248"/>
              <a:ext cx="74655" cy="109147"/>
            </a:xfrm>
            <a:custGeom>
              <a:rect b="b" l="l" r="r" t="t"/>
              <a:pathLst>
                <a:path extrusionOk="0" h="1905" w="1303">
                  <a:moveTo>
                    <a:pt x="197" y="0"/>
                  </a:moveTo>
                  <a:cubicBezTo>
                    <a:pt x="181" y="4"/>
                    <a:pt x="164" y="5"/>
                    <a:pt x="147" y="5"/>
                  </a:cubicBezTo>
                  <a:cubicBezTo>
                    <a:pt x="134" y="5"/>
                    <a:pt x="120" y="4"/>
                    <a:pt x="107" y="4"/>
                  </a:cubicBezTo>
                  <a:cubicBezTo>
                    <a:pt x="61" y="4"/>
                    <a:pt x="22" y="11"/>
                    <a:pt x="12" y="71"/>
                  </a:cubicBezTo>
                  <a:cubicBezTo>
                    <a:pt x="1" y="115"/>
                    <a:pt x="50" y="175"/>
                    <a:pt x="88" y="213"/>
                  </a:cubicBezTo>
                  <a:cubicBezTo>
                    <a:pt x="235" y="371"/>
                    <a:pt x="420" y="479"/>
                    <a:pt x="638" y="496"/>
                  </a:cubicBezTo>
                  <a:cubicBezTo>
                    <a:pt x="818" y="507"/>
                    <a:pt x="883" y="588"/>
                    <a:pt x="894" y="763"/>
                  </a:cubicBezTo>
                  <a:cubicBezTo>
                    <a:pt x="905" y="991"/>
                    <a:pt x="986" y="1220"/>
                    <a:pt x="970" y="1459"/>
                  </a:cubicBezTo>
                  <a:cubicBezTo>
                    <a:pt x="959" y="1601"/>
                    <a:pt x="1014" y="1732"/>
                    <a:pt x="1095" y="1851"/>
                  </a:cubicBezTo>
                  <a:cubicBezTo>
                    <a:pt x="1121" y="1884"/>
                    <a:pt x="1159" y="1905"/>
                    <a:pt x="1198" y="1905"/>
                  </a:cubicBezTo>
                  <a:cubicBezTo>
                    <a:pt x="1216" y="1905"/>
                    <a:pt x="1235" y="1900"/>
                    <a:pt x="1253" y="1889"/>
                  </a:cubicBezTo>
                  <a:cubicBezTo>
                    <a:pt x="1280" y="1868"/>
                    <a:pt x="1302" y="1808"/>
                    <a:pt x="1297" y="1770"/>
                  </a:cubicBezTo>
                  <a:cubicBezTo>
                    <a:pt x="1258" y="1351"/>
                    <a:pt x="1215" y="931"/>
                    <a:pt x="1166" y="518"/>
                  </a:cubicBezTo>
                  <a:cubicBezTo>
                    <a:pt x="1144" y="376"/>
                    <a:pt x="1073" y="229"/>
                    <a:pt x="932" y="180"/>
                  </a:cubicBezTo>
                  <a:cubicBezTo>
                    <a:pt x="692" y="104"/>
                    <a:pt x="436" y="55"/>
                    <a:pt x="1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26"/>
            <p:cNvSpPr/>
            <p:nvPr/>
          </p:nvSpPr>
          <p:spPr>
            <a:xfrm>
              <a:off x="2541564" y="2397325"/>
              <a:ext cx="71791" cy="80671"/>
            </a:xfrm>
            <a:custGeom>
              <a:rect b="b" l="l" r="r" t="t"/>
              <a:pathLst>
                <a:path extrusionOk="0" h="1408" w="1253">
                  <a:moveTo>
                    <a:pt x="206" y="0"/>
                  </a:moveTo>
                  <a:cubicBezTo>
                    <a:pt x="163" y="0"/>
                    <a:pt x="122" y="18"/>
                    <a:pt x="88" y="64"/>
                  </a:cubicBezTo>
                  <a:cubicBezTo>
                    <a:pt x="1" y="184"/>
                    <a:pt x="153" y="266"/>
                    <a:pt x="224" y="353"/>
                  </a:cubicBezTo>
                  <a:cubicBezTo>
                    <a:pt x="268" y="413"/>
                    <a:pt x="306" y="467"/>
                    <a:pt x="349" y="527"/>
                  </a:cubicBezTo>
                  <a:cubicBezTo>
                    <a:pt x="561" y="788"/>
                    <a:pt x="774" y="1055"/>
                    <a:pt x="986" y="1322"/>
                  </a:cubicBezTo>
                  <a:cubicBezTo>
                    <a:pt x="1028" y="1368"/>
                    <a:pt x="1074" y="1407"/>
                    <a:pt x="1137" y="1407"/>
                  </a:cubicBezTo>
                  <a:cubicBezTo>
                    <a:pt x="1148" y="1407"/>
                    <a:pt x="1159" y="1406"/>
                    <a:pt x="1171" y="1404"/>
                  </a:cubicBezTo>
                  <a:cubicBezTo>
                    <a:pt x="1247" y="1387"/>
                    <a:pt x="1247" y="1322"/>
                    <a:pt x="1253" y="1224"/>
                  </a:cubicBezTo>
                  <a:cubicBezTo>
                    <a:pt x="1095" y="799"/>
                    <a:pt x="828" y="396"/>
                    <a:pt x="431" y="102"/>
                  </a:cubicBezTo>
                  <a:cubicBezTo>
                    <a:pt x="377" y="63"/>
                    <a:pt x="288" y="0"/>
                    <a:pt x="2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26"/>
            <p:cNvSpPr/>
            <p:nvPr/>
          </p:nvSpPr>
          <p:spPr>
            <a:xfrm>
              <a:off x="2844421" y="2816144"/>
              <a:ext cx="46237" cy="81817"/>
            </a:xfrm>
            <a:custGeom>
              <a:rect b="b" l="l" r="r" t="t"/>
              <a:pathLst>
                <a:path extrusionOk="0" h="1428" w="807">
                  <a:moveTo>
                    <a:pt x="161" y="0"/>
                  </a:moveTo>
                  <a:cubicBezTo>
                    <a:pt x="144" y="0"/>
                    <a:pt x="125" y="3"/>
                    <a:pt x="104" y="11"/>
                  </a:cubicBezTo>
                  <a:cubicBezTo>
                    <a:pt x="1" y="55"/>
                    <a:pt x="6" y="158"/>
                    <a:pt x="6" y="349"/>
                  </a:cubicBezTo>
                  <a:cubicBezTo>
                    <a:pt x="273" y="599"/>
                    <a:pt x="322" y="1062"/>
                    <a:pt x="616" y="1394"/>
                  </a:cubicBezTo>
                  <a:cubicBezTo>
                    <a:pt x="636" y="1414"/>
                    <a:pt x="678" y="1428"/>
                    <a:pt x="711" y="1428"/>
                  </a:cubicBezTo>
                  <a:cubicBezTo>
                    <a:pt x="723" y="1428"/>
                    <a:pt x="734" y="1426"/>
                    <a:pt x="741" y="1421"/>
                  </a:cubicBezTo>
                  <a:cubicBezTo>
                    <a:pt x="807" y="1378"/>
                    <a:pt x="801" y="1291"/>
                    <a:pt x="785" y="1225"/>
                  </a:cubicBezTo>
                  <a:cubicBezTo>
                    <a:pt x="670" y="850"/>
                    <a:pt x="524" y="479"/>
                    <a:pt x="333" y="136"/>
                  </a:cubicBezTo>
                  <a:cubicBezTo>
                    <a:pt x="297" y="74"/>
                    <a:pt x="243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22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8" name="Google Shape;898;p26"/>
          <p:cNvGrpSpPr/>
          <p:nvPr/>
        </p:nvGrpSpPr>
        <p:grpSpPr>
          <a:xfrm flipH="1">
            <a:off x="4384220" y="2212113"/>
            <a:ext cx="3858878" cy="2063971"/>
            <a:chOff x="1978922" y="1712725"/>
            <a:chExt cx="2506253" cy="1251650"/>
          </a:xfrm>
        </p:grpSpPr>
        <p:sp>
          <p:nvSpPr>
            <p:cNvPr id="899" name="Google Shape;899;p26"/>
            <p:cNvSpPr/>
            <p:nvPr/>
          </p:nvSpPr>
          <p:spPr>
            <a:xfrm>
              <a:off x="1981975" y="1712725"/>
              <a:ext cx="2503200" cy="1251600"/>
            </a:xfrm>
            <a:prstGeom prst="roundRect">
              <a:avLst>
                <a:gd fmla="val 20475" name="adj"/>
              </a:avLst>
            </a:prstGeom>
            <a:solidFill>
              <a:schemeClr val="accent1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00" name="Google Shape;900;p26"/>
            <p:cNvPicPr preferRelativeResize="0"/>
            <p:nvPr/>
          </p:nvPicPr>
          <p:blipFill rotWithShape="1">
            <a:blip r:embed="rId3">
              <a:alphaModFix amt="35000"/>
            </a:blip>
            <a:srcRect b="37449" l="23119" r="20343" t="15517"/>
            <a:stretch/>
          </p:blipFill>
          <p:spPr>
            <a:xfrm>
              <a:off x="1981975" y="1722975"/>
              <a:ext cx="2503200" cy="1241400"/>
            </a:xfrm>
            <a:prstGeom prst="roundRect">
              <a:avLst>
                <a:gd fmla="val 21901" name="adj"/>
              </a:avLst>
            </a:prstGeom>
            <a:noFill/>
            <a:ln>
              <a:noFill/>
            </a:ln>
          </p:spPr>
        </p:pic>
        <p:sp>
          <p:nvSpPr>
            <p:cNvPr id="901" name="Google Shape;901;p26"/>
            <p:cNvSpPr/>
            <p:nvPr/>
          </p:nvSpPr>
          <p:spPr>
            <a:xfrm rot="-277100">
              <a:off x="3928939" y="2720524"/>
              <a:ext cx="454832" cy="157050"/>
            </a:xfrm>
            <a:custGeom>
              <a:rect b="b" l="l" r="r" t="t"/>
              <a:pathLst>
                <a:path extrusionOk="0" h="2802" w="8976">
                  <a:moveTo>
                    <a:pt x="8931" y="1"/>
                  </a:moveTo>
                  <a:cubicBezTo>
                    <a:pt x="8782" y="849"/>
                    <a:pt x="8321" y="1623"/>
                    <a:pt x="7636" y="2085"/>
                  </a:cubicBezTo>
                  <a:cubicBezTo>
                    <a:pt x="7294" y="2323"/>
                    <a:pt x="6907" y="2472"/>
                    <a:pt x="6490" y="2546"/>
                  </a:cubicBezTo>
                  <a:cubicBezTo>
                    <a:pt x="6297" y="2576"/>
                    <a:pt x="6088" y="2576"/>
                    <a:pt x="5865" y="2576"/>
                  </a:cubicBezTo>
                  <a:cubicBezTo>
                    <a:pt x="5642" y="2576"/>
                    <a:pt x="5433" y="2591"/>
                    <a:pt x="5210" y="2591"/>
                  </a:cubicBezTo>
                  <a:cubicBezTo>
                    <a:pt x="4994" y="2598"/>
                    <a:pt x="4778" y="2602"/>
                    <a:pt x="4563" y="2602"/>
                  </a:cubicBezTo>
                  <a:cubicBezTo>
                    <a:pt x="4347" y="2602"/>
                    <a:pt x="4131" y="2598"/>
                    <a:pt x="3915" y="2591"/>
                  </a:cubicBezTo>
                  <a:cubicBezTo>
                    <a:pt x="3469" y="2576"/>
                    <a:pt x="3037" y="2531"/>
                    <a:pt x="2605" y="2501"/>
                  </a:cubicBezTo>
                  <a:cubicBezTo>
                    <a:pt x="2281" y="2485"/>
                    <a:pt x="1958" y="2476"/>
                    <a:pt x="1633" y="2476"/>
                  </a:cubicBezTo>
                  <a:cubicBezTo>
                    <a:pt x="1092" y="2476"/>
                    <a:pt x="549" y="2500"/>
                    <a:pt x="0" y="2546"/>
                  </a:cubicBezTo>
                  <a:lnTo>
                    <a:pt x="0" y="2576"/>
                  </a:lnTo>
                  <a:cubicBezTo>
                    <a:pt x="864" y="2680"/>
                    <a:pt x="1742" y="2725"/>
                    <a:pt x="2605" y="2725"/>
                  </a:cubicBezTo>
                  <a:cubicBezTo>
                    <a:pt x="3037" y="2710"/>
                    <a:pt x="3469" y="2680"/>
                    <a:pt x="3900" y="2680"/>
                  </a:cubicBezTo>
                  <a:cubicBezTo>
                    <a:pt x="4347" y="2680"/>
                    <a:pt x="4778" y="2710"/>
                    <a:pt x="5210" y="2740"/>
                  </a:cubicBezTo>
                  <a:cubicBezTo>
                    <a:pt x="5418" y="2755"/>
                    <a:pt x="5642" y="2769"/>
                    <a:pt x="5850" y="2784"/>
                  </a:cubicBezTo>
                  <a:cubicBezTo>
                    <a:pt x="5979" y="2793"/>
                    <a:pt x="6108" y="2801"/>
                    <a:pt x="6237" y="2801"/>
                  </a:cubicBezTo>
                  <a:cubicBezTo>
                    <a:pt x="6331" y="2801"/>
                    <a:pt x="6426" y="2797"/>
                    <a:pt x="6520" y="2784"/>
                  </a:cubicBezTo>
                  <a:cubicBezTo>
                    <a:pt x="6981" y="2740"/>
                    <a:pt x="7413" y="2576"/>
                    <a:pt x="7785" y="2308"/>
                  </a:cubicBezTo>
                  <a:cubicBezTo>
                    <a:pt x="8529" y="1787"/>
                    <a:pt x="8976" y="879"/>
                    <a:pt x="89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26"/>
            <p:cNvSpPr/>
            <p:nvPr/>
          </p:nvSpPr>
          <p:spPr>
            <a:xfrm rot="447014">
              <a:off x="3990818" y="1778142"/>
              <a:ext cx="394572" cy="85757"/>
            </a:xfrm>
            <a:custGeom>
              <a:rect b="b" l="l" r="r" t="t"/>
              <a:pathLst>
                <a:path extrusionOk="0" h="1344" w="6833">
                  <a:moveTo>
                    <a:pt x="4686" y="0"/>
                  </a:moveTo>
                  <a:cubicBezTo>
                    <a:pt x="4637" y="0"/>
                    <a:pt x="4589" y="1"/>
                    <a:pt x="4540" y="4"/>
                  </a:cubicBezTo>
                  <a:lnTo>
                    <a:pt x="3632" y="48"/>
                  </a:lnTo>
                  <a:cubicBezTo>
                    <a:pt x="2412" y="138"/>
                    <a:pt x="1206" y="242"/>
                    <a:pt x="0" y="420"/>
                  </a:cubicBezTo>
                  <a:cubicBezTo>
                    <a:pt x="155" y="422"/>
                    <a:pt x="310" y="423"/>
                    <a:pt x="465" y="423"/>
                  </a:cubicBezTo>
                  <a:cubicBezTo>
                    <a:pt x="1528" y="423"/>
                    <a:pt x="2582" y="379"/>
                    <a:pt x="3647" y="301"/>
                  </a:cubicBezTo>
                  <a:lnTo>
                    <a:pt x="4555" y="242"/>
                  </a:lnTo>
                  <a:cubicBezTo>
                    <a:pt x="4626" y="234"/>
                    <a:pt x="4698" y="231"/>
                    <a:pt x="4770" y="231"/>
                  </a:cubicBezTo>
                  <a:cubicBezTo>
                    <a:pt x="4986" y="231"/>
                    <a:pt x="5206" y="264"/>
                    <a:pt x="5419" y="331"/>
                  </a:cubicBezTo>
                  <a:cubicBezTo>
                    <a:pt x="5969" y="480"/>
                    <a:pt x="6475" y="852"/>
                    <a:pt x="6833" y="1343"/>
                  </a:cubicBezTo>
                  <a:cubicBezTo>
                    <a:pt x="6565" y="793"/>
                    <a:pt x="6073" y="346"/>
                    <a:pt x="5478" y="138"/>
                  </a:cubicBezTo>
                  <a:cubicBezTo>
                    <a:pt x="5226" y="37"/>
                    <a:pt x="4953" y="0"/>
                    <a:pt x="4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26"/>
            <p:cNvSpPr/>
            <p:nvPr/>
          </p:nvSpPr>
          <p:spPr>
            <a:xfrm rot="-5671675">
              <a:off x="1714298" y="2052550"/>
              <a:ext cx="1134449" cy="517681"/>
            </a:xfrm>
            <a:custGeom>
              <a:rect b="b" l="l" r="r" t="t"/>
              <a:pathLst>
                <a:path extrusionOk="0" h="6455" w="12817">
                  <a:moveTo>
                    <a:pt x="1961" y="1"/>
                  </a:moveTo>
                  <a:cubicBezTo>
                    <a:pt x="1823" y="1"/>
                    <a:pt x="1675" y="11"/>
                    <a:pt x="1534" y="39"/>
                  </a:cubicBezTo>
                  <a:cubicBezTo>
                    <a:pt x="1311" y="84"/>
                    <a:pt x="1102" y="173"/>
                    <a:pt x="924" y="292"/>
                  </a:cubicBezTo>
                  <a:cubicBezTo>
                    <a:pt x="551" y="545"/>
                    <a:pt x="284" y="932"/>
                    <a:pt x="135" y="1349"/>
                  </a:cubicBezTo>
                  <a:cubicBezTo>
                    <a:pt x="75" y="1543"/>
                    <a:pt x="31" y="1766"/>
                    <a:pt x="16" y="1989"/>
                  </a:cubicBezTo>
                  <a:lnTo>
                    <a:pt x="1" y="2614"/>
                  </a:lnTo>
                  <a:cubicBezTo>
                    <a:pt x="1" y="3031"/>
                    <a:pt x="1" y="3448"/>
                    <a:pt x="1" y="3880"/>
                  </a:cubicBezTo>
                  <a:lnTo>
                    <a:pt x="31" y="3880"/>
                  </a:lnTo>
                  <a:cubicBezTo>
                    <a:pt x="75" y="3463"/>
                    <a:pt x="105" y="3046"/>
                    <a:pt x="150" y="2629"/>
                  </a:cubicBezTo>
                  <a:lnTo>
                    <a:pt x="194" y="1989"/>
                  </a:lnTo>
                  <a:cubicBezTo>
                    <a:pt x="209" y="1796"/>
                    <a:pt x="269" y="1602"/>
                    <a:pt x="328" y="1409"/>
                  </a:cubicBezTo>
                  <a:cubicBezTo>
                    <a:pt x="462" y="1037"/>
                    <a:pt x="715" y="709"/>
                    <a:pt x="1043" y="486"/>
                  </a:cubicBezTo>
                  <a:cubicBezTo>
                    <a:pt x="1206" y="382"/>
                    <a:pt x="1400" y="307"/>
                    <a:pt x="1579" y="263"/>
                  </a:cubicBezTo>
                  <a:cubicBezTo>
                    <a:pt x="1701" y="234"/>
                    <a:pt x="1824" y="224"/>
                    <a:pt x="1950" y="224"/>
                  </a:cubicBezTo>
                  <a:cubicBezTo>
                    <a:pt x="2023" y="224"/>
                    <a:pt x="2098" y="227"/>
                    <a:pt x="2174" y="233"/>
                  </a:cubicBezTo>
                  <a:cubicBezTo>
                    <a:pt x="3022" y="263"/>
                    <a:pt x="3856" y="277"/>
                    <a:pt x="4689" y="307"/>
                  </a:cubicBezTo>
                  <a:cubicBezTo>
                    <a:pt x="5538" y="352"/>
                    <a:pt x="6371" y="411"/>
                    <a:pt x="7205" y="486"/>
                  </a:cubicBezTo>
                  <a:cubicBezTo>
                    <a:pt x="8039" y="560"/>
                    <a:pt x="8887" y="620"/>
                    <a:pt x="9721" y="679"/>
                  </a:cubicBezTo>
                  <a:lnTo>
                    <a:pt x="10033" y="694"/>
                  </a:lnTo>
                  <a:cubicBezTo>
                    <a:pt x="10122" y="709"/>
                    <a:pt x="10227" y="724"/>
                    <a:pt x="10331" y="739"/>
                  </a:cubicBezTo>
                  <a:cubicBezTo>
                    <a:pt x="10524" y="783"/>
                    <a:pt x="10703" y="843"/>
                    <a:pt x="10882" y="932"/>
                  </a:cubicBezTo>
                  <a:cubicBezTo>
                    <a:pt x="11239" y="1111"/>
                    <a:pt x="11566" y="1364"/>
                    <a:pt x="11819" y="1677"/>
                  </a:cubicBezTo>
                  <a:cubicBezTo>
                    <a:pt x="12325" y="2302"/>
                    <a:pt x="12564" y="3120"/>
                    <a:pt x="12534" y="3939"/>
                  </a:cubicBezTo>
                  <a:cubicBezTo>
                    <a:pt x="12519" y="4773"/>
                    <a:pt x="12504" y="5621"/>
                    <a:pt x="12504" y="6455"/>
                  </a:cubicBezTo>
                  <a:lnTo>
                    <a:pt x="12534" y="6455"/>
                  </a:lnTo>
                  <a:cubicBezTo>
                    <a:pt x="12623" y="5621"/>
                    <a:pt x="12683" y="4788"/>
                    <a:pt x="12742" y="3939"/>
                  </a:cubicBezTo>
                  <a:cubicBezTo>
                    <a:pt x="12817" y="3091"/>
                    <a:pt x="12578" y="2183"/>
                    <a:pt x="12028" y="1498"/>
                  </a:cubicBezTo>
                  <a:cubicBezTo>
                    <a:pt x="11760" y="1156"/>
                    <a:pt x="11403" y="873"/>
                    <a:pt x="11001" y="694"/>
                  </a:cubicBezTo>
                  <a:cubicBezTo>
                    <a:pt x="10807" y="590"/>
                    <a:pt x="10584" y="530"/>
                    <a:pt x="10375" y="486"/>
                  </a:cubicBezTo>
                  <a:cubicBezTo>
                    <a:pt x="10271" y="456"/>
                    <a:pt x="10152" y="456"/>
                    <a:pt x="10048" y="441"/>
                  </a:cubicBezTo>
                  <a:lnTo>
                    <a:pt x="9735" y="426"/>
                  </a:lnTo>
                  <a:cubicBezTo>
                    <a:pt x="8887" y="396"/>
                    <a:pt x="8053" y="367"/>
                    <a:pt x="7220" y="337"/>
                  </a:cubicBezTo>
                  <a:cubicBezTo>
                    <a:pt x="6371" y="307"/>
                    <a:pt x="5538" y="277"/>
                    <a:pt x="4704" y="218"/>
                  </a:cubicBezTo>
                  <a:cubicBezTo>
                    <a:pt x="3871" y="173"/>
                    <a:pt x="3022" y="84"/>
                    <a:pt x="2189" y="9"/>
                  </a:cubicBezTo>
                  <a:cubicBezTo>
                    <a:pt x="2118" y="4"/>
                    <a:pt x="2041" y="1"/>
                    <a:pt x="19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4" name="Google Shape;904;p26"/>
          <p:cNvSpPr txBox="1"/>
          <p:nvPr>
            <p:ph idx="1" type="subTitle"/>
          </p:nvPr>
        </p:nvSpPr>
        <p:spPr>
          <a:xfrm>
            <a:off x="4626846" y="2212135"/>
            <a:ext cx="3193200" cy="16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Conduct a cross cultural analysis of four individual cultures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Western Europe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The Mediterranean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East Asia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Mesoamerica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Gather as much as I can and Identify the </a:t>
            </a:r>
            <a:r>
              <a:rPr lang="en"/>
              <a:t>Biases</a:t>
            </a:r>
            <a:r>
              <a:rPr lang="en"/>
              <a:t> within them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9" name="Google Shape;909;p27"/>
          <p:cNvGrpSpPr/>
          <p:nvPr/>
        </p:nvGrpSpPr>
        <p:grpSpPr>
          <a:xfrm>
            <a:off x="2221530" y="329562"/>
            <a:ext cx="4700940" cy="1145545"/>
            <a:chOff x="1727221" y="1543500"/>
            <a:chExt cx="5718210" cy="1560900"/>
          </a:xfrm>
        </p:grpSpPr>
        <p:grpSp>
          <p:nvGrpSpPr>
            <p:cNvPr id="910" name="Google Shape;910;p27"/>
            <p:cNvGrpSpPr/>
            <p:nvPr/>
          </p:nvGrpSpPr>
          <p:grpSpPr>
            <a:xfrm>
              <a:off x="1727221" y="1543500"/>
              <a:ext cx="5718210" cy="1560900"/>
              <a:chOff x="1525600" y="1289175"/>
              <a:chExt cx="6121625" cy="1560900"/>
            </a:xfrm>
          </p:grpSpPr>
          <p:grpSp>
            <p:nvGrpSpPr>
              <p:cNvPr id="911" name="Google Shape;911;p27"/>
              <p:cNvGrpSpPr/>
              <p:nvPr/>
            </p:nvGrpSpPr>
            <p:grpSpPr>
              <a:xfrm>
                <a:off x="1525600" y="1289175"/>
                <a:ext cx="6121625" cy="1560900"/>
                <a:chOff x="1525600" y="1289175"/>
                <a:chExt cx="6121625" cy="1560900"/>
              </a:xfrm>
            </p:grpSpPr>
            <p:sp>
              <p:nvSpPr>
                <p:cNvPr id="912" name="Google Shape;912;p27"/>
                <p:cNvSpPr/>
                <p:nvPr/>
              </p:nvSpPr>
              <p:spPr>
                <a:xfrm>
                  <a:off x="1525725" y="1289175"/>
                  <a:ext cx="6121500" cy="1560900"/>
                </a:xfrm>
                <a:prstGeom prst="roundRect">
                  <a:avLst>
                    <a:gd fmla="val 28107" name="adj"/>
                  </a:avLst>
                </a:prstGeom>
                <a:solidFill>
                  <a:schemeClr val="accent1"/>
                </a:solidFill>
                <a:ln cap="flat" cmpd="sng" w="762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913" name="Google Shape;913;p27"/>
                <p:cNvPicPr preferRelativeResize="0"/>
                <p:nvPr/>
              </p:nvPicPr>
              <p:blipFill rotWithShape="1">
                <a:blip r:embed="rId3">
                  <a:alphaModFix amt="35000"/>
                </a:blip>
                <a:srcRect b="8896" l="18257" r="14795" t="60755"/>
                <a:stretch/>
              </p:blipFill>
              <p:spPr>
                <a:xfrm>
                  <a:off x="1525600" y="1289175"/>
                  <a:ext cx="6121500" cy="1560900"/>
                </a:xfrm>
                <a:prstGeom prst="roundRect">
                  <a:avLst>
                    <a:gd fmla="val 29800" name="adj"/>
                  </a:avLst>
                </a:prstGeom>
                <a:noFill/>
                <a:ln>
                  <a:noFill/>
                </a:ln>
              </p:spPr>
            </p:pic>
            <p:pic>
              <p:nvPicPr>
                <p:cNvPr id="914" name="Google Shape;914;p27"/>
                <p:cNvPicPr preferRelativeResize="0"/>
                <p:nvPr/>
              </p:nvPicPr>
              <p:blipFill rotWithShape="1">
                <a:blip r:embed="rId4">
                  <a:alphaModFix amt="17000"/>
                </a:blip>
                <a:srcRect b="18806" l="19601" r="13456" t="50847"/>
                <a:stretch/>
              </p:blipFill>
              <p:spPr>
                <a:xfrm>
                  <a:off x="1525725" y="1289175"/>
                  <a:ext cx="6121500" cy="1560900"/>
                </a:xfrm>
                <a:prstGeom prst="roundRect">
                  <a:avLst>
                    <a:gd fmla="val 29230" name="adj"/>
                  </a:avLst>
                </a:prstGeom>
                <a:noFill/>
                <a:ln>
                  <a:noFill/>
                </a:ln>
              </p:spPr>
            </p:pic>
            <p:sp>
              <p:nvSpPr>
                <p:cNvPr id="915" name="Google Shape;915;p27"/>
                <p:cNvSpPr/>
                <p:nvPr/>
              </p:nvSpPr>
              <p:spPr>
                <a:xfrm rot="-261490">
                  <a:off x="6596127" y="2418700"/>
                  <a:ext cx="939047" cy="306100"/>
                </a:xfrm>
                <a:custGeom>
                  <a:rect b="b" l="l" r="r" t="t"/>
                  <a:pathLst>
                    <a:path extrusionOk="0" h="2802" w="8976">
                      <a:moveTo>
                        <a:pt x="8931" y="1"/>
                      </a:moveTo>
                      <a:cubicBezTo>
                        <a:pt x="8782" y="849"/>
                        <a:pt x="8321" y="1623"/>
                        <a:pt x="7636" y="2085"/>
                      </a:cubicBezTo>
                      <a:cubicBezTo>
                        <a:pt x="7294" y="2323"/>
                        <a:pt x="6907" y="2472"/>
                        <a:pt x="6490" y="2546"/>
                      </a:cubicBezTo>
                      <a:cubicBezTo>
                        <a:pt x="6297" y="2576"/>
                        <a:pt x="6088" y="2576"/>
                        <a:pt x="5865" y="2576"/>
                      </a:cubicBezTo>
                      <a:cubicBezTo>
                        <a:pt x="5642" y="2576"/>
                        <a:pt x="5433" y="2591"/>
                        <a:pt x="5210" y="2591"/>
                      </a:cubicBezTo>
                      <a:cubicBezTo>
                        <a:pt x="4994" y="2598"/>
                        <a:pt x="4778" y="2602"/>
                        <a:pt x="4563" y="2602"/>
                      </a:cubicBezTo>
                      <a:cubicBezTo>
                        <a:pt x="4347" y="2602"/>
                        <a:pt x="4131" y="2598"/>
                        <a:pt x="3915" y="2591"/>
                      </a:cubicBezTo>
                      <a:cubicBezTo>
                        <a:pt x="3469" y="2576"/>
                        <a:pt x="3037" y="2531"/>
                        <a:pt x="2605" y="2501"/>
                      </a:cubicBezTo>
                      <a:cubicBezTo>
                        <a:pt x="2281" y="2485"/>
                        <a:pt x="1958" y="2476"/>
                        <a:pt x="1633" y="2476"/>
                      </a:cubicBezTo>
                      <a:cubicBezTo>
                        <a:pt x="1092" y="2476"/>
                        <a:pt x="549" y="2500"/>
                        <a:pt x="0" y="2546"/>
                      </a:cubicBezTo>
                      <a:lnTo>
                        <a:pt x="0" y="2576"/>
                      </a:lnTo>
                      <a:cubicBezTo>
                        <a:pt x="864" y="2680"/>
                        <a:pt x="1742" y="2725"/>
                        <a:pt x="2605" y="2725"/>
                      </a:cubicBezTo>
                      <a:cubicBezTo>
                        <a:pt x="3037" y="2710"/>
                        <a:pt x="3469" y="2680"/>
                        <a:pt x="3900" y="2680"/>
                      </a:cubicBezTo>
                      <a:cubicBezTo>
                        <a:pt x="4347" y="2680"/>
                        <a:pt x="4778" y="2710"/>
                        <a:pt x="5210" y="2740"/>
                      </a:cubicBezTo>
                      <a:cubicBezTo>
                        <a:pt x="5418" y="2755"/>
                        <a:pt x="5642" y="2769"/>
                        <a:pt x="5850" y="2784"/>
                      </a:cubicBezTo>
                      <a:cubicBezTo>
                        <a:pt x="5979" y="2793"/>
                        <a:pt x="6108" y="2801"/>
                        <a:pt x="6237" y="2801"/>
                      </a:cubicBezTo>
                      <a:cubicBezTo>
                        <a:pt x="6331" y="2801"/>
                        <a:pt x="6426" y="2797"/>
                        <a:pt x="6520" y="2784"/>
                      </a:cubicBezTo>
                      <a:cubicBezTo>
                        <a:pt x="6981" y="2740"/>
                        <a:pt x="7413" y="2576"/>
                        <a:pt x="7785" y="2308"/>
                      </a:cubicBezTo>
                      <a:cubicBezTo>
                        <a:pt x="8529" y="1787"/>
                        <a:pt x="8976" y="879"/>
                        <a:pt x="894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6" name="Google Shape;916;p27"/>
                <p:cNvSpPr/>
                <p:nvPr/>
              </p:nvSpPr>
              <p:spPr>
                <a:xfrm rot="421936">
                  <a:off x="6707323" y="1426692"/>
                  <a:ext cx="814161" cy="167232"/>
                </a:xfrm>
                <a:custGeom>
                  <a:rect b="b" l="l" r="r" t="t"/>
                  <a:pathLst>
                    <a:path extrusionOk="0" h="1344" w="6833">
                      <a:moveTo>
                        <a:pt x="4686" y="0"/>
                      </a:moveTo>
                      <a:cubicBezTo>
                        <a:pt x="4637" y="0"/>
                        <a:pt x="4589" y="1"/>
                        <a:pt x="4540" y="4"/>
                      </a:cubicBezTo>
                      <a:lnTo>
                        <a:pt x="3632" y="48"/>
                      </a:lnTo>
                      <a:cubicBezTo>
                        <a:pt x="2412" y="138"/>
                        <a:pt x="1206" y="242"/>
                        <a:pt x="0" y="420"/>
                      </a:cubicBezTo>
                      <a:cubicBezTo>
                        <a:pt x="155" y="422"/>
                        <a:pt x="310" y="423"/>
                        <a:pt x="465" y="423"/>
                      </a:cubicBezTo>
                      <a:cubicBezTo>
                        <a:pt x="1528" y="423"/>
                        <a:pt x="2582" y="379"/>
                        <a:pt x="3647" y="301"/>
                      </a:cubicBezTo>
                      <a:lnTo>
                        <a:pt x="4555" y="242"/>
                      </a:lnTo>
                      <a:cubicBezTo>
                        <a:pt x="4626" y="234"/>
                        <a:pt x="4698" y="231"/>
                        <a:pt x="4770" y="231"/>
                      </a:cubicBezTo>
                      <a:cubicBezTo>
                        <a:pt x="4986" y="231"/>
                        <a:pt x="5206" y="264"/>
                        <a:pt x="5419" y="331"/>
                      </a:cubicBezTo>
                      <a:cubicBezTo>
                        <a:pt x="5969" y="480"/>
                        <a:pt x="6475" y="852"/>
                        <a:pt x="6833" y="1343"/>
                      </a:cubicBezTo>
                      <a:cubicBezTo>
                        <a:pt x="6565" y="793"/>
                        <a:pt x="6073" y="346"/>
                        <a:pt x="5478" y="138"/>
                      </a:cubicBezTo>
                      <a:cubicBezTo>
                        <a:pt x="5226" y="37"/>
                        <a:pt x="4953" y="0"/>
                        <a:pt x="468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7" name="Google Shape;917;p27"/>
                <p:cNvSpPr/>
                <p:nvPr/>
              </p:nvSpPr>
              <p:spPr>
                <a:xfrm>
                  <a:off x="6796876" y="1898619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18" name="Google Shape;918;p27"/>
                <p:cNvSpPr/>
                <p:nvPr/>
              </p:nvSpPr>
              <p:spPr>
                <a:xfrm>
                  <a:off x="6629000" y="1962350"/>
                  <a:ext cx="873309" cy="15875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19" name="Google Shape;919;p27"/>
                <p:cNvSpPr/>
                <p:nvPr/>
              </p:nvSpPr>
              <p:spPr>
                <a:xfrm>
                  <a:off x="6629000" y="1563550"/>
                  <a:ext cx="873309" cy="15875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20" name="Google Shape;920;p27"/>
                <p:cNvSpPr/>
                <p:nvPr/>
              </p:nvSpPr>
              <p:spPr>
                <a:xfrm>
                  <a:off x="6796876" y="1762932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21" name="Google Shape;921;p27"/>
                <p:cNvSpPr/>
                <p:nvPr/>
              </p:nvSpPr>
              <p:spPr>
                <a:xfrm>
                  <a:off x="6796876" y="1695094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922" name="Google Shape;922;p27"/>
                <p:cNvSpPr/>
                <p:nvPr/>
              </p:nvSpPr>
              <p:spPr>
                <a:xfrm>
                  <a:off x="6796876" y="2412540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923" name="Google Shape;923;p27"/>
              <p:cNvSpPr/>
              <p:nvPr/>
            </p:nvSpPr>
            <p:spPr>
              <a:xfrm>
                <a:off x="1639251" y="1633965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924" name="Google Shape;924;p27"/>
              <p:cNvSpPr/>
              <p:nvPr/>
            </p:nvSpPr>
            <p:spPr>
              <a:xfrm rot="-5687871">
                <a:off x="1312547" y="1709608"/>
                <a:ext cx="1274567" cy="661164"/>
              </a:xfrm>
              <a:custGeom>
                <a:rect b="b" l="l" r="r" t="t"/>
                <a:pathLst>
                  <a:path extrusionOk="0" h="6455" w="12817">
                    <a:moveTo>
                      <a:pt x="1961" y="1"/>
                    </a:moveTo>
                    <a:cubicBezTo>
                      <a:pt x="1823" y="1"/>
                      <a:pt x="1675" y="11"/>
                      <a:pt x="1534" y="39"/>
                    </a:cubicBezTo>
                    <a:cubicBezTo>
                      <a:pt x="1311" y="84"/>
                      <a:pt x="1102" y="173"/>
                      <a:pt x="924" y="292"/>
                    </a:cubicBezTo>
                    <a:cubicBezTo>
                      <a:pt x="551" y="545"/>
                      <a:pt x="284" y="932"/>
                      <a:pt x="135" y="1349"/>
                    </a:cubicBezTo>
                    <a:cubicBezTo>
                      <a:pt x="75" y="1543"/>
                      <a:pt x="31" y="1766"/>
                      <a:pt x="16" y="1989"/>
                    </a:cubicBezTo>
                    <a:lnTo>
                      <a:pt x="1" y="2614"/>
                    </a:lnTo>
                    <a:cubicBezTo>
                      <a:pt x="1" y="3031"/>
                      <a:pt x="1" y="3448"/>
                      <a:pt x="1" y="3880"/>
                    </a:cubicBezTo>
                    <a:lnTo>
                      <a:pt x="31" y="3880"/>
                    </a:lnTo>
                    <a:cubicBezTo>
                      <a:pt x="75" y="3463"/>
                      <a:pt x="105" y="3046"/>
                      <a:pt x="150" y="2629"/>
                    </a:cubicBezTo>
                    <a:lnTo>
                      <a:pt x="194" y="1989"/>
                    </a:lnTo>
                    <a:cubicBezTo>
                      <a:pt x="209" y="1796"/>
                      <a:pt x="269" y="1602"/>
                      <a:pt x="328" y="1409"/>
                    </a:cubicBezTo>
                    <a:cubicBezTo>
                      <a:pt x="462" y="1037"/>
                      <a:pt x="715" y="709"/>
                      <a:pt x="1043" y="486"/>
                    </a:cubicBezTo>
                    <a:cubicBezTo>
                      <a:pt x="1206" y="382"/>
                      <a:pt x="1400" y="307"/>
                      <a:pt x="1579" y="263"/>
                    </a:cubicBezTo>
                    <a:cubicBezTo>
                      <a:pt x="1701" y="234"/>
                      <a:pt x="1824" y="224"/>
                      <a:pt x="1950" y="224"/>
                    </a:cubicBezTo>
                    <a:cubicBezTo>
                      <a:pt x="2023" y="224"/>
                      <a:pt x="2098" y="227"/>
                      <a:pt x="2174" y="233"/>
                    </a:cubicBezTo>
                    <a:cubicBezTo>
                      <a:pt x="3022" y="263"/>
                      <a:pt x="3856" y="277"/>
                      <a:pt x="4689" y="307"/>
                    </a:cubicBezTo>
                    <a:cubicBezTo>
                      <a:pt x="5538" y="352"/>
                      <a:pt x="6371" y="411"/>
                      <a:pt x="7205" y="486"/>
                    </a:cubicBezTo>
                    <a:cubicBezTo>
                      <a:pt x="8039" y="560"/>
                      <a:pt x="8887" y="620"/>
                      <a:pt x="9721" y="679"/>
                    </a:cubicBezTo>
                    <a:lnTo>
                      <a:pt x="10033" y="694"/>
                    </a:lnTo>
                    <a:cubicBezTo>
                      <a:pt x="10122" y="709"/>
                      <a:pt x="10227" y="724"/>
                      <a:pt x="10331" y="739"/>
                    </a:cubicBezTo>
                    <a:cubicBezTo>
                      <a:pt x="10524" y="783"/>
                      <a:pt x="10703" y="843"/>
                      <a:pt x="10882" y="932"/>
                    </a:cubicBezTo>
                    <a:cubicBezTo>
                      <a:pt x="11239" y="1111"/>
                      <a:pt x="11566" y="1364"/>
                      <a:pt x="11819" y="1677"/>
                    </a:cubicBezTo>
                    <a:cubicBezTo>
                      <a:pt x="12325" y="2302"/>
                      <a:pt x="12564" y="3120"/>
                      <a:pt x="12534" y="3939"/>
                    </a:cubicBezTo>
                    <a:cubicBezTo>
                      <a:pt x="12519" y="4773"/>
                      <a:pt x="12504" y="5621"/>
                      <a:pt x="12504" y="6455"/>
                    </a:cubicBezTo>
                    <a:lnTo>
                      <a:pt x="12534" y="6455"/>
                    </a:lnTo>
                    <a:cubicBezTo>
                      <a:pt x="12623" y="5621"/>
                      <a:pt x="12683" y="4788"/>
                      <a:pt x="12742" y="3939"/>
                    </a:cubicBezTo>
                    <a:cubicBezTo>
                      <a:pt x="12817" y="3091"/>
                      <a:pt x="12578" y="2183"/>
                      <a:pt x="12028" y="1498"/>
                    </a:cubicBezTo>
                    <a:cubicBezTo>
                      <a:pt x="11760" y="1156"/>
                      <a:pt x="11403" y="873"/>
                      <a:pt x="11001" y="694"/>
                    </a:cubicBezTo>
                    <a:cubicBezTo>
                      <a:pt x="10807" y="590"/>
                      <a:pt x="10584" y="530"/>
                      <a:pt x="10375" y="486"/>
                    </a:cubicBezTo>
                    <a:cubicBezTo>
                      <a:pt x="10271" y="456"/>
                      <a:pt x="10152" y="456"/>
                      <a:pt x="10048" y="441"/>
                    </a:cubicBezTo>
                    <a:lnTo>
                      <a:pt x="9735" y="426"/>
                    </a:lnTo>
                    <a:cubicBezTo>
                      <a:pt x="8887" y="396"/>
                      <a:pt x="8053" y="367"/>
                      <a:pt x="7220" y="337"/>
                    </a:cubicBezTo>
                    <a:cubicBezTo>
                      <a:pt x="6371" y="307"/>
                      <a:pt x="5538" y="277"/>
                      <a:pt x="4704" y="218"/>
                    </a:cubicBezTo>
                    <a:cubicBezTo>
                      <a:pt x="3871" y="173"/>
                      <a:pt x="3022" y="84"/>
                      <a:pt x="2189" y="9"/>
                    </a:cubicBezTo>
                    <a:cubicBezTo>
                      <a:pt x="2118" y="4"/>
                      <a:pt x="2041" y="1"/>
                      <a:pt x="196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5" name="Google Shape;925;p27"/>
              <p:cNvSpPr/>
              <p:nvPr/>
            </p:nvSpPr>
            <p:spPr>
              <a:xfrm>
                <a:off x="1639251" y="1584951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926" name="Google Shape;926;p27"/>
              <p:cNvSpPr/>
              <p:nvPr/>
            </p:nvSpPr>
            <p:spPr>
              <a:xfrm>
                <a:off x="1639251" y="1898619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927" name="Google Shape;927;p27"/>
              <p:cNvSpPr/>
              <p:nvPr/>
            </p:nvSpPr>
            <p:spPr>
              <a:xfrm>
                <a:off x="1639250" y="1962350"/>
                <a:ext cx="873309" cy="15875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928" name="Google Shape;928;p27"/>
              <p:cNvSpPr/>
              <p:nvPr/>
            </p:nvSpPr>
            <p:spPr>
              <a:xfrm>
                <a:off x="1639250" y="2026100"/>
                <a:ext cx="873309" cy="15875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929" name="Google Shape;929;p27"/>
              <p:cNvSpPr/>
              <p:nvPr/>
            </p:nvSpPr>
            <p:spPr>
              <a:xfrm>
                <a:off x="1639251" y="2089838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930" name="Google Shape;930;p27"/>
              <p:cNvSpPr/>
              <p:nvPr/>
            </p:nvSpPr>
            <p:spPr>
              <a:xfrm>
                <a:off x="1673565" y="2447629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931" name="Google Shape;931;p27"/>
            <p:cNvSpPr/>
            <p:nvPr/>
          </p:nvSpPr>
          <p:spPr>
            <a:xfrm>
              <a:off x="1727338" y="1543500"/>
              <a:ext cx="5718000" cy="1560900"/>
            </a:xfrm>
            <a:prstGeom prst="roundRect">
              <a:avLst>
                <a:gd fmla="val 28107" name="adj"/>
              </a:avLst>
            </a:prstGeom>
            <a:noFill/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2" name="Google Shape;932;p27"/>
          <p:cNvSpPr txBox="1"/>
          <p:nvPr>
            <p:ph type="title"/>
          </p:nvPr>
        </p:nvSpPr>
        <p:spPr>
          <a:xfrm>
            <a:off x="2402100" y="429725"/>
            <a:ext cx="4339800" cy="101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Frameworks</a:t>
            </a:r>
            <a:endParaRPr/>
          </a:p>
        </p:txBody>
      </p:sp>
      <p:grpSp>
        <p:nvGrpSpPr>
          <p:cNvPr id="933" name="Google Shape;933;p27"/>
          <p:cNvGrpSpPr/>
          <p:nvPr/>
        </p:nvGrpSpPr>
        <p:grpSpPr>
          <a:xfrm>
            <a:off x="5744879" y="3030745"/>
            <a:ext cx="2597982" cy="1251650"/>
            <a:chOff x="1978922" y="1712725"/>
            <a:chExt cx="2506253" cy="1251650"/>
          </a:xfrm>
        </p:grpSpPr>
        <p:sp>
          <p:nvSpPr>
            <p:cNvPr id="934" name="Google Shape;934;p27"/>
            <p:cNvSpPr/>
            <p:nvPr/>
          </p:nvSpPr>
          <p:spPr>
            <a:xfrm>
              <a:off x="1981975" y="1712725"/>
              <a:ext cx="2503200" cy="1251600"/>
            </a:xfrm>
            <a:prstGeom prst="roundRect">
              <a:avLst>
                <a:gd fmla="val 20475" name="adj"/>
              </a:avLst>
            </a:prstGeom>
            <a:solidFill>
              <a:srgbClr val="FFFFFF"/>
            </a:solidFill>
            <a:ln cap="flat" cmpd="sng" w="28575">
              <a:solidFill>
                <a:srgbClr val="5E45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35" name="Google Shape;935;p27"/>
            <p:cNvPicPr preferRelativeResize="0"/>
            <p:nvPr/>
          </p:nvPicPr>
          <p:blipFill rotWithShape="1">
            <a:blip r:embed="rId3">
              <a:alphaModFix amt="35000"/>
            </a:blip>
            <a:srcRect b="37449" l="23119" r="20343" t="15517"/>
            <a:stretch/>
          </p:blipFill>
          <p:spPr>
            <a:xfrm>
              <a:off x="1981975" y="1722975"/>
              <a:ext cx="2503200" cy="1241400"/>
            </a:xfrm>
            <a:prstGeom prst="roundRect">
              <a:avLst>
                <a:gd fmla="val 21901" name="adj"/>
              </a:avLst>
            </a:prstGeom>
            <a:noFill/>
            <a:ln>
              <a:noFill/>
            </a:ln>
          </p:spPr>
        </p:pic>
        <p:sp>
          <p:nvSpPr>
            <p:cNvPr id="936" name="Google Shape;936;p27"/>
            <p:cNvSpPr/>
            <p:nvPr/>
          </p:nvSpPr>
          <p:spPr>
            <a:xfrm rot="-277100">
              <a:off x="3928939" y="2720524"/>
              <a:ext cx="454832" cy="157050"/>
            </a:xfrm>
            <a:custGeom>
              <a:rect b="b" l="l" r="r" t="t"/>
              <a:pathLst>
                <a:path extrusionOk="0" h="2802" w="8976">
                  <a:moveTo>
                    <a:pt x="8931" y="1"/>
                  </a:moveTo>
                  <a:cubicBezTo>
                    <a:pt x="8782" y="849"/>
                    <a:pt x="8321" y="1623"/>
                    <a:pt x="7636" y="2085"/>
                  </a:cubicBezTo>
                  <a:cubicBezTo>
                    <a:pt x="7294" y="2323"/>
                    <a:pt x="6907" y="2472"/>
                    <a:pt x="6490" y="2546"/>
                  </a:cubicBezTo>
                  <a:cubicBezTo>
                    <a:pt x="6297" y="2576"/>
                    <a:pt x="6088" y="2576"/>
                    <a:pt x="5865" y="2576"/>
                  </a:cubicBezTo>
                  <a:cubicBezTo>
                    <a:pt x="5642" y="2576"/>
                    <a:pt x="5433" y="2591"/>
                    <a:pt x="5210" y="2591"/>
                  </a:cubicBezTo>
                  <a:cubicBezTo>
                    <a:pt x="4994" y="2598"/>
                    <a:pt x="4778" y="2602"/>
                    <a:pt x="4563" y="2602"/>
                  </a:cubicBezTo>
                  <a:cubicBezTo>
                    <a:pt x="4347" y="2602"/>
                    <a:pt x="4131" y="2598"/>
                    <a:pt x="3915" y="2591"/>
                  </a:cubicBezTo>
                  <a:cubicBezTo>
                    <a:pt x="3469" y="2576"/>
                    <a:pt x="3037" y="2531"/>
                    <a:pt x="2605" y="2501"/>
                  </a:cubicBezTo>
                  <a:cubicBezTo>
                    <a:pt x="2281" y="2485"/>
                    <a:pt x="1958" y="2476"/>
                    <a:pt x="1633" y="2476"/>
                  </a:cubicBezTo>
                  <a:cubicBezTo>
                    <a:pt x="1092" y="2476"/>
                    <a:pt x="549" y="2500"/>
                    <a:pt x="0" y="2546"/>
                  </a:cubicBezTo>
                  <a:lnTo>
                    <a:pt x="0" y="2576"/>
                  </a:lnTo>
                  <a:cubicBezTo>
                    <a:pt x="864" y="2680"/>
                    <a:pt x="1742" y="2725"/>
                    <a:pt x="2605" y="2725"/>
                  </a:cubicBezTo>
                  <a:cubicBezTo>
                    <a:pt x="3037" y="2710"/>
                    <a:pt x="3469" y="2680"/>
                    <a:pt x="3900" y="2680"/>
                  </a:cubicBezTo>
                  <a:cubicBezTo>
                    <a:pt x="4347" y="2680"/>
                    <a:pt x="4778" y="2710"/>
                    <a:pt x="5210" y="2740"/>
                  </a:cubicBezTo>
                  <a:cubicBezTo>
                    <a:pt x="5418" y="2755"/>
                    <a:pt x="5642" y="2769"/>
                    <a:pt x="5850" y="2784"/>
                  </a:cubicBezTo>
                  <a:cubicBezTo>
                    <a:pt x="5979" y="2793"/>
                    <a:pt x="6108" y="2801"/>
                    <a:pt x="6237" y="2801"/>
                  </a:cubicBezTo>
                  <a:cubicBezTo>
                    <a:pt x="6331" y="2801"/>
                    <a:pt x="6426" y="2797"/>
                    <a:pt x="6520" y="2784"/>
                  </a:cubicBezTo>
                  <a:cubicBezTo>
                    <a:pt x="6981" y="2740"/>
                    <a:pt x="7413" y="2576"/>
                    <a:pt x="7785" y="2308"/>
                  </a:cubicBezTo>
                  <a:cubicBezTo>
                    <a:pt x="8529" y="1787"/>
                    <a:pt x="8976" y="879"/>
                    <a:pt x="8946" y="1"/>
                  </a:cubicBezTo>
                  <a:close/>
                </a:path>
              </a:pathLst>
            </a:custGeom>
            <a:solidFill>
              <a:srgbClr val="3627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27"/>
            <p:cNvSpPr/>
            <p:nvPr/>
          </p:nvSpPr>
          <p:spPr>
            <a:xfrm rot="447014">
              <a:off x="3990818" y="1778142"/>
              <a:ext cx="394572" cy="85757"/>
            </a:xfrm>
            <a:custGeom>
              <a:rect b="b" l="l" r="r" t="t"/>
              <a:pathLst>
                <a:path extrusionOk="0" h="1344" w="6833">
                  <a:moveTo>
                    <a:pt x="4686" y="0"/>
                  </a:moveTo>
                  <a:cubicBezTo>
                    <a:pt x="4637" y="0"/>
                    <a:pt x="4589" y="1"/>
                    <a:pt x="4540" y="4"/>
                  </a:cubicBezTo>
                  <a:lnTo>
                    <a:pt x="3632" y="48"/>
                  </a:lnTo>
                  <a:cubicBezTo>
                    <a:pt x="2412" y="138"/>
                    <a:pt x="1206" y="242"/>
                    <a:pt x="0" y="420"/>
                  </a:cubicBezTo>
                  <a:cubicBezTo>
                    <a:pt x="155" y="422"/>
                    <a:pt x="310" y="423"/>
                    <a:pt x="465" y="423"/>
                  </a:cubicBezTo>
                  <a:cubicBezTo>
                    <a:pt x="1528" y="423"/>
                    <a:pt x="2582" y="379"/>
                    <a:pt x="3647" y="301"/>
                  </a:cubicBezTo>
                  <a:lnTo>
                    <a:pt x="4555" y="242"/>
                  </a:lnTo>
                  <a:cubicBezTo>
                    <a:pt x="4626" y="234"/>
                    <a:pt x="4698" y="231"/>
                    <a:pt x="4770" y="231"/>
                  </a:cubicBezTo>
                  <a:cubicBezTo>
                    <a:pt x="4986" y="231"/>
                    <a:pt x="5206" y="264"/>
                    <a:pt x="5419" y="331"/>
                  </a:cubicBezTo>
                  <a:cubicBezTo>
                    <a:pt x="5969" y="480"/>
                    <a:pt x="6475" y="852"/>
                    <a:pt x="6833" y="1343"/>
                  </a:cubicBezTo>
                  <a:cubicBezTo>
                    <a:pt x="6565" y="793"/>
                    <a:pt x="6073" y="346"/>
                    <a:pt x="5478" y="138"/>
                  </a:cubicBezTo>
                  <a:cubicBezTo>
                    <a:pt x="5226" y="37"/>
                    <a:pt x="4953" y="0"/>
                    <a:pt x="4686" y="0"/>
                  </a:cubicBezTo>
                  <a:close/>
                </a:path>
              </a:pathLst>
            </a:custGeom>
            <a:solidFill>
              <a:srgbClr val="3627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27"/>
            <p:cNvSpPr/>
            <p:nvPr/>
          </p:nvSpPr>
          <p:spPr>
            <a:xfrm rot="-5671675">
              <a:off x="1714298" y="2052550"/>
              <a:ext cx="1134449" cy="517681"/>
            </a:xfrm>
            <a:custGeom>
              <a:rect b="b" l="l" r="r" t="t"/>
              <a:pathLst>
                <a:path extrusionOk="0" h="6455" w="12817">
                  <a:moveTo>
                    <a:pt x="1961" y="1"/>
                  </a:moveTo>
                  <a:cubicBezTo>
                    <a:pt x="1823" y="1"/>
                    <a:pt x="1675" y="11"/>
                    <a:pt x="1534" y="39"/>
                  </a:cubicBezTo>
                  <a:cubicBezTo>
                    <a:pt x="1311" y="84"/>
                    <a:pt x="1102" y="173"/>
                    <a:pt x="924" y="292"/>
                  </a:cubicBezTo>
                  <a:cubicBezTo>
                    <a:pt x="551" y="545"/>
                    <a:pt x="284" y="932"/>
                    <a:pt x="135" y="1349"/>
                  </a:cubicBezTo>
                  <a:cubicBezTo>
                    <a:pt x="75" y="1543"/>
                    <a:pt x="31" y="1766"/>
                    <a:pt x="16" y="1989"/>
                  </a:cubicBezTo>
                  <a:lnTo>
                    <a:pt x="1" y="2614"/>
                  </a:lnTo>
                  <a:cubicBezTo>
                    <a:pt x="1" y="3031"/>
                    <a:pt x="1" y="3448"/>
                    <a:pt x="1" y="3880"/>
                  </a:cubicBezTo>
                  <a:lnTo>
                    <a:pt x="31" y="3880"/>
                  </a:lnTo>
                  <a:cubicBezTo>
                    <a:pt x="75" y="3463"/>
                    <a:pt x="105" y="3046"/>
                    <a:pt x="150" y="2629"/>
                  </a:cubicBezTo>
                  <a:lnTo>
                    <a:pt x="194" y="1989"/>
                  </a:lnTo>
                  <a:cubicBezTo>
                    <a:pt x="209" y="1796"/>
                    <a:pt x="269" y="1602"/>
                    <a:pt x="328" y="1409"/>
                  </a:cubicBezTo>
                  <a:cubicBezTo>
                    <a:pt x="462" y="1037"/>
                    <a:pt x="715" y="709"/>
                    <a:pt x="1043" y="486"/>
                  </a:cubicBezTo>
                  <a:cubicBezTo>
                    <a:pt x="1206" y="382"/>
                    <a:pt x="1400" y="307"/>
                    <a:pt x="1579" y="263"/>
                  </a:cubicBezTo>
                  <a:cubicBezTo>
                    <a:pt x="1701" y="234"/>
                    <a:pt x="1824" y="224"/>
                    <a:pt x="1950" y="224"/>
                  </a:cubicBezTo>
                  <a:cubicBezTo>
                    <a:pt x="2023" y="224"/>
                    <a:pt x="2098" y="227"/>
                    <a:pt x="2174" y="233"/>
                  </a:cubicBezTo>
                  <a:cubicBezTo>
                    <a:pt x="3022" y="263"/>
                    <a:pt x="3856" y="277"/>
                    <a:pt x="4689" y="307"/>
                  </a:cubicBezTo>
                  <a:cubicBezTo>
                    <a:pt x="5538" y="352"/>
                    <a:pt x="6371" y="411"/>
                    <a:pt x="7205" y="486"/>
                  </a:cubicBezTo>
                  <a:cubicBezTo>
                    <a:pt x="8039" y="560"/>
                    <a:pt x="8887" y="620"/>
                    <a:pt x="9721" y="679"/>
                  </a:cubicBezTo>
                  <a:lnTo>
                    <a:pt x="10033" y="694"/>
                  </a:lnTo>
                  <a:cubicBezTo>
                    <a:pt x="10122" y="709"/>
                    <a:pt x="10227" y="724"/>
                    <a:pt x="10331" y="739"/>
                  </a:cubicBezTo>
                  <a:cubicBezTo>
                    <a:pt x="10524" y="783"/>
                    <a:pt x="10703" y="843"/>
                    <a:pt x="10882" y="932"/>
                  </a:cubicBezTo>
                  <a:cubicBezTo>
                    <a:pt x="11239" y="1111"/>
                    <a:pt x="11566" y="1364"/>
                    <a:pt x="11819" y="1677"/>
                  </a:cubicBezTo>
                  <a:cubicBezTo>
                    <a:pt x="12325" y="2302"/>
                    <a:pt x="12564" y="3120"/>
                    <a:pt x="12534" y="3939"/>
                  </a:cubicBezTo>
                  <a:cubicBezTo>
                    <a:pt x="12519" y="4773"/>
                    <a:pt x="12504" y="5621"/>
                    <a:pt x="12504" y="6455"/>
                  </a:cubicBezTo>
                  <a:lnTo>
                    <a:pt x="12534" y="6455"/>
                  </a:lnTo>
                  <a:cubicBezTo>
                    <a:pt x="12623" y="5621"/>
                    <a:pt x="12683" y="4788"/>
                    <a:pt x="12742" y="3939"/>
                  </a:cubicBezTo>
                  <a:cubicBezTo>
                    <a:pt x="12817" y="3091"/>
                    <a:pt x="12578" y="2183"/>
                    <a:pt x="12028" y="1498"/>
                  </a:cubicBezTo>
                  <a:cubicBezTo>
                    <a:pt x="11760" y="1156"/>
                    <a:pt x="11403" y="873"/>
                    <a:pt x="11001" y="694"/>
                  </a:cubicBezTo>
                  <a:cubicBezTo>
                    <a:pt x="10807" y="590"/>
                    <a:pt x="10584" y="530"/>
                    <a:pt x="10375" y="486"/>
                  </a:cubicBezTo>
                  <a:cubicBezTo>
                    <a:pt x="10271" y="456"/>
                    <a:pt x="10152" y="456"/>
                    <a:pt x="10048" y="441"/>
                  </a:cubicBezTo>
                  <a:lnTo>
                    <a:pt x="9735" y="426"/>
                  </a:lnTo>
                  <a:cubicBezTo>
                    <a:pt x="8887" y="396"/>
                    <a:pt x="8053" y="367"/>
                    <a:pt x="7220" y="337"/>
                  </a:cubicBezTo>
                  <a:cubicBezTo>
                    <a:pt x="6371" y="307"/>
                    <a:pt x="5538" y="277"/>
                    <a:pt x="4704" y="218"/>
                  </a:cubicBezTo>
                  <a:cubicBezTo>
                    <a:pt x="3871" y="173"/>
                    <a:pt x="3022" y="84"/>
                    <a:pt x="2189" y="9"/>
                  </a:cubicBezTo>
                  <a:cubicBezTo>
                    <a:pt x="2118" y="4"/>
                    <a:pt x="2041" y="1"/>
                    <a:pt x="1961" y="1"/>
                  </a:cubicBezTo>
                  <a:close/>
                </a:path>
              </a:pathLst>
            </a:custGeom>
            <a:solidFill>
              <a:srgbClr val="5E45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9" name="Google Shape;939;p27"/>
          <p:cNvGrpSpPr/>
          <p:nvPr/>
        </p:nvGrpSpPr>
        <p:grpSpPr>
          <a:xfrm flipH="1">
            <a:off x="5744879" y="1674147"/>
            <a:ext cx="2597982" cy="1251650"/>
            <a:chOff x="1978922" y="1712725"/>
            <a:chExt cx="2506253" cy="1251650"/>
          </a:xfrm>
        </p:grpSpPr>
        <p:sp>
          <p:nvSpPr>
            <p:cNvPr id="940" name="Google Shape;940;p27"/>
            <p:cNvSpPr/>
            <p:nvPr/>
          </p:nvSpPr>
          <p:spPr>
            <a:xfrm>
              <a:off x="1981975" y="1712725"/>
              <a:ext cx="2503200" cy="1251600"/>
            </a:xfrm>
            <a:prstGeom prst="roundRect">
              <a:avLst>
                <a:gd fmla="val 20475" name="adj"/>
              </a:avLst>
            </a:prstGeom>
            <a:solidFill>
              <a:srgbClr val="FFFFFF"/>
            </a:solidFill>
            <a:ln cap="flat" cmpd="sng" w="28575">
              <a:solidFill>
                <a:srgbClr val="5E45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41" name="Google Shape;941;p27"/>
            <p:cNvPicPr preferRelativeResize="0"/>
            <p:nvPr/>
          </p:nvPicPr>
          <p:blipFill rotWithShape="1">
            <a:blip r:embed="rId3">
              <a:alphaModFix amt="35000"/>
            </a:blip>
            <a:srcRect b="37449" l="23119" r="20343" t="15517"/>
            <a:stretch/>
          </p:blipFill>
          <p:spPr>
            <a:xfrm>
              <a:off x="1981975" y="1722975"/>
              <a:ext cx="2503200" cy="1241400"/>
            </a:xfrm>
            <a:prstGeom prst="roundRect">
              <a:avLst>
                <a:gd fmla="val 21901" name="adj"/>
              </a:avLst>
            </a:prstGeom>
            <a:noFill/>
            <a:ln>
              <a:noFill/>
            </a:ln>
          </p:spPr>
        </p:pic>
        <p:sp>
          <p:nvSpPr>
            <p:cNvPr id="942" name="Google Shape;942;p27"/>
            <p:cNvSpPr/>
            <p:nvPr/>
          </p:nvSpPr>
          <p:spPr>
            <a:xfrm rot="-277100">
              <a:off x="3928939" y="2720524"/>
              <a:ext cx="454832" cy="157050"/>
            </a:xfrm>
            <a:custGeom>
              <a:rect b="b" l="l" r="r" t="t"/>
              <a:pathLst>
                <a:path extrusionOk="0" h="2802" w="8976">
                  <a:moveTo>
                    <a:pt x="8931" y="1"/>
                  </a:moveTo>
                  <a:cubicBezTo>
                    <a:pt x="8782" y="849"/>
                    <a:pt x="8321" y="1623"/>
                    <a:pt x="7636" y="2085"/>
                  </a:cubicBezTo>
                  <a:cubicBezTo>
                    <a:pt x="7294" y="2323"/>
                    <a:pt x="6907" y="2472"/>
                    <a:pt x="6490" y="2546"/>
                  </a:cubicBezTo>
                  <a:cubicBezTo>
                    <a:pt x="6297" y="2576"/>
                    <a:pt x="6088" y="2576"/>
                    <a:pt x="5865" y="2576"/>
                  </a:cubicBezTo>
                  <a:cubicBezTo>
                    <a:pt x="5642" y="2576"/>
                    <a:pt x="5433" y="2591"/>
                    <a:pt x="5210" y="2591"/>
                  </a:cubicBezTo>
                  <a:cubicBezTo>
                    <a:pt x="4994" y="2598"/>
                    <a:pt x="4778" y="2602"/>
                    <a:pt x="4563" y="2602"/>
                  </a:cubicBezTo>
                  <a:cubicBezTo>
                    <a:pt x="4347" y="2602"/>
                    <a:pt x="4131" y="2598"/>
                    <a:pt x="3915" y="2591"/>
                  </a:cubicBezTo>
                  <a:cubicBezTo>
                    <a:pt x="3469" y="2576"/>
                    <a:pt x="3037" y="2531"/>
                    <a:pt x="2605" y="2501"/>
                  </a:cubicBezTo>
                  <a:cubicBezTo>
                    <a:pt x="2281" y="2485"/>
                    <a:pt x="1958" y="2476"/>
                    <a:pt x="1633" y="2476"/>
                  </a:cubicBezTo>
                  <a:cubicBezTo>
                    <a:pt x="1092" y="2476"/>
                    <a:pt x="549" y="2500"/>
                    <a:pt x="0" y="2546"/>
                  </a:cubicBezTo>
                  <a:lnTo>
                    <a:pt x="0" y="2576"/>
                  </a:lnTo>
                  <a:cubicBezTo>
                    <a:pt x="864" y="2680"/>
                    <a:pt x="1742" y="2725"/>
                    <a:pt x="2605" y="2725"/>
                  </a:cubicBezTo>
                  <a:cubicBezTo>
                    <a:pt x="3037" y="2710"/>
                    <a:pt x="3469" y="2680"/>
                    <a:pt x="3900" y="2680"/>
                  </a:cubicBezTo>
                  <a:cubicBezTo>
                    <a:pt x="4347" y="2680"/>
                    <a:pt x="4778" y="2710"/>
                    <a:pt x="5210" y="2740"/>
                  </a:cubicBezTo>
                  <a:cubicBezTo>
                    <a:pt x="5418" y="2755"/>
                    <a:pt x="5642" y="2769"/>
                    <a:pt x="5850" y="2784"/>
                  </a:cubicBezTo>
                  <a:cubicBezTo>
                    <a:pt x="5979" y="2793"/>
                    <a:pt x="6108" y="2801"/>
                    <a:pt x="6237" y="2801"/>
                  </a:cubicBezTo>
                  <a:cubicBezTo>
                    <a:pt x="6331" y="2801"/>
                    <a:pt x="6426" y="2797"/>
                    <a:pt x="6520" y="2784"/>
                  </a:cubicBezTo>
                  <a:cubicBezTo>
                    <a:pt x="6981" y="2740"/>
                    <a:pt x="7413" y="2576"/>
                    <a:pt x="7785" y="2308"/>
                  </a:cubicBezTo>
                  <a:cubicBezTo>
                    <a:pt x="8529" y="1787"/>
                    <a:pt x="8976" y="879"/>
                    <a:pt x="8946" y="1"/>
                  </a:cubicBezTo>
                  <a:close/>
                </a:path>
              </a:pathLst>
            </a:custGeom>
            <a:solidFill>
              <a:srgbClr val="3627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27"/>
            <p:cNvSpPr/>
            <p:nvPr/>
          </p:nvSpPr>
          <p:spPr>
            <a:xfrm rot="447014">
              <a:off x="3990818" y="1778142"/>
              <a:ext cx="394572" cy="85757"/>
            </a:xfrm>
            <a:custGeom>
              <a:rect b="b" l="l" r="r" t="t"/>
              <a:pathLst>
                <a:path extrusionOk="0" h="1344" w="6833">
                  <a:moveTo>
                    <a:pt x="4686" y="0"/>
                  </a:moveTo>
                  <a:cubicBezTo>
                    <a:pt x="4637" y="0"/>
                    <a:pt x="4589" y="1"/>
                    <a:pt x="4540" y="4"/>
                  </a:cubicBezTo>
                  <a:lnTo>
                    <a:pt x="3632" y="48"/>
                  </a:lnTo>
                  <a:cubicBezTo>
                    <a:pt x="2412" y="138"/>
                    <a:pt x="1206" y="242"/>
                    <a:pt x="0" y="420"/>
                  </a:cubicBezTo>
                  <a:cubicBezTo>
                    <a:pt x="155" y="422"/>
                    <a:pt x="310" y="423"/>
                    <a:pt x="465" y="423"/>
                  </a:cubicBezTo>
                  <a:cubicBezTo>
                    <a:pt x="1528" y="423"/>
                    <a:pt x="2582" y="379"/>
                    <a:pt x="3647" y="301"/>
                  </a:cubicBezTo>
                  <a:lnTo>
                    <a:pt x="4555" y="242"/>
                  </a:lnTo>
                  <a:cubicBezTo>
                    <a:pt x="4626" y="234"/>
                    <a:pt x="4698" y="231"/>
                    <a:pt x="4770" y="231"/>
                  </a:cubicBezTo>
                  <a:cubicBezTo>
                    <a:pt x="4986" y="231"/>
                    <a:pt x="5206" y="264"/>
                    <a:pt x="5419" y="331"/>
                  </a:cubicBezTo>
                  <a:cubicBezTo>
                    <a:pt x="5969" y="480"/>
                    <a:pt x="6475" y="852"/>
                    <a:pt x="6833" y="1343"/>
                  </a:cubicBezTo>
                  <a:cubicBezTo>
                    <a:pt x="6565" y="793"/>
                    <a:pt x="6073" y="346"/>
                    <a:pt x="5478" y="138"/>
                  </a:cubicBezTo>
                  <a:cubicBezTo>
                    <a:pt x="5226" y="37"/>
                    <a:pt x="4953" y="0"/>
                    <a:pt x="4686" y="0"/>
                  </a:cubicBezTo>
                  <a:close/>
                </a:path>
              </a:pathLst>
            </a:custGeom>
            <a:solidFill>
              <a:srgbClr val="3627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27"/>
            <p:cNvSpPr/>
            <p:nvPr/>
          </p:nvSpPr>
          <p:spPr>
            <a:xfrm rot="-5671675">
              <a:off x="1714298" y="2052550"/>
              <a:ext cx="1134449" cy="517681"/>
            </a:xfrm>
            <a:custGeom>
              <a:rect b="b" l="l" r="r" t="t"/>
              <a:pathLst>
                <a:path extrusionOk="0" h="6455" w="12817">
                  <a:moveTo>
                    <a:pt x="1961" y="1"/>
                  </a:moveTo>
                  <a:cubicBezTo>
                    <a:pt x="1823" y="1"/>
                    <a:pt x="1675" y="11"/>
                    <a:pt x="1534" y="39"/>
                  </a:cubicBezTo>
                  <a:cubicBezTo>
                    <a:pt x="1311" y="84"/>
                    <a:pt x="1102" y="173"/>
                    <a:pt x="924" y="292"/>
                  </a:cubicBezTo>
                  <a:cubicBezTo>
                    <a:pt x="551" y="545"/>
                    <a:pt x="284" y="932"/>
                    <a:pt x="135" y="1349"/>
                  </a:cubicBezTo>
                  <a:cubicBezTo>
                    <a:pt x="75" y="1543"/>
                    <a:pt x="31" y="1766"/>
                    <a:pt x="16" y="1989"/>
                  </a:cubicBezTo>
                  <a:lnTo>
                    <a:pt x="1" y="2614"/>
                  </a:lnTo>
                  <a:cubicBezTo>
                    <a:pt x="1" y="3031"/>
                    <a:pt x="1" y="3448"/>
                    <a:pt x="1" y="3880"/>
                  </a:cubicBezTo>
                  <a:lnTo>
                    <a:pt x="31" y="3880"/>
                  </a:lnTo>
                  <a:cubicBezTo>
                    <a:pt x="75" y="3463"/>
                    <a:pt x="105" y="3046"/>
                    <a:pt x="150" y="2629"/>
                  </a:cubicBezTo>
                  <a:lnTo>
                    <a:pt x="194" y="1989"/>
                  </a:lnTo>
                  <a:cubicBezTo>
                    <a:pt x="209" y="1796"/>
                    <a:pt x="269" y="1602"/>
                    <a:pt x="328" y="1409"/>
                  </a:cubicBezTo>
                  <a:cubicBezTo>
                    <a:pt x="462" y="1037"/>
                    <a:pt x="715" y="709"/>
                    <a:pt x="1043" y="486"/>
                  </a:cubicBezTo>
                  <a:cubicBezTo>
                    <a:pt x="1206" y="382"/>
                    <a:pt x="1400" y="307"/>
                    <a:pt x="1579" y="263"/>
                  </a:cubicBezTo>
                  <a:cubicBezTo>
                    <a:pt x="1701" y="234"/>
                    <a:pt x="1824" y="224"/>
                    <a:pt x="1950" y="224"/>
                  </a:cubicBezTo>
                  <a:cubicBezTo>
                    <a:pt x="2023" y="224"/>
                    <a:pt x="2098" y="227"/>
                    <a:pt x="2174" y="233"/>
                  </a:cubicBezTo>
                  <a:cubicBezTo>
                    <a:pt x="3022" y="263"/>
                    <a:pt x="3856" y="277"/>
                    <a:pt x="4689" y="307"/>
                  </a:cubicBezTo>
                  <a:cubicBezTo>
                    <a:pt x="5538" y="352"/>
                    <a:pt x="6371" y="411"/>
                    <a:pt x="7205" y="486"/>
                  </a:cubicBezTo>
                  <a:cubicBezTo>
                    <a:pt x="8039" y="560"/>
                    <a:pt x="8887" y="620"/>
                    <a:pt x="9721" y="679"/>
                  </a:cubicBezTo>
                  <a:lnTo>
                    <a:pt x="10033" y="694"/>
                  </a:lnTo>
                  <a:cubicBezTo>
                    <a:pt x="10122" y="709"/>
                    <a:pt x="10227" y="724"/>
                    <a:pt x="10331" y="739"/>
                  </a:cubicBezTo>
                  <a:cubicBezTo>
                    <a:pt x="10524" y="783"/>
                    <a:pt x="10703" y="843"/>
                    <a:pt x="10882" y="932"/>
                  </a:cubicBezTo>
                  <a:cubicBezTo>
                    <a:pt x="11239" y="1111"/>
                    <a:pt x="11566" y="1364"/>
                    <a:pt x="11819" y="1677"/>
                  </a:cubicBezTo>
                  <a:cubicBezTo>
                    <a:pt x="12325" y="2302"/>
                    <a:pt x="12564" y="3120"/>
                    <a:pt x="12534" y="3939"/>
                  </a:cubicBezTo>
                  <a:cubicBezTo>
                    <a:pt x="12519" y="4773"/>
                    <a:pt x="12504" y="5621"/>
                    <a:pt x="12504" y="6455"/>
                  </a:cubicBezTo>
                  <a:lnTo>
                    <a:pt x="12534" y="6455"/>
                  </a:lnTo>
                  <a:cubicBezTo>
                    <a:pt x="12623" y="5621"/>
                    <a:pt x="12683" y="4788"/>
                    <a:pt x="12742" y="3939"/>
                  </a:cubicBezTo>
                  <a:cubicBezTo>
                    <a:pt x="12817" y="3091"/>
                    <a:pt x="12578" y="2183"/>
                    <a:pt x="12028" y="1498"/>
                  </a:cubicBezTo>
                  <a:cubicBezTo>
                    <a:pt x="11760" y="1156"/>
                    <a:pt x="11403" y="873"/>
                    <a:pt x="11001" y="694"/>
                  </a:cubicBezTo>
                  <a:cubicBezTo>
                    <a:pt x="10807" y="590"/>
                    <a:pt x="10584" y="530"/>
                    <a:pt x="10375" y="486"/>
                  </a:cubicBezTo>
                  <a:cubicBezTo>
                    <a:pt x="10271" y="456"/>
                    <a:pt x="10152" y="456"/>
                    <a:pt x="10048" y="441"/>
                  </a:cubicBezTo>
                  <a:lnTo>
                    <a:pt x="9735" y="426"/>
                  </a:lnTo>
                  <a:cubicBezTo>
                    <a:pt x="8887" y="396"/>
                    <a:pt x="8053" y="367"/>
                    <a:pt x="7220" y="337"/>
                  </a:cubicBezTo>
                  <a:cubicBezTo>
                    <a:pt x="6371" y="307"/>
                    <a:pt x="5538" y="277"/>
                    <a:pt x="4704" y="218"/>
                  </a:cubicBezTo>
                  <a:cubicBezTo>
                    <a:pt x="3871" y="173"/>
                    <a:pt x="3022" y="84"/>
                    <a:pt x="2189" y="9"/>
                  </a:cubicBezTo>
                  <a:cubicBezTo>
                    <a:pt x="2118" y="4"/>
                    <a:pt x="2041" y="1"/>
                    <a:pt x="1961" y="1"/>
                  </a:cubicBezTo>
                  <a:close/>
                </a:path>
              </a:pathLst>
            </a:custGeom>
            <a:solidFill>
              <a:srgbClr val="5E45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5" name="Google Shape;945;p27"/>
          <p:cNvGrpSpPr/>
          <p:nvPr/>
        </p:nvGrpSpPr>
        <p:grpSpPr>
          <a:xfrm flipH="1">
            <a:off x="801139" y="3030745"/>
            <a:ext cx="2599486" cy="1251650"/>
            <a:chOff x="1978922" y="1712725"/>
            <a:chExt cx="2506253" cy="1251650"/>
          </a:xfrm>
        </p:grpSpPr>
        <p:sp>
          <p:nvSpPr>
            <p:cNvPr id="946" name="Google Shape;946;p27"/>
            <p:cNvSpPr/>
            <p:nvPr/>
          </p:nvSpPr>
          <p:spPr>
            <a:xfrm>
              <a:off x="1981975" y="1712725"/>
              <a:ext cx="2503200" cy="1251600"/>
            </a:xfrm>
            <a:prstGeom prst="roundRect">
              <a:avLst>
                <a:gd fmla="val 20475" name="adj"/>
              </a:avLst>
            </a:prstGeom>
            <a:solidFill>
              <a:srgbClr val="FFFFFF"/>
            </a:solidFill>
            <a:ln cap="flat" cmpd="sng" w="28575">
              <a:solidFill>
                <a:srgbClr val="5E45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47" name="Google Shape;947;p27"/>
            <p:cNvPicPr preferRelativeResize="0"/>
            <p:nvPr/>
          </p:nvPicPr>
          <p:blipFill rotWithShape="1">
            <a:blip r:embed="rId3">
              <a:alphaModFix amt="35000"/>
            </a:blip>
            <a:srcRect b="37449" l="23119" r="20343" t="15517"/>
            <a:stretch/>
          </p:blipFill>
          <p:spPr>
            <a:xfrm>
              <a:off x="1981975" y="1722975"/>
              <a:ext cx="2503200" cy="1241400"/>
            </a:xfrm>
            <a:prstGeom prst="roundRect">
              <a:avLst>
                <a:gd fmla="val 21901" name="adj"/>
              </a:avLst>
            </a:prstGeom>
            <a:noFill/>
            <a:ln>
              <a:noFill/>
            </a:ln>
          </p:spPr>
        </p:pic>
        <p:sp>
          <p:nvSpPr>
            <p:cNvPr id="948" name="Google Shape;948;p27"/>
            <p:cNvSpPr/>
            <p:nvPr/>
          </p:nvSpPr>
          <p:spPr>
            <a:xfrm rot="-277100">
              <a:off x="3928939" y="2720524"/>
              <a:ext cx="454832" cy="157050"/>
            </a:xfrm>
            <a:custGeom>
              <a:rect b="b" l="l" r="r" t="t"/>
              <a:pathLst>
                <a:path extrusionOk="0" h="2802" w="8976">
                  <a:moveTo>
                    <a:pt x="8931" y="1"/>
                  </a:moveTo>
                  <a:cubicBezTo>
                    <a:pt x="8782" y="849"/>
                    <a:pt x="8321" y="1623"/>
                    <a:pt x="7636" y="2085"/>
                  </a:cubicBezTo>
                  <a:cubicBezTo>
                    <a:pt x="7294" y="2323"/>
                    <a:pt x="6907" y="2472"/>
                    <a:pt x="6490" y="2546"/>
                  </a:cubicBezTo>
                  <a:cubicBezTo>
                    <a:pt x="6297" y="2576"/>
                    <a:pt x="6088" y="2576"/>
                    <a:pt x="5865" y="2576"/>
                  </a:cubicBezTo>
                  <a:cubicBezTo>
                    <a:pt x="5642" y="2576"/>
                    <a:pt x="5433" y="2591"/>
                    <a:pt x="5210" y="2591"/>
                  </a:cubicBezTo>
                  <a:cubicBezTo>
                    <a:pt x="4994" y="2598"/>
                    <a:pt x="4778" y="2602"/>
                    <a:pt x="4563" y="2602"/>
                  </a:cubicBezTo>
                  <a:cubicBezTo>
                    <a:pt x="4347" y="2602"/>
                    <a:pt x="4131" y="2598"/>
                    <a:pt x="3915" y="2591"/>
                  </a:cubicBezTo>
                  <a:cubicBezTo>
                    <a:pt x="3469" y="2576"/>
                    <a:pt x="3037" y="2531"/>
                    <a:pt x="2605" y="2501"/>
                  </a:cubicBezTo>
                  <a:cubicBezTo>
                    <a:pt x="2281" y="2485"/>
                    <a:pt x="1958" y="2476"/>
                    <a:pt x="1633" y="2476"/>
                  </a:cubicBezTo>
                  <a:cubicBezTo>
                    <a:pt x="1092" y="2476"/>
                    <a:pt x="549" y="2500"/>
                    <a:pt x="0" y="2546"/>
                  </a:cubicBezTo>
                  <a:lnTo>
                    <a:pt x="0" y="2576"/>
                  </a:lnTo>
                  <a:cubicBezTo>
                    <a:pt x="864" y="2680"/>
                    <a:pt x="1742" y="2725"/>
                    <a:pt x="2605" y="2725"/>
                  </a:cubicBezTo>
                  <a:cubicBezTo>
                    <a:pt x="3037" y="2710"/>
                    <a:pt x="3469" y="2680"/>
                    <a:pt x="3900" y="2680"/>
                  </a:cubicBezTo>
                  <a:cubicBezTo>
                    <a:pt x="4347" y="2680"/>
                    <a:pt x="4778" y="2710"/>
                    <a:pt x="5210" y="2740"/>
                  </a:cubicBezTo>
                  <a:cubicBezTo>
                    <a:pt x="5418" y="2755"/>
                    <a:pt x="5642" y="2769"/>
                    <a:pt x="5850" y="2784"/>
                  </a:cubicBezTo>
                  <a:cubicBezTo>
                    <a:pt x="5979" y="2793"/>
                    <a:pt x="6108" y="2801"/>
                    <a:pt x="6237" y="2801"/>
                  </a:cubicBezTo>
                  <a:cubicBezTo>
                    <a:pt x="6331" y="2801"/>
                    <a:pt x="6426" y="2797"/>
                    <a:pt x="6520" y="2784"/>
                  </a:cubicBezTo>
                  <a:cubicBezTo>
                    <a:pt x="6981" y="2740"/>
                    <a:pt x="7413" y="2576"/>
                    <a:pt x="7785" y="2308"/>
                  </a:cubicBezTo>
                  <a:cubicBezTo>
                    <a:pt x="8529" y="1787"/>
                    <a:pt x="8976" y="879"/>
                    <a:pt x="8946" y="1"/>
                  </a:cubicBezTo>
                  <a:close/>
                </a:path>
              </a:pathLst>
            </a:custGeom>
            <a:solidFill>
              <a:srgbClr val="3627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27"/>
            <p:cNvSpPr/>
            <p:nvPr/>
          </p:nvSpPr>
          <p:spPr>
            <a:xfrm rot="447014">
              <a:off x="3990818" y="1778142"/>
              <a:ext cx="394572" cy="85757"/>
            </a:xfrm>
            <a:custGeom>
              <a:rect b="b" l="l" r="r" t="t"/>
              <a:pathLst>
                <a:path extrusionOk="0" h="1344" w="6833">
                  <a:moveTo>
                    <a:pt x="4686" y="0"/>
                  </a:moveTo>
                  <a:cubicBezTo>
                    <a:pt x="4637" y="0"/>
                    <a:pt x="4589" y="1"/>
                    <a:pt x="4540" y="4"/>
                  </a:cubicBezTo>
                  <a:lnTo>
                    <a:pt x="3632" y="48"/>
                  </a:lnTo>
                  <a:cubicBezTo>
                    <a:pt x="2412" y="138"/>
                    <a:pt x="1206" y="242"/>
                    <a:pt x="0" y="420"/>
                  </a:cubicBezTo>
                  <a:cubicBezTo>
                    <a:pt x="155" y="422"/>
                    <a:pt x="310" y="423"/>
                    <a:pt x="465" y="423"/>
                  </a:cubicBezTo>
                  <a:cubicBezTo>
                    <a:pt x="1528" y="423"/>
                    <a:pt x="2582" y="379"/>
                    <a:pt x="3647" y="301"/>
                  </a:cubicBezTo>
                  <a:lnTo>
                    <a:pt x="4555" y="242"/>
                  </a:lnTo>
                  <a:cubicBezTo>
                    <a:pt x="4626" y="234"/>
                    <a:pt x="4698" y="231"/>
                    <a:pt x="4770" y="231"/>
                  </a:cubicBezTo>
                  <a:cubicBezTo>
                    <a:pt x="4986" y="231"/>
                    <a:pt x="5206" y="264"/>
                    <a:pt x="5419" y="331"/>
                  </a:cubicBezTo>
                  <a:cubicBezTo>
                    <a:pt x="5969" y="480"/>
                    <a:pt x="6475" y="852"/>
                    <a:pt x="6833" y="1343"/>
                  </a:cubicBezTo>
                  <a:cubicBezTo>
                    <a:pt x="6565" y="793"/>
                    <a:pt x="6073" y="346"/>
                    <a:pt x="5478" y="138"/>
                  </a:cubicBezTo>
                  <a:cubicBezTo>
                    <a:pt x="5226" y="37"/>
                    <a:pt x="4953" y="0"/>
                    <a:pt x="4686" y="0"/>
                  </a:cubicBezTo>
                  <a:close/>
                </a:path>
              </a:pathLst>
            </a:custGeom>
            <a:solidFill>
              <a:srgbClr val="3627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27"/>
            <p:cNvSpPr/>
            <p:nvPr/>
          </p:nvSpPr>
          <p:spPr>
            <a:xfrm rot="-5671675">
              <a:off x="1714298" y="2052550"/>
              <a:ext cx="1134449" cy="517681"/>
            </a:xfrm>
            <a:custGeom>
              <a:rect b="b" l="l" r="r" t="t"/>
              <a:pathLst>
                <a:path extrusionOk="0" h="6455" w="12817">
                  <a:moveTo>
                    <a:pt x="1961" y="1"/>
                  </a:moveTo>
                  <a:cubicBezTo>
                    <a:pt x="1823" y="1"/>
                    <a:pt x="1675" y="11"/>
                    <a:pt x="1534" y="39"/>
                  </a:cubicBezTo>
                  <a:cubicBezTo>
                    <a:pt x="1311" y="84"/>
                    <a:pt x="1102" y="173"/>
                    <a:pt x="924" y="292"/>
                  </a:cubicBezTo>
                  <a:cubicBezTo>
                    <a:pt x="551" y="545"/>
                    <a:pt x="284" y="932"/>
                    <a:pt x="135" y="1349"/>
                  </a:cubicBezTo>
                  <a:cubicBezTo>
                    <a:pt x="75" y="1543"/>
                    <a:pt x="31" y="1766"/>
                    <a:pt x="16" y="1989"/>
                  </a:cubicBezTo>
                  <a:lnTo>
                    <a:pt x="1" y="2614"/>
                  </a:lnTo>
                  <a:cubicBezTo>
                    <a:pt x="1" y="3031"/>
                    <a:pt x="1" y="3448"/>
                    <a:pt x="1" y="3880"/>
                  </a:cubicBezTo>
                  <a:lnTo>
                    <a:pt x="31" y="3880"/>
                  </a:lnTo>
                  <a:cubicBezTo>
                    <a:pt x="75" y="3463"/>
                    <a:pt x="105" y="3046"/>
                    <a:pt x="150" y="2629"/>
                  </a:cubicBezTo>
                  <a:lnTo>
                    <a:pt x="194" y="1989"/>
                  </a:lnTo>
                  <a:cubicBezTo>
                    <a:pt x="209" y="1796"/>
                    <a:pt x="269" y="1602"/>
                    <a:pt x="328" y="1409"/>
                  </a:cubicBezTo>
                  <a:cubicBezTo>
                    <a:pt x="462" y="1037"/>
                    <a:pt x="715" y="709"/>
                    <a:pt x="1043" y="486"/>
                  </a:cubicBezTo>
                  <a:cubicBezTo>
                    <a:pt x="1206" y="382"/>
                    <a:pt x="1400" y="307"/>
                    <a:pt x="1579" y="263"/>
                  </a:cubicBezTo>
                  <a:cubicBezTo>
                    <a:pt x="1701" y="234"/>
                    <a:pt x="1824" y="224"/>
                    <a:pt x="1950" y="224"/>
                  </a:cubicBezTo>
                  <a:cubicBezTo>
                    <a:pt x="2023" y="224"/>
                    <a:pt x="2098" y="227"/>
                    <a:pt x="2174" y="233"/>
                  </a:cubicBezTo>
                  <a:cubicBezTo>
                    <a:pt x="3022" y="263"/>
                    <a:pt x="3856" y="277"/>
                    <a:pt x="4689" y="307"/>
                  </a:cubicBezTo>
                  <a:cubicBezTo>
                    <a:pt x="5538" y="352"/>
                    <a:pt x="6371" y="411"/>
                    <a:pt x="7205" y="486"/>
                  </a:cubicBezTo>
                  <a:cubicBezTo>
                    <a:pt x="8039" y="560"/>
                    <a:pt x="8887" y="620"/>
                    <a:pt x="9721" y="679"/>
                  </a:cubicBezTo>
                  <a:lnTo>
                    <a:pt x="10033" y="694"/>
                  </a:lnTo>
                  <a:cubicBezTo>
                    <a:pt x="10122" y="709"/>
                    <a:pt x="10227" y="724"/>
                    <a:pt x="10331" y="739"/>
                  </a:cubicBezTo>
                  <a:cubicBezTo>
                    <a:pt x="10524" y="783"/>
                    <a:pt x="10703" y="843"/>
                    <a:pt x="10882" y="932"/>
                  </a:cubicBezTo>
                  <a:cubicBezTo>
                    <a:pt x="11239" y="1111"/>
                    <a:pt x="11566" y="1364"/>
                    <a:pt x="11819" y="1677"/>
                  </a:cubicBezTo>
                  <a:cubicBezTo>
                    <a:pt x="12325" y="2302"/>
                    <a:pt x="12564" y="3120"/>
                    <a:pt x="12534" y="3939"/>
                  </a:cubicBezTo>
                  <a:cubicBezTo>
                    <a:pt x="12519" y="4773"/>
                    <a:pt x="12504" y="5621"/>
                    <a:pt x="12504" y="6455"/>
                  </a:cubicBezTo>
                  <a:lnTo>
                    <a:pt x="12534" y="6455"/>
                  </a:lnTo>
                  <a:cubicBezTo>
                    <a:pt x="12623" y="5621"/>
                    <a:pt x="12683" y="4788"/>
                    <a:pt x="12742" y="3939"/>
                  </a:cubicBezTo>
                  <a:cubicBezTo>
                    <a:pt x="12817" y="3091"/>
                    <a:pt x="12578" y="2183"/>
                    <a:pt x="12028" y="1498"/>
                  </a:cubicBezTo>
                  <a:cubicBezTo>
                    <a:pt x="11760" y="1156"/>
                    <a:pt x="11403" y="873"/>
                    <a:pt x="11001" y="694"/>
                  </a:cubicBezTo>
                  <a:cubicBezTo>
                    <a:pt x="10807" y="590"/>
                    <a:pt x="10584" y="530"/>
                    <a:pt x="10375" y="486"/>
                  </a:cubicBezTo>
                  <a:cubicBezTo>
                    <a:pt x="10271" y="456"/>
                    <a:pt x="10152" y="456"/>
                    <a:pt x="10048" y="441"/>
                  </a:cubicBezTo>
                  <a:lnTo>
                    <a:pt x="9735" y="426"/>
                  </a:lnTo>
                  <a:cubicBezTo>
                    <a:pt x="8887" y="396"/>
                    <a:pt x="8053" y="367"/>
                    <a:pt x="7220" y="337"/>
                  </a:cubicBezTo>
                  <a:cubicBezTo>
                    <a:pt x="6371" y="307"/>
                    <a:pt x="5538" y="277"/>
                    <a:pt x="4704" y="218"/>
                  </a:cubicBezTo>
                  <a:cubicBezTo>
                    <a:pt x="3871" y="173"/>
                    <a:pt x="3022" y="84"/>
                    <a:pt x="2189" y="9"/>
                  </a:cubicBezTo>
                  <a:cubicBezTo>
                    <a:pt x="2118" y="4"/>
                    <a:pt x="2041" y="1"/>
                    <a:pt x="1961" y="1"/>
                  </a:cubicBezTo>
                  <a:close/>
                </a:path>
              </a:pathLst>
            </a:custGeom>
            <a:solidFill>
              <a:srgbClr val="5E45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1" name="Google Shape;951;p27"/>
          <p:cNvGrpSpPr/>
          <p:nvPr/>
        </p:nvGrpSpPr>
        <p:grpSpPr>
          <a:xfrm>
            <a:off x="801139" y="1674147"/>
            <a:ext cx="2599486" cy="1251650"/>
            <a:chOff x="1978922" y="1712725"/>
            <a:chExt cx="2506253" cy="1251650"/>
          </a:xfrm>
        </p:grpSpPr>
        <p:sp>
          <p:nvSpPr>
            <p:cNvPr id="952" name="Google Shape;952;p27"/>
            <p:cNvSpPr/>
            <p:nvPr/>
          </p:nvSpPr>
          <p:spPr>
            <a:xfrm>
              <a:off x="1981975" y="1712725"/>
              <a:ext cx="2503200" cy="1251600"/>
            </a:xfrm>
            <a:prstGeom prst="roundRect">
              <a:avLst>
                <a:gd fmla="val 20475" name="adj"/>
              </a:avLst>
            </a:prstGeom>
            <a:solidFill>
              <a:srgbClr val="FFFFFF"/>
            </a:solidFill>
            <a:ln cap="flat" cmpd="sng" w="28575">
              <a:solidFill>
                <a:srgbClr val="5E452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53" name="Google Shape;953;p27"/>
            <p:cNvPicPr preferRelativeResize="0"/>
            <p:nvPr/>
          </p:nvPicPr>
          <p:blipFill rotWithShape="1">
            <a:blip r:embed="rId3">
              <a:alphaModFix amt="35000"/>
            </a:blip>
            <a:srcRect b="37449" l="23119" r="20343" t="15517"/>
            <a:stretch/>
          </p:blipFill>
          <p:spPr>
            <a:xfrm>
              <a:off x="1981975" y="1722975"/>
              <a:ext cx="2503200" cy="1241400"/>
            </a:xfrm>
            <a:prstGeom prst="roundRect">
              <a:avLst>
                <a:gd fmla="val 21901" name="adj"/>
              </a:avLst>
            </a:prstGeom>
            <a:noFill/>
            <a:ln>
              <a:noFill/>
            </a:ln>
          </p:spPr>
        </p:pic>
        <p:sp>
          <p:nvSpPr>
            <p:cNvPr id="954" name="Google Shape;954;p27"/>
            <p:cNvSpPr/>
            <p:nvPr/>
          </p:nvSpPr>
          <p:spPr>
            <a:xfrm rot="-277100">
              <a:off x="3928939" y="2720524"/>
              <a:ext cx="454832" cy="157050"/>
            </a:xfrm>
            <a:custGeom>
              <a:rect b="b" l="l" r="r" t="t"/>
              <a:pathLst>
                <a:path extrusionOk="0" h="2802" w="8976">
                  <a:moveTo>
                    <a:pt x="8931" y="1"/>
                  </a:moveTo>
                  <a:cubicBezTo>
                    <a:pt x="8782" y="849"/>
                    <a:pt x="8321" y="1623"/>
                    <a:pt x="7636" y="2085"/>
                  </a:cubicBezTo>
                  <a:cubicBezTo>
                    <a:pt x="7294" y="2323"/>
                    <a:pt x="6907" y="2472"/>
                    <a:pt x="6490" y="2546"/>
                  </a:cubicBezTo>
                  <a:cubicBezTo>
                    <a:pt x="6297" y="2576"/>
                    <a:pt x="6088" y="2576"/>
                    <a:pt x="5865" y="2576"/>
                  </a:cubicBezTo>
                  <a:cubicBezTo>
                    <a:pt x="5642" y="2576"/>
                    <a:pt x="5433" y="2591"/>
                    <a:pt x="5210" y="2591"/>
                  </a:cubicBezTo>
                  <a:cubicBezTo>
                    <a:pt x="4994" y="2598"/>
                    <a:pt x="4778" y="2602"/>
                    <a:pt x="4563" y="2602"/>
                  </a:cubicBezTo>
                  <a:cubicBezTo>
                    <a:pt x="4347" y="2602"/>
                    <a:pt x="4131" y="2598"/>
                    <a:pt x="3915" y="2591"/>
                  </a:cubicBezTo>
                  <a:cubicBezTo>
                    <a:pt x="3469" y="2576"/>
                    <a:pt x="3037" y="2531"/>
                    <a:pt x="2605" y="2501"/>
                  </a:cubicBezTo>
                  <a:cubicBezTo>
                    <a:pt x="2281" y="2485"/>
                    <a:pt x="1958" y="2476"/>
                    <a:pt x="1633" y="2476"/>
                  </a:cubicBezTo>
                  <a:cubicBezTo>
                    <a:pt x="1092" y="2476"/>
                    <a:pt x="549" y="2500"/>
                    <a:pt x="0" y="2546"/>
                  </a:cubicBezTo>
                  <a:lnTo>
                    <a:pt x="0" y="2576"/>
                  </a:lnTo>
                  <a:cubicBezTo>
                    <a:pt x="864" y="2680"/>
                    <a:pt x="1742" y="2725"/>
                    <a:pt x="2605" y="2725"/>
                  </a:cubicBezTo>
                  <a:cubicBezTo>
                    <a:pt x="3037" y="2710"/>
                    <a:pt x="3469" y="2680"/>
                    <a:pt x="3900" y="2680"/>
                  </a:cubicBezTo>
                  <a:cubicBezTo>
                    <a:pt x="4347" y="2680"/>
                    <a:pt x="4778" y="2710"/>
                    <a:pt x="5210" y="2740"/>
                  </a:cubicBezTo>
                  <a:cubicBezTo>
                    <a:pt x="5418" y="2755"/>
                    <a:pt x="5642" y="2769"/>
                    <a:pt x="5850" y="2784"/>
                  </a:cubicBezTo>
                  <a:cubicBezTo>
                    <a:pt x="5979" y="2793"/>
                    <a:pt x="6108" y="2801"/>
                    <a:pt x="6237" y="2801"/>
                  </a:cubicBezTo>
                  <a:cubicBezTo>
                    <a:pt x="6331" y="2801"/>
                    <a:pt x="6426" y="2797"/>
                    <a:pt x="6520" y="2784"/>
                  </a:cubicBezTo>
                  <a:cubicBezTo>
                    <a:pt x="6981" y="2740"/>
                    <a:pt x="7413" y="2576"/>
                    <a:pt x="7785" y="2308"/>
                  </a:cubicBezTo>
                  <a:cubicBezTo>
                    <a:pt x="8529" y="1787"/>
                    <a:pt x="8976" y="879"/>
                    <a:pt x="8946" y="1"/>
                  </a:cubicBezTo>
                  <a:close/>
                </a:path>
              </a:pathLst>
            </a:custGeom>
            <a:solidFill>
              <a:srgbClr val="3627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27"/>
            <p:cNvSpPr/>
            <p:nvPr/>
          </p:nvSpPr>
          <p:spPr>
            <a:xfrm rot="447014">
              <a:off x="3990818" y="1778142"/>
              <a:ext cx="394572" cy="85757"/>
            </a:xfrm>
            <a:custGeom>
              <a:rect b="b" l="l" r="r" t="t"/>
              <a:pathLst>
                <a:path extrusionOk="0" h="1344" w="6833">
                  <a:moveTo>
                    <a:pt x="4686" y="0"/>
                  </a:moveTo>
                  <a:cubicBezTo>
                    <a:pt x="4637" y="0"/>
                    <a:pt x="4589" y="1"/>
                    <a:pt x="4540" y="4"/>
                  </a:cubicBezTo>
                  <a:lnTo>
                    <a:pt x="3632" y="48"/>
                  </a:lnTo>
                  <a:cubicBezTo>
                    <a:pt x="2412" y="138"/>
                    <a:pt x="1206" y="242"/>
                    <a:pt x="0" y="420"/>
                  </a:cubicBezTo>
                  <a:cubicBezTo>
                    <a:pt x="155" y="422"/>
                    <a:pt x="310" y="423"/>
                    <a:pt x="465" y="423"/>
                  </a:cubicBezTo>
                  <a:cubicBezTo>
                    <a:pt x="1528" y="423"/>
                    <a:pt x="2582" y="379"/>
                    <a:pt x="3647" y="301"/>
                  </a:cubicBezTo>
                  <a:lnTo>
                    <a:pt x="4555" y="242"/>
                  </a:lnTo>
                  <a:cubicBezTo>
                    <a:pt x="4626" y="234"/>
                    <a:pt x="4698" y="231"/>
                    <a:pt x="4770" y="231"/>
                  </a:cubicBezTo>
                  <a:cubicBezTo>
                    <a:pt x="4986" y="231"/>
                    <a:pt x="5206" y="264"/>
                    <a:pt x="5419" y="331"/>
                  </a:cubicBezTo>
                  <a:cubicBezTo>
                    <a:pt x="5969" y="480"/>
                    <a:pt x="6475" y="852"/>
                    <a:pt x="6833" y="1343"/>
                  </a:cubicBezTo>
                  <a:cubicBezTo>
                    <a:pt x="6565" y="793"/>
                    <a:pt x="6073" y="346"/>
                    <a:pt x="5478" y="138"/>
                  </a:cubicBezTo>
                  <a:cubicBezTo>
                    <a:pt x="5226" y="37"/>
                    <a:pt x="4953" y="0"/>
                    <a:pt x="4686" y="0"/>
                  </a:cubicBezTo>
                  <a:close/>
                </a:path>
              </a:pathLst>
            </a:custGeom>
            <a:solidFill>
              <a:srgbClr val="3627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27"/>
            <p:cNvSpPr/>
            <p:nvPr/>
          </p:nvSpPr>
          <p:spPr>
            <a:xfrm rot="-5671675">
              <a:off x="1714298" y="2052550"/>
              <a:ext cx="1134449" cy="517681"/>
            </a:xfrm>
            <a:custGeom>
              <a:rect b="b" l="l" r="r" t="t"/>
              <a:pathLst>
                <a:path extrusionOk="0" h="6455" w="12817">
                  <a:moveTo>
                    <a:pt x="1961" y="1"/>
                  </a:moveTo>
                  <a:cubicBezTo>
                    <a:pt x="1823" y="1"/>
                    <a:pt x="1675" y="11"/>
                    <a:pt x="1534" y="39"/>
                  </a:cubicBezTo>
                  <a:cubicBezTo>
                    <a:pt x="1311" y="84"/>
                    <a:pt x="1102" y="173"/>
                    <a:pt x="924" y="292"/>
                  </a:cubicBezTo>
                  <a:cubicBezTo>
                    <a:pt x="551" y="545"/>
                    <a:pt x="284" y="932"/>
                    <a:pt x="135" y="1349"/>
                  </a:cubicBezTo>
                  <a:cubicBezTo>
                    <a:pt x="75" y="1543"/>
                    <a:pt x="31" y="1766"/>
                    <a:pt x="16" y="1989"/>
                  </a:cubicBezTo>
                  <a:lnTo>
                    <a:pt x="1" y="2614"/>
                  </a:lnTo>
                  <a:cubicBezTo>
                    <a:pt x="1" y="3031"/>
                    <a:pt x="1" y="3448"/>
                    <a:pt x="1" y="3880"/>
                  </a:cubicBezTo>
                  <a:lnTo>
                    <a:pt x="31" y="3880"/>
                  </a:lnTo>
                  <a:cubicBezTo>
                    <a:pt x="75" y="3463"/>
                    <a:pt x="105" y="3046"/>
                    <a:pt x="150" y="2629"/>
                  </a:cubicBezTo>
                  <a:lnTo>
                    <a:pt x="194" y="1989"/>
                  </a:lnTo>
                  <a:cubicBezTo>
                    <a:pt x="209" y="1796"/>
                    <a:pt x="269" y="1602"/>
                    <a:pt x="328" y="1409"/>
                  </a:cubicBezTo>
                  <a:cubicBezTo>
                    <a:pt x="462" y="1037"/>
                    <a:pt x="715" y="709"/>
                    <a:pt x="1043" y="486"/>
                  </a:cubicBezTo>
                  <a:cubicBezTo>
                    <a:pt x="1206" y="382"/>
                    <a:pt x="1400" y="307"/>
                    <a:pt x="1579" y="263"/>
                  </a:cubicBezTo>
                  <a:cubicBezTo>
                    <a:pt x="1701" y="234"/>
                    <a:pt x="1824" y="224"/>
                    <a:pt x="1950" y="224"/>
                  </a:cubicBezTo>
                  <a:cubicBezTo>
                    <a:pt x="2023" y="224"/>
                    <a:pt x="2098" y="227"/>
                    <a:pt x="2174" y="233"/>
                  </a:cubicBezTo>
                  <a:cubicBezTo>
                    <a:pt x="3022" y="263"/>
                    <a:pt x="3856" y="277"/>
                    <a:pt x="4689" y="307"/>
                  </a:cubicBezTo>
                  <a:cubicBezTo>
                    <a:pt x="5538" y="352"/>
                    <a:pt x="6371" y="411"/>
                    <a:pt x="7205" y="486"/>
                  </a:cubicBezTo>
                  <a:cubicBezTo>
                    <a:pt x="8039" y="560"/>
                    <a:pt x="8887" y="620"/>
                    <a:pt x="9721" y="679"/>
                  </a:cubicBezTo>
                  <a:lnTo>
                    <a:pt x="10033" y="694"/>
                  </a:lnTo>
                  <a:cubicBezTo>
                    <a:pt x="10122" y="709"/>
                    <a:pt x="10227" y="724"/>
                    <a:pt x="10331" y="739"/>
                  </a:cubicBezTo>
                  <a:cubicBezTo>
                    <a:pt x="10524" y="783"/>
                    <a:pt x="10703" y="843"/>
                    <a:pt x="10882" y="932"/>
                  </a:cubicBezTo>
                  <a:cubicBezTo>
                    <a:pt x="11239" y="1111"/>
                    <a:pt x="11566" y="1364"/>
                    <a:pt x="11819" y="1677"/>
                  </a:cubicBezTo>
                  <a:cubicBezTo>
                    <a:pt x="12325" y="2302"/>
                    <a:pt x="12564" y="3120"/>
                    <a:pt x="12534" y="3939"/>
                  </a:cubicBezTo>
                  <a:cubicBezTo>
                    <a:pt x="12519" y="4773"/>
                    <a:pt x="12504" y="5621"/>
                    <a:pt x="12504" y="6455"/>
                  </a:cubicBezTo>
                  <a:lnTo>
                    <a:pt x="12534" y="6455"/>
                  </a:lnTo>
                  <a:cubicBezTo>
                    <a:pt x="12623" y="5621"/>
                    <a:pt x="12683" y="4788"/>
                    <a:pt x="12742" y="3939"/>
                  </a:cubicBezTo>
                  <a:cubicBezTo>
                    <a:pt x="12817" y="3091"/>
                    <a:pt x="12578" y="2183"/>
                    <a:pt x="12028" y="1498"/>
                  </a:cubicBezTo>
                  <a:cubicBezTo>
                    <a:pt x="11760" y="1156"/>
                    <a:pt x="11403" y="873"/>
                    <a:pt x="11001" y="694"/>
                  </a:cubicBezTo>
                  <a:cubicBezTo>
                    <a:pt x="10807" y="590"/>
                    <a:pt x="10584" y="530"/>
                    <a:pt x="10375" y="486"/>
                  </a:cubicBezTo>
                  <a:cubicBezTo>
                    <a:pt x="10271" y="456"/>
                    <a:pt x="10152" y="456"/>
                    <a:pt x="10048" y="441"/>
                  </a:cubicBezTo>
                  <a:lnTo>
                    <a:pt x="9735" y="426"/>
                  </a:lnTo>
                  <a:cubicBezTo>
                    <a:pt x="8887" y="396"/>
                    <a:pt x="8053" y="367"/>
                    <a:pt x="7220" y="337"/>
                  </a:cubicBezTo>
                  <a:cubicBezTo>
                    <a:pt x="6371" y="307"/>
                    <a:pt x="5538" y="277"/>
                    <a:pt x="4704" y="218"/>
                  </a:cubicBezTo>
                  <a:cubicBezTo>
                    <a:pt x="3871" y="173"/>
                    <a:pt x="3022" y="84"/>
                    <a:pt x="2189" y="9"/>
                  </a:cubicBezTo>
                  <a:cubicBezTo>
                    <a:pt x="2118" y="4"/>
                    <a:pt x="2041" y="1"/>
                    <a:pt x="1961" y="1"/>
                  </a:cubicBezTo>
                  <a:close/>
                </a:path>
              </a:pathLst>
            </a:custGeom>
            <a:solidFill>
              <a:srgbClr val="5E45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7" name="Google Shape;957;p27"/>
          <p:cNvSpPr txBox="1"/>
          <p:nvPr/>
        </p:nvSpPr>
        <p:spPr>
          <a:xfrm>
            <a:off x="1045932" y="1803650"/>
            <a:ext cx="21099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362715"/>
                </a:solidFill>
                <a:latin typeface="Uncial Antiqua"/>
                <a:ea typeface="Uncial Antiqua"/>
                <a:cs typeface="Uncial Antiqua"/>
                <a:sym typeface="Uncial Antiqua"/>
              </a:rPr>
              <a:t>Cognitive</a:t>
            </a:r>
            <a:endParaRPr b="1" sz="2700">
              <a:solidFill>
                <a:srgbClr val="362715"/>
              </a:solidFill>
              <a:latin typeface="Uncial Antiqua"/>
              <a:ea typeface="Uncial Antiqua"/>
              <a:cs typeface="Uncial Antiqua"/>
              <a:sym typeface="Uncial Antiqua"/>
            </a:endParaRPr>
          </a:p>
        </p:txBody>
      </p:sp>
      <p:sp>
        <p:nvSpPr>
          <p:cNvPr id="958" name="Google Shape;958;p27"/>
          <p:cNvSpPr txBox="1"/>
          <p:nvPr/>
        </p:nvSpPr>
        <p:spPr>
          <a:xfrm>
            <a:off x="1045925" y="2171550"/>
            <a:ext cx="21087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362715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The Evolutionary Psychology behind it</a:t>
            </a:r>
            <a:endParaRPr b="1" sz="1500">
              <a:solidFill>
                <a:srgbClr val="362715"/>
              </a:solidFill>
              <a:latin typeface="Nanum Myeongjo"/>
              <a:ea typeface="Nanum Myeongjo"/>
              <a:cs typeface="Nanum Myeongjo"/>
              <a:sym typeface="Nanum Myeongjo"/>
            </a:endParaRPr>
          </a:p>
        </p:txBody>
      </p:sp>
      <p:sp>
        <p:nvSpPr>
          <p:cNvPr id="959" name="Google Shape;959;p27"/>
          <p:cNvSpPr txBox="1"/>
          <p:nvPr/>
        </p:nvSpPr>
        <p:spPr>
          <a:xfrm>
            <a:off x="1045932" y="3198823"/>
            <a:ext cx="21099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362715"/>
                </a:solidFill>
                <a:latin typeface="Uncial Antiqua"/>
                <a:ea typeface="Uncial Antiqua"/>
                <a:cs typeface="Uncial Antiqua"/>
                <a:sym typeface="Uncial Antiqua"/>
              </a:rPr>
              <a:t>Ecology</a:t>
            </a:r>
            <a:endParaRPr b="1" sz="2700">
              <a:solidFill>
                <a:srgbClr val="362715"/>
              </a:solidFill>
              <a:latin typeface="Uncial Antiqua"/>
              <a:ea typeface="Uncial Antiqua"/>
              <a:cs typeface="Uncial Antiqua"/>
              <a:sym typeface="Uncial Antiqua"/>
            </a:endParaRPr>
          </a:p>
        </p:txBody>
      </p:sp>
      <p:sp>
        <p:nvSpPr>
          <p:cNvPr id="960" name="Google Shape;960;p27"/>
          <p:cNvSpPr txBox="1"/>
          <p:nvPr/>
        </p:nvSpPr>
        <p:spPr>
          <a:xfrm>
            <a:off x="1045932" y="3566724"/>
            <a:ext cx="21099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62715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The environment around that shapes how people see the world</a:t>
            </a:r>
            <a:endParaRPr b="1" sz="1200">
              <a:solidFill>
                <a:srgbClr val="362715"/>
              </a:solidFill>
              <a:latin typeface="Nanum Myeongjo"/>
              <a:ea typeface="Nanum Myeongjo"/>
              <a:cs typeface="Nanum Myeongjo"/>
              <a:sym typeface="Nanum Myeongjo"/>
            </a:endParaRPr>
          </a:p>
        </p:txBody>
      </p:sp>
      <p:sp>
        <p:nvSpPr>
          <p:cNvPr id="961" name="Google Shape;961;p27"/>
          <p:cNvSpPr txBox="1"/>
          <p:nvPr/>
        </p:nvSpPr>
        <p:spPr>
          <a:xfrm>
            <a:off x="5989520" y="1803650"/>
            <a:ext cx="21087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362715"/>
                </a:solidFill>
                <a:latin typeface="Uncial Antiqua"/>
                <a:ea typeface="Uncial Antiqua"/>
                <a:cs typeface="Uncial Antiqua"/>
                <a:sym typeface="Uncial Antiqua"/>
              </a:rPr>
              <a:t>Symbology</a:t>
            </a:r>
            <a:endParaRPr b="1" sz="2500">
              <a:solidFill>
                <a:srgbClr val="362715"/>
              </a:solidFill>
              <a:latin typeface="Uncial Antiqua"/>
              <a:ea typeface="Uncial Antiqua"/>
              <a:cs typeface="Uncial Antiqua"/>
              <a:sym typeface="Uncial Antiqua"/>
            </a:endParaRPr>
          </a:p>
        </p:txBody>
      </p:sp>
      <p:sp>
        <p:nvSpPr>
          <p:cNvPr id="962" name="Google Shape;962;p27"/>
          <p:cNvSpPr txBox="1"/>
          <p:nvPr/>
        </p:nvSpPr>
        <p:spPr>
          <a:xfrm>
            <a:off x="5989525" y="2045250"/>
            <a:ext cx="21087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62715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The structural parts of society that built the connection </a:t>
            </a:r>
            <a:endParaRPr b="1">
              <a:solidFill>
                <a:srgbClr val="362715"/>
              </a:solidFill>
              <a:latin typeface="Nanum Myeongjo"/>
              <a:ea typeface="Nanum Myeongjo"/>
              <a:cs typeface="Nanum Myeongjo"/>
              <a:sym typeface="Nanum Myeongjo"/>
            </a:endParaRPr>
          </a:p>
        </p:txBody>
      </p:sp>
      <p:sp>
        <p:nvSpPr>
          <p:cNvPr id="963" name="Google Shape;963;p27"/>
          <p:cNvSpPr txBox="1"/>
          <p:nvPr/>
        </p:nvSpPr>
        <p:spPr>
          <a:xfrm>
            <a:off x="5989520" y="3198823"/>
            <a:ext cx="21087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362715"/>
                </a:solidFill>
                <a:latin typeface="Uncial Antiqua"/>
                <a:ea typeface="Uncial Antiqua"/>
                <a:cs typeface="Uncial Antiqua"/>
                <a:sym typeface="Uncial Antiqua"/>
              </a:rPr>
              <a:t>Diffusion</a:t>
            </a:r>
            <a:endParaRPr b="1" sz="2700">
              <a:solidFill>
                <a:srgbClr val="362715"/>
              </a:solidFill>
              <a:latin typeface="Uncial Antiqua"/>
              <a:ea typeface="Uncial Antiqua"/>
              <a:cs typeface="Uncial Antiqua"/>
              <a:sym typeface="Uncial Antiqua"/>
            </a:endParaRPr>
          </a:p>
        </p:txBody>
      </p:sp>
      <p:sp>
        <p:nvSpPr>
          <p:cNvPr id="964" name="Google Shape;964;p27"/>
          <p:cNvSpPr txBox="1"/>
          <p:nvPr/>
        </p:nvSpPr>
        <p:spPr>
          <a:xfrm>
            <a:off x="5989520" y="3566724"/>
            <a:ext cx="21087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362715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The </a:t>
            </a:r>
            <a:r>
              <a:rPr b="1" lang="en" sz="1500">
                <a:solidFill>
                  <a:srgbClr val="362715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interconnectivity</a:t>
            </a:r>
            <a:r>
              <a:rPr b="1" lang="en" sz="1500">
                <a:solidFill>
                  <a:srgbClr val="362715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 between cultures</a:t>
            </a:r>
            <a:endParaRPr b="1" sz="1500">
              <a:solidFill>
                <a:srgbClr val="362715"/>
              </a:solidFill>
              <a:latin typeface="Nanum Myeongjo"/>
              <a:ea typeface="Nanum Myeongjo"/>
              <a:cs typeface="Nanum Myeongjo"/>
              <a:sym typeface="Nanum Myeongjo"/>
            </a:endParaRPr>
          </a:p>
        </p:txBody>
      </p:sp>
      <p:grpSp>
        <p:nvGrpSpPr>
          <p:cNvPr id="965" name="Google Shape;965;p27"/>
          <p:cNvGrpSpPr/>
          <p:nvPr/>
        </p:nvGrpSpPr>
        <p:grpSpPr>
          <a:xfrm>
            <a:off x="3585438" y="1967766"/>
            <a:ext cx="1972699" cy="1972591"/>
            <a:chOff x="3485662" y="1775934"/>
            <a:chExt cx="2172576" cy="2172457"/>
          </a:xfrm>
        </p:grpSpPr>
        <p:sp>
          <p:nvSpPr>
            <p:cNvPr id="966" name="Google Shape;966;p27"/>
            <p:cNvSpPr/>
            <p:nvPr/>
          </p:nvSpPr>
          <p:spPr>
            <a:xfrm>
              <a:off x="3489538" y="1775934"/>
              <a:ext cx="2168700" cy="2168700"/>
            </a:xfrm>
            <a:prstGeom prst="blockArc">
              <a:avLst>
                <a:gd fmla="val 16071656" name="adj1"/>
                <a:gd fmla="val 21589389" name="adj2"/>
                <a:gd fmla="val 14364" name="adj3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27"/>
            <p:cNvSpPr/>
            <p:nvPr/>
          </p:nvSpPr>
          <p:spPr>
            <a:xfrm flipH="1">
              <a:off x="3485662" y="1775934"/>
              <a:ext cx="2168700" cy="2168700"/>
            </a:xfrm>
            <a:prstGeom prst="blockArc">
              <a:avLst>
                <a:gd fmla="val 16207444" name="adj1"/>
                <a:gd fmla="val 21589389" name="adj2"/>
                <a:gd fmla="val 14364" name="adj3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27"/>
            <p:cNvSpPr/>
            <p:nvPr/>
          </p:nvSpPr>
          <p:spPr>
            <a:xfrm rot="10800000">
              <a:off x="3485662" y="1779691"/>
              <a:ext cx="2168700" cy="2168700"/>
            </a:xfrm>
            <a:prstGeom prst="blockArc">
              <a:avLst>
                <a:gd fmla="val 16179521" name="adj1"/>
                <a:gd fmla="val 46792" name="adj2"/>
                <a:gd fmla="val 14364" name="adj3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27"/>
            <p:cNvSpPr/>
            <p:nvPr/>
          </p:nvSpPr>
          <p:spPr>
            <a:xfrm flipH="1" rot="10800000">
              <a:off x="3489538" y="1779691"/>
              <a:ext cx="2168700" cy="2168700"/>
            </a:xfrm>
            <a:prstGeom prst="blockArc">
              <a:avLst>
                <a:gd fmla="val 16153275" name="adj1"/>
                <a:gd fmla="val 27591" name="adj2"/>
                <a:gd fmla="val 14366" name="adj3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27"/>
            <p:cNvSpPr/>
            <p:nvPr/>
          </p:nvSpPr>
          <p:spPr>
            <a:xfrm rot="-2866029">
              <a:off x="3572554" y="1963202"/>
              <a:ext cx="254856" cy="22065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27"/>
            <p:cNvSpPr/>
            <p:nvPr/>
          </p:nvSpPr>
          <p:spPr>
            <a:xfrm flipH="1" rot="2866029">
              <a:off x="5297240" y="1963202"/>
              <a:ext cx="254856" cy="220650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27"/>
            <p:cNvSpPr/>
            <p:nvPr/>
          </p:nvSpPr>
          <p:spPr>
            <a:xfrm flipH="1" rot="-7933971">
              <a:off x="3572554" y="3534081"/>
              <a:ext cx="254856" cy="220650"/>
            </a:xfrm>
            <a:prstGeom prst="triangle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27"/>
            <p:cNvSpPr/>
            <p:nvPr/>
          </p:nvSpPr>
          <p:spPr>
            <a:xfrm rot="7933971">
              <a:off x="5297240" y="3534081"/>
              <a:ext cx="254856" cy="220650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4" name="Google Shape;974;p27"/>
          <p:cNvGrpSpPr/>
          <p:nvPr/>
        </p:nvGrpSpPr>
        <p:grpSpPr>
          <a:xfrm rot="-21845">
            <a:off x="4242382" y="2599374"/>
            <a:ext cx="659440" cy="709663"/>
            <a:chOff x="2346596" y="2448105"/>
            <a:chExt cx="253958" cy="268679"/>
          </a:xfrm>
        </p:grpSpPr>
        <p:sp>
          <p:nvSpPr>
            <p:cNvPr id="975" name="Google Shape;975;p27"/>
            <p:cNvSpPr/>
            <p:nvPr/>
          </p:nvSpPr>
          <p:spPr>
            <a:xfrm>
              <a:off x="2346596" y="2629820"/>
              <a:ext cx="253958" cy="86964"/>
            </a:xfrm>
            <a:custGeom>
              <a:rect b="b" l="l" r="r" t="t"/>
              <a:pathLst>
                <a:path extrusionOk="0" h="3373" w="9850">
                  <a:moveTo>
                    <a:pt x="2784" y="0"/>
                  </a:moveTo>
                  <a:cubicBezTo>
                    <a:pt x="2695" y="0"/>
                    <a:pt x="2588" y="54"/>
                    <a:pt x="2534" y="125"/>
                  </a:cubicBezTo>
                  <a:lnTo>
                    <a:pt x="1856" y="1089"/>
                  </a:lnTo>
                  <a:lnTo>
                    <a:pt x="2820" y="1713"/>
                  </a:lnTo>
                  <a:cubicBezTo>
                    <a:pt x="2963" y="1802"/>
                    <a:pt x="2998" y="1999"/>
                    <a:pt x="2909" y="2141"/>
                  </a:cubicBezTo>
                  <a:cubicBezTo>
                    <a:pt x="2853" y="2232"/>
                    <a:pt x="2753" y="2279"/>
                    <a:pt x="2652" y="2279"/>
                  </a:cubicBezTo>
                  <a:cubicBezTo>
                    <a:pt x="2593" y="2279"/>
                    <a:pt x="2533" y="2263"/>
                    <a:pt x="2481" y="2231"/>
                  </a:cubicBezTo>
                  <a:lnTo>
                    <a:pt x="1321" y="1463"/>
                  </a:lnTo>
                  <a:lnTo>
                    <a:pt x="161" y="2034"/>
                  </a:lnTo>
                  <a:cubicBezTo>
                    <a:pt x="54" y="2088"/>
                    <a:pt x="1" y="2195"/>
                    <a:pt x="1" y="2320"/>
                  </a:cubicBezTo>
                  <a:lnTo>
                    <a:pt x="1" y="3051"/>
                  </a:lnTo>
                  <a:cubicBezTo>
                    <a:pt x="1" y="3230"/>
                    <a:pt x="126" y="3373"/>
                    <a:pt x="304" y="3373"/>
                  </a:cubicBezTo>
                  <a:lnTo>
                    <a:pt x="9457" y="3373"/>
                  </a:lnTo>
                  <a:cubicBezTo>
                    <a:pt x="9707" y="3373"/>
                    <a:pt x="9850" y="3069"/>
                    <a:pt x="9689" y="2873"/>
                  </a:cubicBezTo>
                  <a:lnTo>
                    <a:pt x="8137" y="982"/>
                  </a:lnTo>
                  <a:cubicBezTo>
                    <a:pt x="8066" y="910"/>
                    <a:pt x="7994" y="875"/>
                    <a:pt x="7905" y="875"/>
                  </a:cubicBezTo>
                  <a:lnTo>
                    <a:pt x="6852" y="875"/>
                  </a:lnTo>
                  <a:lnTo>
                    <a:pt x="7566" y="1392"/>
                  </a:lnTo>
                  <a:cubicBezTo>
                    <a:pt x="7709" y="1481"/>
                    <a:pt x="7744" y="1678"/>
                    <a:pt x="7637" y="1820"/>
                  </a:cubicBezTo>
                  <a:cubicBezTo>
                    <a:pt x="7582" y="1898"/>
                    <a:pt x="7485" y="1941"/>
                    <a:pt x="7385" y="1941"/>
                  </a:cubicBezTo>
                  <a:cubicBezTo>
                    <a:pt x="7325" y="1941"/>
                    <a:pt x="7263" y="1925"/>
                    <a:pt x="7209" y="1892"/>
                  </a:cubicBezTo>
                  <a:cubicBezTo>
                    <a:pt x="5478" y="643"/>
                    <a:pt x="6067" y="1071"/>
                    <a:pt x="4658" y="54"/>
                  </a:cubicBezTo>
                  <a:cubicBezTo>
                    <a:pt x="4604" y="18"/>
                    <a:pt x="4551" y="0"/>
                    <a:pt x="4479" y="0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27"/>
            <p:cNvSpPr/>
            <p:nvPr/>
          </p:nvSpPr>
          <p:spPr>
            <a:xfrm>
              <a:off x="2434927" y="2567710"/>
              <a:ext cx="70412" cy="69020"/>
            </a:xfrm>
            <a:custGeom>
              <a:rect b="b" l="l" r="r" t="t"/>
              <a:pathLst>
                <a:path extrusionOk="0" h="2677" w="2731">
                  <a:moveTo>
                    <a:pt x="1" y="1"/>
                  </a:moveTo>
                  <a:lnTo>
                    <a:pt x="1" y="1803"/>
                  </a:lnTo>
                  <a:lnTo>
                    <a:pt x="1053" y="1803"/>
                  </a:lnTo>
                  <a:lnTo>
                    <a:pt x="1053" y="946"/>
                  </a:lnTo>
                  <a:cubicBezTo>
                    <a:pt x="1053" y="786"/>
                    <a:pt x="1196" y="643"/>
                    <a:pt x="1357" y="643"/>
                  </a:cubicBezTo>
                  <a:cubicBezTo>
                    <a:pt x="1535" y="643"/>
                    <a:pt x="1660" y="786"/>
                    <a:pt x="1660" y="946"/>
                  </a:cubicBezTo>
                  <a:lnTo>
                    <a:pt x="1660" y="2035"/>
                  </a:lnTo>
                  <a:lnTo>
                    <a:pt x="2570" y="2677"/>
                  </a:lnTo>
                  <a:lnTo>
                    <a:pt x="2730" y="2677"/>
                  </a:lnTo>
                  <a:lnTo>
                    <a:pt x="2730" y="1"/>
                  </a:ln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27"/>
            <p:cNvSpPr/>
            <p:nvPr/>
          </p:nvSpPr>
          <p:spPr>
            <a:xfrm>
              <a:off x="2449185" y="2448105"/>
              <a:ext cx="41897" cy="55226"/>
            </a:xfrm>
            <a:custGeom>
              <a:rect b="b" l="l" r="r" t="t"/>
              <a:pathLst>
                <a:path extrusionOk="0" h="2142" w="1625">
                  <a:moveTo>
                    <a:pt x="304" y="0"/>
                  </a:moveTo>
                  <a:cubicBezTo>
                    <a:pt x="126" y="0"/>
                    <a:pt x="1" y="125"/>
                    <a:pt x="1" y="304"/>
                  </a:cubicBezTo>
                  <a:lnTo>
                    <a:pt x="1" y="2142"/>
                  </a:lnTo>
                  <a:lnTo>
                    <a:pt x="1624" y="2142"/>
                  </a:lnTo>
                  <a:lnTo>
                    <a:pt x="1624" y="304"/>
                  </a:lnTo>
                  <a:cubicBezTo>
                    <a:pt x="1624" y="125"/>
                    <a:pt x="1482" y="0"/>
                    <a:pt x="1321" y="0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27"/>
            <p:cNvSpPr/>
            <p:nvPr/>
          </p:nvSpPr>
          <p:spPr>
            <a:xfrm>
              <a:off x="2399038" y="2518955"/>
              <a:ext cx="141726" cy="33595"/>
            </a:xfrm>
            <a:custGeom>
              <a:rect b="b" l="l" r="r" t="t"/>
              <a:pathLst>
                <a:path extrusionOk="0" h="1303" w="5497">
                  <a:moveTo>
                    <a:pt x="304" y="0"/>
                  </a:moveTo>
                  <a:cubicBezTo>
                    <a:pt x="126" y="0"/>
                    <a:pt x="1" y="179"/>
                    <a:pt x="54" y="339"/>
                  </a:cubicBezTo>
                  <a:lnTo>
                    <a:pt x="376" y="1035"/>
                  </a:lnTo>
                  <a:cubicBezTo>
                    <a:pt x="429" y="1196"/>
                    <a:pt x="572" y="1303"/>
                    <a:pt x="732" y="1303"/>
                  </a:cubicBezTo>
                  <a:lnTo>
                    <a:pt x="4765" y="1303"/>
                  </a:lnTo>
                  <a:cubicBezTo>
                    <a:pt x="4925" y="1303"/>
                    <a:pt x="5086" y="1196"/>
                    <a:pt x="5140" y="1035"/>
                  </a:cubicBezTo>
                  <a:lnTo>
                    <a:pt x="5443" y="339"/>
                  </a:lnTo>
                  <a:cubicBezTo>
                    <a:pt x="5496" y="179"/>
                    <a:pt x="5371" y="0"/>
                    <a:pt x="5193" y="0"/>
                  </a:cubicBez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3" name="Google Shape;983;p28"/>
          <p:cNvGrpSpPr/>
          <p:nvPr/>
        </p:nvGrpSpPr>
        <p:grpSpPr>
          <a:xfrm flipH="1" rot="10800000">
            <a:off x="1726828" y="3480703"/>
            <a:ext cx="3385268" cy="800986"/>
            <a:chOff x="3243785" y="3409948"/>
            <a:chExt cx="2685655" cy="732900"/>
          </a:xfrm>
        </p:grpSpPr>
        <p:sp>
          <p:nvSpPr>
            <p:cNvPr id="984" name="Google Shape;984;p28"/>
            <p:cNvSpPr/>
            <p:nvPr/>
          </p:nvSpPr>
          <p:spPr>
            <a:xfrm>
              <a:off x="3243840" y="3409948"/>
              <a:ext cx="2685600" cy="732900"/>
            </a:xfrm>
            <a:prstGeom prst="roundRect">
              <a:avLst>
                <a:gd fmla="val 20475" name="adj"/>
              </a:avLst>
            </a:prstGeom>
            <a:solidFill>
              <a:schemeClr val="accent1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28"/>
            <p:cNvSpPr/>
            <p:nvPr/>
          </p:nvSpPr>
          <p:spPr>
            <a:xfrm rot="-279772">
              <a:off x="5468139" y="3940404"/>
              <a:ext cx="412128" cy="143692"/>
            </a:xfrm>
            <a:custGeom>
              <a:rect b="b" l="l" r="r" t="t"/>
              <a:pathLst>
                <a:path extrusionOk="0" h="2802" w="8976">
                  <a:moveTo>
                    <a:pt x="8931" y="1"/>
                  </a:moveTo>
                  <a:cubicBezTo>
                    <a:pt x="8782" y="849"/>
                    <a:pt x="8321" y="1623"/>
                    <a:pt x="7636" y="2085"/>
                  </a:cubicBezTo>
                  <a:cubicBezTo>
                    <a:pt x="7294" y="2323"/>
                    <a:pt x="6907" y="2472"/>
                    <a:pt x="6490" y="2546"/>
                  </a:cubicBezTo>
                  <a:cubicBezTo>
                    <a:pt x="6297" y="2576"/>
                    <a:pt x="6088" y="2576"/>
                    <a:pt x="5865" y="2576"/>
                  </a:cubicBezTo>
                  <a:cubicBezTo>
                    <a:pt x="5642" y="2576"/>
                    <a:pt x="5433" y="2591"/>
                    <a:pt x="5210" y="2591"/>
                  </a:cubicBezTo>
                  <a:cubicBezTo>
                    <a:pt x="4994" y="2598"/>
                    <a:pt x="4778" y="2602"/>
                    <a:pt x="4563" y="2602"/>
                  </a:cubicBezTo>
                  <a:cubicBezTo>
                    <a:pt x="4347" y="2602"/>
                    <a:pt x="4131" y="2598"/>
                    <a:pt x="3915" y="2591"/>
                  </a:cubicBezTo>
                  <a:cubicBezTo>
                    <a:pt x="3469" y="2576"/>
                    <a:pt x="3037" y="2531"/>
                    <a:pt x="2605" y="2501"/>
                  </a:cubicBezTo>
                  <a:cubicBezTo>
                    <a:pt x="2281" y="2485"/>
                    <a:pt x="1958" y="2476"/>
                    <a:pt x="1633" y="2476"/>
                  </a:cubicBezTo>
                  <a:cubicBezTo>
                    <a:pt x="1092" y="2476"/>
                    <a:pt x="549" y="2500"/>
                    <a:pt x="0" y="2546"/>
                  </a:cubicBezTo>
                  <a:lnTo>
                    <a:pt x="0" y="2576"/>
                  </a:lnTo>
                  <a:cubicBezTo>
                    <a:pt x="864" y="2680"/>
                    <a:pt x="1742" y="2725"/>
                    <a:pt x="2605" y="2725"/>
                  </a:cubicBezTo>
                  <a:cubicBezTo>
                    <a:pt x="3037" y="2710"/>
                    <a:pt x="3469" y="2680"/>
                    <a:pt x="3900" y="2680"/>
                  </a:cubicBezTo>
                  <a:cubicBezTo>
                    <a:pt x="4347" y="2680"/>
                    <a:pt x="4778" y="2710"/>
                    <a:pt x="5210" y="2740"/>
                  </a:cubicBezTo>
                  <a:cubicBezTo>
                    <a:pt x="5418" y="2755"/>
                    <a:pt x="5642" y="2769"/>
                    <a:pt x="5850" y="2784"/>
                  </a:cubicBezTo>
                  <a:cubicBezTo>
                    <a:pt x="5979" y="2793"/>
                    <a:pt x="6108" y="2801"/>
                    <a:pt x="6237" y="2801"/>
                  </a:cubicBezTo>
                  <a:cubicBezTo>
                    <a:pt x="6331" y="2801"/>
                    <a:pt x="6426" y="2797"/>
                    <a:pt x="6520" y="2784"/>
                  </a:cubicBezTo>
                  <a:cubicBezTo>
                    <a:pt x="6981" y="2740"/>
                    <a:pt x="7413" y="2576"/>
                    <a:pt x="7785" y="2308"/>
                  </a:cubicBezTo>
                  <a:cubicBezTo>
                    <a:pt x="8529" y="1787"/>
                    <a:pt x="8976" y="879"/>
                    <a:pt x="89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28"/>
            <p:cNvSpPr/>
            <p:nvPr/>
          </p:nvSpPr>
          <p:spPr>
            <a:xfrm rot="451316">
              <a:off x="5516812" y="3474563"/>
              <a:ext cx="357556" cy="78458"/>
            </a:xfrm>
            <a:custGeom>
              <a:rect b="b" l="l" r="r" t="t"/>
              <a:pathLst>
                <a:path extrusionOk="0" h="1344" w="6833">
                  <a:moveTo>
                    <a:pt x="4686" y="0"/>
                  </a:moveTo>
                  <a:cubicBezTo>
                    <a:pt x="4637" y="0"/>
                    <a:pt x="4589" y="1"/>
                    <a:pt x="4540" y="4"/>
                  </a:cubicBezTo>
                  <a:lnTo>
                    <a:pt x="3632" y="48"/>
                  </a:lnTo>
                  <a:cubicBezTo>
                    <a:pt x="2412" y="138"/>
                    <a:pt x="1206" y="242"/>
                    <a:pt x="0" y="420"/>
                  </a:cubicBezTo>
                  <a:cubicBezTo>
                    <a:pt x="155" y="422"/>
                    <a:pt x="310" y="423"/>
                    <a:pt x="465" y="423"/>
                  </a:cubicBezTo>
                  <a:cubicBezTo>
                    <a:pt x="1528" y="423"/>
                    <a:pt x="2582" y="379"/>
                    <a:pt x="3647" y="301"/>
                  </a:cubicBezTo>
                  <a:lnTo>
                    <a:pt x="4555" y="242"/>
                  </a:lnTo>
                  <a:cubicBezTo>
                    <a:pt x="4626" y="234"/>
                    <a:pt x="4698" y="231"/>
                    <a:pt x="4770" y="231"/>
                  </a:cubicBezTo>
                  <a:cubicBezTo>
                    <a:pt x="4986" y="231"/>
                    <a:pt x="5206" y="264"/>
                    <a:pt x="5419" y="331"/>
                  </a:cubicBezTo>
                  <a:cubicBezTo>
                    <a:pt x="5969" y="480"/>
                    <a:pt x="6475" y="852"/>
                    <a:pt x="6833" y="1343"/>
                  </a:cubicBezTo>
                  <a:cubicBezTo>
                    <a:pt x="6565" y="793"/>
                    <a:pt x="6073" y="346"/>
                    <a:pt x="5478" y="138"/>
                  </a:cubicBezTo>
                  <a:cubicBezTo>
                    <a:pt x="5226" y="37"/>
                    <a:pt x="4953" y="0"/>
                    <a:pt x="4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28"/>
            <p:cNvSpPr/>
            <p:nvPr/>
          </p:nvSpPr>
          <p:spPr>
            <a:xfrm>
              <a:off x="5556294" y="3696143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88" name="Google Shape;988;p28"/>
            <p:cNvSpPr/>
            <p:nvPr/>
          </p:nvSpPr>
          <p:spPr>
            <a:xfrm>
              <a:off x="5482647" y="3726071"/>
              <a:ext cx="383129" cy="7455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89" name="Google Shape;989;p28"/>
            <p:cNvSpPr/>
            <p:nvPr/>
          </p:nvSpPr>
          <p:spPr>
            <a:xfrm>
              <a:off x="5482647" y="3538795"/>
              <a:ext cx="383129" cy="7455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90" name="Google Shape;990;p28"/>
            <p:cNvSpPr/>
            <p:nvPr/>
          </p:nvSpPr>
          <p:spPr>
            <a:xfrm>
              <a:off x="5556294" y="3632424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91" name="Google Shape;991;p28"/>
            <p:cNvSpPr/>
            <p:nvPr/>
          </p:nvSpPr>
          <p:spPr>
            <a:xfrm>
              <a:off x="5556294" y="3600568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92" name="Google Shape;992;p28"/>
            <p:cNvSpPr/>
            <p:nvPr/>
          </p:nvSpPr>
          <p:spPr>
            <a:xfrm>
              <a:off x="5556294" y="3937480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93" name="Google Shape;993;p28"/>
            <p:cNvSpPr/>
            <p:nvPr/>
          </p:nvSpPr>
          <p:spPr>
            <a:xfrm>
              <a:off x="3293644" y="3571861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94" name="Google Shape;994;p28"/>
            <p:cNvSpPr/>
            <p:nvPr/>
          </p:nvSpPr>
          <p:spPr>
            <a:xfrm rot="-5669091">
              <a:off x="3130754" y="3617521"/>
              <a:ext cx="598271" cy="290204"/>
            </a:xfrm>
            <a:custGeom>
              <a:rect b="b" l="l" r="r" t="t"/>
              <a:pathLst>
                <a:path extrusionOk="0" h="6455" w="12817">
                  <a:moveTo>
                    <a:pt x="1961" y="1"/>
                  </a:moveTo>
                  <a:cubicBezTo>
                    <a:pt x="1823" y="1"/>
                    <a:pt x="1675" y="11"/>
                    <a:pt x="1534" y="39"/>
                  </a:cubicBezTo>
                  <a:cubicBezTo>
                    <a:pt x="1311" y="84"/>
                    <a:pt x="1102" y="173"/>
                    <a:pt x="924" y="292"/>
                  </a:cubicBezTo>
                  <a:cubicBezTo>
                    <a:pt x="551" y="545"/>
                    <a:pt x="284" y="932"/>
                    <a:pt x="135" y="1349"/>
                  </a:cubicBezTo>
                  <a:cubicBezTo>
                    <a:pt x="75" y="1543"/>
                    <a:pt x="31" y="1766"/>
                    <a:pt x="16" y="1989"/>
                  </a:cubicBezTo>
                  <a:lnTo>
                    <a:pt x="1" y="2614"/>
                  </a:lnTo>
                  <a:cubicBezTo>
                    <a:pt x="1" y="3031"/>
                    <a:pt x="1" y="3448"/>
                    <a:pt x="1" y="3880"/>
                  </a:cubicBezTo>
                  <a:lnTo>
                    <a:pt x="31" y="3880"/>
                  </a:lnTo>
                  <a:cubicBezTo>
                    <a:pt x="75" y="3463"/>
                    <a:pt x="105" y="3046"/>
                    <a:pt x="150" y="2629"/>
                  </a:cubicBezTo>
                  <a:lnTo>
                    <a:pt x="194" y="1989"/>
                  </a:lnTo>
                  <a:cubicBezTo>
                    <a:pt x="209" y="1796"/>
                    <a:pt x="269" y="1602"/>
                    <a:pt x="328" y="1409"/>
                  </a:cubicBezTo>
                  <a:cubicBezTo>
                    <a:pt x="462" y="1037"/>
                    <a:pt x="715" y="709"/>
                    <a:pt x="1043" y="486"/>
                  </a:cubicBezTo>
                  <a:cubicBezTo>
                    <a:pt x="1206" y="382"/>
                    <a:pt x="1400" y="307"/>
                    <a:pt x="1579" y="263"/>
                  </a:cubicBezTo>
                  <a:cubicBezTo>
                    <a:pt x="1701" y="234"/>
                    <a:pt x="1824" y="224"/>
                    <a:pt x="1950" y="224"/>
                  </a:cubicBezTo>
                  <a:cubicBezTo>
                    <a:pt x="2023" y="224"/>
                    <a:pt x="2098" y="227"/>
                    <a:pt x="2174" y="233"/>
                  </a:cubicBezTo>
                  <a:cubicBezTo>
                    <a:pt x="3022" y="263"/>
                    <a:pt x="3856" y="277"/>
                    <a:pt x="4689" y="307"/>
                  </a:cubicBezTo>
                  <a:cubicBezTo>
                    <a:pt x="5538" y="352"/>
                    <a:pt x="6371" y="411"/>
                    <a:pt x="7205" y="486"/>
                  </a:cubicBezTo>
                  <a:cubicBezTo>
                    <a:pt x="8039" y="560"/>
                    <a:pt x="8887" y="620"/>
                    <a:pt x="9721" y="679"/>
                  </a:cubicBezTo>
                  <a:lnTo>
                    <a:pt x="10033" y="694"/>
                  </a:lnTo>
                  <a:cubicBezTo>
                    <a:pt x="10122" y="709"/>
                    <a:pt x="10227" y="724"/>
                    <a:pt x="10331" y="739"/>
                  </a:cubicBezTo>
                  <a:cubicBezTo>
                    <a:pt x="10524" y="783"/>
                    <a:pt x="10703" y="843"/>
                    <a:pt x="10882" y="932"/>
                  </a:cubicBezTo>
                  <a:cubicBezTo>
                    <a:pt x="11239" y="1111"/>
                    <a:pt x="11566" y="1364"/>
                    <a:pt x="11819" y="1677"/>
                  </a:cubicBezTo>
                  <a:cubicBezTo>
                    <a:pt x="12325" y="2302"/>
                    <a:pt x="12564" y="3120"/>
                    <a:pt x="12534" y="3939"/>
                  </a:cubicBezTo>
                  <a:cubicBezTo>
                    <a:pt x="12519" y="4773"/>
                    <a:pt x="12504" y="5621"/>
                    <a:pt x="12504" y="6455"/>
                  </a:cubicBezTo>
                  <a:lnTo>
                    <a:pt x="12534" y="6455"/>
                  </a:lnTo>
                  <a:cubicBezTo>
                    <a:pt x="12623" y="5621"/>
                    <a:pt x="12683" y="4788"/>
                    <a:pt x="12742" y="3939"/>
                  </a:cubicBezTo>
                  <a:cubicBezTo>
                    <a:pt x="12817" y="3091"/>
                    <a:pt x="12578" y="2183"/>
                    <a:pt x="12028" y="1498"/>
                  </a:cubicBezTo>
                  <a:cubicBezTo>
                    <a:pt x="11760" y="1156"/>
                    <a:pt x="11403" y="873"/>
                    <a:pt x="11001" y="694"/>
                  </a:cubicBezTo>
                  <a:cubicBezTo>
                    <a:pt x="10807" y="590"/>
                    <a:pt x="10584" y="530"/>
                    <a:pt x="10375" y="486"/>
                  </a:cubicBezTo>
                  <a:cubicBezTo>
                    <a:pt x="10271" y="456"/>
                    <a:pt x="10152" y="456"/>
                    <a:pt x="10048" y="441"/>
                  </a:cubicBezTo>
                  <a:lnTo>
                    <a:pt x="9735" y="426"/>
                  </a:lnTo>
                  <a:cubicBezTo>
                    <a:pt x="8887" y="396"/>
                    <a:pt x="8053" y="367"/>
                    <a:pt x="7220" y="337"/>
                  </a:cubicBezTo>
                  <a:cubicBezTo>
                    <a:pt x="6371" y="307"/>
                    <a:pt x="5538" y="277"/>
                    <a:pt x="4704" y="218"/>
                  </a:cubicBezTo>
                  <a:cubicBezTo>
                    <a:pt x="3871" y="173"/>
                    <a:pt x="3022" y="84"/>
                    <a:pt x="2189" y="9"/>
                  </a:cubicBezTo>
                  <a:cubicBezTo>
                    <a:pt x="2118" y="4"/>
                    <a:pt x="2041" y="1"/>
                    <a:pt x="19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28"/>
            <p:cNvSpPr/>
            <p:nvPr/>
          </p:nvSpPr>
          <p:spPr>
            <a:xfrm>
              <a:off x="3293644" y="3548845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96" name="Google Shape;996;p28"/>
            <p:cNvSpPr/>
            <p:nvPr/>
          </p:nvSpPr>
          <p:spPr>
            <a:xfrm>
              <a:off x="3293644" y="3696143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97" name="Google Shape;997;p28"/>
            <p:cNvSpPr/>
            <p:nvPr/>
          </p:nvSpPr>
          <p:spPr>
            <a:xfrm>
              <a:off x="3293643" y="3726071"/>
              <a:ext cx="383129" cy="7455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98" name="Google Shape;998;p28"/>
            <p:cNvSpPr/>
            <p:nvPr/>
          </p:nvSpPr>
          <p:spPr>
            <a:xfrm>
              <a:off x="3293643" y="3756008"/>
              <a:ext cx="383129" cy="7455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999" name="Google Shape;999;p28"/>
            <p:cNvSpPr/>
            <p:nvPr/>
          </p:nvSpPr>
          <p:spPr>
            <a:xfrm>
              <a:off x="3293644" y="3785940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000" name="Google Shape;1000;p28"/>
            <p:cNvSpPr/>
            <p:nvPr/>
          </p:nvSpPr>
          <p:spPr>
            <a:xfrm>
              <a:off x="3308698" y="3953958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pic>
          <p:nvPicPr>
            <p:cNvPr id="1001" name="Google Shape;1001;p28"/>
            <p:cNvPicPr preferRelativeResize="0"/>
            <p:nvPr/>
          </p:nvPicPr>
          <p:blipFill rotWithShape="1">
            <a:blip r:embed="rId3">
              <a:alphaModFix amt="35000"/>
            </a:blip>
            <a:srcRect b="8896" l="18257" r="14795" t="60755"/>
            <a:stretch/>
          </p:blipFill>
          <p:spPr>
            <a:xfrm>
              <a:off x="3243785" y="3409948"/>
              <a:ext cx="2685600" cy="732900"/>
            </a:xfrm>
            <a:prstGeom prst="roundRect">
              <a:avLst>
                <a:gd fmla="val 31255" name="adj"/>
              </a:avLst>
            </a:prstGeom>
            <a:noFill/>
            <a:ln>
              <a:noFill/>
            </a:ln>
          </p:spPr>
        </p:pic>
      </p:grpSp>
      <p:grpSp>
        <p:nvGrpSpPr>
          <p:cNvPr id="1002" name="Google Shape;1002;p28"/>
          <p:cNvGrpSpPr/>
          <p:nvPr/>
        </p:nvGrpSpPr>
        <p:grpSpPr>
          <a:xfrm flipH="1" rot="10800000">
            <a:off x="972354" y="1756250"/>
            <a:ext cx="4894216" cy="1560900"/>
            <a:chOff x="1727221" y="1543500"/>
            <a:chExt cx="5718210" cy="1560900"/>
          </a:xfrm>
        </p:grpSpPr>
        <p:grpSp>
          <p:nvGrpSpPr>
            <p:cNvPr id="1003" name="Google Shape;1003;p28"/>
            <p:cNvGrpSpPr/>
            <p:nvPr/>
          </p:nvGrpSpPr>
          <p:grpSpPr>
            <a:xfrm>
              <a:off x="1727221" y="1543500"/>
              <a:ext cx="5718210" cy="1560900"/>
              <a:chOff x="1525600" y="1289175"/>
              <a:chExt cx="6121625" cy="1560900"/>
            </a:xfrm>
          </p:grpSpPr>
          <p:grpSp>
            <p:nvGrpSpPr>
              <p:cNvPr id="1004" name="Google Shape;1004;p28"/>
              <p:cNvGrpSpPr/>
              <p:nvPr/>
            </p:nvGrpSpPr>
            <p:grpSpPr>
              <a:xfrm>
                <a:off x="1525600" y="1289175"/>
                <a:ext cx="6121625" cy="1560900"/>
                <a:chOff x="1525600" y="1289175"/>
                <a:chExt cx="6121625" cy="1560900"/>
              </a:xfrm>
            </p:grpSpPr>
            <p:sp>
              <p:nvSpPr>
                <p:cNvPr id="1005" name="Google Shape;1005;p28"/>
                <p:cNvSpPr/>
                <p:nvPr/>
              </p:nvSpPr>
              <p:spPr>
                <a:xfrm>
                  <a:off x="1525725" y="1289175"/>
                  <a:ext cx="6121500" cy="1560900"/>
                </a:xfrm>
                <a:prstGeom prst="roundRect">
                  <a:avLst>
                    <a:gd fmla="val 28107" name="adj"/>
                  </a:avLst>
                </a:prstGeom>
                <a:solidFill>
                  <a:schemeClr val="accent1"/>
                </a:solidFill>
                <a:ln cap="flat" cmpd="sng" w="762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1006" name="Google Shape;1006;p28"/>
                <p:cNvPicPr preferRelativeResize="0"/>
                <p:nvPr/>
              </p:nvPicPr>
              <p:blipFill rotWithShape="1">
                <a:blip r:embed="rId3">
                  <a:alphaModFix amt="35000"/>
                </a:blip>
                <a:srcRect b="8896" l="18257" r="14795" t="60755"/>
                <a:stretch/>
              </p:blipFill>
              <p:spPr>
                <a:xfrm>
                  <a:off x="1525600" y="1289175"/>
                  <a:ext cx="6121500" cy="1560900"/>
                </a:xfrm>
                <a:prstGeom prst="roundRect">
                  <a:avLst>
                    <a:gd fmla="val 29800" name="adj"/>
                  </a:avLst>
                </a:prstGeom>
                <a:noFill/>
                <a:ln>
                  <a:noFill/>
                </a:ln>
              </p:spPr>
            </p:pic>
            <p:pic>
              <p:nvPicPr>
                <p:cNvPr id="1007" name="Google Shape;1007;p28"/>
                <p:cNvPicPr preferRelativeResize="0"/>
                <p:nvPr/>
              </p:nvPicPr>
              <p:blipFill rotWithShape="1">
                <a:blip r:embed="rId4">
                  <a:alphaModFix amt="17000"/>
                </a:blip>
                <a:srcRect b="18806" l="19601" r="13456" t="50847"/>
                <a:stretch/>
              </p:blipFill>
              <p:spPr>
                <a:xfrm>
                  <a:off x="1525725" y="1289175"/>
                  <a:ext cx="6121500" cy="1560900"/>
                </a:xfrm>
                <a:prstGeom prst="roundRect">
                  <a:avLst>
                    <a:gd fmla="val 29230" name="adj"/>
                  </a:avLst>
                </a:prstGeom>
                <a:noFill/>
                <a:ln>
                  <a:noFill/>
                </a:ln>
              </p:spPr>
            </p:pic>
            <p:sp>
              <p:nvSpPr>
                <p:cNvPr id="1008" name="Google Shape;1008;p28"/>
                <p:cNvSpPr/>
                <p:nvPr/>
              </p:nvSpPr>
              <p:spPr>
                <a:xfrm rot="-261490">
                  <a:off x="6596127" y="2418700"/>
                  <a:ext cx="939047" cy="306100"/>
                </a:xfrm>
                <a:custGeom>
                  <a:rect b="b" l="l" r="r" t="t"/>
                  <a:pathLst>
                    <a:path extrusionOk="0" h="2802" w="8976">
                      <a:moveTo>
                        <a:pt x="8931" y="1"/>
                      </a:moveTo>
                      <a:cubicBezTo>
                        <a:pt x="8782" y="849"/>
                        <a:pt x="8321" y="1623"/>
                        <a:pt x="7636" y="2085"/>
                      </a:cubicBezTo>
                      <a:cubicBezTo>
                        <a:pt x="7294" y="2323"/>
                        <a:pt x="6907" y="2472"/>
                        <a:pt x="6490" y="2546"/>
                      </a:cubicBezTo>
                      <a:cubicBezTo>
                        <a:pt x="6297" y="2576"/>
                        <a:pt x="6088" y="2576"/>
                        <a:pt x="5865" y="2576"/>
                      </a:cubicBezTo>
                      <a:cubicBezTo>
                        <a:pt x="5642" y="2576"/>
                        <a:pt x="5433" y="2591"/>
                        <a:pt x="5210" y="2591"/>
                      </a:cubicBezTo>
                      <a:cubicBezTo>
                        <a:pt x="4994" y="2598"/>
                        <a:pt x="4778" y="2602"/>
                        <a:pt x="4563" y="2602"/>
                      </a:cubicBezTo>
                      <a:cubicBezTo>
                        <a:pt x="4347" y="2602"/>
                        <a:pt x="4131" y="2598"/>
                        <a:pt x="3915" y="2591"/>
                      </a:cubicBezTo>
                      <a:cubicBezTo>
                        <a:pt x="3469" y="2576"/>
                        <a:pt x="3037" y="2531"/>
                        <a:pt x="2605" y="2501"/>
                      </a:cubicBezTo>
                      <a:cubicBezTo>
                        <a:pt x="2281" y="2485"/>
                        <a:pt x="1958" y="2476"/>
                        <a:pt x="1633" y="2476"/>
                      </a:cubicBezTo>
                      <a:cubicBezTo>
                        <a:pt x="1092" y="2476"/>
                        <a:pt x="549" y="2500"/>
                        <a:pt x="0" y="2546"/>
                      </a:cubicBezTo>
                      <a:lnTo>
                        <a:pt x="0" y="2576"/>
                      </a:lnTo>
                      <a:cubicBezTo>
                        <a:pt x="864" y="2680"/>
                        <a:pt x="1742" y="2725"/>
                        <a:pt x="2605" y="2725"/>
                      </a:cubicBezTo>
                      <a:cubicBezTo>
                        <a:pt x="3037" y="2710"/>
                        <a:pt x="3469" y="2680"/>
                        <a:pt x="3900" y="2680"/>
                      </a:cubicBezTo>
                      <a:cubicBezTo>
                        <a:pt x="4347" y="2680"/>
                        <a:pt x="4778" y="2710"/>
                        <a:pt x="5210" y="2740"/>
                      </a:cubicBezTo>
                      <a:cubicBezTo>
                        <a:pt x="5418" y="2755"/>
                        <a:pt x="5642" y="2769"/>
                        <a:pt x="5850" y="2784"/>
                      </a:cubicBezTo>
                      <a:cubicBezTo>
                        <a:pt x="5979" y="2793"/>
                        <a:pt x="6108" y="2801"/>
                        <a:pt x="6237" y="2801"/>
                      </a:cubicBezTo>
                      <a:cubicBezTo>
                        <a:pt x="6331" y="2801"/>
                        <a:pt x="6426" y="2797"/>
                        <a:pt x="6520" y="2784"/>
                      </a:cubicBezTo>
                      <a:cubicBezTo>
                        <a:pt x="6981" y="2740"/>
                        <a:pt x="7413" y="2576"/>
                        <a:pt x="7785" y="2308"/>
                      </a:cubicBezTo>
                      <a:cubicBezTo>
                        <a:pt x="8529" y="1787"/>
                        <a:pt x="8976" y="879"/>
                        <a:pt x="894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9" name="Google Shape;1009;p28"/>
                <p:cNvSpPr/>
                <p:nvPr/>
              </p:nvSpPr>
              <p:spPr>
                <a:xfrm rot="421936">
                  <a:off x="6707323" y="1426692"/>
                  <a:ext cx="814161" cy="167232"/>
                </a:xfrm>
                <a:custGeom>
                  <a:rect b="b" l="l" r="r" t="t"/>
                  <a:pathLst>
                    <a:path extrusionOk="0" h="1344" w="6833">
                      <a:moveTo>
                        <a:pt x="4686" y="0"/>
                      </a:moveTo>
                      <a:cubicBezTo>
                        <a:pt x="4637" y="0"/>
                        <a:pt x="4589" y="1"/>
                        <a:pt x="4540" y="4"/>
                      </a:cubicBezTo>
                      <a:lnTo>
                        <a:pt x="3632" y="48"/>
                      </a:lnTo>
                      <a:cubicBezTo>
                        <a:pt x="2412" y="138"/>
                        <a:pt x="1206" y="242"/>
                        <a:pt x="0" y="420"/>
                      </a:cubicBezTo>
                      <a:cubicBezTo>
                        <a:pt x="155" y="422"/>
                        <a:pt x="310" y="423"/>
                        <a:pt x="465" y="423"/>
                      </a:cubicBezTo>
                      <a:cubicBezTo>
                        <a:pt x="1528" y="423"/>
                        <a:pt x="2582" y="379"/>
                        <a:pt x="3647" y="301"/>
                      </a:cubicBezTo>
                      <a:lnTo>
                        <a:pt x="4555" y="242"/>
                      </a:lnTo>
                      <a:cubicBezTo>
                        <a:pt x="4626" y="234"/>
                        <a:pt x="4698" y="231"/>
                        <a:pt x="4770" y="231"/>
                      </a:cubicBezTo>
                      <a:cubicBezTo>
                        <a:pt x="4986" y="231"/>
                        <a:pt x="5206" y="264"/>
                        <a:pt x="5419" y="331"/>
                      </a:cubicBezTo>
                      <a:cubicBezTo>
                        <a:pt x="5969" y="480"/>
                        <a:pt x="6475" y="852"/>
                        <a:pt x="6833" y="1343"/>
                      </a:cubicBezTo>
                      <a:cubicBezTo>
                        <a:pt x="6565" y="793"/>
                        <a:pt x="6073" y="346"/>
                        <a:pt x="5478" y="138"/>
                      </a:cubicBezTo>
                      <a:cubicBezTo>
                        <a:pt x="5226" y="37"/>
                        <a:pt x="4953" y="0"/>
                        <a:pt x="468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10" name="Google Shape;1010;p28"/>
                <p:cNvSpPr/>
                <p:nvPr/>
              </p:nvSpPr>
              <p:spPr>
                <a:xfrm>
                  <a:off x="6796876" y="1898619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11" name="Google Shape;1011;p28"/>
                <p:cNvSpPr/>
                <p:nvPr/>
              </p:nvSpPr>
              <p:spPr>
                <a:xfrm>
                  <a:off x="6629000" y="1962350"/>
                  <a:ext cx="873309" cy="15875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12" name="Google Shape;1012;p28"/>
                <p:cNvSpPr/>
                <p:nvPr/>
              </p:nvSpPr>
              <p:spPr>
                <a:xfrm>
                  <a:off x="6629000" y="1563550"/>
                  <a:ext cx="873309" cy="15875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13" name="Google Shape;1013;p28"/>
                <p:cNvSpPr/>
                <p:nvPr/>
              </p:nvSpPr>
              <p:spPr>
                <a:xfrm>
                  <a:off x="6796876" y="1762932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14" name="Google Shape;1014;p28"/>
                <p:cNvSpPr/>
                <p:nvPr/>
              </p:nvSpPr>
              <p:spPr>
                <a:xfrm>
                  <a:off x="6796876" y="1695094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015" name="Google Shape;1015;p28"/>
                <p:cNvSpPr/>
                <p:nvPr/>
              </p:nvSpPr>
              <p:spPr>
                <a:xfrm>
                  <a:off x="6796876" y="2412540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1016" name="Google Shape;1016;p28"/>
              <p:cNvSpPr/>
              <p:nvPr/>
            </p:nvSpPr>
            <p:spPr>
              <a:xfrm>
                <a:off x="1639251" y="1633965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017" name="Google Shape;1017;p28"/>
              <p:cNvSpPr/>
              <p:nvPr/>
            </p:nvSpPr>
            <p:spPr>
              <a:xfrm rot="-5687871">
                <a:off x="1312547" y="1709608"/>
                <a:ext cx="1274567" cy="661164"/>
              </a:xfrm>
              <a:custGeom>
                <a:rect b="b" l="l" r="r" t="t"/>
                <a:pathLst>
                  <a:path extrusionOk="0" h="6455" w="12817">
                    <a:moveTo>
                      <a:pt x="1961" y="1"/>
                    </a:moveTo>
                    <a:cubicBezTo>
                      <a:pt x="1823" y="1"/>
                      <a:pt x="1675" y="11"/>
                      <a:pt x="1534" y="39"/>
                    </a:cubicBezTo>
                    <a:cubicBezTo>
                      <a:pt x="1311" y="84"/>
                      <a:pt x="1102" y="173"/>
                      <a:pt x="924" y="292"/>
                    </a:cubicBezTo>
                    <a:cubicBezTo>
                      <a:pt x="551" y="545"/>
                      <a:pt x="284" y="932"/>
                      <a:pt x="135" y="1349"/>
                    </a:cubicBezTo>
                    <a:cubicBezTo>
                      <a:pt x="75" y="1543"/>
                      <a:pt x="31" y="1766"/>
                      <a:pt x="16" y="1989"/>
                    </a:cubicBezTo>
                    <a:lnTo>
                      <a:pt x="1" y="2614"/>
                    </a:lnTo>
                    <a:cubicBezTo>
                      <a:pt x="1" y="3031"/>
                      <a:pt x="1" y="3448"/>
                      <a:pt x="1" y="3880"/>
                    </a:cubicBezTo>
                    <a:lnTo>
                      <a:pt x="31" y="3880"/>
                    </a:lnTo>
                    <a:cubicBezTo>
                      <a:pt x="75" y="3463"/>
                      <a:pt x="105" y="3046"/>
                      <a:pt x="150" y="2629"/>
                    </a:cubicBezTo>
                    <a:lnTo>
                      <a:pt x="194" y="1989"/>
                    </a:lnTo>
                    <a:cubicBezTo>
                      <a:pt x="209" y="1796"/>
                      <a:pt x="269" y="1602"/>
                      <a:pt x="328" y="1409"/>
                    </a:cubicBezTo>
                    <a:cubicBezTo>
                      <a:pt x="462" y="1037"/>
                      <a:pt x="715" y="709"/>
                      <a:pt x="1043" y="486"/>
                    </a:cubicBezTo>
                    <a:cubicBezTo>
                      <a:pt x="1206" y="382"/>
                      <a:pt x="1400" y="307"/>
                      <a:pt x="1579" y="263"/>
                    </a:cubicBezTo>
                    <a:cubicBezTo>
                      <a:pt x="1701" y="234"/>
                      <a:pt x="1824" y="224"/>
                      <a:pt x="1950" y="224"/>
                    </a:cubicBezTo>
                    <a:cubicBezTo>
                      <a:pt x="2023" y="224"/>
                      <a:pt x="2098" y="227"/>
                      <a:pt x="2174" y="233"/>
                    </a:cubicBezTo>
                    <a:cubicBezTo>
                      <a:pt x="3022" y="263"/>
                      <a:pt x="3856" y="277"/>
                      <a:pt x="4689" y="307"/>
                    </a:cubicBezTo>
                    <a:cubicBezTo>
                      <a:pt x="5538" y="352"/>
                      <a:pt x="6371" y="411"/>
                      <a:pt x="7205" y="486"/>
                    </a:cubicBezTo>
                    <a:cubicBezTo>
                      <a:pt x="8039" y="560"/>
                      <a:pt x="8887" y="620"/>
                      <a:pt x="9721" y="679"/>
                    </a:cubicBezTo>
                    <a:lnTo>
                      <a:pt x="10033" y="694"/>
                    </a:lnTo>
                    <a:cubicBezTo>
                      <a:pt x="10122" y="709"/>
                      <a:pt x="10227" y="724"/>
                      <a:pt x="10331" y="739"/>
                    </a:cubicBezTo>
                    <a:cubicBezTo>
                      <a:pt x="10524" y="783"/>
                      <a:pt x="10703" y="843"/>
                      <a:pt x="10882" y="932"/>
                    </a:cubicBezTo>
                    <a:cubicBezTo>
                      <a:pt x="11239" y="1111"/>
                      <a:pt x="11566" y="1364"/>
                      <a:pt x="11819" y="1677"/>
                    </a:cubicBezTo>
                    <a:cubicBezTo>
                      <a:pt x="12325" y="2302"/>
                      <a:pt x="12564" y="3120"/>
                      <a:pt x="12534" y="3939"/>
                    </a:cubicBezTo>
                    <a:cubicBezTo>
                      <a:pt x="12519" y="4773"/>
                      <a:pt x="12504" y="5621"/>
                      <a:pt x="12504" y="6455"/>
                    </a:cubicBezTo>
                    <a:lnTo>
                      <a:pt x="12534" y="6455"/>
                    </a:lnTo>
                    <a:cubicBezTo>
                      <a:pt x="12623" y="5621"/>
                      <a:pt x="12683" y="4788"/>
                      <a:pt x="12742" y="3939"/>
                    </a:cubicBezTo>
                    <a:cubicBezTo>
                      <a:pt x="12817" y="3091"/>
                      <a:pt x="12578" y="2183"/>
                      <a:pt x="12028" y="1498"/>
                    </a:cubicBezTo>
                    <a:cubicBezTo>
                      <a:pt x="11760" y="1156"/>
                      <a:pt x="11403" y="873"/>
                      <a:pt x="11001" y="694"/>
                    </a:cubicBezTo>
                    <a:cubicBezTo>
                      <a:pt x="10807" y="590"/>
                      <a:pt x="10584" y="530"/>
                      <a:pt x="10375" y="486"/>
                    </a:cubicBezTo>
                    <a:cubicBezTo>
                      <a:pt x="10271" y="456"/>
                      <a:pt x="10152" y="456"/>
                      <a:pt x="10048" y="441"/>
                    </a:cubicBezTo>
                    <a:lnTo>
                      <a:pt x="9735" y="426"/>
                    </a:lnTo>
                    <a:cubicBezTo>
                      <a:pt x="8887" y="396"/>
                      <a:pt x="8053" y="367"/>
                      <a:pt x="7220" y="337"/>
                    </a:cubicBezTo>
                    <a:cubicBezTo>
                      <a:pt x="6371" y="307"/>
                      <a:pt x="5538" y="277"/>
                      <a:pt x="4704" y="218"/>
                    </a:cubicBezTo>
                    <a:cubicBezTo>
                      <a:pt x="3871" y="173"/>
                      <a:pt x="3022" y="84"/>
                      <a:pt x="2189" y="9"/>
                    </a:cubicBezTo>
                    <a:cubicBezTo>
                      <a:pt x="2118" y="4"/>
                      <a:pt x="2041" y="1"/>
                      <a:pt x="196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8" name="Google Shape;1018;p28"/>
              <p:cNvSpPr/>
              <p:nvPr/>
            </p:nvSpPr>
            <p:spPr>
              <a:xfrm>
                <a:off x="1639251" y="1584951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019" name="Google Shape;1019;p28"/>
              <p:cNvSpPr/>
              <p:nvPr/>
            </p:nvSpPr>
            <p:spPr>
              <a:xfrm>
                <a:off x="1639251" y="1898619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020" name="Google Shape;1020;p28"/>
              <p:cNvSpPr/>
              <p:nvPr/>
            </p:nvSpPr>
            <p:spPr>
              <a:xfrm>
                <a:off x="1639250" y="1962350"/>
                <a:ext cx="873309" cy="15875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021" name="Google Shape;1021;p28"/>
              <p:cNvSpPr/>
              <p:nvPr/>
            </p:nvSpPr>
            <p:spPr>
              <a:xfrm>
                <a:off x="1639250" y="2026100"/>
                <a:ext cx="873309" cy="15875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022" name="Google Shape;1022;p28"/>
              <p:cNvSpPr/>
              <p:nvPr/>
            </p:nvSpPr>
            <p:spPr>
              <a:xfrm>
                <a:off x="1639251" y="2089838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023" name="Google Shape;1023;p28"/>
              <p:cNvSpPr/>
              <p:nvPr/>
            </p:nvSpPr>
            <p:spPr>
              <a:xfrm>
                <a:off x="1673565" y="2447629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024" name="Google Shape;1024;p28"/>
            <p:cNvSpPr/>
            <p:nvPr/>
          </p:nvSpPr>
          <p:spPr>
            <a:xfrm>
              <a:off x="1727338" y="1543500"/>
              <a:ext cx="5718000" cy="1560900"/>
            </a:xfrm>
            <a:prstGeom prst="roundRect">
              <a:avLst>
                <a:gd fmla="val 28107" name="adj"/>
              </a:avLst>
            </a:prstGeom>
            <a:noFill/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5" name="Google Shape;1025;p28"/>
          <p:cNvSpPr txBox="1"/>
          <p:nvPr>
            <p:ph type="title"/>
          </p:nvPr>
        </p:nvSpPr>
        <p:spPr>
          <a:xfrm>
            <a:off x="2150762" y="762975"/>
            <a:ext cx="2537400" cy="99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026" name="Google Shape;1026;p28"/>
          <p:cNvSpPr txBox="1"/>
          <p:nvPr>
            <p:ph idx="2" type="title"/>
          </p:nvPr>
        </p:nvSpPr>
        <p:spPr>
          <a:xfrm>
            <a:off x="2115650" y="3518646"/>
            <a:ext cx="26076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Psychological Approach</a:t>
            </a:r>
            <a:endParaRPr/>
          </a:p>
        </p:txBody>
      </p:sp>
      <p:sp>
        <p:nvSpPr>
          <p:cNvPr id="1027" name="Google Shape;1027;p28"/>
          <p:cNvSpPr txBox="1"/>
          <p:nvPr>
            <p:ph idx="3" type="title"/>
          </p:nvPr>
        </p:nvSpPr>
        <p:spPr>
          <a:xfrm>
            <a:off x="1284512" y="1912041"/>
            <a:ext cx="4269900" cy="13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Cognitive</a:t>
            </a:r>
            <a:endParaRPr/>
          </a:p>
        </p:txBody>
      </p:sp>
      <p:grpSp>
        <p:nvGrpSpPr>
          <p:cNvPr id="1028" name="Google Shape;1028;p28"/>
          <p:cNvGrpSpPr/>
          <p:nvPr/>
        </p:nvGrpSpPr>
        <p:grpSpPr>
          <a:xfrm>
            <a:off x="5234850" y="71375"/>
            <a:ext cx="3567235" cy="5683860"/>
            <a:chOff x="5234850" y="71375"/>
            <a:chExt cx="3567235" cy="5683860"/>
          </a:xfrm>
        </p:grpSpPr>
        <p:grpSp>
          <p:nvGrpSpPr>
            <p:cNvPr id="1029" name="Google Shape;1029;p28"/>
            <p:cNvGrpSpPr/>
            <p:nvPr/>
          </p:nvGrpSpPr>
          <p:grpSpPr>
            <a:xfrm>
              <a:off x="5339272" y="318790"/>
              <a:ext cx="3462813" cy="5436445"/>
              <a:chOff x="5112550" y="-494325"/>
              <a:chExt cx="3462813" cy="5436445"/>
            </a:xfrm>
          </p:grpSpPr>
          <p:sp>
            <p:nvSpPr>
              <p:cNvPr id="1030" name="Google Shape;1030;p28"/>
              <p:cNvSpPr/>
              <p:nvPr/>
            </p:nvSpPr>
            <p:spPr>
              <a:xfrm>
                <a:off x="5669188" y="-379996"/>
                <a:ext cx="2350539" cy="5307544"/>
              </a:xfrm>
              <a:custGeom>
                <a:rect b="b" l="l" r="r" t="t"/>
                <a:pathLst>
                  <a:path extrusionOk="0" h="89135" w="39475">
                    <a:moveTo>
                      <a:pt x="21935" y="51897"/>
                    </a:moveTo>
                    <a:lnTo>
                      <a:pt x="21935" y="51897"/>
                    </a:lnTo>
                    <a:cubicBezTo>
                      <a:pt x="22076" y="52153"/>
                      <a:pt x="22229" y="52404"/>
                      <a:pt x="22386" y="52655"/>
                    </a:cubicBezTo>
                    <a:cubicBezTo>
                      <a:pt x="22329" y="52617"/>
                      <a:pt x="22267" y="52611"/>
                      <a:pt x="22207" y="52611"/>
                    </a:cubicBezTo>
                    <a:cubicBezTo>
                      <a:pt x="22180" y="52611"/>
                      <a:pt x="22154" y="52612"/>
                      <a:pt x="22128" y="52612"/>
                    </a:cubicBezTo>
                    <a:cubicBezTo>
                      <a:pt x="22082" y="52612"/>
                      <a:pt x="22039" y="52608"/>
                      <a:pt x="22005" y="52584"/>
                    </a:cubicBezTo>
                    <a:cubicBezTo>
                      <a:pt x="22310" y="52573"/>
                      <a:pt x="22146" y="52366"/>
                      <a:pt x="22097" y="52252"/>
                    </a:cubicBezTo>
                    <a:cubicBezTo>
                      <a:pt x="22044" y="52133"/>
                      <a:pt x="21990" y="52014"/>
                      <a:pt x="21935" y="51897"/>
                    </a:cubicBezTo>
                    <a:close/>
                    <a:moveTo>
                      <a:pt x="5243" y="85542"/>
                    </a:moveTo>
                    <a:lnTo>
                      <a:pt x="5243" y="85542"/>
                    </a:lnTo>
                    <a:cubicBezTo>
                      <a:pt x="5239" y="85623"/>
                      <a:pt x="5228" y="85709"/>
                      <a:pt x="5232" y="85792"/>
                    </a:cubicBezTo>
                    <a:lnTo>
                      <a:pt x="5232" y="85792"/>
                    </a:lnTo>
                    <a:cubicBezTo>
                      <a:pt x="5216" y="85705"/>
                      <a:pt x="5207" y="85619"/>
                      <a:pt x="5243" y="85542"/>
                    </a:cubicBezTo>
                    <a:close/>
                    <a:moveTo>
                      <a:pt x="21625" y="0"/>
                    </a:moveTo>
                    <a:cubicBezTo>
                      <a:pt x="21548" y="0"/>
                      <a:pt x="21482" y="82"/>
                      <a:pt x="21422" y="137"/>
                    </a:cubicBezTo>
                    <a:cubicBezTo>
                      <a:pt x="21194" y="360"/>
                      <a:pt x="20960" y="572"/>
                      <a:pt x="20780" y="839"/>
                    </a:cubicBezTo>
                    <a:cubicBezTo>
                      <a:pt x="20530" y="1220"/>
                      <a:pt x="20197" y="1525"/>
                      <a:pt x="19795" y="1737"/>
                    </a:cubicBezTo>
                    <a:cubicBezTo>
                      <a:pt x="19468" y="1906"/>
                      <a:pt x="19185" y="2140"/>
                      <a:pt x="18913" y="2380"/>
                    </a:cubicBezTo>
                    <a:cubicBezTo>
                      <a:pt x="18651" y="2603"/>
                      <a:pt x="18379" y="2815"/>
                      <a:pt x="18074" y="2968"/>
                    </a:cubicBezTo>
                    <a:cubicBezTo>
                      <a:pt x="16828" y="3577"/>
                      <a:pt x="15744" y="4427"/>
                      <a:pt x="14639" y="5254"/>
                    </a:cubicBezTo>
                    <a:cubicBezTo>
                      <a:pt x="14449" y="5396"/>
                      <a:pt x="14285" y="5559"/>
                      <a:pt x="14133" y="5744"/>
                    </a:cubicBezTo>
                    <a:cubicBezTo>
                      <a:pt x="13431" y="6599"/>
                      <a:pt x="12679" y="7415"/>
                      <a:pt x="12124" y="8384"/>
                    </a:cubicBezTo>
                    <a:cubicBezTo>
                      <a:pt x="12080" y="8466"/>
                      <a:pt x="12015" y="8537"/>
                      <a:pt x="11955" y="8608"/>
                    </a:cubicBezTo>
                    <a:cubicBezTo>
                      <a:pt x="11057" y="9609"/>
                      <a:pt x="10366" y="10774"/>
                      <a:pt x="9397" y="11716"/>
                    </a:cubicBezTo>
                    <a:cubicBezTo>
                      <a:pt x="8711" y="12380"/>
                      <a:pt x="8085" y="13104"/>
                      <a:pt x="7404" y="13774"/>
                    </a:cubicBezTo>
                    <a:cubicBezTo>
                      <a:pt x="6979" y="14193"/>
                      <a:pt x="6500" y="14563"/>
                      <a:pt x="6049" y="14955"/>
                    </a:cubicBezTo>
                    <a:cubicBezTo>
                      <a:pt x="4611" y="16191"/>
                      <a:pt x="3076" y="17307"/>
                      <a:pt x="1661" y="18575"/>
                    </a:cubicBezTo>
                    <a:cubicBezTo>
                      <a:pt x="1427" y="18782"/>
                      <a:pt x="1225" y="19000"/>
                      <a:pt x="1116" y="19299"/>
                    </a:cubicBezTo>
                    <a:cubicBezTo>
                      <a:pt x="1046" y="19490"/>
                      <a:pt x="980" y="19691"/>
                      <a:pt x="909" y="19893"/>
                    </a:cubicBezTo>
                    <a:cubicBezTo>
                      <a:pt x="937" y="19697"/>
                      <a:pt x="1105" y="19534"/>
                      <a:pt x="969" y="19327"/>
                    </a:cubicBezTo>
                    <a:lnTo>
                      <a:pt x="969" y="19327"/>
                    </a:lnTo>
                    <a:cubicBezTo>
                      <a:pt x="779" y="19621"/>
                      <a:pt x="566" y="19904"/>
                      <a:pt x="485" y="20252"/>
                    </a:cubicBezTo>
                    <a:cubicBezTo>
                      <a:pt x="501" y="20459"/>
                      <a:pt x="409" y="20639"/>
                      <a:pt x="349" y="20829"/>
                    </a:cubicBezTo>
                    <a:cubicBezTo>
                      <a:pt x="0" y="21978"/>
                      <a:pt x="120" y="23050"/>
                      <a:pt x="839" y="24041"/>
                    </a:cubicBezTo>
                    <a:cubicBezTo>
                      <a:pt x="1427" y="24847"/>
                      <a:pt x="2009" y="25658"/>
                      <a:pt x="2690" y="26393"/>
                    </a:cubicBezTo>
                    <a:cubicBezTo>
                      <a:pt x="3087" y="26823"/>
                      <a:pt x="3517" y="27226"/>
                      <a:pt x="3800" y="27749"/>
                    </a:cubicBezTo>
                    <a:cubicBezTo>
                      <a:pt x="3985" y="27939"/>
                      <a:pt x="4176" y="28135"/>
                      <a:pt x="4361" y="28326"/>
                    </a:cubicBezTo>
                    <a:cubicBezTo>
                      <a:pt x="4481" y="28353"/>
                      <a:pt x="4557" y="28451"/>
                      <a:pt x="4639" y="28532"/>
                    </a:cubicBezTo>
                    <a:cubicBezTo>
                      <a:pt x="5379" y="29240"/>
                      <a:pt x="6152" y="29910"/>
                      <a:pt x="6941" y="30563"/>
                    </a:cubicBezTo>
                    <a:cubicBezTo>
                      <a:pt x="8057" y="31499"/>
                      <a:pt x="9048" y="32550"/>
                      <a:pt x="9843" y="33780"/>
                    </a:cubicBezTo>
                    <a:cubicBezTo>
                      <a:pt x="10148" y="34249"/>
                      <a:pt x="10355" y="34760"/>
                      <a:pt x="10485" y="35299"/>
                    </a:cubicBezTo>
                    <a:cubicBezTo>
                      <a:pt x="10510" y="35410"/>
                      <a:pt x="10510" y="35483"/>
                      <a:pt x="10433" y="35483"/>
                    </a:cubicBezTo>
                    <a:cubicBezTo>
                      <a:pt x="10407" y="35483"/>
                      <a:pt x="10372" y="35475"/>
                      <a:pt x="10328" y="35457"/>
                    </a:cubicBezTo>
                    <a:cubicBezTo>
                      <a:pt x="10306" y="35811"/>
                      <a:pt x="10213" y="36165"/>
                      <a:pt x="10235" y="36524"/>
                    </a:cubicBezTo>
                    <a:cubicBezTo>
                      <a:pt x="10311" y="36573"/>
                      <a:pt x="10279" y="36644"/>
                      <a:pt x="10268" y="36715"/>
                    </a:cubicBezTo>
                    <a:cubicBezTo>
                      <a:pt x="10208" y="37036"/>
                      <a:pt x="10093" y="37346"/>
                      <a:pt x="10061" y="37678"/>
                    </a:cubicBezTo>
                    <a:cubicBezTo>
                      <a:pt x="9936" y="38849"/>
                      <a:pt x="9691" y="39997"/>
                      <a:pt x="9342" y="41124"/>
                    </a:cubicBezTo>
                    <a:cubicBezTo>
                      <a:pt x="9173" y="41663"/>
                      <a:pt x="8939" y="42159"/>
                      <a:pt x="8618" y="42611"/>
                    </a:cubicBezTo>
                    <a:cubicBezTo>
                      <a:pt x="8308" y="43041"/>
                      <a:pt x="7976" y="43449"/>
                      <a:pt x="7638" y="43857"/>
                    </a:cubicBezTo>
                    <a:cubicBezTo>
                      <a:pt x="7181" y="44413"/>
                      <a:pt x="6724" y="44968"/>
                      <a:pt x="6533" y="45686"/>
                    </a:cubicBezTo>
                    <a:cubicBezTo>
                      <a:pt x="6381" y="46258"/>
                      <a:pt x="6266" y="46835"/>
                      <a:pt x="6359" y="47429"/>
                    </a:cubicBezTo>
                    <a:cubicBezTo>
                      <a:pt x="6375" y="47525"/>
                      <a:pt x="6417" y="47652"/>
                      <a:pt x="6250" y="47652"/>
                    </a:cubicBezTo>
                    <a:cubicBezTo>
                      <a:pt x="6246" y="47652"/>
                      <a:pt x="6243" y="47652"/>
                      <a:pt x="6239" y="47652"/>
                    </a:cubicBezTo>
                    <a:cubicBezTo>
                      <a:pt x="6207" y="47658"/>
                      <a:pt x="6177" y="47661"/>
                      <a:pt x="6149" y="47661"/>
                    </a:cubicBezTo>
                    <a:cubicBezTo>
                      <a:pt x="6027" y="47661"/>
                      <a:pt x="5937" y="47601"/>
                      <a:pt x="5880" y="47456"/>
                    </a:cubicBezTo>
                    <a:cubicBezTo>
                      <a:pt x="5755" y="47135"/>
                      <a:pt x="5629" y="46813"/>
                      <a:pt x="5613" y="46470"/>
                    </a:cubicBezTo>
                    <a:cubicBezTo>
                      <a:pt x="5531" y="44772"/>
                      <a:pt x="5744" y="43128"/>
                      <a:pt x="6549" y="41603"/>
                    </a:cubicBezTo>
                    <a:cubicBezTo>
                      <a:pt x="6669" y="41375"/>
                      <a:pt x="6718" y="41168"/>
                      <a:pt x="6587" y="40939"/>
                    </a:cubicBezTo>
                    <a:cubicBezTo>
                      <a:pt x="6125" y="40030"/>
                      <a:pt x="5510" y="39230"/>
                      <a:pt x="4845" y="38468"/>
                    </a:cubicBezTo>
                    <a:cubicBezTo>
                      <a:pt x="4696" y="38376"/>
                      <a:pt x="4628" y="38157"/>
                      <a:pt x="4429" y="38157"/>
                    </a:cubicBezTo>
                    <a:cubicBezTo>
                      <a:pt x="4403" y="38157"/>
                      <a:pt x="4375" y="38160"/>
                      <a:pt x="4345" y="38168"/>
                    </a:cubicBezTo>
                    <a:cubicBezTo>
                      <a:pt x="4192" y="38381"/>
                      <a:pt x="4116" y="38626"/>
                      <a:pt x="3958" y="38838"/>
                    </a:cubicBezTo>
                    <a:cubicBezTo>
                      <a:pt x="3397" y="39578"/>
                      <a:pt x="2695" y="40095"/>
                      <a:pt x="1791" y="40330"/>
                    </a:cubicBezTo>
                    <a:cubicBezTo>
                      <a:pt x="1465" y="40411"/>
                      <a:pt x="1127" y="40498"/>
                      <a:pt x="866" y="40738"/>
                    </a:cubicBezTo>
                    <a:cubicBezTo>
                      <a:pt x="822" y="40798"/>
                      <a:pt x="784" y="40858"/>
                      <a:pt x="833" y="40934"/>
                    </a:cubicBezTo>
                    <a:cubicBezTo>
                      <a:pt x="1612" y="41277"/>
                      <a:pt x="2319" y="41740"/>
                      <a:pt x="3043" y="42257"/>
                    </a:cubicBezTo>
                    <a:cubicBezTo>
                      <a:pt x="2948" y="42288"/>
                      <a:pt x="2859" y="42301"/>
                      <a:pt x="2775" y="42301"/>
                    </a:cubicBezTo>
                    <a:cubicBezTo>
                      <a:pt x="2540" y="42301"/>
                      <a:pt x="2344" y="42201"/>
                      <a:pt x="2140" y="42137"/>
                    </a:cubicBezTo>
                    <a:cubicBezTo>
                      <a:pt x="1866" y="42054"/>
                      <a:pt x="1599" y="41908"/>
                      <a:pt x="1309" y="41908"/>
                    </a:cubicBezTo>
                    <a:cubicBezTo>
                      <a:pt x="1218" y="41908"/>
                      <a:pt x="1125" y="41922"/>
                      <a:pt x="1029" y="41957"/>
                    </a:cubicBezTo>
                    <a:cubicBezTo>
                      <a:pt x="915" y="42317"/>
                      <a:pt x="1105" y="42578"/>
                      <a:pt x="1329" y="42823"/>
                    </a:cubicBezTo>
                    <a:cubicBezTo>
                      <a:pt x="1546" y="42872"/>
                      <a:pt x="1470" y="43182"/>
                      <a:pt x="1682" y="43237"/>
                    </a:cubicBezTo>
                    <a:cubicBezTo>
                      <a:pt x="1819" y="43013"/>
                      <a:pt x="1639" y="42866"/>
                      <a:pt x="1568" y="42714"/>
                    </a:cubicBezTo>
                    <a:lnTo>
                      <a:pt x="1568" y="42714"/>
                    </a:lnTo>
                    <a:cubicBezTo>
                      <a:pt x="1650" y="42801"/>
                      <a:pt x="1693" y="42932"/>
                      <a:pt x="1753" y="43057"/>
                    </a:cubicBezTo>
                    <a:cubicBezTo>
                      <a:pt x="2156" y="43982"/>
                      <a:pt x="2238" y="44973"/>
                      <a:pt x="2287" y="45959"/>
                    </a:cubicBezTo>
                    <a:cubicBezTo>
                      <a:pt x="2319" y="46704"/>
                      <a:pt x="2385" y="47439"/>
                      <a:pt x="2581" y="48158"/>
                    </a:cubicBezTo>
                    <a:cubicBezTo>
                      <a:pt x="3185" y="50401"/>
                      <a:pt x="4464" y="52094"/>
                      <a:pt x="6571" y="53117"/>
                    </a:cubicBezTo>
                    <a:cubicBezTo>
                      <a:pt x="7109" y="53378"/>
                      <a:pt x="7658" y="53619"/>
                      <a:pt x="8278" y="53619"/>
                    </a:cubicBezTo>
                    <a:cubicBezTo>
                      <a:pt x="8291" y="53619"/>
                      <a:pt x="8305" y="53619"/>
                      <a:pt x="8319" y="53618"/>
                    </a:cubicBezTo>
                    <a:cubicBezTo>
                      <a:pt x="8830" y="52992"/>
                      <a:pt x="9348" y="52383"/>
                      <a:pt x="9941" y="51822"/>
                    </a:cubicBezTo>
                    <a:cubicBezTo>
                      <a:pt x="10621" y="51190"/>
                      <a:pt x="11346" y="50646"/>
                      <a:pt x="12157" y="50210"/>
                    </a:cubicBezTo>
                    <a:cubicBezTo>
                      <a:pt x="12739" y="49906"/>
                      <a:pt x="13376" y="49786"/>
                      <a:pt x="14024" y="49715"/>
                    </a:cubicBezTo>
                    <a:cubicBezTo>
                      <a:pt x="14055" y="49712"/>
                      <a:pt x="14089" y="49709"/>
                      <a:pt x="14122" y="49709"/>
                    </a:cubicBezTo>
                    <a:cubicBezTo>
                      <a:pt x="14247" y="49709"/>
                      <a:pt x="14366" y="49750"/>
                      <a:pt x="14323" y="49960"/>
                    </a:cubicBezTo>
                    <a:cubicBezTo>
                      <a:pt x="13779" y="50210"/>
                      <a:pt x="13305" y="50548"/>
                      <a:pt x="12957" y="51043"/>
                    </a:cubicBezTo>
                    <a:cubicBezTo>
                      <a:pt x="12870" y="51169"/>
                      <a:pt x="12756" y="51277"/>
                      <a:pt x="12636" y="51370"/>
                    </a:cubicBezTo>
                    <a:cubicBezTo>
                      <a:pt x="11787" y="52040"/>
                      <a:pt x="11237" y="52905"/>
                      <a:pt x="10845" y="53901"/>
                    </a:cubicBezTo>
                    <a:cubicBezTo>
                      <a:pt x="10284" y="55328"/>
                      <a:pt x="10600" y="56564"/>
                      <a:pt x="11525" y="57723"/>
                    </a:cubicBezTo>
                    <a:cubicBezTo>
                      <a:pt x="12075" y="58414"/>
                      <a:pt x="12756" y="58981"/>
                      <a:pt x="13365" y="59623"/>
                    </a:cubicBezTo>
                    <a:cubicBezTo>
                      <a:pt x="13539" y="59803"/>
                      <a:pt x="13703" y="59988"/>
                      <a:pt x="13774" y="60282"/>
                    </a:cubicBezTo>
                    <a:cubicBezTo>
                      <a:pt x="13686" y="60135"/>
                      <a:pt x="13610" y="60031"/>
                      <a:pt x="13523" y="59933"/>
                    </a:cubicBezTo>
                    <a:cubicBezTo>
                      <a:pt x="13404" y="59798"/>
                      <a:pt x="13329" y="59594"/>
                      <a:pt x="13105" y="59594"/>
                    </a:cubicBezTo>
                    <a:cubicBezTo>
                      <a:pt x="13094" y="59594"/>
                      <a:pt x="13083" y="59595"/>
                      <a:pt x="13071" y="59596"/>
                    </a:cubicBezTo>
                    <a:cubicBezTo>
                      <a:pt x="13425" y="60260"/>
                      <a:pt x="13779" y="60924"/>
                      <a:pt x="14133" y="61583"/>
                    </a:cubicBezTo>
                    <a:cubicBezTo>
                      <a:pt x="14204" y="61545"/>
                      <a:pt x="14166" y="61441"/>
                      <a:pt x="14236" y="61387"/>
                    </a:cubicBezTo>
                    <a:cubicBezTo>
                      <a:pt x="14400" y="61779"/>
                      <a:pt x="14405" y="62154"/>
                      <a:pt x="14285" y="62541"/>
                    </a:cubicBezTo>
                    <a:cubicBezTo>
                      <a:pt x="14122" y="63096"/>
                      <a:pt x="13997" y="63657"/>
                      <a:pt x="13768" y="64191"/>
                    </a:cubicBezTo>
                    <a:cubicBezTo>
                      <a:pt x="13387" y="65083"/>
                      <a:pt x="13137" y="66014"/>
                      <a:pt x="12952" y="66967"/>
                    </a:cubicBezTo>
                    <a:cubicBezTo>
                      <a:pt x="12826" y="67588"/>
                      <a:pt x="12859" y="68203"/>
                      <a:pt x="12973" y="68823"/>
                    </a:cubicBezTo>
                    <a:cubicBezTo>
                      <a:pt x="13006" y="68987"/>
                      <a:pt x="13050" y="69155"/>
                      <a:pt x="13186" y="69259"/>
                    </a:cubicBezTo>
                    <a:cubicBezTo>
                      <a:pt x="13496" y="69498"/>
                      <a:pt x="13714" y="69825"/>
                      <a:pt x="13970" y="70114"/>
                    </a:cubicBezTo>
                    <a:cubicBezTo>
                      <a:pt x="14215" y="70387"/>
                      <a:pt x="14520" y="70518"/>
                      <a:pt x="14816" y="70518"/>
                    </a:cubicBezTo>
                    <a:cubicBezTo>
                      <a:pt x="15209" y="70518"/>
                      <a:pt x="15587" y="70285"/>
                      <a:pt x="15782" y="69847"/>
                    </a:cubicBezTo>
                    <a:cubicBezTo>
                      <a:pt x="15815" y="69771"/>
                      <a:pt x="15853" y="69700"/>
                      <a:pt x="15891" y="69624"/>
                    </a:cubicBezTo>
                    <a:cubicBezTo>
                      <a:pt x="15940" y="69515"/>
                      <a:pt x="16006" y="69400"/>
                      <a:pt x="15902" y="69297"/>
                    </a:cubicBezTo>
                    <a:cubicBezTo>
                      <a:pt x="15870" y="69267"/>
                      <a:pt x="15837" y="69256"/>
                      <a:pt x="15803" y="69256"/>
                    </a:cubicBezTo>
                    <a:cubicBezTo>
                      <a:pt x="15737" y="69256"/>
                      <a:pt x="15669" y="69297"/>
                      <a:pt x="15608" y="69330"/>
                    </a:cubicBezTo>
                    <a:cubicBezTo>
                      <a:pt x="15439" y="69416"/>
                      <a:pt x="15277" y="69459"/>
                      <a:pt x="15119" y="69459"/>
                    </a:cubicBezTo>
                    <a:cubicBezTo>
                      <a:pt x="14891" y="69459"/>
                      <a:pt x="14672" y="69370"/>
                      <a:pt x="14460" y="69199"/>
                    </a:cubicBezTo>
                    <a:cubicBezTo>
                      <a:pt x="14313" y="69079"/>
                      <a:pt x="14155" y="68976"/>
                      <a:pt x="14002" y="68812"/>
                    </a:cubicBezTo>
                    <a:lnTo>
                      <a:pt x="14002" y="68812"/>
                    </a:lnTo>
                    <a:cubicBezTo>
                      <a:pt x="14215" y="68916"/>
                      <a:pt x="14372" y="69041"/>
                      <a:pt x="14536" y="69155"/>
                    </a:cubicBezTo>
                    <a:cubicBezTo>
                      <a:pt x="14720" y="69287"/>
                      <a:pt x="14908" y="69346"/>
                      <a:pt x="15111" y="69346"/>
                    </a:cubicBezTo>
                    <a:cubicBezTo>
                      <a:pt x="15226" y="69346"/>
                      <a:pt x="15346" y="69327"/>
                      <a:pt x="15472" y="69292"/>
                    </a:cubicBezTo>
                    <a:cubicBezTo>
                      <a:pt x="15777" y="69204"/>
                      <a:pt x="16016" y="69019"/>
                      <a:pt x="16278" y="68872"/>
                    </a:cubicBezTo>
                    <a:lnTo>
                      <a:pt x="16310" y="68883"/>
                    </a:lnTo>
                    <a:lnTo>
                      <a:pt x="16332" y="68861"/>
                    </a:lnTo>
                    <a:cubicBezTo>
                      <a:pt x="16501" y="68567"/>
                      <a:pt x="16430" y="68252"/>
                      <a:pt x="16392" y="67947"/>
                    </a:cubicBezTo>
                    <a:cubicBezTo>
                      <a:pt x="16376" y="67822"/>
                      <a:pt x="16414" y="67801"/>
                      <a:pt x="16474" y="67801"/>
                    </a:cubicBezTo>
                    <a:cubicBezTo>
                      <a:pt x="16495" y="67801"/>
                      <a:pt x="16519" y="67804"/>
                      <a:pt x="16545" y="67805"/>
                    </a:cubicBezTo>
                    <a:cubicBezTo>
                      <a:pt x="16508" y="67610"/>
                      <a:pt x="16408" y="67566"/>
                      <a:pt x="16288" y="67566"/>
                    </a:cubicBezTo>
                    <a:cubicBezTo>
                      <a:pt x="16210" y="67566"/>
                      <a:pt x="16125" y="67584"/>
                      <a:pt x="16044" y="67593"/>
                    </a:cubicBezTo>
                    <a:cubicBezTo>
                      <a:pt x="16022" y="67773"/>
                      <a:pt x="15946" y="67931"/>
                      <a:pt x="15826" y="68067"/>
                    </a:cubicBezTo>
                    <a:cubicBezTo>
                      <a:pt x="15718" y="68188"/>
                      <a:pt x="15600" y="68231"/>
                      <a:pt x="15478" y="68231"/>
                    </a:cubicBezTo>
                    <a:cubicBezTo>
                      <a:pt x="15359" y="68231"/>
                      <a:pt x="15236" y="68191"/>
                      <a:pt x="15113" y="68143"/>
                    </a:cubicBezTo>
                    <a:cubicBezTo>
                      <a:pt x="14900" y="68061"/>
                      <a:pt x="14786" y="67892"/>
                      <a:pt x="14808" y="67675"/>
                    </a:cubicBezTo>
                    <a:cubicBezTo>
                      <a:pt x="14835" y="67435"/>
                      <a:pt x="14879" y="67179"/>
                      <a:pt x="15118" y="67032"/>
                    </a:cubicBezTo>
                    <a:cubicBezTo>
                      <a:pt x="15151" y="66885"/>
                      <a:pt x="14955" y="66820"/>
                      <a:pt x="14988" y="66673"/>
                    </a:cubicBezTo>
                    <a:cubicBezTo>
                      <a:pt x="14944" y="66504"/>
                      <a:pt x="14928" y="66330"/>
                      <a:pt x="14982" y="66156"/>
                    </a:cubicBezTo>
                    <a:cubicBezTo>
                      <a:pt x="15034" y="65981"/>
                      <a:pt x="15103" y="65895"/>
                      <a:pt x="15198" y="65895"/>
                    </a:cubicBezTo>
                    <a:cubicBezTo>
                      <a:pt x="15262" y="65895"/>
                      <a:pt x="15338" y="65935"/>
                      <a:pt x="15429" y="66014"/>
                    </a:cubicBezTo>
                    <a:cubicBezTo>
                      <a:pt x="15510" y="66085"/>
                      <a:pt x="15570" y="66178"/>
                      <a:pt x="15646" y="66243"/>
                    </a:cubicBezTo>
                    <a:cubicBezTo>
                      <a:pt x="15686" y="66279"/>
                      <a:pt x="15727" y="66321"/>
                      <a:pt x="15775" y="66321"/>
                    </a:cubicBezTo>
                    <a:cubicBezTo>
                      <a:pt x="15793" y="66321"/>
                      <a:pt x="15811" y="66316"/>
                      <a:pt x="15831" y="66303"/>
                    </a:cubicBezTo>
                    <a:cubicBezTo>
                      <a:pt x="15897" y="66259"/>
                      <a:pt x="15897" y="66183"/>
                      <a:pt x="15891" y="66112"/>
                    </a:cubicBezTo>
                    <a:cubicBezTo>
                      <a:pt x="15886" y="66052"/>
                      <a:pt x="15870" y="65992"/>
                      <a:pt x="15842" y="65943"/>
                    </a:cubicBezTo>
                    <a:cubicBezTo>
                      <a:pt x="15521" y="65339"/>
                      <a:pt x="15690" y="64757"/>
                      <a:pt x="15940" y="64191"/>
                    </a:cubicBezTo>
                    <a:cubicBezTo>
                      <a:pt x="16104" y="63826"/>
                      <a:pt x="16300" y="63472"/>
                      <a:pt x="16474" y="63118"/>
                    </a:cubicBezTo>
                    <a:cubicBezTo>
                      <a:pt x="16577" y="62862"/>
                      <a:pt x="16713" y="62623"/>
                      <a:pt x="16833" y="62372"/>
                    </a:cubicBezTo>
                    <a:cubicBezTo>
                      <a:pt x="16920" y="62231"/>
                      <a:pt x="16996" y="62089"/>
                      <a:pt x="17062" y="61937"/>
                    </a:cubicBezTo>
                    <a:cubicBezTo>
                      <a:pt x="17437" y="61071"/>
                      <a:pt x="17710" y="60195"/>
                      <a:pt x="17143" y="59302"/>
                    </a:cubicBezTo>
                    <a:cubicBezTo>
                      <a:pt x="16860" y="58850"/>
                      <a:pt x="16746" y="58344"/>
                      <a:pt x="16670" y="57832"/>
                    </a:cubicBezTo>
                    <a:cubicBezTo>
                      <a:pt x="16594" y="57337"/>
                      <a:pt x="16523" y="56798"/>
                      <a:pt x="16953" y="56406"/>
                    </a:cubicBezTo>
                    <a:cubicBezTo>
                      <a:pt x="17280" y="56101"/>
                      <a:pt x="17606" y="55796"/>
                      <a:pt x="17993" y="55562"/>
                    </a:cubicBezTo>
                    <a:cubicBezTo>
                      <a:pt x="18657" y="55164"/>
                      <a:pt x="19228" y="54653"/>
                      <a:pt x="19604" y="53961"/>
                    </a:cubicBezTo>
                    <a:cubicBezTo>
                      <a:pt x="19654" y="53871"/>
                      <a:pt x="19700" y="53757"/>
                      <a:pt x="19826" y="53757"/>
                    </a:cubicBezTo>
                    <a:cubicBezTo>
                      <a:pt x="19837" y="53757"/>
                      <a:pt x="19848" y="53758"/>
                      <a:pt x="19860" y="53760"/>
                    </a:cubicBezTo>
                    <a:cubicBezTo>
                      <a:pt x="20442" y="53989"/>
                      <a:pt x="20894" y="54408"/>
                      <a:pt x="21352" y="54811"/>
                    </a:cubicBezTo>
                    <a:cubicBezTo>
                      <a:pt x="22081" y="55447"/>
                      <a:pt x="22751" y="56139"/>
                      <a:pt x="23404" y="56847"/>
                    </a:cubicBezTo>
                    <a:cubicBezTo>
                      <a:pt x="24765" y="58322"/>
                      <a:pt x="25854" y="59928"/>
                      <a:pt x="26235" y="61937"/>
                    </a:cubicBezTo>
                    <a:cubicBezTo>
                      <a:pt x="26382" y="62721"/>
                      <a:pt x="26621" y="63488"/>
                      <a:pt x="26643" y="64299"/>
                    </a:cubicBezTo>
                    <a:cubicBezTo>
                      <a:pt x="26681" y="65807"/>
                      <a:pt x="26333" y="67250"/>
                      <a:pt x="25876" y="68665"/>
                    </a:cubicBezTo>
                    <a:cubicBezTo>
                      <a:pt x="25680" y="69281"/>
                      <a:pt x="25348" y="69847"/>
                      <a:pt x="24966" y="70375"/>
                    </a:cubicBezTo>
                    <a:cubicBezTo>
                      <a:pt x="24705" y="70723"/>
                      <a:pt x="24525" y="71121"/>
                      <a:pt x="24286" y="71491"/>
                    </a:cubicBezTo>
                    <a:cubicBezTo>
                      <a:pt x="23132" y="73309"/>
                      <a:pt x="21482" y="74414"/>
                      <a:pt x="19403" y="74899"/>
                    </a:cubicBezTo>
                    <a:cubicBezTo>
                      <a:pt x="17296" y="75383"/>
                      <a:pt x="15145" y="75541"/>
                      <a:pt x="12995" y="75699"/>
                    </a:cubicBezTo>
                    <a:cubicBezTo>
                      <a:pt x="11514" y="75808"/>
                      <a:pt x="10110" y="76167"/>
                      <a:pt x="8776" y="76793"/>
                    </a:cubicBezTo>
                    <a:cubicBezTo>
                      <a:pt x="7181" y="77545"/>
                      <a:pt x="5989" y="78748"/>
                      <a:pt x="5183" y="80321"/>
                    </a:cubicBezTo>
                    <a:cubicBezTo>
                      <a:pt x="4851" y="80963"/>
                      <a:pt x="4639" y="81644"/>
                      <a:pt x="4840" y="82384"/>
                    </a:cubicBezTo>
                    <a:cubicBezTo>
                      <a:pt x="4824" y="82335"/>
                      <a:pt x="4807" y="82281"/>
                      <a:pt x="4796" y="82226"/>
                    </a:cubicBezTo>
                    <a:cubicBezTo>
                      <a:pt x="4780" y="82150"/>
                      <a:pt x="4796" y="82041"/>
                      <a:pt x="4682" y="82041"/>
                    </a:cubicBezTo>
                    <a:cubicBezTo>
                      <a:pt x="4584" y="82047"/>
                      <a:pt x="4546" y="82145"/>
                      <a:pt x="4535" y="82221"/>
                    </a:cubicBezTo>
                    <a:cubicBezTo>
                      <a:pt x="4486" y="82607"/>
                      <a:pt x="4056" y="82950"/>
                      <a:pt x="4410" y="83381"/>
                    </a:cubicBezTo>
                    <a:cubicBezTo>
                      <a:pt x="4426" y="83397"/>
                      <a:pt x="4415" y="83430"/>
                      <a:pt x="4415" y="83451"/>
                    </a:cubicBezTo>
                    <a:cubicBezTo>
                      <a:pt x="4399" y="83696"/>
                      <a:pt x="4437" y="83947"/>
                      <a:pt x="4443" y="84192"/>
                    </a:cubicBezTo>
                    <a:cubicBezTo>
                      <a:pt x="4448" y="84872"/>
                      <a:pt x="4666" y="85487"/>
                      <a:pt x="5014" y="86059"/>
                    </a:cubicBezTo>
                    <a:cubicBezTo>
                      <a:pt x="5051" y="86119"/>
                      <a:pt x="5092" y="86198"/>
                      <a:pt x="5159" y="86198"/>
                    </a:cubicBezTo>
                    <a:cubicBezTo>
                      <a:pt x="5172" y="86198"/>
                      <a:pt x="5185" y="86195"/>
                      <a:pt x="5199" y="86190"/>
                    </a:cubicBezTo>
                    <a:cubicBezTo>
                      <a:pt x="5292" y="86157"/>
                      <a:pt x="5275" y="86054"/>
                      <a:pt x="5265" y="85972"/>
                    </a:cubicBezTo>
                    <a:cubicBezTo>
                      <a:pt x="5264" y="85964"/>
                      <a:pt x="5263" y="85955"/>
                      <a:pt x="5261" y="85947"/>
                    </a:cubicBezTo>
                    <a:lnTo>
                      <a:pt x="5261" y="85947"/>
                    </a:lnTo>
                    <a:cubicBezTo>
                      <a:pt x="5288" y="86018"/>
                      <a:pt x="5337" y="86084"/>
                      <a:pt x="5422" y="86141"/>
                    </a:cubicBezTo>
                    <a:cubicBezTo>
                      <a:pt x="5433" y="86005"/>
                      <a:pt x="5401" y="85852"/>
                      <a:pt x="5569" y="85787"/>
                    </a:cubicBezTo>
                    <a:cubicBezTo>
                      <a:pt x="5678" y="85629"/>
                      <a:pt x="5482" y="85564"/>
                      <a:pt x="5471" y="85444"/>
                    </a:cubicBezTo>
                    <a:lnTo>
                      <a:pt x="5471" y="85444"/>
                    </a:lnTo>
                    <a:cubicBezTo>
                      <a:pt x="5814" y="86043"/>
                      <a:pt x="6332" y="86494"/>
                      <a:pt x="6789" y="86995"/>
                    </a:cubicBezTo>
                    <a:cubicBezTo>
                      <a:pt x="7252" y="87507"/>
                      <a:pt x="7687" y="88024"/>
                      <a:pt x="7829" y="88727"/>
                    </a:cubicBezTo>
                    <a:cubicBezTo>
                      <a:pt x="7851" y="88841"/>
                      <a:pt x="7899" y="88950"/>
                      <a:pt x="7970" y="89042"/>
                    </a:cubicBezTo>
                    <a:cubicBezTo>
                      <a:pt x="8011" y="89092"/>
                      <a:pt x="8052" y="89135"/>
                      <a:pt x="8112" y="89135"/>
                    </a:cubicBezTo>
                    <a:cubicBezTo>
                      <a:pt x="8124" y="89135"/>
                      <a:pt x="8136" y="89133"/>
                      <a:pt x="8150" y="89129"/>
                    </a:cubicBezTo>
                    <a:cubicBezTo>
                      <a:pt x="8232" y="89102"/>
                      <a:pt x="8248" y="89031"/>
                      <a:pt x="8259" y="88961"/>
                    </a:cubicBezTo>
                    <a:cubicBezTo>
                      <a:pt x="8275" y="88792"/>
                      <a:pt x="8199" y="88639"/>
                      <a:pt x="8150" y="88482"/>
                    </a:cubicBezTo>
                    <a:cubicBezTo>
                      <a:pt x="7905" y="87703"/>
                      <a:pt x="7410" y="87044"/>
                      <a:pt x="7077" y="86304"/>
                    </a:cubicBezTo>
                    <a:lnTo>
                      <a:pt x="7077" y="86304"/>
                    </a:lnTo>
                    <a:cubicBezTo>
                      <a:pt x="7295" y="86690"/>
                      <a:pt x="7584" y="87039"/>
                      <a:pt x="7796" y="87431"/>
                    </a:cubicBezTo>
                    <a:cubicBezTo>
                      <a:pt x="7828" y="87486"/>
                      <a:pt x="7860" y="87560"/>
                      <a:pt x="7934" y="87560"/>
                    </a:cubicBezTo>
                    <a:cubicBezTo>
                      <a:pt x="7948" y="87560"/>
                      <a:pt x="7964" y="87557"/>
                      <a:pt x="7981" y="87551"/>
                    </a:cubicBezTo>
                    <a:cubicBezTo>
                      <a:pt x="7932" y="87104"/>
                      <a:pt x="7638" y="86772"/>
                      <a:pt x="7442" y="86391"/>
                    </a:cubicBezTo>
                    <a:lnTo>
                      <a:pt x="7442" y="86391"/>
                    </a:lnTo>
                    <a:cubicBezTo>
                      <a:pt x="7649" y="86701"/>
                      <a:pt x="8041" y="86701"/>
                      <a:pt x="8286" y="86952"/>
                    </a:cubicBezTo>
                    <a:cubicBezTo>
                      <a:pt x="8362" y="86788"/>
                      <a:pt x="8063" y="86690"/>
                      <a:pt x="8215" y="86576"/>
                    </a:cubicBezTo>
                    <a:cubicBezTo>
                      <a:pt x="8422" y="86424"/>
                      <a:pt x="8319" y="86282"/>
                      <a:pt x="8270" y="86130"/>
                    </a:cubicBezTo>
                    <a:cubicBezTo>
                      <a:pt x="8268" y="86129"/>
                      <a:pt x="8267" y="86129"/>
                      <a:pt x="8265" y="86129"/>
                    </a:cubicBezTo>
                    <a:cubicBezTo>
                      <a:pt x="8231" y="86129"/>
                      <a:pt x="8221" y="86249"/>
                      <a:pt x="8186" y="86249"/>
                    </a:cubicBezTo>
                    <a:cubicBezTo>
                      <a:pt x="8170" y="86249"/>
                      <a:pt x="8149" y="86224"/>
                      <a:pt x="8117" y="86152"/>
                    </a:cubicBezTo>
                    <a:cubicBezTo>
                      <a:pt x="7899" y="85656"/>
                      <a:pt x="7665" y="85172"/>
                      <a:pt x="7377" y="84714"/>
                    </a:cubicBezTo>
                    <a:cubicBezTo>
                      <a:pt x="6930" y="84017"/>
                      <a:pt x="6310" y="83424"/>
                      <a:pt x="6147" y="82635"/>
                    </a:cubicBezTo>
                    <a:lnTo>
                      <a:pt x="6147" y="82635"/>
                    </a:lnTo>
                    <a:cubicBezTo>
                      <a:pt x="6223" y="82738"/>
                      <a:pt x="6239" y="82972"/>
                      <a:pt x="6473" y="83027"/>
                    </a:cubicBezTo>
                    <a:cubicBezTo>
                      <a:pt x="6484" y="82953"/>
                      <a:pt x="6536" y="82950"/>
                      <a:pt x="6590" y="82950"/>
                    </a:cubicBezTo>
                    <a:cubicBezTo>
                      <a:pt x="6594" y="82950"/>
                      <a:pt x="6598" y="82950"/>
                      <a:pt x="6602" y="82950"/>
                    </a:cubicBezTo>
                    <a:cubicBezTo>
                      <a:pt x="6652" y="82950"/>
                      <a:pt x="6701" y="82948"/>
                      <a:pt x="6718" y="82891"/>
                    </a:cubicBezTo>
                    <a:cubicBezTo>
                      <a:pt x="6773" y="82292"/>
                      <a:pt x="6598" y="81747"/>
                      <a:pt x="6359" y="81197"/>
                    </a:cubicBezTo>
                    <a:cubicBezTo>
                      <a:pt x="6114" y="80637"/>
                      <a:pt x="6147" y="80049"/>
                      <a:pt x="6332" y="79526"/>
                    </a:cubicBezTo>
                    <a:lnTo>
                      <a:pt x="6332" y="79526"/>
                    </a:lnTo>
                    <a:cubicBezTo>
                      <a:pt x="6332" y="79673"/>
                      <a:pt x="6130" y="79880"/>
                      <a:pt x="6408" y="80054"/>
                    </a:cubicBezTo>
                    <a:cubicBezTo>
                      <a:pt x="6430" y="79760"/>
                      <a:pt x="6620" y="79537"/>
                      <a:pt x="6713" y="79276"/>
                    </a:cubicBezTo>
                    <a:cubicBezTo>
                      <a:pt x="6653" y="79156"/>
                      <a:pt x="6767" y="79151"/>
                      <a:pt x="6822" y="79112"/>
                    </a:cubicBezTo>
                    <a:cubicBezTo>
                      <a:pt x="7720" y="78427"/>
                      <a:pt x="8760" y="78029"/>
                      <a:pt x="9843" y="77790"/>
                    </a:cubicBezTo>
                    <a:cubicBezTo>
                      <a:pt x="11912" y="77318"/>
                      <a:pt x="14003" y="77008"/>
                      <a:pt x="16125" y="77008"/>
                    </a:cubicBezTo>
                    <a:cubicBezTo>
                      <a:pt x="16425" y="77008"/>
                      <a:pt x="16727" y="77015"/>
                      <a:pt x="17029" y="77027"/>
                    </a:cubicBezTo>
                    <a:cubicBezTo>
                      <a:pt x="17168" y="77033"/>
                      <a:pt x="17306" y="77036"/>
                      <a:pt x="17445" y="77036"/>
                    </a:cubicBezTo>
                    <a:cubicBezTo>
                      <a:pt x="18311" y="77036"/>
                      <a:pt x="19168" y="76923"/>
                      <a:pt x="20018" y="76744"/>
                    </a:cubicBezTo>
                    <a:cubicBezTo>
                      <a:pt x="21989" y="76336"/>
                      <a:pt x="23791" y="75558"/>
                      <a:pt x="25326" y="74235"/>
                    </a:cubicBezTo>
                    <a:cubicBezTo>
                      <a:pt x="26480" y="73244"/>
                      <a:pt x="27335" y="72019"/>
                      <a:pt x="28080" y="70712"/>
                    </a:cubicBezTo>
                    <a:cubicBezTo>
                      <a:pt x="28712" y="69596"/>
                      <a:pt x="29213" y="68431"/>
                      <a:pt x="29425" y="67157"/>
                    </a:cubicBezTo>
                    <a:cubicBezTo>
                      <a:pt x="29637" y="65889"/>
                      <a:pt x="29768" y="64621"/>
                      <a:pt x="29675" y="63325"/>
                    </a:cubicBezTo>
                    <a:cubicBezTo>
                      <a:pt x="29539" y="61485"/>
                      <a:pt x="29300" y="59683"/>
                      <a:pt x="28668" y="57930"/>
                    </a:cubicBezTo>
                    <a:cubicBezTo>
                      <a:pt x="28037" y="56172"/>
                      <a:pt x="27242" y="54517"/>
                      <a:pt x="26180" y="52987"/>
                    </a:cubicBezTo>
                    <a:cubicBezTo>
                      <a:pt x="25935" y="52633"/>
                      <a:pt x="25625" y="52366"/>
                      <a:pt x="25250" y="52165"/>
                    </a:cubicBezTo>
                    <a:cubicBezTo>
                      <a:pt x="24945" y="52050"/>
                      <a:pt x="24770" y="51827"/>
                      <a:pt x="24694" y="51517"/>
                    </a:cubicBezTo>
                    <a:cubicBezTo>
                      <a:pt x="24663" y="51571"/>
                      <a:pt x="24635" y="51589"/>
                      <a:pt x="24607" y="51589"/>
                    </a:cubicBezTo>
                    <a:cubicBezTo>
                      <a:pt x="24556" y="51589"/>
                      <a:pt x="24509" y="51527"/>
                      <a:pt x="24460" y="51506"/>
                    </a:cubicBezTo>
                    <a:cubicBezTo>
                      <a:pt x="24253" y="51522"/>
                      <a:pt x="24123" y="51675"/>
                      <a:pt x="23997" y="51800"/>
                    </a:cubicBezTo>
                    <a:cubicBezTo>
                      <a:pt x="23852" y="51948"/>
                      <a:pt x="23713" y="52011"/>
                      <a:pt x="23566" y="52011"/>
                    </a:cubicBezTo>
                    <a:cubicBezTo>
                      <a:pt x="23438" y="52011"/>
                      <a:pt x="23303" y="51963"/>
                      <a:pt x="23154" y="51882"/>
                    </a:cubicBezTo>
                    <a:cubicBezTo>
                      <a:pt x="22626" y="51588"/>
                      <a:pt x="22212" y="51158"/>
                      <a:pt x="21749" y="50782"/>
                    </a:cubicBezTo>
                    <a:cubicBezTo>
                      <a:pt x="21677" y="50722"/>
                      <a:pt x="21619" y="50596"/>
                      <a:pt x="21517" y="50596"/>
                    </a:cubicBezTo>
                    <a:cubicBezTo>
                      <a:pt x="21481" y="50596"/>
                      <a:pt x="21439" y="50612"/>
                      <a:pt x="21390" y="50651"/>
                    </a:cubicBezTo>
                    <a:cubicBezTo>
                      <a:pt x="21451" y="50849"/>
                      <a:pt x="21524" y="51041"/>
                      <a:pt x="21605" y="51228"/>
                    </a:cubicBezTo>
                    <a:lnTo>
                      <a:pt x="21605" y="51228"/>
                    </a:lnTo>
                    <a:cubicBezTo>
                      <a:pt x="21099" y="50263"/>
                      <a:pt x="20491" y="49368"/>
                      <a:pt x="19669" y="48599"/>
                    </a:cubicBezTo>
                    <a:cubicBezTo>
                      <a:pt x="19060" y="48022"/>
                      <a:pt x="18679" y="47249"/>
                      <a:pt x="18417" y="46449"/>
                    </a:cubicBezTo>
                    <a:cubicBezTo>
                      <a:pt x="18249" y="45953"/>
                      <a:pt x="18428" y="45714"/>
                      <a:pt x="18951" y="45637"/>
                    </a:cubicBezTo>
                    <a:cubicBezTo>
                      <a:pt x="19332" y="45583"/>
                      <a:pt x="19718" y="45523"/>
                      <a:pt x="20099" y="45441"/>
                    </a:cubicBezTo>
                    <a:cubicBezTo>
                      <a:pt x="20796" y="45294"/>
                      <a:pt x="20965" y="45098"/>
                      <a:pt x="21020" y="44396"/>
                    </a:cubicBezTo>
                    <a:cubicBezTo>
                      <a:pt x="21030" y="44271"/>
                      <a:pt x="21047" y="44140"/>
                      <a:pt x="21063" y="44010"/>
                    </a:cubicBezTo>
                    <a:cubicBezTo>
                      <a:pt x="21167" y="43182"/>
                      <a:pt x="21613" y="42627"/>
                      <a:pt x="22391" y="42338"/>
                    </a:cubicBezTo>
                    <a:cubicBezTo>
                      <a:pt x="22604" y="42262"/>
                      <a:pt x="22811" y="42175"/>
                      <a:pt x="23017" y="42088"/>
                    </a:cubicBezTo>
                    <a:cubicBezTo>
                      <a:pt x="23306" y="41963"/>
                      <a:pt x="23556" y="41794"/>
                      <a:pt x="23731" y="41533"/>
                    </a:cubicBezTo>
                    <a:cubicBezTo>
                      <a:pt x="23963" y="41179"/>
                      <a:pt x="24252" y="40922"/>
                      <a:pt x="24697" y="40922"/>
                    </a:cubicBezTo>
                    <a:cubicBezTo>
                      <a:pt x="24710" y="40922"/>
                      <a:pt x="24724" y="40922"/>
                      <a:pt x="24738" y="40923"/>
                    </a:cubicBezTo>
                    <a:cubicBezTo>
                      <a:pt x="24747" y="40924"/>
                      <a:pt x="24756" y="40924"/>
                      <a:pt x="24765" y="40924"/>
                    </a:cubicBezTo>
                    <a:cubicBezTo>
                      <a:pt x="24840" y="40924"/>
                      <a:pt x="24921" y="40902"/>
                      <a:pt x="24950" y="40825"/>
                    </a:cubicBezTo>
                    <a:cubicBezTo>
                      <a:pt x="24994" y="40722"/>
                      <a:pt x="24912" y="40651"/>
                      <a:pt x="24841" y="40591"/>
                    </a:cubicBezTo>
                    <a:cubicBezTo>
                      <a:pt x="24602" y="40379"/>
                      <a:pt x="24340" y="40193"/>
                      <a:pt x="24101" y="39987"/>
                    </a:cubicBezTo>
                    <a:cubicBezTo>
                      <a:pt x="23698" y="39644"/>
                      <a:pt x="23252" y="39339"/>
                      <a:pt x="22968" y="38876"/>
                    </a:cubicBezTo>
                    <a:cubicBezTo>
                      <a:pt x="22685" y="38419"/>
                      <a:pt x="22724" y="37678"/>
                      <a:pt x="23039" y="37314"/>
                    </a:cubicBezTo>
                    <a:cubicBezTo>
                      <a:pt x="23366" y="36938"/>
                      <a:pt x="23366" y="36943"/>
                      <a:pt x="23137" y="36486"/>
                    </a:cubicBezTo>
                    <a:cubicBezTo>
                      <a:pt x="22963" y="36138"/>
                      <a:pt x="22745" y="35811"/>
                      <a:pt x="22675" y="35419"/>
                    </a:cubicBezTo>
                    <a:cubicBezTo>
                      <a:pt x="22598" y="35027"/>
                      <a:pt x="22691" y="34886"/>
                      <a:pt x="23077" y="34777"/>
                    </a:cubicBezTo>
                    <a:cubicBezTo>
                      <a:pt x="23513" y="34660"/>
                      <a:pt x="23948" y="34602"/>
                      <a:pt x="24392" y="34602"/>
                    </a:cubicBezTo>
                    <a:cubicBezTo>
                      <a:pt x="24569" y="34602"/>
                      <a:pt x="24748" y="34611"/>
                      <a:pt x="24928" y="34630"/>
                    </a:cubicBezTo>
                    <a:cubicBezTo>
                      <a:pt x="25919" y="34733"/>
                      <a:pt x="26807" y="35054"/>
                      <a:pt x="27580" y="35691"/>
                    </a:cubicBezTo>
                    <a:cubicBezTo>
                      <a:pt x="27748" y="35833"/>
                      <a:pt x="27928" y="36007"/>
                      <a:pt x="28151" y="36023"/>
                    </a:cubicBezTo>
                    <a:cubicBezTo>
                      <a:pt x="28424" y="36039"/>
                      <a:pt x="28696" y="36065"/>
                      <a:pt x="28967" y="36065"/>
                    </a:cubicBezTo>
                    <a:cubicBezTo>
                      <a:pt x="29270" y="36065"/>
                      <a:pt x="29570" y="36032"/>
                      <a:pt x="29866" y="35915"/>
                    </a:cubicBezTo>
                    <a:cubicBezTo>
                      <a:pt x="30018" y="35851"/>
                      <a:pt x="30147" y="35818"/>
                      <a:pt x="30264" y="35818"/>
                    </a:cubicBezTo>
                    <a:cubicBezTo>
                      <a:pt x="30469" y="35818"/>
                      <a:pt x="30638" y="35919"/>
                      <a:pt x="30835" y="36138"/>
                    </a:cubicBezTo>
                    <a:cubicBezTo>
                      <a:pt x="31009" y="36328"/>
                      <a:pt x="31173" y="36530"/>
                      <a:pt x="31320" y="36742"/>
                    </a:cubicBezTo>
                    <a:cubicBezTo>
                      <a:pt x="31382" y="36823"/>
                      <a:pt x="31444" y="36946"/>
                      <a:pt x="31542" y="36946"/>
                    </a:cubicBezTo>
                    <a:cubicBezTo>
                      <a:pt x="31556" y="36946"/>
                      <a:pt x="31571" y="36943"/>
                      <a:pt x="31586" y="36938"/>
                    </a:cubicBezTo>
                    <a:cubicBezTo>
                      <a:pt x="31733" y="36894"/>
                      <a:pt x="31706" y="36726"/>
                      <a:pt x="31706" y="36600"/>
                    </a:cubicBezTo>
                    <a:cubicBezTo>
                      <a:pt x="31695" y="36317"/>
                      <a:pt x="31668" y="36029"/>
                      <a:pt x="31592" y="35762"/>
                    </a:cubicBezTo>
                    <a:cubicBezTo>
                      <a:pt x="31200" y="34412"/>
                      <a:pt x="30775" y="33095"/>
                      <a:pt x="29703" y="32077"/>
                    </a:cubicBezTo>
                    <a:cubicBezTo>
                      <a:pt x="28957" y="31363"/>
                      <a:pt x="28412" y="30454"/>
                      <a:pt x="27678" y="29719"/>
                    </a:cubicBezTo>
                    <a:cubicBezTo>
                      <a:pt x="27656" y="29692"/>
                      <a:pt x="27634" y="29665"/>
                      <a:pt x="27618" y="29632"/>
                    </a:cubicBezTo>
                    <a:cubicBezTo>
                      <a:pt x="27590" y="29572"/>
                      <a:pt x="27525" y="29507"/>
                      <a:pt x="27574" y="29436"/>
                    </a:cubicBezTo>
                    <a:cubicBezTo>
                      <a:pt x="27598" y="29405"/>
                      <a:pt x="27629" y="29395"/>
                      <a:pt x="27663" y="29395"/>
                    </a:cubicBezTo>
                    <a:cubicBezTo>
                      <a:pt x="27698" y="29395"/>
                      <a:pt x="27736" y="29406"/>
                      <a:pt x="27770" y="29414"/>
                    </a:cubicBezTo>
                    <a:cubicBezTo>
                      <a:pt x="28168" y="29518"/>
                      <a:pt x="28576" y="29599"/>
                      <a:pt x="28973" y="29692"/>
                    </a:cubicBezTo>
                    <a:cubicBezTo>
                      <a:pt x="29032" y="29705"/>
                      <a:pt x="29085" y="29711"/>
                      <a:pt x="29132" y="29711"/>
                    </a:cubicBezTo>
                    <a:cubicBezTo>
                      <a:pt x="29349" y="29711"/>
                      <a:pt x="29448" y="29578"/>
                      <a:pt x="29431" y="29306"/>
                    </a:cubicBezTo>
                    <a:cubicBezTo>
                      <a:pt x="29414" y="28984"/>
                      <a:pt x="29376" y="28663"/>
                      <a:pt x="29240" y="28375"/>
                    </a:cubicBezTo>
                    <a:cubicBezTo>
                      <a:pt x="28990" y="27825"/>
                      <a:pt x="29049" y="27275"/>
                      <a:pt x="29196" y="26714"/>
                    </a:cubicBezTo>
                    <a:cubicBezTo>
                      <a:pt x="29338" y="26153"/>
                      <a:pt x="29425" y="25587"/>
                      <a:pt x="29311" y="25005"/>
                    </a:cubicBezTo>
                    <a:cubicBezTo>
                      <a:pt x="29229" y="24575"/>
                      <a:pt x="29137" y="24150"/>
                      <a:pt x="29011" y="23736"/>
                    </a:cubicBezTo>
                    <a:cubicBezTo>
                      <a:pt x="28919" y="23442"/>
                      <a:pt x="28957" y="23170"/>
                      <a:pt x="29109" y="22920"/>
                    </a:cubicBezTo>
                    <a:cubicBezTo>
                      <a:pt x="29349" y="22528"/>
                      <a:pt x="29545" y="22114"/>
                      <a:pt x="29882" y="21782"/>
                    </a:cubicBezTo>
                    <a:cubicBezTo>
                      <a:pt x="30138" y="21532"/>
                      <a:pt x="30089" y="21167"/>
                      <a:pt x="29768" y="21014"/>
                    </a:cubicBezTo>
                    <a:cubicBezTo>
                      <a:pt x="29414" y="20848"/>
                      <a:pt x="29055" y="20696"/>
                      <a:pt x="28678" y="20696"/>
                    </a:cubicBezTo>
                    <a:cubicBezTo>
                      <a:pt x="28464" y="20696"/>
                      <a:pt x="28244" y="20745"/>
                      <a:pt x="28015" y="20867"/>
                    </a:cubicBezTo>
                    <a:cubicBezTo>
                      <a:pt x="27324" y="21238"/>
                      <a:pt x="26572" y="21439"/>
                      <a:pt x="25783" y="21477"/>
                    </a:cubicBezTo>
                    <a:cubicBezTo>
                      <a:pt x="25743" y="21479"/>
                      <a:pt x="25703" y="21480"/>
                      <a:pt x="25664" y="21480"/>
                    </a:cubicBezTo>
                    <a:cubicBezTo>
                      <a:pt x="25333" y="21480"/>
                      <a:pt x="25021" y="21414"/>
                      <a:pt x="24749" y="21199"/>
                    </a:cubicBezTo>
                    <a:cubicBezTo>
                      <a:pt x="24547" y="21036"/>
                      <a:pt x="24471" y="20835"/>
                      <a:pt x="24498" y="20579"/>
                    </a:cubicBezTo>
                    <a:cubicBezTo>
                      <a:pt x="24564" y="20062"/>
                      <a:pt x="24558" y="20062"/>
                      <a:pt x="24030" y="19969"/>
                    </a:cubicBezTo>
                    <a:cubicBezTo>
                      <a:pt x="23910" y="19947"/>
                      <a:pt x="23796" y="19931"/>
                      <a:pt x="23676" y="19915"/>
                    </a:cubicBezTo>
                    <a:cubicBezTo>
                      <a:pt x="22865" y="19795"/>
                      <a:pt x="22103" y="19523"/>
                      <a:pt x="21335" y="19240"/>
                    </a:cubicBezTo>
                    <a:cubicBezTo>
                      <a:pt x="21085" y="19147"/>
                      <a:pt x="20916" y="18946"/>
                      <a:pt x="20954" y="18668"/>
                    </a:cubicBezTo>
                    <a:cubicBezTo>
                      <a:pt x="20988" y="18440"/>
                      <a:pt x="21159" y="18431"/>
                      <a:pt x="21328" y="18431"/>
                    </a:cubicBezTo>
                    <a:cubicBezTo>
                      <a:pt x="21342" y="18431"/>
                      <a:pt x="21356" y="18431"/>
                      <a:pt x="21370" y="18431"/>
                    </a:cubicBezTo>
                    <a:cubicBezTo>
                      <a:pt x="21405" y="18431"/>
                      <a:pt x="21439" y="18431"/>
                      <a:pt x="21471" y="18428"/>
                    </a:cubicBezTo>
                    <a:cubicBezTo>
                      <a:pt x="21836" y="18401"/>
                      <a:pt x="22201" y="18385"/>
                      <a:pt x="22544" y="18238"/>
                    </a:cubicBezTo>
                    <a:cubicBezTo>
                      <a:pt x="22914" y="18080"/>
                      <a:pt x="23132" y="17770"/>
                      <a:pt x="23344" y="17465"/>
                    </a:cubicBezTo>
                    <a:cubicBezTo>
                      <a:pt x="23627" y="17053"/>
                      <a:pt x="23992" y="16864"/>
                      <a:pt x="24430" y="16864"/>
                    </a:cubicBezTo>
                    <a:cubicBezTo>
                      <a:pt x="24547" y="16864"/>
                      <a:pt x="24670" y="16878"/>
                      <a:pt x="24798" y="16904"/>
                    </a:cubicBezTo>
                    <a:cubicBezTo>
                      <a:pt x="25467" y="17046"/>
                      <a:pt x="26121" y="17247"/>
                      <a:pt x="26736" y="17557"/>
                    </a:cubicBezTo>
                    <a:cubicBezTo>
                      <a:pt x="27051" y="17715"/>
                      <a:pt x="27356" y="17900"/>
                      <a:pt x="27699" y="17987"/>
                    </a:cubicBezTo>
                    <a:cubicBezTo>
                      <a:pt x="27941" y="18051"/>
                      <a:pt x="28178" y="18088"/>
                      <a:pt x="28406" y="18088"/>
                    </a:cubicBezTo>
                    <a:cubicBezTo>
                      <a:pt x="28866" y="18088"/>
                      <a:pt x="29293" y="17938"/>
                      <a:pt x="29665" y="17552"/>
                    </a:cubicBezTo>
                    <a:cubicBezTo>
                      <a:pt x="29948" y="17258"/>
                      <a:pt x="30291" y="17089"/>
                      <a:pt x="30688" y="17040"/>
                    </a:cubicBezTo>
                    <a:cubicBezTo>
                      <a:pt x="31216" y="16980"/>
                      <a:pt x="31733" y="16855"/>
                      <a:pt x="32261" y="16790"/>
                    </a:cubicBezTo>
                    <a:cubicBezTo>
                      <a:pt x="33334" y="16648"/>
                      <a:pt x="34161" y="16153"/>
                      <a:pt x="34613" y="15108"/>
                    </a:cubicBezTo>
                    <a:cubicBezTo>
                      <a:pt x="34934" y="14367"/>
                      <a:pt x="35245" y="13611"/>
                      <a:pt x="35724" y="12941"/>
                    </a:cubicBezTo>
                    <a:cubicBezTo>
                      <a:pt x="35811" y="12821"/>
                      <a:pt x="35893" y="12674"/>
                      <a:pt x="35909" y="12527"/>
                    </a:cubicBezTo>
                    <a:cubicBezTo>
                      <a:pt x="35985" y="11836"/>
                      <a:pt x="36350" y="11237"/>
                      <a:pt x="36546" y="10584"/>
                    </a:cubicBezTo>
                    <a:cubicBezTo>
                      <a:pt x="36666" y="10181"/>
                      <a:pt x="36911" y="9865"/>
                      <a:pt x="37297" y="9642"/>
                    </a:cubicBezTo>
                    <a:cubicBezTo>
                      <a:pt x="37885" y="9310"/>
                      <a:pt x="38489" y="9021"/>
                      <a:pt x="39121" y="8798"/>
                    </a:cubicBezTo>
                    <a:cubicBezTo>
                      <a:pt x="39213" y="8765"/>
                      <a:pt x="39300" y="8738"/>
                      <a:pt x="39377" y="8678"/>
                    </a:cubicBezTo>
                    <a:cubicBezTo>
                      <a:pt x="39426" y="8646"/>
                      <a:pt x="39475" y="8602"/>
                      <a:pt x="39464" y="8537"/>
                    </a:cubicBezTo>
                    <a:cubicBezTo>
                      <a:pt x="39458" y="8466"/>
                      <a:pt x="39398" y="8450"/>
                      <a:pt x="39339" y="8433"/>
                    </a:cubicBezTo>
                    <a:cubicBezTo>
                      <a:pt x="39273" y="8412"/>
                      <a:pt x="39202" y="8412"/>
                      <a:pt x="39132" y="8406"/>
                    </a:cubicBezTo>
                    <a:cubicBezTo>
                      <a:pt x="38157" y="8330"/>
                      <a:pt x="37177" y="8373"/>
                      <a:pt x="36203" y="8319"/>
                    </a:cubicBezTo>
                    <a:cubicBezTo>
                      <a:pt x="36105" y="8314"/>
                      <a:pt x="36008" y="8311"/>
                      <a:pt x="35912" y="8311"/>
                    </a:cubicBezTo>
                    <a:cubicBezTo>
                      <a:pt x="34976" y="8311"/>
                      <a:pt x="34095" y="8544"/>
                      <a:pt x="33236" y="8880"/>
                    </a:cubicBezTo>
                    <a:cubicBezTo>
                      <a:pt x="32962" y="8987"/>
                      <a:pt x="32701" y="9055"/>
                      <a:pt x="32444" y="9055"/>
                    </a:cubicBezTo>
                    <a:cubicBezTo>
                      <a:pt x="32180" y="9055"/>
                      <a:pt x="31922" y="8983"/>
                      <a:pt x="31663" y="8809"/>
                    </a:cubicBezTo>
                    <a:cubicBezTo>
                      <a:pt x="31482" y="8688"/>
                      <a:pt x="31212" y="8631"/>
                      <a:pt x="30918" y="8631"/>
                    </a:cubicBezTo>
                    <a:cubicBezTo>
                      <a:pt x="30341" y="8631"/>
                      <a:pt x="29672" y="8848"/>
                      <a:pt x="29409" y="9212"/>
                    </a:cubicBezTo>
                    <a:cubicBezTo>
                      <a:pt x="28957" y="9832"/>
                      <a:pt x="28255" y="10252"/>
                      <a:pt x="27993" y="11036"/>
                    </a:cubicBezTo>
                    <a:cubicBezTo>
                      <a:pt x="27863" y="11428"/>
                      <a:pt x="27536" y="11711"/>
                      <a:pt x="27084" y="11721"/>
                    </a:cubicBezTo>
                    <a:cubicBezTo>
                      <a:pt x="26594" y="11732"/>
                      <a:pt x="26164" y="11907"/>
                      <a:pt x="25756" y="12152"/>
                    </a:cubicBezTo>
                    <a:cubicBezTo>
                      <a:pt x="25467" y="12326"/>
                      <a:pt x="25152" y="12418"/>
                      <a:pt x="24825" y="12473"/>
                    </a:cubicBezTo>
                    <a:cubicBezTo>
                      <a:pt x="24794" y="12479"/>
                      <a:pt x="24763" y="12482"/>
                      <a:pt x="24733" y="12482"/>
                    </a:cubicBezTo>
                    <a:cubicBezTo>
                      <a:pt x="24622" y="12482"/>
                      <a:pt x="24516" y="12441"/>
                      <a:pt x="24444" y="12348"/>
                    </a:cubicBezTo>
                    <a:cubicBezTo>
                      <a:pt x="24335" y="12211"/>
                      <a:pt x="24400" y="12075"/>
                      <a:pt x="24466" y="11950"/>
                    </a:cubicBezTo>
                    <a:cubicBezTo>
                      <a:pt x="24602" y="11694"/>
                      <a:pt x="24814" y="11509"/>
                      <a:pt x="25032" y="11324"/>
                    </a:cubicBezTo>
                    <a:cubicBezTo>
                      <a:pt x="25375" y="11030"/>
                      <a:pt x="25614" y="10682"/>
                      <a:pt x="25625" y="10208"/>
                    </a:cubicBezTo>
                    <a:cubicBezTo>
                      <a:pt x="25636" y="9522"/>
                      <a:pt x="25919" y="8907"/>
                      <a:pt x="26170" y="8292"/>
                    </a:cubicBezTo>
                    <a:cubicBezTo>
                      <a:pt x="26289" y="8216"/>
                      <a:pt x="26093" y="8069"/>
                      <a:pt x="26240" y="7998"/>
                    </a:cubicBezTo>
                    <a:cubicBezTo>
                      <a:pt x="25859" y="7693"/>
                      <a:pt x="25582" y="7290"/>
                      <a:pt x="25211" y="6969"/>
                    </a:cubicBezTo>
                    <a:cubicBezTo>
                      <a:pt x="25152" y="6914"/>
                      <a:pt x="25081" y="6871"/>
                      <a:pt x="25010" y="6833"/>
                    </a:cubicBezTo>
                    <a:cubicBezTo>
                      <a:pt x="24881" y="6766"/>
                      <a:pt x="24775" y="6731"/>
                      <a:pt x="24682" y="6731"/>
                    </a:cubicBezTo>
                    <a:cubicBezTo>
                      <a:pt x="24521" y="6731"/>
                      <a:pt x="24404" y="6838"/>
                      <a:pt x="24297" y="7067"/>
                    </a:cubicBezTo>
                    <a:cubicBezTo>
                      <a:pt x="24182" y="7312"/>
                      <a:pt x="24068" y="7557"/>
                      <a:pt x="23932" y="7791"/>
                    </a:cubicBezTo>
                    <a:cubicBezTo>
                      <a:pt x="23769" y="8079"/>
                      <a:pt x="23584" y="8346"/>
                      <a:pt x="23295" y="8537"/>
                    </a:cubicBezTo>
                    <a:cubicBezTo>
                      <a:pt x="22936" y="8782"/>
                      <a:pt x="22604" y="9065"/>
                      <a:pt x="22299" y="9375"/>
                    </a:cubicBezTo>
                    <a:cubicBezTo>
                      <a:pt x="21930" y="9749"/>
                      <a:pt x="21482" y="9912"/>
                      <a:pt x="20972" y="9912"/>
                    </a:cubicBezTo>
                    <a:cubicBezTo>
                      <a:pt x="20932" y="9912"/>
                      <a:pt x="20892" y="9911"/>
                      <a:pt x="20851" y="9909"/>
                    </a:cubicBezTo>
                    <a:cubicBezTo>
                      <a:pt x="20426" y="9979"/>
                      <a:pt x="20002" y="10045"/>
                      <a:pt x="19577" y="10116"/>
                    </a:cubicBezTo>
                    <a:cubicBezTo>
                      <a:pt x="19408" y="10306"/>
                      <a:pt x="19201" y="10448"/>
                      <a:pt x="18967" y="10529"/>
                    </a:cubicBezTo>
                    <a:cubicBezTo>
                      <a:pt x="18455" y="10709"/>
                      <a:pt x="18036" y="11019"/>
                      <a:pt x="17655" y="11400"/>
                    </a:cubicBezTo>
                    <a:cubicBezTo>
                      <a:pt x="17307" y="11743"/>
                      <a:pt x="16860" y="11917"/>
                      <a:pt x="16398" y="11999"/>
                    </a:cubicBezTo>
                    <a:cubicBezTo>
                      <a:pt x="16344" y="12009"/>
                      <a:pt x="16293" y="12013"/>
                      <a:pt x="16244" y="12013"/>
                    </a:cubicBezTo>
                    <a:cubicBezTo>
                      <a:pt x="15839" y="12013"/>
                      <a:pt x="15553" y="11716"/>
                      <a:pt x="15233" y="11493"/>
                    </a:cubicBezTo>
                    <a:cubicBezTo>
                      <a:pt x="15848" y="11389"/>
                      <a:pt x="16289" y="11057"/>
                      <a:pt x="16686" y="10638"/>
                    </a:cubicBezTo>
                    <a:cubicBezTo>
                      <a:pt x="16833" y="10480"/>
                      <a:pt x="17007" y="10355"/>
                      <a:pt x="17198" y="10257"/>
                    </a:cubicBezTo>
                    <a:cubicBezTo>
                      <a:pt x="17655" y="10012"/>
                      <a:pt x="18080" y="9718"/>
                      <a:pt x="18499" y="9408"/>
                    </a:cubicBezTo>
                    <a:cubicBezTo>
                      <a:pt x="19081" y="8983"/>
                      <a:pt x="19686" y="8575"/>
                      <a:pt x="20415" y="8461"/>
                    </a:cubicBezTo>
                    <a:cubicBezTo>
                      <a:pt x="21025" y="8363"/>
                      <a:pt x="21373" y="8014"/>
                      <a:pt x="21575" y="7453"/>
                    </a:cubicBezTo>
                    <a:cubicBezTo>
                      <a:pt x="21695" y="7110"/>
                      <a:pt x="21907" y="6827"/>
                      <a:pt x="22223" y="6642"/>
                    </a:cubicBezTo>
                    <a:cubicBezTo>
                      <a:pt x="22745" y="6337"/>
                      <a:pt x="23213" y="5962"/>
                      <a:pt x="23654" y="5553"/>
                    </a:cubicBezTo>
                    <a:cubicBezTo>
                      <a:pt x="24025" y="5205"/>
                      <a:pt x="24471" y="4944"/>
                      <a:pt x="24809" y="4563"/>
                    </a:cubicBezTo>
                    <a:cubicBezTo>
                      <a:pt x="25135" y="4192"/>
                      <a:pt x="25086" y="3931"/>
                      <a:pt x="24629" y="3757"/>
                    </a:cubicBezTo>
                    <a:cubicBezTo>
                      <a:pt x="24155" y="3583"/>
                      <a:pt x="23682" y="3370"/>
                      <a:pt x="23186" y="3289"/>
                    </a:cubicBezTo>
                    <a:cubicBezTo>
                      <a:pt x="22315" y="3153"/>
                      <a:pt x="21667" y="2679"/>
                      <a:pt x="21063" y="2091"/>
                    </a:cubicBezTo>
                    <a:lnTo>
                      <a:pt x="21063" y="2091"/>
                    </a:lnTo>
                    <a:cubicBezTo>
                      <a:pt x="21183" y="2151"/>
                      <a:pt x="21268" y="2285"/>
                      <a:pt x="21407" y="2285"/>
                    </a:cubicBezTo>
                    <a:cubicBezTo>
                      <a:pt x="21432" y="2285"/>
                      <a:pt x="21459" y="2281"/>
                      <a:pt x="21488" y="2271"/>
                    </a:cubicBezTo>
                    <a:cubicBezTo>
                      <a:pt x="21412" y="1993"/>
                      <a:pt x="21270" y="1764"/>
                      <a:pt x="20998" y="1634"/>
                    </a:cubicBezTo>
                    <a:cubicBezTo>
                      <a:pt x="20969" y="1623"/>
                      <a:pt x="20942" y="1619"/>
                      <a:pt x="20918" y="1619"/>
                    </a:cubicBezTo>
                    <a:cubicBezTo>
                      <a:pt x="20812" y="1619"/>
                      <a:pt x="20738" y="1701"/>
                      <a:pt x="20649" y="1754"/>
                    </a:cubicBezTo>
                    <a:cubicBezTo>
                      <a:pt x="20268" y="1988"/>
                      <a:pt x="19974" y="2320"/>
                      <a:pt x="19708" y="2516"/>
                    </a:cubicBezTo>
                    <a:cubicBezTo>
                      <a:pt x="20018" y="2254"/>
                      <a:pt x="20393" y="1901"/>
                      <a:pt x="20791" y="1568"/>
                    </a:cubicBezTo>
                    <a:cubicBezTo>
                      <a:pt x="21205" y="1231"/>
                      <a:pt x="21428" y="757"/>
                      <a:pt x="21684" y="305"/>
                    </a:cubicBezTo>
                    <a:cubicBezTo>
                      <a:pt x="21733" y="218"/>
                      <a:pt x="21803" y="93"/>
                      <a:pt x="21695" y="22"/>
                    </a:cubicBezTo>
                    <a:cubicBezTo>
                      <a:pt x="21670" y="7"/>
                      <a:pt x="21647" y="0"/>
                      <a:pt x="21625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1" name="Google Shape;1031;p28"/>
              <p:cNvSpPr/>
              <p:nvPr/>
            </p:nvSpPr>
            <p:spPr>
              <a:xfrm>
                <a:off x="5751540" y="2150777"/>
                <a:ext cx="516077" cy="680957"/>
              </a:xfrm>
              <a:custGeom>
                <a:rect b="b" l="l" r="r" t="t"/>
                <a:pathLst>
                  <a:path extrusionOk="0" h="11436" w="8667">
                    <a:moveTo>
                      <a:pt x="0" y="1"/>
                    </a:moveTo>
                    <a:lnTo>
                      <a:pt x="0" y="1"/>
                    </a:lnTo>
                    <a:cubicBezTo>
                      <a:pt x="109" y="251"/>
                      <a:pt x="272" y="469"/>
                      <a:pt x="299" y="736"/>
                    </a:cubicBezTo>
                    <a:cubicBezTo>
                      <a:pt x="713" y="1650"/>
                      <a:pt x="746" y="2630"/>
                      <a:pt x="779" y="3599"/>
                    </a:cubicBezTo>
                    <a:cubicBezTo>
                      <a:pt x="817" y="4998"/>
                      <a:pt x="1138" y="6321"/>
                      <a:pt x="1802" y="7541"/>
                    </a:cubicBezTo>
                    <a:cubicBezTo>
                      <a:pt x="2722" y="9245"/>
                      <a:pt x="4072" y="10486"/>
                      <a:pt x="5950" y="11085"/>
                    </a:cubicBezTo>
                    <a:cubicBezTo>
                      <a:pt x="6021" y="11096"/>
                      <a:pt x="6092" y="11090"/>
                      <a:pt x="6157" y="11112"/>
                    </a:cubicBezTo>
                    <a:cubicBezTo>
                      <a:pt x="6870" y="11319"/>
                      <a:pt x="7600" y="11417"/>
                      <a:pt x="8340" y="11428"/>
                    </a:cubicBezTo>
                    <a:cubicBezTo>
                      <a:pt x="8382" y="11428"/>
                      <a:pt x="8427" y="11435"/>
                      <a:pt x="8473" y="11435"/>
                    </a:cubicBezTo>
                    <a:cubicBezTo>
                      <a:pt x="8542" y="11435"/>
                      <a:pt x="8611" y="11418"/>
                      <a:pt x="8667" y="11330"/>
                    </a:cubicBezTo>
                    <a:cubicBezTo>
                      <a:pt x="8084" y="11243"/>
                      <a:pt x="7513" y="11155"/>
                      <a:pt x="6941" y="11068"/>
                    </a:cubicBezTo>
                    <a:cubicBezTo>
                      <a:pt x="6680" y="11008"/>
                      <a:pt x="6413" y="10970"/>
                      <a:pt x="6157" y="10889"/>
                    </a:cubicBezTo>
                    <a:cubicBezTo>
                      <a:pt x="3669" y="10083"/>
                      <a:pt x="2140" y="8357"/>
                      <a:pt x="1356" y="5897"/>
                    </a:cubicBezTo>
                    <a:cubicBezTo>
                      <a:pt x="953" y="4644"/>
                      <a:pt x="1062" y="3338"/>
                      <a:pt x="866" y="2069"/>
                    </a:cubicBezTo>
                    <a:cubicBezTo>
                      <a:pt x="768" y="1460"/>
                      <a:pt x="610" y="877"/>
                      <a:pt x="354" y="322"/>
                    </a:cubicBezTo>
                    <a:cubicBezTo>
                      <a:pt x="289" y="180"/>
                      <a:pt x="212" y="22"/>
                      <a:pt x="0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2" name="Google Shape;1032;p28"/>
              <p:cNvSpPr/>
              <p:nvPr/>
            </p:nvSpPr>
            <p:spPr>
              <a:xfrm>
                <a:off x="6751559" y="103043"/>
                <a:ext cx="1823804" cy="2664162"/>
              </a:xfrm>
              <a:custGeom>
                <a:rect b="b" l="l" r="r" t="t"/>
                <a:pathLst>
                  <a:path extrusionOk="0" h="44742" w="30629">
                    <a:moveTo>
                      <a:pt x="17805" y="0"/>
                    </a:moveTo>
                    <a:cubicBezTo>
                      <a:pt x="17367" y="0"/>
                      <a:pt x="16931" y="22"/>
                      <a:pt x="16502" y="114"/>
                    </a:cubicBezTo>
                    <a:cubicBezTo>
                      <a:pt x="15886" y="251"/>
                      <a:pt x="15298" y="490"/>
                      <a:pt x="14694" y="681"/>
                    </a:cubicBezTo>
                    <a:cubicBezTo>
                      <a:pt x="14559" y="725"/>
                      <a:pt x="14422" y="766"/>
                      <a:pt x="14288" y="766"/>
                    </a:cubicBezTo>
                    <a:cubicBezTo>
                      <a:pt x="14174" y="766"/>
                      <a:pt x="14061" y="736"/>
                      <a:pt x="13954" y="653"/>
                    </a:cubicBezTo>
                    <a:cubicBezTo>
                      <a:pt x="13580" y="372"/>
                      <a:pt x="13189" y="254"/>
                      <a:pt x="12803" y="254"/>
                    </a:cubicBezTo>
                    <a:cubicBezTo>
                      <a:pt x="12390" y="254"/>
                      <a:pt x="11981" y="388"/>
                      <a:pt x="11602" y="599"/>
                    </a:cubicBezTo>
                    <a:cubicBezTo>
                      <a:pt x="10774" y="1062"/>
                      <a:pt x="10176" y="1824"/>
                      <a:pt x="9675" y="2635"/>
                    </a:cubicBezTo>
                    <a:cubicBezTo>
                      <a:pt x="9495" y="2973"/>
                      <a:pt x="9256" y="3256"/>
                      <a:pt x="8913" y="3430"/>
                    </a:cubicBezTo>
                    <a:cubicBezTo>
                      <a:pt x="8314" y="3462"/>
                      <a:pt x="7791" y="3740"/>
                      <a:pt x="7247" y="3947"/>
                    </a:cubicBezTo>
                    <a:cubicBezTo>
                      <a:pt x="7029" y="4029"/>
                      <a:pt x="6800" y="4089"/>
                      <a:pt x="6577" y="4159"/>
                    </a:cubicBezTo>
                    <a:cubicBezTo>
                      <a:pt x="6525" y="4177"/>
                      <a:pt x="6484" y="4185"/>
                      <a:pt x="6451" y="4185"/>
                    </a:cubicBezTo>
                    <a:cubicBezTo>
                      <a:pt x="6345" y="4185"/>
                      <a:pt x="6339" y="4095"/>
                      <a:pt x="6397" y="3952"/>
                    </a:cubicBezTo>
                    <a:cubicBezTo>
                      <a:pt x="6501" y="3686"/>
                      <a:pt x="6724" y="3528"/>
                      <a:pt x="6926" y="3348"/>
                    </a:cubicBezTo>
                    <a:cubicBezTo>
                      <a:pt x="7285" y="3032"/>
                      <a:pt x="7611" y="2679"/>
                      <a:pt x="7617" y="2172"/>
                    </a:cubicBezTo>
                    <a:cubicBezTo>
                      <a:pt x="7622" y="1742"/>
                      <a:pt x="7704" y="1334"/>
                      <a:pt x="7818" y="926"/>
                    </a:cubicBezTo>
                    <a:cubicBezTo>
                      <a:pt x="7889" y="681"/>
                      <a:pt x="8003" y="441"/>
                      <a:pt x="7993" y="180"/>
                    </a:cubicBezTo>
                    <a:cubicBezTo>
                      <a:pt x="7972" y="161"/>
                      <a:pt x="7951" y="152"/>
                      <a:pt x="7932" y="152"/>
                    </a:cubicBezTo>
                    <a:cubicBezTo>
                      <a:pt x="7908" y="152"/>
                      <a:pt x="7888" y="168"/>
                      <a:pt x="7878" y="196"/>
                    </a:cubicBezTo>
                    <a:cubicBezTo>
                      <a:pt x="7671" y="757"/>
                      <a:pt x="7366" y="1301"/>
                      <a:pt x="7366" y="1906"/>
                    </a:cubicBezTo>
                    <a:cubicBezTo>
                      <a:pt x="7372" y="2461"/>
                      <a:pt x="7149" y="2847"/>
                      <a:pt x="6746" y="3179"/>
                    </a:cubicBezTo>
                    <a:cubicBezTo>
                      <a:pt x="6555" y="3332"/>
                      <a:pt x="6354" y="3490"/>
                      <a:pt x="6240" y="3718"/>
                    </a:cubicBezTo>
                    <a:cubicBezTo>
                      <a:pt x="6147" y="3898"/>
                      <a:pt x="5978" y="4094"/>
                      <a:pt x="6152" y="4301"/>
                    </a:cubicBezTo>
                    <a:cubicBezTo>
                      <a:pt x="6260" y="4423"/>
                      <a:pt x="6395" y="4475"/>
                      <a:pt x="6546" y="4475"/>
                    </a:cubicBezTo>
                    <a:cubicBezTo>
                      <a:pt x="6617" y="4475"/>
                      <a:pt x="6691" y="4463"/>
                      <a:pt x="6768" y="4442"/>
                    </a:cubicBezTo>
                    <a:cubicBezTo>
                      <a:pt x="7633" y="4208"/>
                      <a:pt x="8385" y="3680"/>
                      <a:pt x="9315" y="3582"/>
                    </a:cubicBezTo>
                    <a:cubicBezTo>
                      <a:pt x="9740" y="3544"/>
                      <a:pt x="9914" y="3016"/>
                      <a:pt x="10072" y="2624"/>
                    </a:cubicBezTo>
                    <a:cubicBezTo>
                      <a:pt x="10192" y="2325"/>
                      <a:pt x="10377" y="2091"/>
                      <a:pt x="10627" y="1911"/>
                    </a:cubicBezTo>
                    <a:cubicBezTo>
                      <a:pt x="10807" y="1786"/>
                      <a:pt x="10960" y="1639"/>
                      <a:pt x="11052" y="1448"/>
                    </a:cubicBezTo>
                    <a:cubicBezTo>
                      <a:pt x="11302" y="940"/>
                      <a:pt x="12057" y="614"/>
                      <a:pt x="12732" y="614"/>
                    </a:cubicBezTo>
                    <a:cubicBezTo>
                      <a:pt x="13040" y="614"/>
                      <a:pt x="13332" y="683"/>
                      <a:pt x="13551" y="833"/>
                    </a:cubicBezTo>
                    <a:cubicBezTo>
                      <a:pt x="13786" y="991"/>
                      <a:pt x="14023" y="1057"/>
                      <a:pt x="14267" y="1057"/>
                    </a:cubicBezTo>
                    <a:cubicBezTo>
                      <a:pt x="14492" y="1057"/>
                      <a:pt x="14723" y="1001"/>
                      <a:pt x="14961" y="909"/>
                    </a:cubicBezTo>
                    <a:cubicBezTo>
                      <a:pt x="15494" y="702"/>
                      <a:pt x="16044" y="512"/>
                      <a:pt x="16605" y="398"/>
                    </a:cubicBezTo>
                    <a:cubicBezTo>
                      <a:pt x="17016" y="312"/>
                      <a:pt x="17431" y="289"/>
                      <a:pt x="17848" y="289"/>
                    </a:cubicBezTo>
                    <a:cubicBezTo>
                      <a:pt x="18302" y="289"/>
                      <a:pt x="18758" y="316"/>
                      <a:pt x="19213" y="316"/>
                    </a:cubicBezTo>
                    <a:cubicBezTo>
                      <a:pt x="19888" y="321"/>
                      <a:pt x="20557" y="376"/>
                      <a:pt x="21232" y="403"/>
                    </a:cubicBezTo>
                    <a:cubicBezTo>
                      <a:pt x="21221" y="539"/>
                      <a:pt x="21129" y="523"/>
                      <a:pt x="21069" y="545"/>
                    </a:cubicBezTo>
                    <a:cubicBezTo>
                      <a:pt x="20356" y="784"/>
                      <a:pt x="19675" y="1105"/>
                      <a:pt x="19017" y="1475"/>
                    </a:cubicBezTo>
                    <a:cubicBezTo>
                      <a:pt x="18744" y="1628"/>
                      <a:pt x="18538" y="1835"/>
                      <a:pt x="18418" y="2101"/>
                    </a:cubicBezTo>
                    <a:cubicBezTo>
                      <a:pt x="18205" y="2591"/>
                      <a:pt x="17971" y="3098"/>
                      <a:pt x="17846" y="3609"/>
                    </a:cubicBezTo>
                    <a:cubicBezTo>
                      <a:pt x="17677" y="4295"/>
                      <a:pt x="17449" y="4927"/>
                      <a:pt x="17024" y="5493"/>
                    </a:cubicBezTo>
                    <a:cubicBezTo>
                      <a:pt x="16904" y="5651"/>
                      <a:pt x="16834" y="5847"/>
                      <a:pt x="16763" y="6032"/>
                    </a:cubicBezTo>
                    <a:cubicBezTo>
                      <a:pt x="16600" y="6462"/>
                      <a:pt x="16382" y="6870"/>
                      <a:pt x="16180" y="7279"/>
                    </a:cubicBezTo>
                    <a:cubicBezTo>
                      <a:pt x="15854" y="7921"/>
                      <a:pt x="15320" y="8297"/>
                      <a:pt x="14629" y="8455"/>
                    </a:cubicBezTo>
                    <a:cubicBezTo>
                      <a:pt x="14139" y="8563"/>
                      <a:pt x="13643" y="8667"/>
                      <a:pt x="13148" y="8732"/>
                    </a:cubicBezTo>
                    <a:cubicBezTo>
                      <a:pt x="12408" y="8825"/>
                      <a:pt x="11716" y="8961"/>
                      <a:pt x="11194" y="9565"/>
                    </a:cubicBezTo>
                    <a:cubicBezTo>
                      <a:pt x="10987" y="9799"/>
                      <a:pt x="10666" y="9848"/>
                      <a:pt x="10350" y="9875"/>
                    </a:cubicBezTo>
                    <a:cubicBezTo>
                      <a:pt x="10291" y="9880"/>
                      <a:pt x="10233" y="9883"/>
                      <a:pt x="10175" y="9883"/>
                    </a:cubicBezTo>
                    <a:cubicBezTo>
                      <a:pt x="9718" y="9883"/>
                      <a:pt x="9303" y="9733"/>
                      <a:pt x="8902" y="9511"/>
                    </a:cubicBezTo>
                    <a:cubicBezTo>
                      <a:pt x="8281" y="9162"/>
                      <a:pt x="7611" y="8945"/>
                      <a:pt x="6931" y="8754"/>
                    </a:cubicBezTo>
                    <a:cubicBezTo>
                      <a:pt x="6704" y="8692"/>
                      <a:pt x="6487" y="8657"/>
                      <a:pt x="6283" y="8657"/>
                    </a:cubicBezTo>
                    <a:cubicBezTo>
                      <a:pt x="5757" y="8657"/>
                      <a:pt x="5313" y="8885"/>
                      <a:pt x="4987" y="9445"/>
                    </a:cubicBezTo>
                    <a:cubicBezTo>
                      <a:pt x="4971" y="9467"/>
                      <a:pt x="4955" y="9484"/>
                      <a:pt x="4938" y="9500"/>
                    </a:cubicBezTo>
                    <a:cubicBezTo>
                      <a:pt x="4666" y="9903"/>
                      <a:pt x="4312" y="10142"/>
                      <a:pt x="3801" y="10169"/>
                    </a:cubicBezTo>
                    <a:cubicBezTo>
                      <a:pt x="3545" y="10186"/>
                      <a:pt x="3289" y="10218"/>
                      <a:pt x="3033" y="10235"/>
                    </a:cubicBezTo>
                    <a:cubicBezTo>
                      <a:pt x="2701" y="10251"/>
                      <a:pt x="2608" y="10404"/>
                      <a:pt x="2679" y="10725"/>
                    </a:cubicBezTo>
                    <a:cubicBezTo>
                      <a:pt x="2755" y="11062"/>
                      <a:pt x="3011" y="11187"/>
                      <a:pt x="3294" y="11291"/>
                    </a:cubicBezTo>
                    <a:cubicBezTo>
                      <a:pt x="4280" y="11645"/>
                      <a:pt x="5281" y="11922"/>
                      <a:pt x="6332" y="12015"/>
                    </a:cubicBezTo>
                    <a:cubicBezTo>
                      <a:pt x="6098" y="12810"/>
                      <a:pt x="6234" y="13147"/>
                      <a:pt x="6860" y="13365"/>
                    </a:cubicBezTo>
                    <a:cubicBezTo>
                      <a:pt x="7058" y="13433"/>
                      <a:pt x="7265" y="13470"/>
                      <a:pt x="7476" y="13470"/>
                    </a:cubicBezTo>
                    <a:cubicBezTo>
                      <a:pt x="7503" y="13470"/>
                      <a:pt x="7530" y="13470"/>
                      <a:pt x="7557" y="13469"/>
                    </a:cubicBezTo>
                    <a:cubicBezTo>
                      <a:pt x="8341" y="13420"/>
                      <a:pt x="9103" y="13267"/>
                      <a:pt x="9784" y="12881"/>
                    </a:cubicBezTo>
                    <a:cubicBezTo>
                      <a:pt x="10030" y="12742"/>
                      <a:pt x="10265" y="12687"/>
                      <a:pt x="10494" y="12687"/>
                    </a:cubicBezTo>
                    <a:cubicBezTo>
                      <a:pt x="10848" y="12687"/>
                      <a:pt x="11187" y="12817"/>
                      <a:pt x="11531" y="12962"/>
                    </a:cubicBezTo>
                    <a:cubicBezTo>
                      <a:pt x="11798" y="13077"/>
                      <a:pt x="11885" y="13398"/>
                      <a:pt x="11700" y="13561"/>
                    </a:cubicBezTo>
                    <a:cubicBezTo>
                      <a:pt x="11303" y="13899"/>
                      <a:pt x="11101" y="14372"/>
                      <a:pt x="10829" y="14791"/>
                    </a:cubicBezTo>
                    <a:cubicBezTo>
                      <a:pt x="10687" y="15015"/>
                      <a:pt x="10633" y="15265"/>
                      <a:pt x="10720" y="15537"/>
                    </a:cubicBezTo>
                    <a:cubicBezTo>
                      <a:pt x="11079" y="16664"/>
                      <a:pt x="11232" y="17791"/>
                      <a:pt x="10845" y="18956"/>
                    </a:cubicBezTo>
                    <a:cubicBezTo>
                      <a:pt x="10704" y="19375"/>
                      <a:pt x="10758" y="19838"/>
                      <a:pt x="10965" y="20263"/>
                    </a:cubicBezTo>
                    <a:cubicBezTo>
                      <a:pt x="11123" y="20584"/>
                      <a:pt x="11150" y="20943"/>
                      <a:pt x="11161" y="21297"/>
                    </a:cubicBezTo>
                    <a:cubicBezTo>
                      <a:pt x="11165" y="21447"/>
                      <a:pt x="11125" y="21533"/>
                      <a:pt x="10999" y="21533"/>
                    </a:cubicBezTo>
                    <a:cubicBezTo>
                      <a:pt x="10965" y="21533"/>
                      <a:pt x="10925" y="21527"/>
                      <a:pt x="10878" y="21515"/>
                    </a:cubicBezTo>
                    <a:cubicBezTo>
                      <a:pt x="10426" y="21390"/>
                      <a:pt x="9969" y="21292"/>
                      <a:pt x="9511" y="21188"/>
                    </a:cubicBezTo>
                    <a:cubicBezTo>
                      <a:pt x="9456" y="21174"/>
                      <a:pt x="9397" y="21135"/>
                      <a:pt x="9341" y="21135"/>
                    </a:cubicBezTo>
                    <a:cubicBezTo>
                      <a:pt x="9310" y="21135"/>
                      <a:pt x="9279" y="21148"/>
                      <a:pt x="9250" y="21183"/>
                    </a:cubicBezTo>
                    <a:cubicBezTo>
                      <a:pt x="9158" y="21286"/>
                      <a:pt x="9256" y="21379"/>
                      <a:pt x="9294" y="21471"/>
                    </a:cubicBezTo>
                    <a:cubicBezTo>
                      <a:pt x="9315" y="21536"/>
                      <a:pt x="9354" y="21602"/>
                      <a:pt x="9408" y="21651"/>
                    </a:cubicBezTo>
                    <a:cubicBezTo>
                      <a:pt x="9925" y="22135"/>
                      <a:pt x="10323" y="22723"/>
                      <a:pt x="10785" y="23257"/>
                    </a:cubicBezTo>
                    <a:cubicBezTo>
                      <a:pt x="11172" y="23709"/>
                      <a:pt x="11640" y="24106"/>
                      <a:pt x="11988" y="24580"/>
                    </a:cubicBezTo>
                    <a:cubicBezTo>
                      <a:pt x="12604" y="25418"/>
                      <a:pt x="12985" y="26393"/>
                      <a:pt x="13268" y="27394"/>
                    </a:cubicBezTo>
                    <a:cubicBezTo>
                      <a:pt x="13388" y="27835"/>
                      <a:pt x="13486" y="28309"/>
                      <a:pt x="13415" y="28853"/>
                    </a:cubicBezTo>
                    <a:cubicBezTo>
                      <a:pt x="13143" y="28472"/>
                      <a:pt x="12930" y="28140"/>
                      <a:pt x="12642" y="27884"/>
                    </a:cubicBezTo>
                    <a:cubicBezTo>
                      <a:pt x="12484" y="27739"/>
                      <a:pt x="12307" y="27575"/>
                      <a:pt x="12097" y="27575"/>
                    </a:cubicBezTo>
                    <a:cubicBezTo>
                      <a:pt x="12032" y="27575"/>
                      <a:pt x="11963" y="27591"/>
                      <a:pt x="11890" y="27628"/>
                    </a:cubicBezTo>
                    <a:cubicBezTo>
                      <a:pt x="11368" y="27895"/>
                      <a:pt x="10818" y="27830"/>
                      <a:pt x="10268" y="27851"/>
                    </a:cubicBezTo>
                    <a:cubicBezTo>
                      <a:pt x="10252" y="27852"/>
                      <a:pt x="10237" y="27852"/>
                      <a:pt x="10221" y="27852"/>
                    </a:cubicBezTo>
                    <a:cubicBezTo>
                      <a:pt x="9976" y="27852"/>
                      <a:pt x="9772" y="27771"/>
                      <a:pt x="9588" y="27617"/>
                    </a:cubicBezTo>
                    <a:cubicBezTo>
                      <a:pt x="9359" y="27416"/>
                      <a:pt x="9125" y="27220"/>
                      <a:pt x="8853" y="27068"/>
                    </a:cubicBezTo>
                    <a:cubicBezTo>
                      <a:pt x="8016" y="26613"/>
                      <a:pt x="7155" y="26392"/>
                      <a:pt x="6268" y="26392"/>
                    </a:cubicBezTo>
                    <a:cubicBezTo>
                      <a:pt x="5775" y="26392"/>
                      <a:pt x="5274" y="26460"/>
                      <a:pt x="4764" y="26594"/>
                    </a:cubicBezTo>
                    <a:cubicBezTo>
                      <a:pt x="4498" y="26659"/>
                      <a:pt x="4356" y="26790"/>
                      <a:pt x="4372" y="27084"/>
                    </a:cubicBezTo>
                    <a:cubicBezTo>
                      <a:pt x="4389" y="27302"/>
                      <a:pt x="4427" y="27509"/>
                      <a:pt x="4519" y="27699"/>
                    </a:cubicBezTo>
                    <a:cubicBezTo>
                      <a:pt x="4672" y="28020"/>
                      <a:pt x="4835" y="28331"/>
                      <a:pt x="5004" y="28641"/>
                    </a:cubicBezTo>
                    <a:cubicBezTo>
                      <a:pt x="5091" y="28804"/>
                      <a:pt x="5091" y="28913"/>
                      <a:pt x="4922" y="29022"/>
                    </a:cubicBezTo>
                    <a:cubicBezTo>
                      <a:pt x="4644" y="29207"/>
                      <a:pt x="4563" y="29490"/>
                      <a:pt x="4514" y="29806"/>
                    </a:cubicBezTo>
                    <a:cubicBezTo>
                      <a:pt x="4400" y="30612"/>
                      <a:pt x="4846" y="31118"/>
                      <a:pt x="5407" y="31575"/>
                    </a:cubicBezTo>
                    <a:cubicBezTo>
                      <a:pt x="5859" y="31940"/>
                      <a:pt x="6310" y="32305"/>
                      <a:pt x="6822" y="32724"/>
                    </a:cubicBezTo>
                    <a:cubicBezTo>
                      <a:pt x="6754" y="32724"/>
                      <a:pt x="6688" y="32723"/>
                      <a:pt x="6622" y="32723"/>
                    </a:cubicBezTo>
                    <a:cubicBezTo>
                      <a:pt x="6235" y="32723"/>
                      <a:pt x="5896" y="32747"/>
                      <a:pt x="5701" y="33078"/>
                    </a:cubicBezTo>
                    <a:cubicBezTo>
                      <a:pt x="5374" y="33644"/>
                      <a:pt x="4857" y="33905"/>
                      <a:pt x="4274" y="34101"/>
                    </a:cubicBezTo>
                    <a:cubicBezTo>
                      <a:pt x="3735" y="34281"/>
                      <a:pt x="3300" y="34597"/>
                      <a:pt x="3017" y="35114"/>
                    </a:cubicBezTo>
                    <a:cubicBezTo>
                      <a:pt x="2821" y="35484"/>
                      <a:pt x="2772" y="35870"/>
                      <a:pt x="2755" y="36268"/>
                    </a:cubicBezTo>
                    <a:cubicBezTo>
                      <a:pt x="2723" y="36899"/>
                      <a:pt x="2603" y="37052"/>
                      <a:pt x="2015" y="37210"/>
                    </a:cubicBezTo>
                    <a:cubicBezTo>
                      <a:pt x="1552" y="37335"/>
                      <a:pt x="1068" y="37373"/>
                      <a:pt x="600" y="37466"/>
                    </a:cubicBezTo>
                    <a:cubicBezTo>
                      <a:pt x="180" y="37547"/>
                      <a:pt x="1" y="37798"/>
                      <a:pt x="110" y="38200"/>
                    </a:cubicBezTo>
                    <a:cubicBezTo>
                      <a:pt x="366" y="39121"/>
                      <a:pt x="828" y="39943"/>
                      <a:pt x="1492" y="40623"/>
                    </a:cubicBezTo>
                    <a:cubicBezTo>
                      <a:pt x="2118" y="41255"/>
                      <a:pt x="2701" y="41913"/>
                      <a:pt x="3120" y="42697"/>
                    </a:cubicBezTo>
                    <a:cubicBezTo>
                      <a:pt x="3414" y="43258"/>
                      <a:pt x="3670" y="43840"/>
                      <a:pt x="3948" y="44418"/>
                    </a:cubicBezTo>
                    <a:cubicBezTo>
                      <a:pt x="3928" y="44422"/>
                      <a:pt x="3910" y="44424"/>
                      <a:pt x="3893" y="44424"/>
                    </a:cubicBezTo>
                    <a:cubicBezTo>
                      <a:pt x="3798" y="44424"/>
                      <a:pt x="3733" y="44361"/>
                      <a:pt x="3654" y="44361"/>
                    </a:cubicBezTo>
                    <a:cubicBezTo>
                      <a:pt x="3635" y="44361"/>
                      <a:pt x="3615" y="44365"/>
                      <a:pt x="3594" y="44374"/>
                    </a:cubicBezTo>
                    <a:cubicBezTo>
                      <a:pt x="3790" y="44548"/>
                      <a:pt x="4084" y="44521"/>
                      <a:pt x="4263" y="44722"/>
                    </a:cubicBezTo>
                    <a:cubicBezTo>
                      <a:pt x="4274" y="44735"/>
                      <a:pt x="4291" y="44741"/>
                      <a:pt x="4309" y="44741"/>
                    </a:cubicBezTo>
                    <a:cubicBezTo>
                      <a:pt x="4336" y="44741"/>
                      <a:pt x="4367" y="44727"/>
                      <a:pt x="4383" y="44701"/>
                    </a:cubicBezTo>
                    <a:cubicBezTo>
                      <a:pt x="4438" y="44624"/>
                      <a:pt x="4394" y="44559"/>
                      <a:pt x="4351" y="44510"/>
                    </a:cubicBezTo>
                    <a:cubicBezTo>
                      <a:pt x="3833" y="43911"/>
                      <a:pt x="3594" y="43155"/>
                      <a:pt x="3196" y="42490"/>
                    </a:cubicBezTo>
                    <a:cubicBezTo>
                      <a:pt x="3224" y="42387"/>
                      <a:pt x="3186" y="42300"/>
                      <a:pt x="3137" y="42218"/>
                    </a:cubicBezTo>
                    <a:cubicBezTo>
                      <a:pt x="2794" y="41641"/>
                      <a:pt x="2396" y="41091"/>
                      <a:pt x="1890" y="40645"/>
                    </a:cubicBezTo>
                    <a:cubicBezTo>
                      <a:pt x="1226" y="40068"/>
                      <a:pt x="839" y="39322"/>
                      <a:pt x="523" y="38527"/>
                    </a:cubicBezTo>
                    <a:cubicBezTo>
                      <a:pt x="322" y="38015"/>
                      <a:pt x="458" y="37847"/>
                      <a:pt x="1013" y="37792"/>
                    </a:cubicBezTo>
                    <a:cubicBezTo>
                      <a:pt x="1433" y="37754"/>
                      <a:pt x="1857" y="37705"/>
                      <a:pt x="2265" y="37574"/>
                    </a:cubicBezTo>
                    <a:cubicBezTo>
                      <a:pt x="2859" y="37384"/>
                      <a:pt x="3120" y="37090"/>
                      <a:pt x="3115" y="36469"/>
                    </a:cubicBezTo>
                    <a:cubicBezTo>
                      <a:pt x="3104" y="35370"/>
                      <a:pt x="3599" y="34678"/>
                      <a:pt x="4639" y="34368"/>
                    </a:cubicBezTo>
                    <a:cubicBezTo>
                      <a:pt x="4677" y="34357"/>
                      <a:pt x="4704" y="34341"/>
                      <a:pt x="4742" y="34330"/>
                    </a:cubicBezTo>
                    <a:cubicBezTo>
                      <a:pt x="5194" y="34156"/>
                      <a:pt x="5575" y="33894"/>
                      <a:pt x="5837" y="33475"/>
                    </a:cubicBezTo>
                    <a:cubicBezTo>
                      <a:pt x="5988" y="33233"/>
                      <a:pt x="6192" y="33103"/>
                      <a:pt x="6477" y="33103"/>
                    </a:cubicBezTo>
                    <a:cubicBezTo>
                      <a:pt x="6499" y="33103"/>
                      <a:pt x="6521" y="33103"/>
                      <a:pt x="6544" y="33105"/>
                    </a:cubicBezTo>
                    <a:cubicBezTo>
                      <a:pt x="6625" y="33111"/>
                      <a:pt x="6705" y="33114"/>
                      <a:pt x="6785" y="33114"/>
                    </a:cubicBezTo>
                    <a:cubicBezTo>
                      <a:pt x="6928" y="33114"/>
                      <a:pt x="7071" y="33104"/>
                      <a:pt x="7214" y="33083"/>
                    </a:cubicBezTo>
                    <a:cubicBezTo>
                      <a:pt x="7312" y="33067"/>
                      <a:pt x="7454" y="33105"/>
                      <a:pt x="7486" y="32980"/>
                    </a:cubicBezTo>
                    <a:cubicBezTo>
                      <a:pt x="7519" y="32860"/>
                      <a:pt x="7410" y="32789"/>
                      <a:pt x="7328" y="32724"/>
                    </a:cubicBezTo>
                    <a:cubicBezTo>
                      <a:pt x="6806" y="32321"/>
                      <a:pt x="6327" y="31864"/>
                      <a:pt x="5799" y="31466"/>
                    </a:cubicBezTo>
                    <a:cubicBezTo>
                      <a:pt x="5543" y="31270"/>
                      <a:pt x="5314" y="31047"/>
                      <a:pt x="5113" y="30802"/>
                    </a:cubicBezTo>
                    <a:cubicBezTo>
                      <a:pt x="4737" y="30334"/>
                      <a:pt x="4742" y="29719"/>
                      <a:pt x="5118" y="29349"/>
                    </a:cubicBezTo>
                    <a:cubicBezTo>
                      <a:pt x="5526" y="28951"/>
                      <a:pt x="5537" y="28842"/>
                      <a:pt x="5249" y="28352"/>
                    </a:cubicBezTo>
                    <a:cubicBezTo>
                      <a:pt x="5080" y="28053"/>
                      <a:pt x="4906" y="27759"/>
                      <a:pt x="4797" y="27432"/>
                    </a:cubicBezTo>
                    <a:cubicBezTo>
                      <a:pt x="4688" y="27100"/>
                      <a:pt x="4764" y="26980"/>
                      <a:pt x="5096" y="26899"/>
                    </a:cubicBezTo>
                    <a:cubicBezTo>
                      <a:pt x="5524" y="26791"/>
                      <a:pt x="5947" y="26735"/>
                      <a:pt x="6360" y="26735"/>
                    </a:cubicBezTo>
                    <a:cubicBezTo>
                      <a:pt x="7257" y="26735"/>
                      <a:pt x="8109" y="26997"/>
                      <a:pt x="8869" y="27552"/>
                    </a:cubicBezTo>
                    <a:cubicBezTo>
                      <a:pt x="9425" y="27960"/>
                      <a:pt x="9948" y="28195"/>
                      <a:pt x="10565" y="28195"/>
                    </a:cubicBezTo>
                    <a:cubicBezTo>
                      <a:pt x="10697" y="28195"/>
                      <a:pt x="10834" y="28184"/>
                      <a:pt x="10976" y="28162"/>
                    </a:cubicBezTo>
                    <a:cubicBezTo>
                      <a:pt x="11232" y="28118"/>
                      <a:pt x="11493" y="28124"/>
                      <a:pt x="11738" y="28020"/>
                    </a:cubicBezTo>
                    <a:cubicBezTo>
                      <a:pt x="11886" y="27957"/>
                      <a:pt x="11995" y="27923"/>
                      <a:pt x="12089" y="27923"/>
                    </a:cubicBezTo>
                    <a:cubicBezTo>
                      <a:pt x="12244" y="27923"/>
                      <a:pt x="12357" y="28014"/>
                      <a:pt x="12533" y="28211"/>
                    </a:cubicBezTo>
                    <a:cubicBezTo>
                      <a:pt x="12767" y="28467"/>
                      <a:pt x="12952" y="28755"/>
                      <a:pt x="13126" y="29049"/>
                    </a:cubicBezTo>
                    <a:cubicBezTo>
                      <a:pt x="13190" y="29154"/>
                      <a:pt x="13274" y="29244"/>
                      <a:pt x="13399" y="29244"/>
                    </a:cubicBezTo>
                    <a:cubicBezTo>
                      <a:pt x="13423" y="29244"/>
                      <a:pt x="13448" y="29241"/>
                      <a:pt x="13475" y="29234"/>
                    </a:cubicBezTo>
                    <a:cubicBezTo>
                      <a:pt x="13622" y="29191"/>
                      <a:pt x="13698" y="29071"/>
                      <a:pt x="13725" y="28919"/>
                    </a:cubicBezTo>
                    <a:cubicBezTo>
                      <a:pt x="13747" y="28826"/>
                      <a:pt x="13741" y="28733"/>
                      <a:pt x="13747" y="28641"/>
                    </a:cubicBezTo>
                    <a:cubicBezTo>
                      <a:pt x="13774" y="27465"/>
                      <a:pt x="13328" y="26425"/>
                      <a:pt x="12832" y="25407"/>
                    </a:cubicBezTo>
                    <a:cubicBezTo>
                      <a:pt x="12625" y="24983"/>
                      <a:pt x="12435" y="24542"/>
                      <a:pt x="12086" y="24209"/>
                    </a:cubicBezTo>
                    <a:cubicBezTo>
                      <a:pt x="11264" y="23415"/>
                      <a:pt x="10595" y="22489"/>
                      <a:pt x="9811" y="21607"/>
                    </a:cubicBezTo>
                    <a:lnTo>
                      <a:pt x="9811" y="21607"/>
                    </a:lnTo>
                    <a:cubicBezTo>
                      <a:pt x="10197" y="21673"/>
                      <a:pt x="10546" y="21787"/>
                      <a:pt x="10900" y="21836"/>
                    </a:cubicBezTo>
                    <a:cubicBezTo>
                      <a:pt x="10956" y="21843"/>
                      <a:pt x="11007" y="21846"/>
                      <a:pt x="11053" y="21846"/>
                    </a:cubicBezTo>
                    <a:cubicBezTo>
                      <a:pt x="11341" y="21846"/>
                      <a:pt x="11453" y="21710"/>
                      <a:pt x="11477" y="21368"/>
                    </a:cubicBezTo>
                    <a:cubicBezTo>
                      <a:pt x="11509" y="20954"/>
                      <a:pt x="11433" y="20567"/>
                      <a:pt x="11270" y="20192"/>
                    </a:cubicBezTo>
                    <a:cubicBezTo>
                      <a:pt x="11068" y="19724"/>
                      <a:pt x="11058" y="19239"/>
                      <a:pt x="11199" y="18771"/>
                    </a:cubicBezTo>
                    <a:cubicBezTo>
                      <a:pt x="11466" y="17867"/>
                      <a:pt x="11493" y="16969"/>
                      <a:pt x="11166" y="16098"/>
                    </a:cubicBezTo>
                    <a:cubicBezTo>
                      <a:pt x="10911" y="15401"/>
                      <a:pt x="11068" y="14835"/>
                      <a:pt x="11493" y="14285"/>
                    </a:cubicBezTo>
                    <a:cubicBezTo>
                      <a:pt x="11596" y="14144"/>
                      <a:pt x="11727" y="14024"/>
                      <a:pt x="11847" y="13893"/>
                    </a:cubicBezTo>
                    <a:cubicBezTo>
                      <a:pt x="12228" y="13496"/>
                      <a:pt x="12184" y="12946"/>
                      <a:pt x="11689" y="12717"/>
                    </a:cubicBezTo>
                    <a:cubicBezTo>
                      <a:pt x="11298" y="12534"/>
                      <a:pt x="10900" y="12358"/>
                      <a:pt x="10480" y="12358"/>
                    </a:cubicBezTo>
                    <a:cubicBezTo>
                      <a:pt x="10250" y="12358"/>
                      <a:pt x="10013" y="12410"/>
                      <a:pt x="9767" y="12543"/>
                    </a:cubicBezTo>
                    <a:cubicBezTo>
                      <a:pt x="9087" y="12908"/>
                      <a:pt x="8336" y="13087"/>
                      <a:pt x="7562" y="13136"/>
                    </a:cubicBezTo>
                    <a:cubicBezTo>
                      <a:pt x="7525" y="13138"/>
                      <a:pt x="7487" y="13140"/>
                      <a:pt x="7450" y="13140"/>
                    </a:cubicBezTo>
                    <a:cubicBezTo>
                      <a:pt x="7187" y="13140"/>
                      <a:pt x="6939" y="13085"/>
                      <a:pt x="6730" y="12913"/>
                    </a:cubicBezTo>
                    <a:cubicBezTo>
                      <a:pt x="6588" y="12804"/>
                      <a:pt x="6485" y="12663"/>
                      <a:pt x="6593" y="12489"/>
                    </a:cubicBezTo>
                    <a:cubicBezTo>
                      <a:pt x="6635" y="12420"/>
                      <a:pt x="6685" y="12396"/>
                      <a:pt x="6738" y="12396"/>
                    </a:cubicBezTo>
                    <a:cubicBezTo>
                      <a:pt x="6812" y="12396"/>
                      <a:pt x="6893" y="12441"/>
                      <a:pt x="6969" y="12472"/>
                    </a:cubicBezTo>
                    <a:cubicBezTo>
                      <a:pt x="7068" y="12517"/>
                      <a:pt x="7157" y="12539"/>
                      <a:pt x="7235" y="12539"/>
                    </a:cubicBezTo>
                    <a:cubicBezTo>
                      <a:pt x="7375" y="12539"/>
                      <a:pt x="7477" y="12467"/>
                      <a:pt x="7530" y="12331"/>
                    </a:cubicBezTo>
                    <a:cubicBezTo>
                      <a:pt x="7617" y="12129"/>
                      <a:pt x="7497" y="11912"/>
                      <a:pt x="7230" y="11814"/>
                    </a:cubicBezTo>
                    <a:cubicBezTo>
                      <a:pt x="6996" y="11726"/>
                      <a:pt x="6751" y="11705"/>
                      <a:pt x="6501" y="11683"/>
                    </a:cubicBezTo>
                    <a:cubicBezTo>
                      <a:pt x="5439" y="11596"/>
                      <a:pt x="4405" y="11362"/>
                      <a:pt x="3420" y="10948"/>
                    </a:cubicBezTo>
                    <a:cubicBezTo>
                      <a:pt x="3294" y="10899"/>
                      <a:pt x="3098" y="10850"/>
                      <a:pt x="3137" y="10687"/>
                    </a:cubicBezTo>
                    <a:cubicBezTo>
                      <a:pt x="3154" y="10608"/>
                      <a:pt x="3216" y="10592"/>
                      <a:pt x="3288" y="10592"/>
                    </a:cubicBezTo>
                    <a:cubicBezTo>
                      <a:pt x="3341" y="10592"/>
                      <a:pt x="3400" y="10601"/>
                      <a:pt x="3450" y="10601"/>
                    </a:cubicBezTo>
                    <a:cubicBezTo>
                      <a:pt x="3460" y="10601"/>
                      <a:pt x="3470" y="10600"/>
                      <a:pt x="3479" y="10600"/>
                    </a:cubicBezTo>
                    <a:cubicBezTo>
                      <a:pt x="4220" y="10540"/>
                      <a:pt x="4911" y="10387"/>
                      <a:pt x="5298" y="9652"/>
                    </a:cubicBezTo>
                    <a:cubicBezTo>
                      <a:pt x="5525" y="9219"/>
                      <a:pt x="5849" y="9049"/>
                      <a:pt x="6258" y="9049"/>
                    </a:cubicBezTo>
                    <a:cubicBezTo>
                      <a:pt x="6379" y="9049"/>
                      <a:pt x="6507" y="9064"/>
                      <a:pt x="6642" y="9092"/>
                    </a:cubicBezTo>
                    <a:cubicBezTo>
                      <a:pt x="7519" y="9266"/>
                      <a:pt x="8303" y="9674"/>
                      <a:pt x="9114" y="10028"/>
                    </a:cubicBezTo>
                    <a:cubicBezTo>
                      <a:pt x="9482" y="10189"/>
                      <a:pt x="9850" y="10282"/>
                      <a:pt x="10208" y="10282"/>
                    </a:cubicBezTo>
                    <a:cubicBezTo>
                      <a:pt x="10689" y="10282"/>
                      <a:pt x="11153" y="10114"/>
                      <a:pt x="11580" y="9712"/>
                    </a:cubicBezTo>
                    <a:cubicBezTo>
                      <a:pt x="11858" y="9456"/>
                      <a:pt x="12157" y="9228"/>
                      <a:pt x="12560" y="9190"/>
                    </a:cubicBezTo>
                    <a:cubicBezTo>
                      <a:pt x="13099" y="9141"/>
                      <a:pt x="13633" y="9026"/>
                      <a:pt x="14166" y="8945"/>
                    </a:cubicBezTo>
                    <a:cubicBezTo>
                      <a:pt x="14776" y="8847"/>
                      <a:pt x="15364" y="8661"/>
                      <a:pt x="15865" y="8275"/>
                    </a:cubicBezTo>
                    <a:cubicBezTo>
                      <a:pt x="15939" y="8220"/>
                      <a:pt x="16019" y="8163"/>
                      <a:pt x="16108" y="8163"/>
                    </a:cubicBezTo>
                    <a:cubicBezTo>
                      <a:pt x="16143" y="8163"/>
                      <a:pt x="16180" y="8172"/>
                      <a:pt x="16218" y="8193"/>
                    </a:cubicBezTo>
                    <a:cubicBezTo>
                      <a:pt x="16785" y="8504"/>
                      <a:pt x="17389" y="8765"/>
                      <a:pt x="17786" y="9315"/>
                    </a:cubicBezTo>
                    <a:cubicBezTo>
                      <a:pt x="18135" y="9794"/>
                      <a:pt x="18603" y="10110"/>
                      <a:pt x="19153" y="10338"/>
                    </a:cubicBezTo>
                    <a:cubicBezTo>
                      <a:pt x="19915" y="10654"/>
                      <a:pt x="20721" y="10872"/>
                      <a:pt x="21434" y="11291"/>
                    </a:cubicBezTo>
                    <a:cubicBezTo>
                      <a:pt x="22468" y="11906"/>
                      <a:pt x="23639" y="12026"/>
                      <a:pt x="24766" y="12293"/>
                    </a:cubicBezTo>
                    <a:cubicBezTo>
                      <a:pt x="25522" y="12472"/>
                      <a:pt x="26306" y="12510"/>
                      <a:pt x="27036" y="12815"/>
                    </a:cubicBezTo>
                    <a:cubicBezTo>
                      <a:pt x="27809" y="13136"/>
                      <a:pt x="28549" y="13528"/>
                      <a:pt x="29300" y="13893"/>
                    </a:cubicBezTo>
                    <a:cubicBezTo>
                      <a:pt x="29562" y="14013"/>
                      <a:pt x="29752" y="14231"/>
                      <a:pt x="29932" y="14454"/>
                    </a:cubicBezTo>
                    <a:cubicBezTo>
                      <a:pt x="29986" y="14514"/>
                      <a:pt x="30068" y="14574"/>
                      <a:pt x="30035" y="14661"/>
                    </a:cubicBezTo>
                    <a:cubicBezTo>
                      <a:pt x="30011" y="14722"/>
                      <a:pt x="29961" y="14730"/>
                      <a:pt x="29909" y="14730"/>
                    </a:cubicBezTo>
                    <a:cubicBezTo>
                      <a:pt x="29891" y="14730"/>
                      <a:pt x="29873" y="14729"/>
                      <a:pt x="29856" y="14729"/>
                    </a:cubicBezTo>
                    <a:cubicBezTo>
                      <a:pt x="29842" y="14729"/>
                      <a:pt x="29830" y="14730"/>
                      <a:pt x="29818" y="14732"/>
                    </a:cubicBezTo>
                    <a:cubicBezTo>
                      <a:pt x="29566" y="14761"/>
                      <a:pt x="29315" y="14774"/>
                      <a:pt x="29064" y="14774"/>
                    </a:cubicBezTo>
                    <a:cubicBezTo>
                      <a:pt x="28491" y="14774"/>
                      <a:pt x="27921" y="14708"/>
                      <a:pt x="27357" y="14628"/>
                    </a:cubicBezTo>
                    <a:cubicBezTo>
                      <a:pt x="27200" y="14605"/>
                      <a:pt x="27045" y="14593"/>
                      <a:pt x="26893" y="14593"/>
                    </a:cubicBezTo>
                    <a:cubicBezTo>
                      <a:pt x="25731" y="14593"/>
                      <a:pt x="24739" y="15259"/>
                      <a:pt x="24325" y="16381"/>
                    </a:cubicBezTo>
                    <a:cubicBezTo>
                      <a:pt x="24178" y="16768"/>
                      <a:pt x="23943" y="17040"/>
                      <a:pt x="23573" y="17230"/>
                    </a:cubicBezTo>
                    <a:cubicBezTo>
                      <a:pt x="23040" y="17508"/>
                      <a:pt x="22474" y="17704"/>
                      <a:pt x="21951" y="18009"/>
                    </a:cubicBezTo>
                    <a:cubicBezTo>
                      <a:pt x="21623" y="18200"/>
                      <a:pt x="21278" y="18315"/>
                      <a:pt x="20907" y="18315"/>
                    </a:cubicBezTo>
                    <a:cubicBezTo>
                      <a:pt x="20730" y="18315"/>
                      <a:pt x="20546" y="18288"/>
                      <a:pt x="20356" y="18232"/>
                    </a:cubicBezTo>
                    <a:cubicBezTo>
                      <a:pt x="19860" y="18085"/>
                      <a:pt x="19360" y="17987"/>
                      <a:pt x="18902" y="17709"/>
                    </a:cubicBezTo>
                    <a:cubicBezTo>
                      <a:pt x="18759" y="17622"/>
                      <a:pt x="18631" y="17580"/>
                      <a:pt x="18518" y="17580"/>
                    </a:cubicBezTo>
                    <a:cubicBezTo>
                      <a:pt x="18306" y="17580"/>
                      <a:pt x="18149" y="17730"/>
                      <a:pt x="18042" y="18014"/>
                    </a:cubicBezTo>
                    <a:cubicBezTo>
                      <a:pt x="17944" y="18281"/>
                      <a:pt x="17928" y="18542"/>
                      <a:pt x="18031" y="18809"/>
                    </a:cubicBezTo>
                    <a:cubicBezTo>
                      <a:pt x="18135" y="19076"/>
                      <a:pt x="18178" y="19359"/>
                      <a:pt x="18211" y="19637"/>
                    </a:cubicBezTo>
                    <a:cubicBezTo>
                      <a:pt x="18254" y="20039"/>
                      <a:pt x="18102" y="20224"/>
                      <a:pt x="17705" y="20273"/>
                    </a:cubicBezTo>
                    <a:cubicBezTo>
                      <a:pt x="17405" y="20306"/>
                      <a:pt x="17269" y="20453"/>
                      <a:pt x="17247" y="20758"/>
                    </a:cubicBezTo>
                    <a:cubicBezTo>
                      <a:pt x="17236" y="20900"/>
                      <a:pt x="17269" y="21041"/>
                      <a:pt x="17296" y="21177"/>
                    </a:cubicBezTo>
                    <a:cubicBezTo>
                      <a:pt x="17328" y="21346"/>
                      <a:pt x="17283" y="21413"/>
                      <a:pt x="17182" y="21413"/>
                    </a:cubicBezTo>
                    <a:cubicBezTo>
                      <a:pt x="17143" y="21413"/>
                      <a:pt x="17095" y="21402"/>
                      <a:pt x="17040" y="21384"/>
                    </a:cubicBezTo>
                    <a:cubicBezTo>
                      <a:pt x="16659" y="21259"/>
                      <a:pt x="16404" y="20987"/>
                      <a:pt x="16197" y="20660"/>
                    </a:cubicBezTo>
                    <a:cubicBezTo>
                      <a:pt x="16006" y="20361"/>
                      <a:pt x="15777" y="20094"/>
                      <a:pt x="15473" y="19898"/>
                    </a:cubicBezTo>
                    <a:cubicBezTo>
                      <a:pt x="15322" y="19802"/>
                      <a:pt x="15192" y="19753"/>
                      <a:pt x="15079" y="19753"/>
                    </a:cubicBezTo>
                    <a:cubicBezTo>
                      <a:pt x="14885" y="19753"/>
                      <a:pt x="14743" y="19896"/>
                      <a:pt x="14640" y="20192"/>
                    </a:cubicBezTo>
                    <a:cubicBezTo>
                      <a:pt x="14422" y="20829"/>
                      <a:pt x="14710" y="21585"/>
                      <a:pt x="15304" y="21934"/>
                    </a:cubicBezTo>
                    <a:cubicBezTo>
                      <a:pt x="15587" y="22097"/>
                      <a:pt x="15914" y="22233"/>
                      <a:pt x="16099" y="22511"/>
                    </a:cubicBezTo>
                    <a:cubicBezTo>
                      <a:pt x="16752" y="23485"/>
                      <a:pt x="17079" y="24542"/>
                      <a:pt x="16768" y="25728"/>
                    </a:cubicBezTo>
                    <a:cubicBezTo>
                      <a:pt x="16725" y="25897"/>
                      <a:pt x="16676" y="26066"/>
                      <a:pt x="16670" y="26246"/>
                    </a:cubicBezTo>
                    <a:cubicBezTo>
                      <a:pt x="16649" y="27209"/>
                      <a:pt x="16741" y="28151"/>
                      <a:pt x="17155" y="29044"/>
                    </a:cubicBezTo>
                    <a:cubicBezTo>
                      <a:pt x="17247" y="29245"/>
                      <a:pt x="17313" y="29463"/>
                      <a:pt x="17373" y="29675"/>
                    </a:cubicBezTo>
                    <a:cubicBezTo>
                      <a:pt x="17541" y="30296"/>
                      <a:pt x="17814" y="30867"/>
                      <a:pt x="18113" y="31434"/>
                    </a:cubicBezTo>
                    <a:cubicBezTo>
                      <a:pt x="18494" y="32130"/>
                      <a:pt x="19011" y="32735"/>
                      <a:pt x="19420" y="33410"/>
                    </a:cubicBezTo>
                    <a:cubicBezTo>
                      <a:pt x="19463" y="33491"/>
                      <a:pt x="19556" y="33573"/>
                      <a:pt x="19490" y="33666"/>
                    </a:cubicBezTo>
                    <a:cubicBezTo>
                      <a:pt x="19463" y="33704"/>
                      <a:pt x="19429" y="33716"/>
                      <a:pt x="19392" y="33716"/>
                    </a:cubicBezTo>
                    <a:cubicBezTo>
                      <a:pt x="19339" y="33716"/>
                      <a:pt x="19280" y="33692"/>
                      <a:pt x="19229" y="33682"/>
                    </a:cubicBezTo>
                    <a:cubicBezTo>
                      <a:pt x="18129" y="33459"/>
                      <a:pt x="17035" y="33219"/>
                      <a:pt x="15963" y="32904"/>
                    </a:cubicBezTo>
                    <a:cubicBezTo>
                      <a:pt x="15750" y="32844"/>
                      <a:pt x="15571" y="32729"/>
                      <a:pt x="15434" y="32561"/>
                    </a:cubicBezTo>
                    <a:cubicBezTo>
                      <a:pt x="14395" y="31254"/>
                      <a:pt x="12941" y="30590"/>
                      <a:pt x="11439" y="30018"/>
                    </a:cubicBezTo>
                    <a:cubicBezTo>
                      <a:pt x="10823" y="29779"/>
                      <a:pt x="10181" y="29615"/>
                      <a:pt x="9582" y="29321"/>
                    </a:cubicBezTo>
                    <a:cubicBezTo>
                      <a:pt x="9435" y="29251"/>
                      <a:pt x="9277" y="29191"/>
                      <a:pt x="9114" y="29180"/>
                    </a:cubicBezTo>
                    <a:cubicBezTo>
                      <a:pt x="9058" y="29177"/>
                      <a:pt x="9001" y="29174"/>
                      <a:pt x="8945" y="29174"/>
                    </a:cubicBezTo>
                    <a:cubicBezTo>
                      <a:pt x="8715" y="29174"/>
                      <a:pt x="8496" y="29218"/>
                      <a:pt x="8352" y="29441"/>
                    </a:cubicBezTo>
                    <a:cubicBezTo>
                      <a:pt x="8172" y="29708"/>
                      <a:pt x="8292" y="29964"/>
                      <a:pt x="8439" y="30203"/>
                    </a:cubicBezTo>
                    <a:cubicBezTo>
                      <a:pt x="8689" y="30617"/>
                      <a:pt x="8940" y="31031"/>
                      <a:pt x="9125" y="31477"/>
                    </a:cubicBezTo>
                    <a:cubicBezTo>
                      <a:pt x="9506" y="32370"/>
                      <a:pt x="9991" y="33208"/>
                      <a:pt x="10557" y="33992"/>
                    </a:cubicBezTo>
                    <a:cubicBezTo>
                      <a:pt x="10774" y="34303"/>
                      <a:pt x="10949" y="34640"/>
                      <a:pt x="11063" y="34999"/>
                    </a:cubicBezTo>
                    <a:cubicBezTo>
                      <a:pt x="11156" y="35283"/>
                      <a:pt x="11281" y="35544"/>
                      <a:pt x="11428" y="35805"/>
                    </a:cubicBezTo>
                    <a:cubicBezTo>
                      <a:pt x="11803" y="36475"/>
                      <a:pt x="12195" y="37133"/>
                      <a:pt x="12457" y="37787"/>
                    </a:cubicBezTo>
                    <a:cubicBezTo>
                      <a:pt x="11275" y="36344"/>
                      <a:pt x="9914" y="35027"/>
                      <a:pt x="8112" y="34237"/>
                    </a:cubicBezTo>
                    <a:cubicBezTo>
                      <a:pt x="7806" y="34104"/>
                      <a:pt x="7489" y="34022"/>
                      <a:pt x="7178" y="34022"/>
                    </a:cubicBezTo>
                    <a:cubicBezTo>
                      <a:pt x="6981" y="34022"/>
                      <a:pt x="6787" y="34055"/>
                      <a:pt x="6599" y="34128"/>
                    </a:cubicBezTo>
                    <a:cubicBezTo>
                      <a:pt x="5374" y="34602"/>
                      <a:pt x="4650" y="35528"/>
                      <a:pt x="4514" y="36834"/>
                    </a:cubicBezTo>
                    <a:cubicBezTo>
                      <a:pt x="4410" y="37847"/>
                      <a:pt x="4579" y="38848"/>
                      <a:pt x="5015" y="39768"/>
                    </a:cubicBezTo>
                    <a:cubicBezTo>
                      <a:pt x="5516" y="40830"/>
                      <a:pt x="5891" y="41930"/>
                      <a:pt x="6120" y="43078"/>
                    </a:cubicBezTo>
                    <a:cubicBezTo>
                      <a:pt x="6147" y="43209"/>
                      <a:pt x="6169" y="43340"/>
                      <a:pt x="6289" y="43416"/>
                    </a:cubicBezTo>
                    <a:cubicBezTo>
                      <a:pt x="6370" y="43508"/>
                      <a:pt x="6321" y="43672"/>
                      <a:pt x="6485" y="43737"/>
                    </a:cubicBezTo>
                    <a:cubicBezTo>
                      <a:pt x="6495" y="43617"/>
                      <a:pt x="6506" y="43508"/>
                      <a:pt x="6517" y="43405"/>
                    </a:cubicBezTo>
                    <a:cubicBezTo>
                      <a:pt x="6419" y="42572"/>
                      <a:pt x="6272" y="41755"/>
                      <a:pt x="5951" y="40971"/>
                    </a:cubicBezTo>
                    <a:cubicBezTo>
                      <a:pt x="5635" y="40193"/>
                      <a:pt x="5222" y="39453"/>
                      <a:pt x="5058" y="38609"/>
                    </a:cubicBezTo>
                    <a:cubicBezTo>
                      <a:pt x="4840" y="37487"/>
                      <a:pt x="4655" y="36382"/>
                      <a:pt x="5407" y="35359"/>
                    </a:cubicBezTo>
                    <a:cubicBezTo>
                      <a:pt x="5950" y="34620"/>
                      <a:pt x="6443" y="34280"/>
                      <a:pt x="7069" y="34280"/>
                    </a:cubicBezTo>
                    <a:cubicBezTo>
                      <a:pt x="7314" y="34280"/>
                      <a:pt x="7581" y="34332"/>
                      <a:pt x="7878" y="34433"/>
                    </a:cubicBezTo>
                    <a:cubicBezTo>
                      <a:pt x="8238" y="34558"/>
                      <a:pt x="8570" y="34776"/>
                      <a:pt x="8891" y="34994"/>
                    </a:cubicBezTo>
                    <a:cubicBezTo>
                      <a:pt x="10377" y="36001"/>
                      <a:pt x="11651" y="37221"/>
                      <a:pt x="12631" y="38739"/>
                    </a:cubicBezTo>
                    <a:cubicBezTo>
                      <a:pt x="12710" y="38860"/>
                      <a:pt x="12781" y="39028"/>
                      <a:pt x="12935" y="39028"/>
                    </a:cubicBezTo>
                    <a:cubicBezTo>
                      <a:pt x="12961" y="39028"/>
                      <a:pt x="12991" y="39023"/>
                      <a:pt x="13023" y="39012"/>
                    </a:cubicBezTo>
                    <a:cubicBezTo>
                      <a:pt x="13257" y="38930"/>
                      <a:pt x="13137" y="38712"/>
                      <a:pt x="13148" y="38549"/>
                    </a:cubicBezTo>
                    <a:cubicBezTo>
                      <a:pt x="13153" y="38494"/>
                      <a:pt x="13115" y="38435"/>
                      <a:pt x="13104" y="38380"/>
                    </a:cubicBezTo>
                    <a:cubicBezTo>
                      <a:pt x="12936" y="37689"/>
                      <a:pt x="12625" y="37057"/>
                      <a:pt x="12288" y="36442"/>
                    </a:cubicBezTo>
                    <a:cubicBezTo>
                      <a:pt x="11999" y="35914"/>
                      <a:pt x="11662" y="35413"/>
                      <a:pt x="11471" y="34847"/>
                    </a:cubicBezTo>
                    <a:cubicBezTo>
                      <a:pt x="11341" y="34466"/>
                      <a:pt x="11188" y="34090"/>
                      <a:pt x="10954" y="33775"/>
                    </a:cubicBezTo>
                    <a:cubicBezTo>
                      <a:pt x="10061" y="32566"/>
                      <a:pt x="9511" y="31161"/>
                      <a:pt x="8684" y="29920"/>
                    </a:cubicBezTo>
                    <a:cubicBezTo>
                      <a:pt x="8559" y="29724"/>
                      <a:pt x="8662" y="29528"/>
                      <a:pt x="8896" y="29479"/>
                    </a:cubicBezTo>
                    <a:cubicBezTo>
                      <a:pt x="8926" y="29473"/>
                      <a:pt x="8956" y="29470"/>
                      <a:pt x="8985" y="29470"/>
                    </a:cubicBezTo>
                    <a:cubicBezTo>
                      <a:pt x="9084" y="29470"/>
                      <a:pt x="9179" y="29503"/>
                      <a:pt x="9272" y="29545"/>
                    </a:cubicBezTo>
                    <a:cubicBezTo>
                      <a:pt x="10529" y="30111"/>
                      <a:pt x="11885" y="30427"/>
                      <a:pt x="13110" y="31091"/>
                    </a:cubicBezTo>
                    <a:cubicBezTo>
                      <a:pt x="13856" y="31494"/>
                      <a:pt x="14504" y="32000"/>
                      <a:pt x="15043" y="32642"/>
                    </a:cubicBezTo>
                    <a:cubicBezTo>
                      <a:pt x="15266" y="32909"/>
                      <a:pt x="15500" y="33138"/>
                      <a:pt x="15848" y="33241"/>
                    </a:cubicBezTo>
                    <a:cubicBezTo>
                      <a:pt x="17030" y="33595"/>
                      <a:pt x="18233" y="33862"/>
                      <a:pt x="19441" y="34090"/>
                    </a:cubicBezTo>
                    <a:cubicBezTo>
                      <a:pt x="19489" y="34099"/>
                      <a:pt x="19534" y="34104"/>
                      <a:pt x="19576" y="34104"/>
                    </a:cubicBezTo>
                    <a:cubicBezTo>
                      <a:pt x="19886" y="34104"/>
                      <a:pt x="20042" y="33866"/>
                      <a:pt x="19931" y="33535"/>
                    </a:cubicBezTo>
                    <a:cubicBezTo>
                      <a:pt x="19882" y="33393"/>
                      <a:pt x="19795" y="33263"/>
                      <a:pt x="19708" y="33138"/>
                    </a:cubicBezTo>
                    <a:cubicBezTo>
                      <a:pt x="19360" y="32620"/>
                      <a:pt x="18995" y="32114"/>
                      <a:pt x="18652" y="31597"/>
                    </a:cubicBezTo>
                    <a:cubicBezTo>
                      <a:pt x="17939" y="30524"/>
                      <a:pt x="17623" y="29283"/>
                      <a:pt x="17226" y="28086"/>
                    </a:cubicBezTo>
                    <a:cubicBezTo>
                      <a:pt x="16986" y="27356"/>
                      <a:pt x="16937" y="26556"/>
                      <a:pt x="17160" y="25788"/>
                    </a:cubicBezTo>
                    <a:cubicBezTo>
                      <a:pt x="17324" y="25228"/>
                      <a:pt x="17313" y="24678"/>
                      <a:pt x="17193" y="24117"/>
                    </a:cubicBezTo>
                    <a:cubicBezTo>
                      <a:pt x="16953" y="23006"/>
                      <a:pt x="16507" y="22054"/>
                      <a:pt x="15396" y="21542"/>
                    </a:cubicBezTo>
                    <a:cubicBezTo>
                      <a:pt x="15032" y="21379"/>
                      <a:pt x="14841" y="20622"/>
                      <a:pt x="15015" y="20246"/>
                    </a:cubicBezTo>
                    <a:cubicBezTo>
                      <a:pt x="15049" y="20172"/>
                      <a:pt x="15084" y="20132"/>
                      <a:pt x="15136" y="20132"/>
                    </a:cubicBezTo>
                    <a:cubicBezTo>
                      <a:pt x="15168" y="20132"/>
                      <a:pt x="15207" y="20148"/>
                      <a:pt x="15255" y="20181"/>
                    </a:cubicBezTo>
                    <a:cubicBezTo>
                      <a:pt x="15505" y="20361"/>
                      <a:pt x="15718" y="20573"/>
                      <a:pt x="15875" y="20845"/>
                    </a:cubicBezTo>
                    <a:cubicBezTo>
                      <a:pt x="16191" y="21395"/>
                      <a:pt x="16654" y="21743"/>
                      <a:pt x="17296" y="21825"/>
                    </a:cubicBezTo>
                    <a:cubicBezTo>
                      <a:pt x="17400" y="21836"/>
                      <a:pt x="17471" y="21874"/>
                      <a:pt x="17541" y="21945"/>
                    </a:cubicBezTo>
                    <a:cubicBezTo>
                      <a:pt x="17606" y="22001"/>
                      <a:pt x="17653" y="22107"/>
                      <a:pt x="17742" y="22107"/>
                    </a:cubicBezTo>
                    <a:cubicBezTo>
                      <a:pt x="17766" y="22107"/>
                      <a:pt x="17793" y="22099"/>
                      <a:pt x="17824" y="22081"/>
                    </a:cubicBezTo>
                    <a:cubicBezTo>
                      <a:pt x="17977" y="21988"/>
                      <a:pt x="17939" y="21836"/>
                      <a:pt x="17895" y="21700"/>
                    </a:cubicBezTo>
                    <a:cubicBezTo>
                      <a:pt x="17835" y="21509"/>
                      <a:pt x="17743" y="21330"/>
                      <a:pt x="17694" y="21139"/>
                    </a:cubicBezTo>
                    <a:cubicBezTo>
                      <a:pt x="17645" y="20916"/>
                      <a:pt x="17656" y="20736"/>
                      <a:pt x="17971" y="20687"/>
                    </a:cubicBezTo>
                    <a:cubicBezTo>
                      <a:pt x="18363" y="20633"/>
                      <a:pt x="18630" y="20246"/>
                      <a:pt x="18608" y="19860"/>
                    </a:cubicBezTo>
                    <a:cubicBezTo>
                      <a:pt x="18587" y="19446"/>
                      <a:pt x="18478" y="19054"/>
                      <a:pt x="18352" y="18662"/>
                    </a:cubicBezTo>
                    <a:cubicBezTo>
                      <a:pt x="18298" y="18482"/>
                      <a:pt x="18298" y="18319"/>
                      <a:pt x="18358" y="18145"/>
                    </a:cubicBezTo>
                    <a:cubicBezTo>
                      <a:pt x="18412" y="18001"/>
                      <a:pt x="18478" y="17924"/>
                      <a:pt x="18575" y="17924"/>
                    </a:cubicBezTo>
                    <a:cubicBezTo>
                      <a:pt x="18626" y="17924"/>
                      <a:pt x="18685" y="17944"/>
                      <a:pt x="18755" y="17987"/>
                    </a:cubicBezTo>
                    <a:cubicBezTo>
                      <a:pt x="19387" y="18379"/>
                      <a:pt x="20078" y="18570"/>
                      <a:pt x="20808" y="18673"/>
                    </a:cubicBezTo>
                    <a:cubicBezTo>
                      <a:pt x="20874" y="18683"/>
                      <a:pt x="20937" y="18688"/>
                      <a:pt x="20998" y="18688"/>
                    </a:cubicBezTo>
                    <a:cubicBezTo>
                      <a:pt x="21192" y="18688"/>
                      <a:pt x="21363" y="18640"/>
                      <a:pt x="21554" y="18570"/>
                    </a:cubicBezTo>
                    <a:cubicBezTo>
                      <a:pt x="22109" y="18374"/>
                      <a:pt x="22588" y="18036"/>
                      <a:pt x="23143" y="17829"/>
                    </a:cubicBezTo>
                    <a:cubicBezTo>
                      <a:pt x="23742" y="17600"/>
                      <a:pt x="24428" y="17366"/>
                      <a:pt x="24602" y="16626"/>
                    </a:cubicBezTo>
                    <a:cubicBezTo>
                      <a:pt x="24874" y="15505"/>
                      <a:pt x="26003" y="14946"/>
                      <a:pt x="26981" y="14946"/>
                    </a:cubicBezTo>
                    <a:cubicBezTo>
                      <a:pt x="27100" y="14946"/>
                      <a:pt x="27217" y="14955"/>
                      <a:pt x="27330" y="14971"/>
                    </a:cubicBezTo>
                    <a:cubicBezTo>
                      <a:pt x="28184" y="15096"/>
                      <a:pt x="29044" y="15107"/>
                      <a:pt x="29905" y="15107"/>
                    </a:cubicBezTo>
                    <a:cubicBezTo>
                      <a:pt x="29915" y="15108"/>
                      <a:pt x="29926" y="15108"/>
                      <a:pt x="29936" y="15108"/>
                    </a:cubicBezTo>
                    <a:cubicBezTo>
                      <a:pt x="30071" y="15108"/>
                      <a:pt x="30197" y="15076"/>
                      <a:pt x="30313" y="15025"/>
                    </a:cubicBezTo>
                    <a:cubicBezTo>
                      <a:pt x="30552" y="14917"/>
                      <a:pt x="30629" y="14737"/>
                      <a:pt x="30460" y="14519"/>
                    </a:cubicBezTo>
                    <a:cubicBezTo>
                      <a:pt x="30161" y="14127"/>
                      <a:pt x="29861" y="13730"/>
                      <a:pt x="29393" y="13512"/>
                    </a:cubicBezTo>
                    <a:cubicBezTo>
                      <a:pt x="28718" y="13191"/>
                      <a:pt x="28043" y="12870"/>
                      <a:pt x="27357" y="12554"/>
                    </a:cubicBezTo>
                    <a:cubicBezTo>
                      <a:pt x="26671" y="12244"/>
                      <a:pt x="25941" y="12091"/>
                      <a:pt x="25190" y="11982"/>
                    </a:cubicBezTo>
                    <a:cubicBezTo>
                      <a:pt x="24243" y="11841"/>
                      <a:pt x="23263" y="11699"/>
                      <a:pt x="22392" y="11318"/>
                    </a:cubicBezTo>
                    <a:cubicBezTo>
                      <a:pt x="21260" y="10812"/>
                      <a:pt x="20116" y="10333"/>
                      <a:pt x="18984" y="9832"/>
                    </a:cubicBezTo>
                    <a:cubicBezTo>
                      <a:pt x="18608" y="9669"/>
                      <a:pt x="18309" y="9396"/>
                      <a:pt x="18091" y="9053"/>
                    </a:cubicBezTo>
                    <a:cubicBezTo>
                      <a:pt x="17966" y="8847"/>
                      <a:pt x="17803" y="8683"/>
                      <a:pt x="17612" y="8542"/>
                    </a:cubicBezTo>
                    <a:cubicBezTo>
                      <a:pt x="17236" y="8253"/>
                      <a:pt x="16823" y="8041"/>
                      <a:pt x="16382" y="7872"/>
                    </a:cubicBezTo>
                    <a:cubicBezTo>
                      <a:pt x="16316" y="7845"/>
                      <a:pt x="16153" y="7872"/>
                      <a:pt x="16257" y="7682"/>
                    </a:cubicBezTo>
                    <a:cubicBezTo>
                      <a:pt x="16649" y="6936"/>
                      <a:pt x="17019" y="6174"/>
                      <a:pt x="17411" y="5422"/>
                    </a:cubicBezTo>
                    <a:cubicBezTo>
                      <a:pt x="17569" y="5112"/>
                      <a:pt x="17852" y="4856"/>
                      <a:pt x="17895" y="4497"/>
                    </a:cubicBezTo>
                    <a:cubicBezTo>
                      <a:pt x="17993" y="3789"/>
                      <a:pt x="18342" y="3174"/>
                      <a:pt x="18543" y="2504"/>
                    </a:cubicBezTo>
                    <a:cubicBezTo>
                      <a:pt x="18657" y="2134"/>
                      <a:pt x="18891" y="1867"/>
                      <a:pt x="19245" y="1666"/>
                    </a:cubicBezTo>
                    <a:cubicBezTo>
                      <a:pt x="20040" y="1203"/>
                      <a:pt x="20911" y="926"/>
                      <a:pt x="21760" y="599"/>
                    </a:cubicBezTo>
                    <a:cubicBezTo>
                      <a:pt x="21891" y="550"/>
                      <a:pt x="22071" y="528"/>
                      <a:pt x="22033" y="343"/>
                    </a:cubicBezTo>
                    <a:cubicBezTo>
                      <a:pt x="21995" y="180"/>
                      <a:pt x="21815" y="191"/>
                      <a:pt x="21679" y="174"/>
                    </a:cubicBezTo>
                    <a:cubicBezTo>
                      <a:pt x="20797" y="87"/>
                      <a:pt x="19920" y="16"/>
                      <a:pt x="19038" y="16"/>
                    </a:cubicBezTo>
                    <a:cubicBezTo>
                      <a:pt x="19012" y="17"/>
                      <a:pt x="18985" y="17"/>
                      <a:pt x="18959" y="17"/>
                    </a:cubicBezTo>
                    <a:cubicBezTo>
                      <a:pt x="18574" y="17"/>
                      <a:pt x="18189" y="0"/>
                      <a:pt x="17805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3" name="Google Shape;1033;p28"/>
              <p:cNvSpPr/>
              <p:nvPr/>
            </p:nvSpPr>
            <p:spPr>
              <a:xfrm>
                <a:off x="5146313" y="1681732"/>
                <a:ext cx="744967" cy="716565"/>
              </a:xfrm>
              <a:custGeom>
                <a:rect b="b" l="l" r="r" t="t"/>
                <a:pathLst>
                  <a:path extrusionOk="0" h="12034" w="12511">
                    <a:moveTo>
                      <a:pt x="0" y="0"/>
                    </a:moveTo>
                    <a:lnTo>
                      <a:pt x="0" y="0"/>
                    </a:lnTo>
                    <a:cubicBezTo>
                      <a:pt x="65" y="169"/>
                      <a:pt x="76" y="289"/>
                      <a:pt x="196" y="343"/>
                    </a:cubicBezTo>
                    <a:cubicBezTo>
                      <a:pt x="305" y="354"/>
                      <a:pt x="403" y="381"/>
                      <a:pt x="495" y="441"/>
                    </a:cubicBezTo>
                    <a:cubicBezTo>
                      <a:pt x="1590" y="1154"/>
                      <a:pt x="2243" y="2167"/>
                      <a:pt x="2477" y="3452"/>
                    </a:cubicBezTo>
                    <a:cubicBezTo>
                      <a:pt x="2575" y="3996"/>
                      <a:pt x="2749" y="4508"/>
                      <a:pt x="3092" y="4954"/>
                    </a:cubicBezTo>
                    <a:cubicBezTo>
                      <a:pt x="3517" y="5406"/>
                      <a:pt x="3991" y="5825"/>
                      <a:pt x="4285" y="6381"/>
                    </a:cubicBezTo>
                    <a:cubicBezTo>
                      <a:pt x="4774" y="7312"/>
                      <a:pt x="4856" y="8308"/>
                      <a:pt x="4736" y="9337"/>
                    </a:cubicBezTo>
                    <a:cubicBezTo>
                      <a:pt x="4698" y="9663"/>
                      <a:pt x="4693" y="9995"/>
                      <a:pt x="4725" y="10322"/>
                    </a:cubicBezTo>
                    <a:cubicBezTo>
                      <a:pt x="4752" y="10594"/>
                      <a:pt x="4845" y="10702"/>
                      <a:pt x="5063" y="10702"/>
                    </a:cubicBezTo>
                    <a:cubicBezTo>
                      <a:pt x="5111" y="10702"/>
                      <a:pt x="5165" y="10697"/>
                      <a:pt x="5226" y="10687"/>
                    </a:cubicBezTo>
                    <a:cubicBezTo>
                      <a:pt x="5247" y="10683"/>
                      <a:pt x="5267" y="10682"/>
                      <a:pt x="5287" y="10682"/>
                    </a:cubicBezTo>
                    <a:cubicBezTo>
                      <a:pt x="5362" y="10682"/>
                      <a:pt x="5425" y="10709"/>
                      <a:pt x="5477" y="10774"/>
                    </a:cubicBezTo>
                    <a:cubicBezTo>
                      <a:pt x="5520" y="10817"/>
                      <a:pt x="5564" y="10888"/>
                      <a:pt x="5509" y="10926"/>
                    </a:cubicBezTo>
                    <a:cubicBezTo>
                      <a:pt x="5210" y="11122"/>
                      <a:pt x="5450" y="11258"/>
                      <a:pt x="5564" y="11389"/>
                    </a:cubicBezTo>
                    <a:cubicBezTo>
                      <a:pt x="5695" y="11531"/>
                      <a:pt x="5793" y="11688"/>
                      <a:pt x="5890" y="11846"/>
                    </a:cubicBezTo>
                    <a:cubicBezTo>
                      <a:pt x="5970" y="11971"/>
                      <a:pt x="6037" y="12034"/>
                      <a:pt x="6108" y="12034"/>
                    </a:cubicBezTo>
                    <a:cubicBezTo>
                      <a:pt x="6173" y="12034"/>
                      <a:pt x="6240" y="11981"/>
                      <a:pt x="6321" y="11874"/>
                    </a:cubicBezTo>
                    <a:cubicBezTo>
                      <a:pt x="6576" y="11536"/>
                      <a:pt x="6849" y="11209"/>
                      <a:pt x="7072" y="10850"/>
                    </a:cubicBezTo>
                    <a:cubicBezTo>
                      <a:pt x="7105" y="10779"/>
                      <a:pt x="7126" y="10709"/>
                      <a:pt x="7126" y="10632"/>
                    </a:cubicBezTo>
                    <a:cubicBezTo>
                      <a:pt x="7056" y="10311"/>
                      <a:pt x="6996" y="9985"/>
                      <a:pt x="6974" y="9658"/>
                    </a:cubicBezTo>
                    <a:cubicBezTo>
                      <a:pt x="6930" y="9016"/>
                      <a:pt x="6876" y="8368"/>
                      <a:pt x="7235" y="7774"/>
                    </a:cubicBezTo>
                    <a:cubicBezTo>
                      <a:pt x="7339" y="7638"/>
                      <a:pt x="7377" y="7480"/>
                      <a:pt x="7393" y="7312"/>
                    </a:cubicBezTo>
                    <a:cubicBezTo>
                      <a:pt x="7388" y="6920"/>
                      <a:pt x="7633" y="6685"/>
                      <a:pt x="7921" y="6490"/>
                    </a:cubicBezTo>
                    <a:cubicBezTo>
                      <a:pt x="8596" y="6021"/>
                      <a:pt x="9320" y="5629"/>
                      <a:pt x="9973" y="5123"/>
                    </a:cubicBezTo>
                    <a:cubicBezTo>
                      <a:pt x="10567" y="4660"/>
                      <a:pt x="10997" y="4083"/>
                      <a:pt x="11198" y="3359"/>
                    </a:cubicBezTo>
                    <a:cubicBezTo>
                      <a:pt x="11432" y="2537"/>
                      <a:pt x="11705" y="1748"/>
                      <a:pt x="12358" y="1144"/>
                    </a:cubicBezTo>
                    <a:cubicBezTo>
                      <a:pt x="12418" y="1084"/>
                      <a:pt x="12510" y="991"/>
                      <a:pt x="12418" y="904"/>
                    </a:cubicBezTo>
                    <a:cubicBezTo>
                      <a:pt x="12392" y="880"/>
                      <a:pt x="12365" y="871"/>
                      <a:pt x="12337" y="871"/>
                    </a:cubicBezTo>
                    <a:cubicBezTo>
                      <a:pt x="12275" y="871"/>
                      <a:pt x="12211" y="917"/>
                      <a:pt x="12162" y="958"/>
                    </a:cubicBezTo>
                    <a:cubicBezTo>
                      <a:pt x="11999" y="1089"/>
                      <a:pt x="11863" y="1258"/>
                      <a:pt x="11656" y="1323"/>
                    </a:cubicBezTo>
                    <a:cubicBezTo>
                      <a:pt x="11520" y="1329"/>
                      <a:pt x="11449" y="1437"/>
                      <a:pt x="11383" y="1525"/>
                    </a:cubicBezTo>
                    <a:cubicBezTo>
                      <a:pt x="11167" y="1814"/>
                      <a:pt x="10937" y="1927"/>
                      <a:pt x="10686" y="1927"/>
                    </a:cubicBezTo>
                    <a:cubicBezTo>
                      <a:pt x="10503" y="1927"/>
                      <a:pt x="10308" y="1866"/>
                      <a:pt x="10099" y="1770"/>
                    </a:cubicBezTo>
                    <a:cubicBezTo>
                      <a:pt x="9424" y="1906"/>
                      <a:pt x="8738" y="2009"/>
                      <a:pt x="8106" y="2325"/>
                    </a:cubicBezTo>
                    <a:cubicBezTo>
                      <a:pt x="8008" y="2390"/>
                      <a:pt x="7899" y="2428"/>
                      <a:pt x="7790" y="2477"/>
                    </a:cubicBezTo>
                    <a:cubicBezTo>
                      <a:pt x="7475" y="2624"/>
                      <a:pt x="7154" y="2777"/>
                      <a:pt x="6816" y="2875"/>
                    </a:cubicBezTo>
                    <a:cubicBezTo>
                      <a:pt x="6462" y="2984"/>
                      <a:pt x="6370" y="3414"/>
                      <a:pt x="6016" y="3457"/>
                    </a:cubicBezTo>
                    <a:cubicBezTo>
                      <a:pt x="6135" y="3321"/>
                      <a:pt x="6293" y="3147"/>
                      <a:pt x="5923" y="3082"/>
                    </a:cubicBezTo>
                    <a:cubicBezTo>
                      <a:pt x="5803" y="3065"/>
                      <a:pt x="5798" y="2935"/>
                      <a:pt x="5711" y="2886"/>
                    </a:cubicBezTo>
                    <a:cubicBezTo>
                      <a:pt x="5618" y="2907"/>
                      <a:pt x="5613" y="3043"/>
                      <a:pt x="5504" y="3043"/>
                    </a:cubicBezTo>
                    <a:cubicBezTo>
                      <a:pt x="5602" y="3386"/>
                      <a:pt x="5558" y="3463"/>
                      <a:pt x="5226" y="3528"/>
                    </a:cubicBezTo>
                    <a:cubicBezTo>
                      <a:pt x="5212" y="3533"/>
                      <a:pt x="5198" y="3535"/>
                      <a:pt x="5186" y="3535"/>
                    </a:cubicBezTo>
                    <a:cubicBezTo>
                      <a:pt x="5082" y="3535"/>
                      <a:pt x="5045" y="3392"/>
                      <a:pt x="4938" y="3392"/>
                    </a:cubicBezTo>
                    <a:cubicBezTo>
                      <a:pt x="4911" y="3405"/>
                      <a:pt x="4888" y="3411"/>
                      <a:pt x="4866" y="3411"/>
                    </a:cubicBezTo>
                    <a:cubicBezTo>
                      <a:pt x="4784" y="3411"/>
                      <a:pt x="4736" y="3325"/>
                      <a:pt x="4671" y="3278"/>
                    </a:cubicBezTo>
                    <a:cubicBezTo>
                      <a:pt x="4592" y="3221"/>
                      <a:pt x="4527" y="3192"/>
                      <a:pt x="4475" y="3192"/>
                    </a:cubicBezTo>
                    <a:cubicBezTo>
                      <a:pt x="4388" y="3192"/>
                      <a:pt x="4338" y="3274"/>
                      <a:pt x="4317" y="3441"/>
                    </a:cubicBezTo>
                    <a:cubicBezTo>
                      <a:pt x="4295" y="3593"/>
                      <a:pt x="4372" y="3740"/>
                      <a:pt x="4361" y="3893"/>
                    </a:cubicBezTo>
                    <a:cubicBezTo>
                      <a:pt x="4341" y="3950"/>
                      <a:pt x="4320" y="3969"/>
                      <a:pt x="4297" y="3969"/>
                    </a:cubicBezTo>
                    <a:cubicBezTo>
                      <a:pt x="4255" y="3969"/>
                      <a:pt x="4208" y="3901"/>
                      <a:pt x="4167" y="3901"/>
                    </a:cubicBezTo>
                    <a:cubicBezTo>
                      <a:pt x="4163" y="3901"/>
                      <a:pt x="4158" y="3902"/>
                      <a:pt x="4154" y="3904"/>
                    </a:cubicBezTo>
                    <a:cubicBezTo>
                      <a:pt x="3822" y="3866"/>
                      <a:pt x="3593" y="3697"/>
                      <a:pt x="3446" y="3403"/>
                    </a:cubicBezTo>
                    <a:cubicBezTo>
                      <a:pt x="3261" y="3038"/>
                      <a:pt x="3016" y="2700"/>
                      <a:pt x="2869" y="2319"/>
                    </a:cubicBezTo>
                    <a:cubicBezTo>
                      <a:pt x="2728" y="1944"/>
                      <a:pt x="2352" y="1753"/>
                      <a:pt x="2189" y="1399"/>
                    </a:cubicBezTo>
                    <a:cubicBezTo>
                      <a:pt x="1573" y="779"/>
                      <a:pt x="887" y="278"/>
                      <a:pt x="0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4" name="Google Shape;1034;p28"/>
              <p:cNvSpPr/>
              <p:nvPr/>
            </p:nvSpPr>
            <p:spPr>
              <a:xfrm>
                <a:off x="5873729" y="2812217"/>
                <a:ext cx="1361854" cy="2000414"/>
              </a:xfrm>
              <a:custGeom>
                <a:rect b="b" l="l" r="r" t="t"/>
                <a:pathLst>
                  <a:path extrusionOk="0" h="33595" w="22871">
                    <a:moveTo>
                      <a:pt x="16310" y="1"/>
                    </a:moveTo>
                    <a:cubicBezTo>
                      <a:pt x="16197" y="1"/>
                      <a:pt x="16168" y="148"/>
                      <a:pt x="16126" y="233"/>
                    </a:cubicBezTo>
                    <a:cubicBezTo>
                      <a:pt x="15859" y="804"/>
                      <a:pt x="15423" y="1229"/>
                      <a:pt x="14928" y="1594"/>
                    </a:cubicBezTo>
                    <a:cubicBezTo>
                      <a:pt x="14460" y="1931"/>
                      <a:pt x="13959" y="2214"/>
                      <a:pt x="13545" y="2628"/>
                    </a:cubicBezTo>
                    <a:cubicBezTo>
                      <a:pt x="13289" y="2884"/>
                      <a:pt x="13099" y="3156"/>
                      <a:pt x="13099" y="3542"/>
                    </a:cubicBezTo>
                    <a:cubicBezTo>
                      <a:pt x="13099" y="4294"/>
                      <a:pt x="13251" y="5001"/>
                      <a:pt x="13594" y="5676"/>
                    </a:cubicBezTo>
                    <a:cubicBezTo>
                      <a:pt x="13812" y="6096"/>
                      <a:pt x="14089" y="6537"/>
                      <a:pt x="13959" y="7037"/>
                    </a:cubicBezTo>
                    <a:cubicBezTo>
                      <a:pt x="13806" y="7625"/>
                      <a:pt x="13632" y="8213"/>
                      <a:pt x="13316" y="8747"/>
                    </a:cubicBezTo>
                    <a:cubicBezTo>
                      <a:pt x="13343" y="8877"/>
                      <a:pt x="13388" y="8943"/>
                      <a:pt x="13454" y="8943"/>
                    </a:cubicBezTo>
                    <a:cubicBezTo>
                      <a:pt x="13495" y="8943"/>
                      <a:pt x="13546" y="8916"/>
                      <a:pt x="13605" y="8861"/>
                    </a:cubicBezTo>
                    <a:cubicBezTo>
                      <a:pt x="13785" y="8703"/>
                      <a:pt x="13888" y="8496"/>
                      <a:pt x="13883" y="8251"/>
                    </a:cubicBezTo>
                    <a:cubicBezTo>
                      <a:pt x="13904" y="8197"/>
                      <a:pt x="13921" y="8148"/>
                      <a:pt x="13942" y="8094"/>
                    </a:cubicBezTo>
                    <a:cubicBezTo>
                      <a:pt x="14204" y="7419"/>
                      <a:pt x="14460" y="6738"/>
                      <a:pt x="14089" y="6025"/>
                    </a:cubicBezTo>
                    <a:cubicBezTo>
                      <a:pt x="13855" y="5584"/>
                      <a:pt x="13991" y="5192"/>
                      <a:pt x="14160" y="4784"/>
                    </a:cubicBezTo>
                    <a:cubicBezTo>
                      <a:pt x="14411" y="4169"/>
                      <a:pt x="14868" y="3711"/>
                      <a:pt x="15314" y="3248"/>
                    </a:cubicBezTo>
                    <a:cubicBezTo>
                      <a:pt x="15240" y="3153"/>
                      <a:pt x="15187" y="3101"/>
                      <a:pt x="15117" y="3101"/>
                    </a:cubicBezTo>
                    <a:cubicBezTo>
                      <a:pt x="15064" y="3101"/>
                      <a:pt x="15001" y="3131"/>
                      <a:pt x="14912" y="3194"/>
                    </a:cubicBezTo>
                    <a:cubicBezTo>
                      <a:pt x="14264" y="3635"/>
                      <a:pt x="13883" y="4256"/>
                      <a:pt x="13725" y="4963"/>
                    </a:cubicBezTo>
                    <a:cubicBezTo>
                      <a:pt x="13654" y="4615"/>
                      <a:pt x="13507" y="4218"/>
                      <a:pt x="13436" y="3804"/>
                    </a:cubicBezTo>
                    <a:cubicBezTo>
                      <a:pt x="13376" y="3477"/>
                      <a:pt x="13469" y="3189"/>
                      <a:pt x="13703" y="2965"/>
                    </a:cubicBezTo>
                    <a:cubicBezTo>
                      <a:pt x="13899" y="2780"/>
                      <a:pt x="14100" y="2601"/>
                      <a:pt x="14302" y="2421"/>
                    </a:cubicBezTo>
                    <a:cubicBezTo>
                      <a:pt x="14503" y="2243"/>
                      <a:pt x="14712" y="2132"/>
                      <a:pt x="14940" y="2132"/>
                    </a:cubicBezTo>
                    <a:cubicBezTo>
                      <a:pt x="15082" y="2132"/>
                      <a:pt x="15231" y="2176"/>
                      <a:pt x="15391" y="2274"/>
                    </a:cubicBezTo>
                    <a:cubicBezTo>
                      <a:pt x="15582" y="2390"/>
                      <a:pt x="15786" y="2505"/>
                      <a:pt x="16022" y="2505"/>
                    </a:cubicBezTo>
                    <a:cubicBezTo>
                      <a:pt x="16042" y="2505"/>
                      <a:pt x="16062" y="2504"/>
                      <a:pt x="16082" y="2503"/>
                    </a:cubicBezTo>
                    <a:cubicBezTo>
                      <a:pt x="16561" y="2742"/>
                      <a:pt x="17067" y="2944"/>
                      <a:pt x="17497" y="3270"/>
                    </a:cubicBezTo>
                    <a:cubicBezTo>
                      <a:pt x="17977" y="3635"/>
                      <a:pt x="18423" y="4043"/>
                      <a:pt x="18897" y="4419"/>
                    </a:cubicBezTo>
                    <a:cubicBezTo>
                      <a:pt x="19354" y="4784"/>
                      <a:pt x="19866" y="5078"/>
                      <a:pt x="20247" y="5530"/>
                    </a:cubicBezTo>
                    <a:cubicBezTo>
                      <a:pt x="21597" y="7130"/>
                      <a:pt x="22239" y="8997"/>
                      <a:pt x="22310" y="11071"/>
                    </a:cubicBezTo>
                    <a:cubicBezTo>
                      <a:pt x="22343" y="12062"/>
                      <a:pt x="22353" y="13064"/>
                      <a:pt x="22174" y="14049"/>
                    </a:cubicBezTo>
                    <a:cubicBezTo>
                      <a:pt x="21978" y="15100"/>
                      <a:pt x="21684" y="16118"/>
                      <a:pt x="21178" y="17071"/>
                    </a:cubicBezTo>
                    <a:cubicBezTo>
                      <a:pt x="20078" y="19123"/>
                      <a:pt x="18379" y="20446"/>
                      <a:pt x="16153" y="21029"/>
                    </a:cubicBezTo>
                    <a:cubicBezTo>
                      <a:pt x="14340" y="21502"/>
                      <a:pt x="12467" y="21627"/>
                      <a:pt x="10600" y="21774"/>
                    </a:cubicBezTo>
                    <a:cubicBezTo>
                      <a:pt x="9163" y="21883"/>
                      <a:pt x="7736" y="22041"/>
                      <a:pt x="6354" y="22536"/>
                    </a:cubicBezTo>
                    <a:cubicBezTo>
                      <a:pt x="3544" y="23544"/>
                      <a:pt x="1732" y="25427"/>
                      <a:pt x="991" y="28329"/>
                    </a:cubicBezTo>
                    <a:cubicBezTo>
                      <a:pt x="915" y="28623"/>
                      <a:pt x="806" y="28911"/>
                      <a:pt x="697" y="29189"/>
                    </a:cubicBezTo>
                    <a:cubicBezTo>
                      <a:pt x="479" y="29739"/>
                      <a:pt x="245" y="30272"/>
                      <a:pt x="126" y="30849"/>
                    </a:cubicBezTo>
                    <a:cubicBezTo>
                      <a:pt x="93" y="31007"/>
                      <a:pt x="0" y="31231"/>
                      <a:pt x="175" y="31296"/>
                    </a:cubicBezTo>
                    <a:cubicBezTo>
                      <a:pt x="202" y="31307"/>
                      <a:pt x="227" y="31312"/>
                      <a:pt x="250" y="31312"/>
                    </a:cubicBezTo>
                    <a:cubicBezTo>
                      <a:pt x="398" y="31312"/>
                      <a:pt x="452" y="31103"/>
                      <a:pt x="523" y="30980"/>
                    </a:cubicBezTo>
                    <a:cubicBezTo>
                      <a:pt x="648" y="30762"/>
                      <a:pt x="703" y="30506"/>
                      <a:pt x="888" y="30321"/>
                    </a:cubicBezTo>
                    <a:cubicBezTo>
                      <a:pt x="964" y="30370"/>
                      <a:pt x="937" y="30436"/>
                      <a:pt x="937" y="30485"/>
                    </a:cubicBezTo>
                    <a:cubicBezTo>
                      <a:pt x="850" y="31628"/>
                      <a:pt x="1378" y="32543"/>
                      <a:pt x="2009" y="33419"/>
                    </a:cubicBezTo>
                    <a:cubicBezTo>
                      <a:pt x="2052" y="33483"/>
                      <a:pt x="2105" y="33594"/>
                      <a:pt x="2194" y="33594"/>
                    </a:cubicBezTo>
                    <a:cubicBezTo>
                      <a:pt x="2218" y="33594"/>
                      <a:pt x="2246" y="33586"/>
                      <a:pt x="2276" y="33566"/>
                    </a:cubicBezTo>
                    <a:cubicBezTo>
                      <a:pt x="2401" y="33484"/>
                      <a:pt x="2320" y="33348"/>
                      <a:pt x="2265" y="33250"/>
                    </a:cubicBezTo>
                    <a:cubicBezTo>
                      <a:pt x="2140" y="33022"/>
                      <a:pt x="2064" y="32777"/>
                      <a:pt x="1987" y="32532"/>
                    </a:cubicBezTo>
                    <a:cubicBezTo>
                      <a:pt x="1862" y="32287"/>
                      <a:pt x="1879" y="32014"/>
                      <a:pt x="1824" y="31753"/>
                    </a:cubicBezTo>
                    <a:cubicBezTo>
                      <a:pt x="1688" y="32014"/>
                      <a:pt x="1715" y="32287"/>
                      <a:pt x="1759" y="32570"/>
                    </a:cubicBezTo>
                    <a:cubicBezTo>
                      <a:pt x="1536" y="32189"/>
                      <a:pt x="1329" y="31818"/>
                      <a:pt x="1209" y="31394"/>
                    </a:cubicBezTo>
                    <a:cubicBezTo>
                      <a:pt x="1051" y="30817"/>
                      <a:pt x="1078" y="30229"/>
                      <a:pt x="1084" y="29641"/>
                    </a:cubicBezTo>
                    <a:cubicBezTo>
                      <a:pt x="1086" y="29526"/>
                      <a:pt x="1067" y="29485"/>
                      <a:pt x="1032" y="29485"/>
                    </a:cubicBezTo>
                    <a:cubicBezTo>
                      <a:pt x="985" y="29485"/>
                      <a:pt x="908" y="29561"/>
                      <a:pt x="817" y="29630"/>
                    </a:cubicBezTo>
                    <a:cubicBezTo>
                      <a:pt x="1002" y="29194"/>
                      <a:pt x="1138" y="28841"/>
                      <a:pt x="1247" y="28432"/>
                    </a:cubicBezTo>
                    <a:cubicBezTo>
                      <a:pt x="1329" y="28645"/>
                      <a:pt x="1329" y="28846"/>
                      <a:pt x="1487" y="29026"/>
                    </a:cubicBezTo>
                    <a:cubicBezTo>
                      <a:pt x="1465" y="28813"/>
                      <a:pt x="1438" y="28639"/>
                      <a:pt x="1427" y="28470"/>
                    </a:cubicBezTo>
                    <a:cubicBezTo>
                      <a:pt x="1372" y="27670"/>
                      <a:pt x="1688" y="26984"/>
                      <a:pt x="2080" y="26315"/>
                    </a:cubicBezTo>
                    <a:cubicBezTo>
                      <a:pt x="2946" y="24845"/>
                      <a:pt x="4176" y="23794"/>
                      <a:pt x="5728" y="23108"/>
                    </a:cubicBezTo>
                    <a:cubicBezTo>
                      <a:pt x="7372" y="22379"/>
                      <a:pt x="9119" y="22172"/>
                      <a:pt x="10878" y="22063"/>
                    </a:cubicBezTo>
                    <a:cubicBezTo>
                      <a:pt x="12451" y="21970"/>
                      <a:pt x="14008" y="21763"/>
                      <a:pt x="15554" y="21480"/>
                    </a:cubicBezTo>
                    <a:cubicBezTo>
                      <a:pt x="17236" y="21170"/>
                      <a:pt x="18728" y="20457"/>
                      <a:pt x="19931" y="19210"/>
                    </a:cubicBezTo>
                    <a:cubicBezTo>
                      <a:pt x="20611" y="18502"/>
                      <a:pt x="21129" y="17675"/>
                      <a:pt x="21602" y="16815"/>
                    </a:cubicBezTo>
                    <a:cubicBezTo>
                      <a:pt x="22108" y="15955"/>
                      <a:pt x="22451" y="15024"/>
                      <a:pt x="22609" y="14044"/>
                    </a:cubicBezTo>
                    <a:cubicBezTo>
                      <a:pt x="22871" y="12454"/>
                      <a:pt x="22789" y="10875"/>
                      <a:pt x="22419" y="9308"/>
                    </a:cubicBezTo>
                    <a:cubicBezTo>
                      <a:pt x="21896" y="7070"/>
                      <a:pt x="20704" y="5279"/>
                      <a:pt x="18907" y="3864"/>
                    </a:cubicBezTo>
                    <a:cubicBezTo>
                      <a:pt x="17879" y="3052"/>
                      <a:pt x="16730" y="2459"/>
                      <a:pt x="15543" y="1936"/>
                    </a:cubicBezTo>
                    <a:cubicBezTo>
                      <a:pt x="15249" y="1811"/>
                      <a:pt x="15238" y="1784"/>
                      <a:pt x="15499" y="1583"/>
                    </a:cubicBezTo>
                    <a:cubicBezTo>
                      <a:pt x="15848" y="1316"/>
                      <a:pt x="16142" y="995"/>
                      <a:pt x="16349" y="603"/>
                    </a:cubicBezTo>
                    <a:cubicBezTo>
                      <a:pt x="16436" y="434"/>
                      <a:pt x="16561" y="254"/>
                      <a:pt x="16430" y="42"/>
                    </a:cubicBezTo>
                    <a:cubicBezTo>
                      <a:pt x="16382" y="13"/>
                      <a:pt x="16343" y="1"/>
                      <a:pt x="16310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5" name="Google Shape;1035;p28"/>
              <p:cNvSpPr/>
              <p:nvPr/>
            </p:nvSpPr>
            <p:spPr>
              <a:xfrm>
                <a:off x="5516154" y="1920095"/>
                <a:ext cx="391687" cy="498273"/>
              </a:xfrm>
              <a:custGeom>
                <a:rect b="b" l="l" r="r" t="t"/>
                <a:pathLst>
                  <a:path extrusionOk="0" h="8368" w="6578">
                    <a:moveTo>
                      <a:pt x="6427" y="0"/>
                    </a:moveTo>
                    <a:cubicBezTo>
                      <a:pt x="6384" y="0"/>
                      <a:pt x="6338" y="21"/>
                      <a:pt x="6299" y="42"/>
                    </a:cubicBezTo>
                    <a:cubicBezTo>
                      <a:pt x="6000" y="184"/>
                      <a:pt x="5701" y="309"/>
                      <a:pt x="5374" y="374"/>
                    </a:cubicBezTo>
                    <a:cubicBezTo>
                      <a:pt x="5026" y="440"/>
                      <a:pt x="4688" y="559"/>
                      <a:pt x="4383" y="739"/>
                    </a:cubicBezTo>
                    <a:cubicBezTo>
                      <a:pt x="3430" y="1316"/>
                      <a:pt x="2543" y="1991"/>
                      <a:pt x="1585" y="2557"/>
                    </a:cubicBezTo>
                    <a:cubicBezTo>
                      <a:pt x="1465" y="2633"/>
                      <a:pt x="1340" y="2759"/>
                      <a:pt x="1427" y="2944"/>
                    </a:cubicBezTo>
                    <a:cubicBezTo>
                      <a:pt x="1452" y="2959"/>
                      <a:pt x="1480" y="2966"/>
                      <a:pt x="1508" y="2966"/>
                    </a:cubicBezTo>
                    <a:cubicBezTo>
                      <a:pt x="1530" y="2966"/>
                      <a:pt x="1553" y="2962"/>
                      <a:pt x="1574" y="2955"/>
                    </a:cubicBezTo>
                    <a:cubicBezTo>
                      <a:pt x="1615" y="2950"/>
                      <a:pt x="1675" y="2911"/>
                      <a:pt x="1682" y="2911"/>
                    </a:cubicBezTo>
                    <a:cubicBezTo>
                      <a:pt x="1683" y="2911"/>
                      <a:pt x="1683" y="2911"/>
                      <a:pt x="1683" y="2911"/>
                    </a:cubicBezTo>
                    <a:cubicBezTo>
                      <a:pt x="1574" y="3368"/>
                      <a:pt x="1612" y="3896"/>
                      <a:pt x="1079" y="4152"/>
                    </a:cubicBezTo>
                    <a:cubicBezTo>
                      <a:pt x="921" y="4229"/>
                      <a:pt x="834" y="4376"/>
                      <a:pt x="834" y="4555"/>
                    </a:cubicBezTo>
                    <a:cubicBezTo>
                      <a:pt x="839" y="5062"/>
                      <a:pt x="796" y="5573"/>
                      <a:pt x="866" y="6074"/>
                    </a:cubicBezTo>
                    <a:cubicBezTo>
                      <a:pt x="899" y="6270"/>
                      <a:pt x="943" y="6471"/>
                      <a:pt x="855" y="6667"/>
                    </a:cubicBezTo>
                    <a:cubicBezTo>
                      <a:pt x="834" y="6716"/>
                      <a:pt x="806" y="6765"/>
                      <a:pt x="785" y="6814"/>
                    </a:cubicBezTo>
                    <a:cubicBezTo>
                      <a:pt x="817" y="7043"/>
                      <a:pt x="632" y="7168"/>
                      <a:pt x="534" y="7332"/>
                    </a:cubicBezTo>
                    <a:cubicBezTo>
                      <a:pt x="355" y="7626"/>
                      <a:pt x="55" y="7849"/>
                      <a:pt x="1" y="8219"/>
                    </a:cubicBezTo>
                    <a:cubicBezTo>
                      <a:pt x="123" y="8320"/>
                      <a:pt x="255" y="8367"/>
                      <a:pt x="381" y="8367"/>
                    </a:cubicBezTo>
                    <a:cubicBezTo>
                      <a:pt x="514" y="8367"/>
                      <a:pt x="640" y="8314"/>
                      <a:pt x="741" y="8214"/>
                    </a:cubicBezTo>
                    <a:cubicBezTo>
                      <a:pt x="1100" y="7860"/>
                      <a:pt x="1411" y="7462"/>
                      <a:pt x="1650" y="7005"/>
                    </a:cubicBezTo>
                    <a:cubicBezTo>
                      <a:pt x="1824" y="6678"/>
                      <a:pt x="1569" y="6090"/>
                      <a:pt x="2200" y="6020"/>
                    </a:cubicBezTo>
                    <a:cubicBezTo>
                      <a:pt x="2216" y="6020"/>
                      <a:pt x="2227" y="5960"/>
                      <a:pt x="2249" y="5933"/>
                    </a:cubicBezTo>
                    <a:cubicBezTo>
                      <a:pt x="2298" y="5889"/>
                      <a:pt x="2255" y="5780"/>
                      <a:pt x="2358" y="5775"/>
                    </a:cubicBezTo>
                    <a:cubicBezTo>
                      <a:pt x="2897" y="5758"/>
                      <a:pt x="2968" y="5317"/>
                      <a:pt x="3038" y="4942"/>
                    </a:cubicBezTo>
                    <a:cubicBezTo>
                      <a:pt x="3098" y="4649"/>
                      <a:pt x="3188" y="4476"/>
                      <a:pt x="3441" y="4476"/>
                    </a:cubicBezTo>
                    <a:cubicBezTo>
                      <a:pt x="3489" y="4476"/>
                      <a:pt x="3543" y="4482"/>
                      <a:pt x="3605" y="4495"/>
                    </a:cubicBezTo>
                    <a:cubicBezTo>
                      <a:pt x="3649" y="4505"/>
                      <a:pt x="3691" y="4510"/>
                      <a:pt x="3727" y="4510"/>
                    </a:cubicBezTo>
                    <a:cubicBezTo>
                      <a:pt x="3883" y="4510"/>
                      <a:pt x="3960" y="4420"/>
                      <a:pt x="3899" y="4196"/>
                    </a:cubicBezTo>
                    <a:cubicBezTo>
                      <a:pt x="3850" y="3896"/>
                      <a:pt x="3583" y="3668"/>
                      <a:pt x="3610" y="3341"/>
                    </a:cubicBezTo>
                    <a:cubicBezTo>
                      <a:pt x="3665" y="3251"/>
                      <a:pt x="3733" y="3224"/>
                      <a:pt x="3804" y="3224"/>
                    </a:cubicBezTo>
                    <a:cubicBezTo>
                      <a:pt x="3875" y="3224"/>
                      <a:pt x="3950" y="3251"/>
                      <a:pt x="4018" y="3270"/>
                    </a:cubicBezTo>
                    <a:cubicBezTo>
                      <a:pt x="4258" y="3336"/>
                      <a:pt x="4492" y="3407"/>
                      <a:pt x="4721" y="3505"/>
                    </a:cubicBezTo>
                    <a:cubicBezTo>
                      <a:pt x="4862" y="3567"/>
                      <a:pt x="5008" y="3630"/>
                      <a:pt x="5174" y="3630"/>
                    </a:cubicBezTo>
                    <a:cubicBezTo>
                      <a:pt x="5181" y="3630"/>
                      <a:pt x="5187" y="3630"/>
                      <a:pt x="5194" y="3630"/>
                    </a:cubicBezTo>
                    <a:cubicBezTo>
                      <a:pt x="5265" y="3624"/>
                      <a:pt x="5341" y="3619"/>
                      <a:pt x="5374" y="3543"/>
                    </a:cubicBezTo>
                    <a:cubicBezTo>
                      <a:pt x="5407" y="3461"/>
                      <a:pt x="5347" y="3412"/>
                      <a:pt x="5287" y="3379"/>
                    </a:cubicBezTo>
                    <a:cubicBezTo>
                      <a:pt x="4655" y="2998"/>
                      <a:pt x="4073" y="2535"/>
                      <a:pt x="3349" y="2329"/>
                    </a:cubicBezTo>
                    <a:cubicBezTo>
                      <a:pt x="3360" y="2301"/>
                      <a:pt x="3398" y="2301"/>
                      <a:pt x="3409" y="2274"/>
                    </a:cubicBezTo>
                    <a:cubicBezTo>
                      <a:pt x="3430" y="2231"/>
                      <a:pt x="3452" y="2193"/>
                      <a:pt x="3474" y="2149"/>
                    </a:cubicBezTo>
                    <a:cubicBezTo>
                      <a:pt x="3425" y="1986"/>
                      <a:pt x="3577" y="1986"/>
                      <a:pt x="3659" y="1948"/>
                    </a:cubicBezTo>
                    <a:cubicBezTo>
                      <a:pt x="4013" y="1790"/>
                      <a:pt x="4383" y="1675"/>
                      <a:pt x="4753" y="1561"/>
                    </a:cubicBezTo>
                    <a:cubicBezTo>
                      <a:pt x="5488" y="1343"/>
                      <a:pt x="6016" y="859"/>
                      <a:pt x="6468" y="276"/>
                    </a:cubicBezTo>
                    <a:cubicBezTo>
                      <a:pt x="6517" y="205"/>
                      <a:pt x="6577" y="135"/>
                      <a:pt x="6523" y="53"/>
                    </a:cubicBezTo>
                    <a:cubicBezTo>
                      <a:pt x="6496" y="14"/>
                      <a:pt x="6462" y="0"/>
                      <a:pt x="6427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6" name="Google Shape;1036;p28"/>
              <p:cNvSpPr/>
              <p:nvPr/>
            </p:nvSpPr>
            <p:spPr>
              <a:xfrm>
                <a:off x="6052010" y="2714859"/>
                <a:ext cx="1399784" cy="1632843"/>
              </a:xfrm>
              <a:custGeom>
                <a:rect b="b" l="l" r="r" t="t"/>
                <a:pathLst>
                  <a:path extrusionOk="0" h="27422" w="23508">
                    <a:moveTo>
                      <a:pt x="18744" y="0"/>
                    </a:moveTo>
                    <a:cubicBezTo>
                      <a:pt x="18782" y="87"/>
                      <a:pt x="18804" y="136"/>
                      <a:pt x="18821" y="191"/>
                    </a:cubicBezTo>
                    <a:cubicBezTo>
                      <a:pt x="19006" y="485"/>
                      <a:pt x="19365" y="594"/>
                      <a:pt x="19561" y="860"/>
                    </a:cubicBezTo>
                    <a:cubicBezTo>
                      <a:pt x="19806" y="1203"/>
                      <a:pt x="20018" y="1574"/>
                      <a:pt x="20236" y="1933"/>
                    </a:cubicBezTo>
                    <a:cubicBezTo>
                      <a:pt x="21532" y="4061"/>
                      <a:pt x="22479" y="6321"/>
                      <a:pt x="22865" y="8792"/>
                    </a:cubicBezTo>
                    <a:cubicBezTo>
                      <a:pt x="23083" y="10197"/>
                      <a:pt x="23219" y="11607"/>
                      <a:pt x="23148" y="13033"/>
                    </a:cubicBezTo>
                    <a:cubicBezTo>
                      <a:pt x="23051" y="15042"/>
                      <a:pt x="22582" y="16920"/>
                      <a:pt x="21581" y="18679"/>
                    </a:cubicBezTo>
                    <a:cubicBezTo>
                      <a:pt x="20497" y="20573"/>
                      <a:pt x="19169" y="22223"/>
                      <a:pt x="17247" y="23317"/>
                    </a:cubicBezTo>
                    <a:cubicBezTo>
                      <a:pt x="15418" y="24362"/>
                      <a:pt x="13426" y="24896"/>
                      <a:pt x="11330" y="24950"/>
                    </a:cubicBezTo>
                    <a:cubicBezTo>
                      <a:pt x="9370" y="24999"/>
                      <a:pt x="7404" y="24928"/>
                      <a:pt x="5461" y="25315"/>
                    </a:cubicBezTo>
                    <a:cubicBezTo>
                      <a:pt x="4095" y="25581"/>
                      <a:pt x="2712" y="25788"/>
                      <a:pt x="1432" y="26398"/>
                    </a:cubicBezTo>
                    <a:cubicBezTo>
                      <a:pt x="926" y="26643"/>
                      <a:pt x="463" y="26942"/>
                      <a:pt x="1" y="27422"/>
                    </a:cubicBezTo>
                    <a:cubicBezTo>
                      <a:pt x="158" y="27351"/>
                      <a:pt x="218" y="27329"/>
                      <a:pt x="284" y="27302"/>
                    </a:cubicBezTo>
                    <a:cubicBezTo>
                      <a:pt x="708" y="27013"/>
                      <a:pt x="1133" y="26725"/>
                      <a:pt x="1617" y="26540"/>
                    </a:cubicBezTo>
                    <a:cubicBezTo>
                      <a:pt x="2706" y="26131"/>
                      <a:pt x="3828" y="25886"/>
                      <a:pt x="4976" y="25690"/>
                    </a:cubicBezTo>
                    <a:cubicBezTo>
                      <a:pt x="6363" y="25453"/>
                      <a:pt x="7753" y="25240"/>
                      <a:pt x="9154" y="25240"/>
                    </a:cubicBezTo>
                    <a:cubicBezTo>
                      <a:pt x="9360" y="25240"/>
                      <a:pt x="9566" y="25245"/>
                      <a:pt x="9773" y="25255"/>
                    </a:cubicBezTo>
                    <a:cubicBezTo>
                      <a:pt x="10019" y="25267"/>
                      <a:pt x="10265" y="25273"/>
                      <a:pt x="10510" y="25273"/>
                    </a:cubicBezTo>
                    <a:cubicBezTo>
                      <a:pt x="11549" y="25273"/>
                      <a:pt x="12577" y="25163"/>
                      <a:pt x="13594" y="24961"/>
                    </a:cubicBezTo>
                    <a:cubicBezTo>
                      <a:pt x="16327" y="24416"/>
                      <a:pt x="18674" y="23202"/>
                      <a:pt x="20405" y="20949"/>
                    </a:cubicBezTo>
                    <a:cubicBezTo>
                      <a:pt x="22022" y="18836"/>
                      <a:pt x="23165" y="16539"/>
                      <a:pt x="23372" y="13822"/>
                    </a:cubicBezTo>
                    <a:cubicBezTo>
                      <a:pt x="23508" y="12026"/>
                      <a:pt x="23377" y="10257"/>
                      <a:pt x="23105" y="8482"/>
                    </a:cubicBezTo>
                    <a:cubicBezTo>
                      <a:pt x="22936" y="7404"/>
                      <a:pt x="22561" y="6381"/>
                      <a:pt x="22201" y="5357"/>
                    </a:cubicBezTo>
                    <a:cubicBezTo>
                      <a:pt x="21613" y="3664"/>
                      <a:pt x="20808" y="2085"/>
                      <a:pt x="19632" y="713"/>
                    </a:cubicBezTo>
                    <a:cubicBezTo>
                      <a:pt x="19392" y="436"/>
                      <a:pt x="19158" y="131"/>
                      <a:pt x="18744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7" name="Google Shape;1037;p28"/>
              <p:cNvSpPr/>
              <p:nvPr/>
            </p:nvSpPr>
            <p:spPr>
              <a:xfrm>
                <a:off x="5715872" y="-494325"/>
                <a:ext cx="1325531" cy="1313801"/>
              </a:xfrm>
              <a:custGeom>
                <a:rect b="b" l="l" r="r" t="t"/>
                <a:pathLst>
                  <a:path extrusionOk="0" h="22064" w="22261">
                    <a:moveTo>
                      <a:pt x="22032" y="0"/>
                    </a:moveTo>
                    <a:cubicBezTo>
                      <a:pt x="21945" y="0"/>
                      <a:pt x="21889" y="98"/>
                      <a:pt x="21847" y="179"/>
                    </a:cubicBezTo>
                    <a:cubicBezTo>
                      <a:pt x="21433" y="957"/>
                      <a:pt x="20840" y="1567"/>
                      <a:pt x="20241" y="2209"/>
                    </a:cubicBezTo>
                    <a:cubicBezTo>
                      <a:pt x="19697" y="2792"/>
                      <a:pt x="19130" y="3325"/>
                      <a:pt x="18499" y="3821"/>
                    </a:cubicBezTo>
                    <a:cubicBezTo>
                      <a:pt x="17688" y="4452"/>
                      <a:pt x="16811" y="4958"/>
                      <a:pt x="15929" y="5476"/>
                    </a:cubicBezTo>
                    <a:cubicBezTo>
                      <a:pt x="14977" y="6031"/>
                      <a:pt x="14073" y="6684"/>
                      <a:pt x="13305" y="7473"/>
                    </a:cubicBezTo>
                    <a:cubicBezTo>
                      <a:pt x="12124" y="8687"/>
                      <a:pt x="11182" y="10108"/>
                      <a:pt x="10186" y="11475"/>
                    </a:cubicBezTo>
                    <a:cubicBezTo>
                      <a:pt x="8939" y="13173"/>
                      <a:pt x="7453" y="14654"/>
                      <a:pt x="5918" y="16075"/>
                    </a:cubicBezTo>
                    <a:cubicBezTo>
                      <a:pt x="4257" y="17605"/>
                      <a:pt x="2412" y="18922"/>
                      <a:pt x="746" y="20446"/>
                    </a:cubicBezTo>
                    <a:cubicBezTo>
                      <a:pt x="496" y="20675"/>
                      <a:pt x="294" y="20926"/>
                      <a:pt x="185" y="21247"/>
                    </a:cubicBezTo>
                    <a:cubicBezTo>
                      <a:pt x="185" y="21524"/>
                      <a:pt x="44" y="21769"/>
                      <a:pt x="0" y="22063"/>
                    </a:cubicBezTo>
                    <a:cubicBezTo>
                      <a:pt x="49" y="22031"/>
                      <a:pt x="71" y="22025"/>
                      <a:pt x="82" y="22009"/>
                    </a:cubicBezTo>
                    <a:cubicBezTo>
                      <a:pt x="115" y="21971"/>
                      <a:pt x="147" y="21933"/>
                      <a:pt x="158" y="21889"/>
                    </a:cubicBezTo>
                    <a:cubicBezTo>
                      <a:pt x="349" y="21132"/>
                      <a:pt x="871" y="20664"/>
                      <a:pt x="1432" y="20147"/>
                    </a:cubicBezTo>
                    <a:cubicBezTo>
                      <a:pt x="2210" y="19428"/>
                      <a:pt x="3087" y="18830"/>
                      <a:pt x="3882" y="18133"/>
                    </a:cubicBezTo>
                    <a:cubicBezTo>
                      <a:pt x="4932" y="17224"/>
                      <a:pt x="6054" y="16396"/>
                      <a:pt x="7034" y="15411"/>
                    </a:cubicBezTo>
                    <a:cubicBezTo>
                      <a:pt x="8455" y="13968"/>
                      <a:pt x="9810" y="12466"/>
                      <a:pt x="11030" y="10843"/>
                    </a:cubicBezTo>
                    <a:cubicBezTo>
                      <a:pt x="11585" y="10114"/>
                      <a:pt x="11999" y="9281"/>
                      <a:pt x="12657" y="8628"/>
                    </a:cubicBezTo>
                    <a:cubicBezTo>
                      <a:pt x="13098" y="8187"/>
                      <a:pt x="13392" y="7615"/>
                      <a:pt x="13910" y="7245"/>
                    </a:cubicBezTo>
                    <a:cubicBezTo>
                      <a:pt x="14982" y="6466"/>
                      <a:pt x="15984" y="5584"/>
                      <a:pt x="17214" y="5035"/>
                    </a:cubicBezTo>
                    <a:cubicBezTo>
                      <a:pt x="17846" y="4751"/>
                      <a:pt x="18281" y="4185"/>
                      <a:pt x="18869" y="3842"/>
                    </a:cubicBezTo>
                    <a:cubicBezTo>
                      <a:pt x="19375" y="3548"/>
                      <a:pt x="19822" y="3205"/>
                      <a:pt x="20148" y="2705"/>
                    </a:cubicBezTo>
                    <a:cubicBezTo>
                      <a:pt x="20372" y="2356"/>
                      <a:pt x="20671" y="2106"/>
                      <a:pt x="20894" y="2008"/>
                    </a:cubicBezTo>
                    <a:lnTo>
                      <a:pt x="20894" y="2008"/>
                    </a:lnTo>
                    <a:cubicBezTo>
                      <a:pt x="20491" y="3211"/>
                      <a:pt x="19392" y="3842"/>
                      <a:pt x="18581" y="4724"/>
                    </a:cubicBezTo>
                    <a:cubicBezTo>
                      <a:pt x="19147" y="4359"/>
                      <a:pt x="19631" y="3886"/>
                      <a:pt x="20214" y="3554"/>
                    </a:cubicBezTo>
                    <a:cubicBezTo>
                      <a:pt x="20306" y="3380"/>
                      <a:pt x="20486" y="3276"/>
                      <a:pt x="20589" y="3096"/>
                    </a:cubicBezTo>
                    <a:cubicBezTo>
                      <a:pt x="21112" y="2187"/>
                      <a:pt x="21749" y="1344"/>
                      <a:pt x="22097" y="336"/>
                    </a:cubicBezTo>
                    <a:cubicBezTo>
                      <a:pt x="22130" y="238"/>
                      <a:pt x="22261" y="113"/>
                      <a:pt x="22114" y="26"/>
                    </a:cubicBezTo>
                    <a:cubicBezTo>
                      <a:pt x="22084" y="8"/>
                      <a:pt x="22057" y="0"/>
                      <a:pt x="22032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8" name="Google Shape;1038;p28"/>
              <p:cNvSpPr/>
              <p:nvPr/>
            </p:nvSpPr>
            <p:spPr>
              <a:xfrm>
                <a:off x="6105840" y="2574091"/>
                <a:ext cx="427652" cy="270453"/>
              </a:xfrm>
              <a:custGeom>
                <a:rect b="b" l="l" r="r" t="t"/>
                <a:pathLst>
                  <a:path extrusionOk="0" h="4542" w="7182">
                    <a:moveTo>
                      <a:pt x="1595" y="4169"/>
                    </a:moveTo>
                    <a:cubicBezTo>
                      <a:pt x="1727" y="4174"/>
                      <a:pt x="1861" y="4174"/>
                      <a:pt x="1987" y="4199"/>
                    </a:cubicBezTo>
                    <a:cubicBezTo>
                      <a:pt x="2012" y="4204"/>
                      <a:pt x="2037" y="4210"/>
                      <a:pt x="2063" y="4216"/>
                    </a:cubicBezTo>
                    <a:lnTo>
                      <a:pt x="2063" y="4216"/>
                    </a:lnTo>
                    <a:cubicBezTo>
                      <a:pt x="1907" y="4201"/>
                      <a:pt x="1750" y="4186"/>
                      <a:pt x="1595" y="4169"/>
                    </a:cubicBezTo>
                    <a:close/>
                    <a:moveTo>
                      <a:pt x="2573" y="4168"/>
                    </a:moveTo>
                    <a:cubicBezTo>
                      <a:pt x="2579" y="4168"/>
                      <a:pt x="2602" y="4208"/>
                      <a:pt x="2564" y="4221"/>
                    </a:cubicBezTo>
                    <a:cubicBezTo>
                      <a:pt x="2535" y="4250"/>
                      <a:pt x="2497" y="4257"/>
                      <a:pt x="2458" y="4257"/>
                    </a:cubicBezTo>
                    <a:cubicBezTo>
                      <a:pt x="2451" y="4257"/>
                      <a:pt x="2444" y="4257"/>
                      <a:pt x="2437" y="4256"/>
                    </a:cubicBezTo>
                    <a:lnTo>
                      <a:pt x="2437" y="4256"/>
                    </a:lnTo>
                    <a:cubicBezTo>
                      <a:pt x="2480" y="4248"/>
                      <a:pt x="2523" y="4234"/>
                      <a:pt x="2564" y="4210"/>
                    </a:cubicBezTo>
                    <a:cubicBezTo>
                      <a:pt x="2575" y="4204"/>
                      <a:pt x="2581" y="4199"/>
                      <a:pt x="2575" y="4183"/>
                    </a:cubicBezTo>
                    <a:cubicBezTo>
                      <a:pt x="2571" y="4172"/>
                      <a:pt x="2572" y="4168"/>
                      <a:pt x="2573" y="4168"/>
                    </a:cubicBezTo>
                    <a:close/>
                    <a:moveTo>
                      <a:pt x="6766" y="1"/>
                    </a:moveTo>
                    <a:cubicBezTo>
                      <a:pt x="6714" y="1"/>
                      <a:pt x="6657" y="5"/>
                      <a:pt x="6593" y="12"/>
                    </a:cubicBezTo>
                    <a:cubicBezTo>
                      <a:pt x="5684" y="121"/>
                      <a:pt x="4851" y="437"/>
                      <a:pt x="4072" y="922"/>
                    </a:cubicBezTo>
                    <a:cubicBezTo>
                      <a:pt x="3234" y="1444"/>
                      <a:pt x="2559" y="2152"/>
                      <a:pt x="1857" y="2816"/>
                    </a:cubicBezTo>
                    <a:cubicBezTo>
                      <a:pt x="1514" y="3143"/>
                      <a:pt x="1187" y="3513"/>
                      <a:pt x="991" y="3959"/>
                    </a:cubicBezTo>
                    <a:cubicBezTo>
                      <a:pt x="1089" y="4057"/>
                      <a:pt x="1198" y="4108"/>
                      <a:pt x="1313" y="4136"/>
                    </a:cubicBezTo>
                    <a:lnTo>
                      <a:pt x="1313" y="4136"/>
                    </a:lnTo>
                    <a:cubicBezTo>
                      <a:pt x="1040" y="4100"/>
                      <a:pt x="769" y="4054"/>
                      <a:pt x="501" y="3981"/>
                    </a:cubicBezTo>
                    <a:cubicBezTo>
                      <a:pt x="401" y="3951"/>
                      <a:pt x="299" y="3905"/>
                      <a:pt x="196" y="3905"/>
                    </a:cubicBezTo>
                    <a:cubicBezTo>
                      <a:pt x="131" y="3905"/>
                      <a:pt x="66" y="3923"/>
                      <a:pt x="0" y="3976"/>
                    </a:cubicBezTo>
                    <a:cubicBezTo>
                      <a:pt x="403" y="4209"/>
                      <a:pt x="821" y="4395"/>
                      <a:pt x="1294" y="4395"/>
                    </a:cubicBezTo>
                    <a:cubicBezTo>
                      <a:pt x="1307" y="4395"/>
                      <a:pt x="1321" y="4395"/>
                      <a:pt x="1334" y="4395"/>
                    </a:cubicBezTo>
                    <a:cubicBezTo>
                      <a:pt x="1495" y="4392"/>
                      <a:pt x="1654" y="4387"/>
                      <a:pt x="1812" y="4387"/>
                    </a:cubicBezTo>
                    <a:cubicBezTo>
                      <a:pt x="1944" y="4387"/>
                      <a:pt x="2074" y="4390"/>
                      <a:pt x="2205" y="4400"/>
                    </a:cubicBezTo>
                    <a:cubicBezTo>
                      <a:pt x="2537" y="4422"/>
                      <a:pt x="2869" y="4427"/>
                      <a:pt x="3191" y="4542"/>
                    </a:cubicBezTo>
                    <a:cubicBezTo>
                      <a:pt x="3327" y="4498"/>
                      <a:pt x="3332" y="4368"/>
                      <a:pt x="3376" y="4264"/>
                    </a:cubicBezTo>
                    <a:cubicBezTo>
                      <a:pt x="3773" y="3262"/>
                      <a:pt x="4312" y="2370"/>
                      <a:pt x="5210" y="1733"/>
                    </a:cubicBezTo>
                    <a:cubicBezTo>
                      <a:pt x="5412" y="1591"/>
                      <a:pt x="5559" y="1384"/>
                      <a:pt x="5722" y="1199"/>
                    </a:cubicBezTo>
                    <a:cubicBezTo>
                      <a:pt x="6087" y="791"/>
                      <a:pt x="6490" y="437"/>
                      <a:pt x="7083" y="432"/>
                    </a:cubicBezTo>
                    <a:cubicBezTo>
                      <a:pt x="7181" y="142"/>
                      <a:pt x="7079" y="1"/>
                      <a:pt x="6766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9" name="Google Shape;1039;p28"/>
              <p:cNvSpPr/>
              <p:nvPr/>
            </p:nvSpPr>
            <p:spPr>
              <a:xfrm>
                <a:off x="6234222" y="3480266"/>
                <a:ext cx="232464" cy="299035"/>
              </a:xfrm>
              <a:custGeom>
                <a:rect b="b" l="l" r="r" t="t"/>
                <a:pathLst>
                  <a:path extrusionOk="0" h="5022" w="3904">
                    <a:moveTo>
                      <a:pt x="3622" y="1"/>
                    </a:moveTo>
                    <a:cubicBezTo>
                      <a:pt x="3496" y="1"/>
                      <a:pt x="3369" y="152"/>
                      <a:pt x="3267" y="250"/>
                    </a:cubicBezTo>
                    <a:cubicBezTo>
                      <a:pt x="2232" y="1230"/>
                      <a:pt x="1225" y="2242"/>
                      <a:pt x="392" y="3407"/>
                    </a:cubicBezTo>
                    <a:cubicBezTo>
                      <a:pt x="0" y="3957"/>
                      <a:pt x="60" y="4453"/>
                      <a:pt x="561" y="4904"/>
                    </a:cubicBezTo>
                    <a:cubicBezTo>
                      <a:pt x="636" y="4971"/>
                      <a:pt x="716" y="5021"/>
                      <a:pt x="806" y="5021"/>
                    </a:cubicBezTo>
                    <a:cubicBezTo>
                      <a:pt x="841" y="5021"/>
                      <a:pt x="877" y="5014"/>
                      <a:pt x="915" y="4997"/>
                    </a:cubicBezTo>
                    <a:cubicBezTo>
                      <a:pt x="1035" y="4937"/>
                      <a:pt x="1007" y="4823"/>
                      <a:pt x="1002" y="4714"/>
                    </a:cubicBezTo>
                    <a:cubicBezTo>
                      <a:pt x="996" y="4616"/>
                      <a:pt x="969" y="4518"/>
                      <a:pt x="991" y="4409"/>
                    </a:cubicBezTo>
                    <a:lnTo>
                      <a:pt x="991" y="4409"/>
                    </a:lnTo>
                    <a:cubicBezTo>
                      <a:pt x="1125" y="4836"/>
                      <a:pt x="1243" y="4993"/>
                      <a:pt x="1525" y="4993"/>
                    </a:cubicBezTo>
                    <a:cubicBezTo>
                      <a:pt x="1610" y="4993"/>
                      <a:pt x="1710" y="4979"/>
                      <a:pt x="1829" y="4953"/>
                    </a:cubicBezTo>
                    <a:cubicBezTo>
                      <a:pt x="2042" y="4910"/>
                      <a:pt x="2249" y="4850"/>
                      <a:pt x="2428" y="4736"/>
                    </a:cubicBezTo>
                    <a:cubicBezTo>
                      <a:pt x="2473" y="4707"/>
                      <a:pt x="2514" y="4689"/>
                      <a:pt x="2552" y="4689"/>
                    </a:cubicBezTo>
                    <a:cubicBezTo>
                      <a:pt x="2593" y="4689"/>
                      <a:pt x="2631" y="4710"/>
                      <a:pt x="2668" y="4757"/>
                    </a:cubicBezTo>
                    <a:cubicBezTo>
                      <a:pt x="2782" y="4556"/>
                      <a:pt x="2733" y="4322"/>
                      <a:pt x="2809" y="4115"/>
                    </a:cubicBezTo>
                    <a:cubicBezTo>
                      <a:pt x="2793" y="4112"/>
                      <a:pt x="2777" y="4111"/>
                      <a:pt x="2761" y="4111"/>
                    </a:cubicBezTo>
                    <a:cubicBezTo>
                      <a:pt x="2561" y="4111"/>
                      <a:pt x="2435" y="4323"/>
                      <a:pt x="2238" y="4333"/>
                    </a:cubicBezTo>
                    <a:cubicBezTo>
                      <a:pt x="2213" y="4334"/>
                      <a:pt x="2188" y="4335"/>
                      <a:pt x="2165" y="4335"/>
                    </a:cubicBezTo>
                    <a:cubicBezTo>
                      <a:pt x="2080" y="4335"/>
                      <a:pt x="2006" y="4320"/>
                      <a:pt x="1955" y="4235"/>
                    </a:cubicBezTo>
                    <a:cubicBezTo>
                      <a:pt x="1889" y="4126"/>
                      <a:pt x="1933" y="4033"/>
                      <a:pt x="2020" y="3952"/>
                    </a:cubicBezTo>
                    <a:cubicBezTo>
                      <a:pt x="2074" y="3903"/>
                      <a:pt x="2140" y="3865"/>
                      <a:pt x="2210" y="3832"/>
                    </a:cubicBezTo>
                    <a:lnTo>
                      <a:pt x="2210" y="3832"/>
                    </a:lnTo>
                    <a:cubicBezTo>
                      <a:pt x="2172" y="3925"/>
                      <a:pt x="2031" y="3995"/>
                      <a:pt x="2118" y="4110"/>
                    </a:cubicBezTo>
                    <a:cubicBezTo>
                      <a:pt x="2151" y="4154"/>
                      <a:pt x="2191" y="4169"/>
                      <a:pt x="2235" y="4169"/>
                    </a:cubicBezTo>
                    <a:cubicBezTo>
                      <a:pt x="2293" y="4169"/>
                      <a:pt x="2356" y="4142"/>
                      <a:pt x="2412" y="4121"/>
                    </a:cubicBezTo>
                    <a:cubicBezTo>
                      <a:pt x="2608" y="4039"/>
                      <a:pt x="2809" y="3974"/>
                      <a:pt x="2962" y="3816"/>
                    </a:cubicBezTo>
                    <a:cubicBezTo>
                      <a:pt x="2951" y="3641"/>
                      <a:pt x="3054" y="3494"/>
                      <a:pt x="3092" y="3331"/>
                    </a:cubicBezTo>
                    <a:cubicBezTo>
                      <a:pt x="2994" y="3108"/>
                      <a:pt x="3256" y="3005"/>
                      <a:pt x="3256" y="2787"/>
                    </a:cubicBezTo>
                    <a:cubicBezTo>
                      <a:pt x="3272" y="2019"/>
                      <a:pt x="3506" y="1284"/>
                      <a:pt x="3702" y="544"/>
                    </a:cubicBezTo>
                    <a:cubicBezTo>
                      <a:pt x="3746" y="370"/>
                      <a:pt x="3903" y="146"/>
                      <a:pt x="3708" y="27"/>
                    </a:cubicBezTo>
                    <a:cubicBezTo>
                      <a:pt x="3679" y="8"/>
                      <a:pt x="3651" y="1"/>
                      <a:pt x="3622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0" name="Google Shape;1040;p28"/>
              <p:cNvSpPr/>
              <p:nvPr/>
            </p:nvSpPr>
            <p:spPr>
              <a:xfrm>
                <a:off x="5991750" y="2013464"/>
                <a:ext cx="169227" cy="452542"/>
              </a:xfrm>
              <a:custGeom>
                <a:rect b="b" l="l" r="r" t="t"/>
                <a:pathLst>
                  <a:path extrusionOk="0" h="7600" w="2842">
                    <a:moveTo>
                      <a:pt x="941" y="0"/>
                    </a:moveTo>
                    <a:cubicBezTo>
                      <a:pt x="915" y="0"/>
                      <a:pt x="888" y="11"/>
                      <a:pt x="860" y="37"/>
                    </a:cubicBezTo>
                    <a:cubicBezTo>
                      <a:pt x="779" y="118"/>
                      <a:pt x="871" y="211"/>
                      <a:pt x="920" y="292"/>
                    </a:cubicBezTo>
                    <a:cubicBezTo>
                      <a:pt x="1013" y="450"/>
                      <a:pt x="1116" y="608"/>
                      <a:pt x="1274" y="782"/>
                    </a:cubicBezTo>
                    <a:cubicBezTo>
                      <a:pt x="1215" y="731"/>
                      <a:pt x="1170" y="706"/>
                      <a:pt x="1127" y="706"/>
                    </a:cubicBezTo>
                    <a:cubicBezTo>
                      <a:pt x="1111" y="706"/>
                      <a:pt x="1095" y="710"/>
                      <a:pt x="1078" y="717"/>
                    </a:cubicBezTo>
                    <a:cubicBezTo>
                      <a:pt x="1045" y="875"/>
                      <a:pt x="1268" y="984"/>
                      <a:pt x="1154" y="1174"/>
                    </a:cubicBezTo>
                    <a:cubicBezTo>
                      <a:pt x="528" y="2198"/>
                      <a:pt x="272" y="3336"/>
                      <a:pt x="147" y="4512"/>
                    </a:cubicBezTo>
                    <a:cubicBezTo>
                      <a:pt x="44" y="5459"/>
                      <a:pt x="0" y="6395"/>
                      <a:pt x="365" y="7315"/>
                    </a:cubicBezTo>
                    <a:cubicBezTo>
                      <a:pt x="442" y="7508"/>
                      <a:pt x="517" y="7599"/>
                      <a:pt x="628" y="7599"/>
                    </a:cubicBezTo>
                    <a:cubicBezTo>
                      <a:pt x="690" y="7599"/>
                      <a:pt x="763" y="7571"/>
                      <a:pt x="855" y="7517"/>
                    </a:cubicBezTo>
                    <a:cubicBezTo>
                      <a:pt x="838" y="7141"/>
                      <a:pt x="893" y="6744"/>
                      <a:pt x="550" y="6455"/>
                    </a:cubicBezTo>
                    <a:cubicBezTo>
                      <a:pt x="430" y="6352"/>
                      <a:pt x="397" y="6199"/>
                      <a:pt x="387" y="6041"/>
                    </a:cubicBezTo>
                    <a:cubicBezTo>
                      <a:pt x="343" y="5497"/>
                      <a:pt x="599" y="5072"/>
                      <a:pt x="953" y="4593"/>
                    </a:cubicBezTo>
                    <a:lnTo>
                      <a:pt x="953" y="4593"/>
                    </a:lnTo>
                    <a:cubicBezTo>
                      <a:pt x="779" y="4942"/>
                      <a:pt x="626" y="5208"/>
                      <a:pt x="512" y="5497"/>
                    </a:cubicBezTo>
                    <a:cubicBezTo>
                      <a:pt x="419" y="5731"/>
                      <a:pt x="387" y="5976"/>
                      <a:pt x="474" y="6221"/>
                    </a:cubicBezTo>
                    <a:cubicBezTo>
                      <a:pt x="506" y="6319"/>
                      <a:pt x="544" y="6444"/>
                      <a:pt x="670" y="6444"/>
                    </a:cubicBezTo>
                    <a:cubicBezTo>
                      <a:pt x="806" y="6439"/>
                      <a:pt x="800" y="6297"/>
                      <a:pt x="822" y="6199"/>
                    </a:cubicBezTo>
                    <a:cubicBezTo>
                      <a:pt x="893" y="5840"/>
                      <a:pt x="1002" y="5497"/>
                      <a:pt x="1181" y="5176"/>
                    </a:cubicBezTo>
                    <a:cubicBezTo>
                      <a:pt x="1535" y="4533"/>
                      <a:pt x="1916" y="3918"/>
                      <a:pt x="2395" y="3363"/>
                    </a:cubicBezTo>
                    <a:cubicBezTo>
                      <a:pt x="2651" y="3063"/>
                      <a:pt x="2640" y="2987"/>
                      <a:pt x="2368" y="2704"/>
                    </a:cubicBezTo>
                    <a:cubicBezTo>
                      <a:pt x="2167" y="2492"/>
                      <a:pt x="2009" y="2252"/>
                      <a:pt x="1895" y="1986"/>
                    </a:cubicBezTo>
                    <a:lnTo>
                      <a:pt x="1895" y="1986"/>
                    </a:lnTo>
                    <a:cubicBezTo>
                      <a:pt x="2101" y="2230"/>
                      <a:pt x="2254" y="2508"/>
                      <a:pt x="2477" y="2742"/>
                    </a:cubicBezTo>
                    <a:cubicBezTo>
                      <a:pt x="2549" y="2819"/>
                      <a:pt x="2608" y="2857"/>
                      <a:pt x="2659" y="2857"/>
                    </a:cubicBezTo>
                    <a:cubicBezTo>
                      <a:pt x="2731" y="2857"/>
                      <a:pt x="2787" y="2779"/>
                      <a:pt x="2842" y="2622"/>
                    </a:cubicBezTo>
                    <a:cubicBezTo>
                      <a:pt x="2629" y="2557"/>
                      <a:pt x="2738" y="2285"/>
                      <a:pt x="2564" y="2192"/>
                    </a:cubicBezTo>
                    <a:cubicBezTo>
                      <a:pt x="2542" y="2201"/>
                      <a:pt x="2518" y="2209"/>
                      <a:pt x="2495" y="2209"/>
                    </a:cubicBezTo>
                    <a:cubicBezTo>
                      <a:pt x="2473" y="2209"/>
                      <a:pt x="2453" y="2201"/>
                      <a:pt x="2439" y="2176"/>
                    </a:cubicBezTo>
                    <a:cubicBezTo>
                      <a:pt x="2254" y="1888"/>
                      <a:pt x="2101" y="1583"/>
                      <a:pt x="1895" y="1310"/>
                    </a:cubicBezTo>
                    <a:cubicBezTo>
                      <a:pt x="1851" y="1251"/>
                      <a:pt x="1856" y="1202"/>
                      <a:pt x="1933" y="1174"/>
                    </a:cubicBezTo>
                    <a:cubicBezTo>
                      <a:pt x="2270" y="1071"/>
                      <a:pt x="2052" y="929"/>
                      <a:pt x="1938" y="848"/>
                    </a:cubicBezTo>
                    <a:cubicBezTo>
                      <a:pt x="1682" y="668"/>
                      <a:pt x="1459" y="461"/>
                      <a:pt x="1274" y="216"/>
                    </a:cubicBezTo>
                    <a:cubicBezTo>
                      <a:pt x="1236" y="167"/>
                      <a:pt x="1192" y="129"/>
                      <a:pt x="1138" y="102"/>
                    </a:cubicBezTo>
                    <a:cubicBezTo>
                      <a:pt x="1075" y="67"/>
                      <a:pt x="1010" y="0"/>
                      <a:pt x="941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1" name="Google Shape;1041;p28"/>
              <p:cNvSpPr/>
              <p:nvPr/>
            </p:nvSpPr>
            <p:spPr>
              <a:xfrm>
                <a:off x="6219633" y="3264649"/>
                <a:ext cx="420507" cy="561986"/>
              </a:xfrm>
              <a:custGeom>
                <a:rect b="b" l="l" r="r" t="t"/>
                <a:pathLst>
                  <a:path extrusionOk="0" h="9438" w="7062">
                    <a:moveTo>
                      <a:pt x="4834" y="0"/>
                    </a:moveTo>
                    <a:lnTo>
                      <a:pt x="4834" y="0"/>
                    </a:lnTo>
                    <a:cubicBezTo>
                      <a:pt x="4856" y="131"/>
                      <a:pt x="4873" y="256"/>
                      <a:pt x="4889" y="376"/>
                    </a:cubicBezTo>
                    <a:cubicBezTo>
                      <a:pt x="4938" y="539"/>
                      <a:pt x="4938" y="702"/>
                      <a:pt x="4905" y="866"/>
                    </a:cubicBezTo>
                    <a:cubicBezTo>
                      <a:pt x="4785" y="1476"/>
                      <a:pt x="4606" y="2063"/>
                      <a:pt x="4415" y="2651"/>
                    </a:cubicBezTo>
                    <a:cubicBezTo>
                      <a:pt x="4328" y="2935"/>
                      <a:pt x="4170" y="3130"/>
                      <a:pt x="3925" y="3321"/>
                    </a:cubicBezTo>
                    <a:cubicBezTo>
                      <a:pt x="2494" y="4470"/>
                      <a:pt x="1252" y="5798"/>
                      <a:pt x="251" y="7339"/>
                    </a:cubicBezTo>
                    <a:cubicBezTo>
                      <a:pt x="0" y="7725"/>
                      <a:pt x="588" y="8819"/>
                      <a:pt x="1051" y="8847"/>
                    </a:cubicBezTo>
                    <a:cubicBezTo>
                      <a:pt x="1058" y="8847"/>
                      <a:pt x="1068" y="8849"/>
                      <a:pt x="1077" y="8849"/>
                    </a:cubicBezTo>
                    <a:cubicBezTo>
                      <a:pt x="1081" y="8849"/>
                      <a:pt x="1085" y="8848"/>
                      <a:pt x="1089" y="8847"/>
                    </a:cubicBezTo>
                    <a:cubicBezTo>
                      <a:pt x="1196" y="8786"/>
                      <a:pt x="1305" y="8768"/>
                      <a:pt x="1417" y="8768"/>
                    </a:cubicBezTo>
                    <a:cubicBezTo>
                      <a:pt x="1571" y="8768"/>
                      <a:pt x="1727" y="8802"/>
                      <a:pt x="1882" y="8802"/>
                    </a:cubicBezTo>
                    <a:cubicBezTo>
                      <a:pt x="1935" y="8802"/>
                      <a:pt x="1989" y="8798"/>
                      <a:pt x="2042" y="8787"/>
                    </a:cubicBezTo>
                    <a:cubicBezTo>
                      <a:pt x="2363" y="8721"/>
                      <a:pt x="2728" y="8727"/>
                      <a:pt x="2913" y="8378"/>
                    </a:cubicBezTo>
                    <a:cubicBezTo>
                      <a:pt x="2907" y="8297"/>
                      <a:pt x="2896" y="8221"/>
                      <a:pt x="2885" y="8117"/>
                    </a:cubicBezTo>
                    <a:cubicBezTo>
                      <a:pt x="2575" y="8368"/>
                      <a:pt x="2232" y="8466"/>
                      <a:pt x="1867" y="8515"/>
                    </a:cubicBezTo>
                    <a:cubicBezTo>
                      <a:pt x="1833" y="8519"/>
                      <a:pt x="1800" y="8521"/>
                      <a:pt x="1769" y="8521"/>
                    </a:cubicBezTo>
                    <a:cubicBezTo>
                      <a:pt x="1546" y="8521"/>
                      <a:pt x="1413" y="8415"/>
                      <a:pt x="1356" y="8166"/>
                    </a:cubicBezTo>
                    <a:cubicBezTo>
                      <a:pt x="1323" y="8030"/>
                      <a:pt x="1318" y="7872"/>
                      <a:pt x="1209" y="7758"/>
                    </a:cubicBezTo>
                    <a:cubicBezTo>
                      <a:pt x="1084" y="7850"/>
                      <a:pt x="1143" y="7959"/>
                      <a:pt x="1127" y="8057"/>
                    </a:cubicBezTo>
                    <a:cubicBezTo>
                      <a:pt x="1089" y="8232"/>
                      <a:pt x="1307" y="8476"/>
                      <a:pt x="1100" y="8553"/>
                    </a:cubicBezTo>
                    <a:cubicBezTo>
                      <a:pt x="1069" y="8564"/>
                      <a:pt x="1041" y="8569"/>
                      <a:pt x="1016" y="8569"/>
                    </a:cubicBezTo>
                    <a:cubicBezTo>
                      <a:pt x="835" y="8569"/>
                      <a:pt x="778" y="8306"/>
                      <a:pt x="659" y="8177"/>
                    </a:cubicBezTo>
                    <a:cubicBezTo>
                      <a:pt x="610" y="8128"/>
                      <a:pt x="572" y="8063"/>
                      <a:pt x="545" y="8003"/>
                    </a:cubicBezTo>
                    <a:cubicBezTo>
                      <a:pt x="436" y="7758"/>
                      <a:pt x="387" y="7546"/>
                      <a:pt x="572" y="7284"/>
                    </a:cubicBezTo>
                    <a:cubicBezTo>
                      <a:pt x="1443" y="6016"/>
                      <a:pt x="2521" y="4932"/>
                      <a:pt x="3626" y="3876"/>
                    </a:cubicBezTo>
                    <a:cubicBezTo>
                      <a:pt x="3718" y="3795"/>
                      <a:pt x="3833" y="3735"/>
                      <a:pt x="3936" y="3659"/>
                    </a:cubicBezTo>
                    <a:lnTo>
                      <a:pt x="3936" y="3659"/>
                    </a:lnTo>
                    <a:cubicBezTo>
                      <a:pt x="4002" y="3789"/>
                      <a:pt x="3942" y="3882"/>
                      <a:pt x="3909" y="3980"/>
                    </a:cubicBezTo>
                    <a:cubicBezTo>
                      <a:pt x="3691" y="4660"/>
                      <a:pt x="3544" y="5363"/>
                      <a:pt x="3414" y="6065"/>
                    </a:cubicBezTo>
                    <a:cubicBezTo>
                      <a:pt x="3365" y="6342"/>
                      <a:pt x="3533" y="6707"/>
                      <a:pt x="3087" y="6811"/>
                    </a:cubicBezTo>
                    <a:cubicBezTo>
                      <a:pt x="3147" y="6936"/>
                      <a:pt x="3245" y="6936"/>
                      <a:pt x="3337" y="6952"/>
                    </a:cubicBezTo>
                    <a:cubicBezTo>
                      <a:pt x="3484" y="7072"/>
                      <a:pt x="3435" y="7246"/>
                      <a:pt x="3473" y="7399"/>
                    </a:cubicBezTo>
                    <a:cubicBezTo>
                      <a:pt x="3544" y="7665"/>
                      <a:pt x="3566" y="7976"/>
                      <a:pt x="3816" y="8144"/>
                    </a:cubicBezTo>
                    <a:cubicBezTo>
                      <a:pt x="4105" y="8346"/>
                      <a:pt x="4317" y="8613"/>
                      <a:pt x="4513" y="8885"/>
                    </a:cubicBezTo>
                    <a:cubicBezTo>
                      <a:pt x="4810" y="9291"/>
                      <a:pt x="5199" y="9437"/>
                      <a:pt x="5650" y="9437"/>
                    </a:cubicBezTo>
                    <a:cubicBezTo>
                      <a:pt x="5713" y="9437"/>
                      <a:pt x="5777" y="9434"/>
                      <a:pt x="5842" y="9429"/>
                    </a:cubicBezTo>
                    <a:cubicBezTo>
                      <a:pt x="6065" y="9407"/>
                      <a:pt x="6288" y="9358"/>
                      <a:pt x="6435" y="9168"/>
                    </a:cubicBezTo>
                    <a:cubicBezTo>
                      <a:pt x="6772" y="8721"/>
                      <a:pt x="7061" y="8259"/>
                      <a:pt x="7034" y="7665"/>
                    </a:cubicBezTo>
                    <a:cubicBezTo>
                      <a:pt x="6981" y="7631"/>
                      <a:pt x="6938" y="7617"/>
                      <a:pt x="6901" y="7617"/>
                    </a:cubicBezTo>
                    <a:cubicBezTo>
                      <a:pt x="6760" y="7617"/>
                      <a:pt x="6708" y="7815"/>
                      <a:pt x="6587" y="7867"/>
                    </a:cubicBezTo>
                    <a:cubicBezTo>
                      <a:pt x="6341" y="7971"/>
                      <a:pt x="6100" y="8045"/>
                      <a:pt x="5865" y="8045"/>
                    </a:cubicBezTo>
                    <a:cubicBezTo>
                      <a:pt x="5611" y="8045"/>
                      <a:pt x="5363" y="7959"/>
                      <a:pt x="5123" y="7736"/>
                    </a:cubicBezTo>
                    <a:cubicBezTo>
                      <a:pt x="4998" y="7621"/>
                      <a:pt x="4869" y="7455"/>
                      <a:pt x="4638" y="7455"/>
                    </a:cubicBezTo>
                    <a:cubicBezTo>
                      <a:pt x="4607" y="7455"/>
                      <a:pt x="4575" y="7458"/>
                      <a:pt x="4540" y="7464"/>
                    </a:cubicBezTo>
                    <a:cubicBezTo>
                      <a:pt x="4796" y="7899"/>
                      <a:pt x="5194" y="8112"/>
                      <a:pt x="5580" y="8308"/>
                    </a:cubicBezTo>
                    <a:cubicBezTo>
                      <a:pt x="5676" y="8356"/>
                      <a:pt x="5769" y="8376"/>
                      <a:pt x="5861" y="8376"/>
                    </a:cubicBezTo>
                    <a:cubicBezTo>
                      <a:pt x="6130" y="8376"/>
                      <a:pt x="6386" y="8206"/>
                      <a:pt x="6658" y="8085"/>
                    </a:cubicBezTo>
                    <a:lnTo>
                      <a:pt x="6658" y="8085"/>
                    </a:lnTo>
                    <a:cubicBezTo>
                      <a:pt x="6642" y="8340"/>
                      <a:pt x="6489" y="8504"/>
                      <a:pt x="6413" y="8694"/>
                    </a:cubicBezTo>
                    <a:cubicBezTo>
                      <a:pt x="6271" y="9046"/>
                      <a:pt x="6006" y="9221"/>
                      <a:pt x="5671" y="9221"/>
                    </a:cubicBezTo>
                    <a:cubicBezTo>
                      <a:pt x="5571" y="9221"/>
                      <a:pt x="5464" y="9205"/>
                      <a:pt x="5352" y="9173"/>
                    </a:cubicBezTo>
                    <a:cubicBezTo>
                      <a:pt x="4622" y="8961"/>
                      <a:pt x="4399" y="8210"/>
                      <a:pt x="3860" y="7791"/>
                    </a:cubicBezTo>
                    <a:cubicBezTo>
                      <a:pt x="3855" y="7785"/>
                      <a:pt x="3849" y="7769"/>
                      <a:pt x="3849" y="7758"/>
                    </a:cubicBezTo>
                    <a:cubicBezTo>
                      <a:pt x="3795" y="7339"/>
                      <a:pt x="3675" y="6914"/>
                      <a:pt x="3708" y="6506"/>
                    </a:cubicBezTo>
                    <a:cubicBezTo>
                      <a:pt x="3806" y="5461"/>
                      <a:pt x="4040" y="4437"/>
                      <a:pt x="4437" y="3468"/>
                    </a:cubicBezTo>
                    <a:cubicBezTo>
                      <a:pt x="4769" y="2662"/>
                      <a:pt x="5036" y="1835"/>
                      <a:pt x="5210" y="980"/>
                    </a:cubicBezTo>
                    <a:cubicBezTo>
                      <a:pt x="5303" y="517"/>
                      <a:pt x="5156" y="136"/>
                      <a:pt x="4834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2" name="Google Shape;1042;p28"/>
              <p:cNvSpPr/>
              <p:nvPr/>
            </p:nvSpPr>
            <p:spPr>
              <a:xfrm>
                <a:off x="6565477" y="-269479"/>
                <a:ext cx="610455" cy="608490"/>
              </a:xfrm>
              <a:custGeom>
                <a:rect b="b" l="l" r="r" t="t"/>
                <a:pathLst>
                  <a:path extrusionOk="0" h="10219" w="10252">
                    <a:moveTo>
                      <a:pt x="5815" y="1"/>
                    </a:moveTo>
                    <a:lnTo>
                      <a:pt x="5815" y="1"/>
                    </a:lnTo>
                    <a:cubicBezTo>
                      <a:pt x="5826" y="83"/>
                      <a:pt x="5821" y="143"/>
                      <a:pt x="5842" y="164"/>
                    </a:cubicBezTo>
                    <a:cubicBezTo>
                      <a:pt x="6360" y="681"/>
                      <a:pt x="6860" y="1237"/>
                      <a:pt x="7612" y="1395"/>
                    </a:cubicBezTo>
                    <a:cubicBezTo>
                      <a:pt x="8281" y="1536"/>
                      <a:pt x="8913" y="1787"/>
                      <a:pt x="9566" y="1983"/>
                    </a:cubicBezTo>
                    <a:cubicBezTo>
                      <a:pt x="9953" y="2097"/>
                      <a:pt x="10023" y="2364"/>
                      <a:pt x="9713" y="2630"/>
                    </a:cubicBezTo>
                    <a:cubicBezTo>
                      <a:pt x="8984" y="3262"/>
                      <a:pt x="8292" y="3953"/>
                      <a:pt x="7481" y="4470"/>
                    </a:cubicBezTo>
                    <a:cubicBezTo>
                      <a:pt x="6964" y="4803"/>
                      <a:pt x="6550" y="5173"/>
                      <a:pt x="6349" y="5766"/>
                    </a:cubicBezTo>
                    <a:cubicBezTo>
                      <a:pt x="6213" y="6158"/>
                      <a:pt x="5929" y="6403"/>
                      <a:pt x="5505" y="6479"/>
                    </a:cubicBezTo>
                    <a:cubicBezTo>
                      <a:pt x="5178" y="6534"/>
                      <a:pt x="4852" y="6599"/>
                      <a:pt x="4563" y="6768"/>
                    </a:cubicBezTo>
                    <a:cubicBezTo>
                      <a:pt x="3442" y="7432"/>
                      <a:pt x="2325" y="8113"/>
                      <a:pt x="1329" y="8956"/>
                    </a:cubicBezTo>
                    <a:cubicBezTo>
                      <a:pt x="1010" y="9218"/>
                      <a:pt x="696" y="9475"/>
                      <a:pt x="256" y="9475"/>
                    </a:cubicBezTo>
                    <a:cubicBezTo>
                      <a:pt x="238" y="9475"/>
                      <a:pt x="220" y="9474"/>
                      <a:pt x="202" y="9474"/>
                    </a:cubicBezTo>
                    <a:cubicBezTo>
                      <a:pt x="189" y="9474"/>
                      <a:pt x="176" y="9473"/>
                      <a:pt x="162" y="9473"/>
                    </a:cubicBezTo>
                    <a:cubicBezTo>
                      <a:pt x="107" y="9473"/>
                      <a:pt x="50" y="9480"/>
                      <a:pt x="28" y="9550"/>
                    </a:cubicBezTo>
                    <a:cubicBezTo>
                      <a:pt x="1" y="9659"/>
                      <a:pt x="77" y="9729"/>
                      <a:pt x="148" y="9789"/>
                    </a:cubicBezTo>
                    <a:cubicBezTo>
                      <a:pt x="514" y="10073"/>
                      <a:pt x="914" y="10219"/>
                      <a:pt x="1314" y="10219"/>
                    </a:cubicBezTo>
                    <a:cubicBezTo>
                      <a:pt x="1733" y="10219"/>
                      <a:pt x="2150" y="10058"/>
                      <a:pt x="2527" y="9729"/>
                    </a:cubicBezTo>
                    <a:cubicBezTo>
                      <a:pt x="3006" y="9305"/>
                      <a:pt x="3480" y="8902"/>
                      <a:pt x="4095" y="8679"/>
                    </a:cubicBezTo>
                    <a:cubicBezTo>
                      <a:pt x="4269" y="8619"/>
                      <a:pt x="4519" y="8543"/>
                      <a:pt x="4525" y="8260"/>
                    </a:cubicBezTo>
                    <a:lnTo>
                      <a:pt x="4525" y="8260"/>
                    </a:lnTo>
                    <a:cubicBezTo>
                      <a:pt x="3893" y="8450"/>
                      <a:pt x="3256" y="8635"/>
                      <a:pt x="2783" y="9125"/>
                    </a:cubicBezTo>
                    <a:cubicBezTo>
                      <a:pt x="2402" y="9517"/>
                      <a:pt x="1890" y="9637"/>
                      <a:pt x="1411" y="9811"/>
                    </a:cubicBezTo>
                    <a:cubicBezTo>
                      <a:pt x="1329" y="9840"/>
                      <a:pt x="1237" y="9855"/>
                      <a:pt x="1140" y="9855"/>
                    </a:cubicBezTo>
                    <a:cubicBezTo>
                      <a:pt x="986" y="9855"/>
                      <a:pt x="819" y="9817"/>
                      <a:pt x="665" y="9740"/>
                    </a:cubicBezTo>
                    <a:cubicBezTo>
                      <a:pt x="888" y="9604"/>
                      <a:pt x="1122" y="9523"/>
                      <a:pt x="1280" y="9365"/>
                    </a:cubicBezTo>
                    <a:cubicBezTo>
                      <a:pt x="2026" y="8608"/>
                      <a:pt x="2979" y="8145"/>
                      <a:pt x="3801" y="7503"/>
                    </a:cubicBezTo>
                    <a:cubicBezTo>
                      <a:pt x="4117" y="7263"/>
                      <a:pt x="4465" y="7089"/>
                      <a:pt x="4868" y="6997"/>
                    </a:cubicBezTo>
                    <a:cubicBezTo>
                      <a:pt x="5723" y="6801"/>
                      <a:pt x="6496" y="6463"/>
                      <a:pt x="6746" y="5483"/>
                    </a:cubicBezTo>
                    <a:cubicBezTo>
                      <a:pt x="6795" y="5298"/>
                      <a:pt x="6953" y="5146"/>
                      <a:pt x="7127" y="5037"/>
                    </a:cubicBezTo>
                    <a:cubicBezTo>
                      <a:pt x="8134" y="4432"/>
                      <a:pt x="8945" y="3583"/>
                      <a:pt x="9849" y="2854"/>
                    </a:cubicBezTo>
                    <a:cubicBezTo>
                      <a:pt x="9925" y="2794"/>
                      <a:pt x="9985" y="2718"/>
                      <a:pt x="10034" y="2641"/>
                    </a:cubicBezTo>
                    <a:cubicBezTo>
                      <a:pt x="10252" y="2315"/>
                      <a:pt x="10154" y="1917"/>
                      <a:pt x="9784" y="1814"/>
                    </a:cubicBezTo>
                    <a:cubicBezTo>
                      <a:pt x="9196" y="1645"/>
                      <a:pt x="8657" y="1340"/>
                      <a:pt x="8047" y="1253"/>
                    </a:cubicBezTo>
                    <a:cubicBezTo>
                      <a:pt x="7416" y="1161"/>
                      <a:pt x="6844" y="943"/>
                      <a:pt x="6436" y="415"/>
                    </a:cubicBezTo>
                    <a:cubicBezTo>
                      <a:pt x="6202" y="349"/>
                      <a:pt x="6093" y="83"/>
                      <a:pt x="5815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3" name="Google Shape;1043;p28"/>
              <p:cNvSpPr/>
              <p:nvPr/>
            </p:nvSpPr>
            <p:spPr>
              <a:xfrm>
                <a:off x="5313876" y="2034960"/>
                <a:ext cx="187448" cy="369596"/>
              </a:xfrm>
              <a:custGeom>
                <a:rect b="b" l="l" r="r" t="t"/>
                <a:pathLst>
                  <a:path extrusionOk="0" h="6207" w="3148">
                    <a:moveTo>
                      <a:pt x="988" y="0"/>
                    </a:moveTo>
                    <a:cubicBezTo>
                      <a:pt x="980" y="0"/>
                      <a:pt x="972" y="1"/>
                      <a:pt x="964" y="2"/>
                    </a:cubicBezTo>
                    <a:cubicBezTo>
                      <a:pt x="823" y="24"/>
                      <a:pt x="785" y="160"/>
                      <a:pt x="774" y="274"/>
                    </a:cubicBezTo>
                    <a:cubicBezTo>
                      <a:pt x="741" y="601"/>
                      <a:pt x="610" y="895"/>
                      <a:pt x="398" y="1140"/>
                    </a:cubicBezTo>
                    <a:cubicBezTo>
                      <a:pt x="169" y="1407"/>
                      <a:pt x="77" y="1723"/>
                      <a:pt x="1" y="2055"/>
                    </a:cubicBezTo>
                    <a:cubicBezTo>
                      <a:pt x="52" y="2045"/>
                      <a:pt x="109" y="2023"/>
                      <a:pt x="152" y="2023"/>
                    </a:cubicBezTo>
                    <a:cubicBezTo>
                      <a:pt x="205" y="2023"/>
                      <a:pt x="237" y="2056"/>
                      <a:pt x="213" y="2185"/>
                    </a:cubicBezTo>
                    <a:cubicBezTo>
                      <a:pt x="191" y="2300"/>
                      <a:pt x="191" y="2419"/>
                      <a:pt x="186" y="2534"/>
                    </a:cubicBezTo>
                    <a:cubicBezTo>
                      <a:pt x="176" y="2717"/>
                      <a:pt x="130" y="2915"/>
                      <a:pt x="378" y="2915"/>
                    </a:cubicBezTo>
                    <a:cubicBezTo>
                      <a:pt x="402" y="2915"/>
                      <a:pt x="428" y="2913"/>
                      <a:pt x="458" y="2909"/>
                    </a:cubicBezTo>
                    <a:cubicBezTo>
                      <a:pt x="468" y="2908"/>
                      <a:pt x="477" y="2908"/>
                      <a:pt x="485" y="2908"/>
                    </a:cubicBezTo>
                    <a:cubicBezTo>
                      <a:pt x="595" y="2908"/>
                      <a:pt x="633" y="3000"/>
                      <a:pt x="638" y="3111"/>
                    </a:cubicBezTo>
                    <a:cubicBezTo>
                      <a:pt x="659" y="3710"/>
                      <a:pt x="1155" y="3857"/>
                      <a:pt x="1558" y="4091"/>
                    </a:cubicBezTo>
                    <a:cubicBezTo>
                      <a:pt x="1567" y="4096"/>
                      <a:pt x="1575" y="4099"/>
                      <a:pt x="1582" y="4099"/>
                    </a:cubicBezTo>
                    <a:cubicBezTo>
                      <a:pt x="1625" y="4099"/>
                      <a:pt x="1601" y="3988"/>
                      <a:pt x="1652" y="3988"/>
                    </a:cubicBezTo>
                    <a:cubicBezTo>
                      <a:pt x="1660" y="3988"/>
                      <a:pt x="1670" y="3991"/>
                      <a:pt x="1683" y="3998"/>
                    </a:cubicBezTo>
                    <a:cubicBezTo>
                      <a:pt x="1732" y="4227"/>
                      <a:pt x="1721" y="4455"/>
                      <a:pt x="1688" y="4689"/>
                    </a:cubicBezTo>
                    <a:cubicBezTo>
                      <a:pt x="1813" y="4842"/>
                      <a:pt x="1819" y="5032"/>
                      <a:pt x="1852" y="5212"/>
                    </a:cubicBezTo>
                    <a:cubicBezTo>
                      <a:pt x="1982" y="5980"/>
                      <a:pt x="1982" y="5980"/>
                      <a:pt x="2723" y="6143"/>
                    </a:cubicBezTo>
                    <a:cubicBezTo>
                      <a:pt x="2792" y="6160"/>
                      <a:pt x="2871" y="6207"/>
                      <a:pt x="2941" y="6207"/>
                    </a:cubicBezTo>
                    <a:cubicBezTo>
                      <a:pt x="2981" y="6207"/>
                      <a:pt x="3018" y="6192"/>
                      <a:pt x="3049" y="6148"/>
                    </a:cubicBezTo>
                    <a:cubicBezTo>
                      <a:pt x="3147" y="6018"/>
                      <a:pt x="3049" y="5876"/>
                      <a:pt x="2973" y="5762"/>
                    </a:cubicBezTo>
                    <a:cubicBezTo>
                      <a:pt x="2772" y="5452"/>
                      <a:pt x="2494" y="5207"/>
                      <a:pt x="2222" y="4967"/>
                    </a:cubicBezTo>
                    <a:cubicBezTo>
                      <a:pt x="1944" y="4717"/>
                      <a:pt x="1868" y="4412"/>
                      <a:pt x="1895" y="4074"/>
                    </a:cubicBezTo>
                    <a:cubicBezTo>
                      <a:pt x="1911" y="3851"/>
                      <a:pt x="1944" y="3622"/>
                      <a:pt x="1906" y="3405"/>
                    </a:cubicBezTo>
                    <a:cubicBezTo>
                      <a:pt x="1841" y="3002"/>
                      <a:pt x="1988" y="2545"/>
                      <a:pt x="1656" y="2191"/>
                    </a:cubicBezTo>
                    <a:cubicBezTo>
                      <a:pt x="1394" y="1918"/>
                      <a:pt x="1307" y="1586"/>
                      <a:pt x="1454" y="1243"/>
                    </a:cubicBezTo>
                    <a:cubicBezTo>
                      <a:pt x="1645" y="808"/>
                      <a:pt x="1438" y="498"/>
                      <a:pt x="1215" y="176"/>
                    </a:cubicBezTo>
                    <a:cubicBezTo>
                      <a:pt x="1159" y="96"/>
                      <a:pt x="1089" y="0"/>
                      <a:pt x="988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4" name="Google Shape;1044;p28"/>
              <p:cNvSpPr/>
              <p:nvPr/>
            </p:nvSpPr>
            <p:spPr>
              <a:xfrm>
                <a:off x="5218602" y="1976724"/>
                <a:ext cx="352387" cy="432833"/>
              </a:xfrm>
              <a:custGeom>
                <a:rect b="b" l="l" r="r" t="t"/>
                <a:pathLst>
                  <a:path extrusionOk="0" h="7269" w="5918">
                    <a:moveTo>
                      <a:pt x="1878" y="0"/>
                    </a:moveTo>
                    <a:cubicBezTo>
                      <a:pt x="1884" y="17"/>
                      <a:pt x="1889" y="38"/>
                      <a:pt x="1895" y="55"/>
                    </a:cubicBezTo>
                    <a:cubicBezTo>
                      <a:pt x="1933" y="131"/>
                      <a:pt x="1922" y="213"/>
                      <a:pt x="1960" y="289"/>
                    </a:cubicBezTo>
                    <a:cubicBezTo>
                      <a:pt x="2145" y="659"/>
                      <a:pt x="2123" y="719"/>
                      <a:pt x="1742" y="915"/>
                    </a:cubicBezTo>
                    <a:cubicBezTo>
                      <a:pt x="1590" y="991"/>
                      <a:pt x="1410" y="1029"/>
                      <a:pt x="1312" y="1187"/>
                    </a:cubicBezTo>
                    <a:cubicBezTo>
                      <a:pt x="887" y="1291"/>
                      <a:pt x="583" y="1557"/>
                      <a:pt x="381" y="1933"/>
                    </a:cubicBezTo>
                    <a:cubicBezTo>
                      <a:pt x="283" y="2113"/>
                      <a:pt x="0" y="2358"/>
                      <a:pt x="125" y="2445"/>
                    </a:cubicBezTo>
                    <a:cubicBezTo>
                      <a:pt x="161" y="2468"/>
                      <a:pt x="194" y="2478"/>
                      <a:pt x="224" y="2478"/>
                    </a:cubicBezTo>
                    <a:cubicBezTo>
                      <a:pt x="379" y="2478"/>
                      <a:pt x="473" y="2216"/>
                      <a:pt x="610" y="2107"/>
                    </a:cubicBezTo>
                    <a:cubicBezTo>
                      <a:pt x="833" y="1775"/>
                      <a:pt x="1138" y="1563"/>
                      <a:pt x="1519" y="1438"/>
                    </a:cubicBezTo>
                    <a:cubicBezTo>
                      <a:pt x="1851" y="1334"/>
                      <a:pt x="2189" y="1214"/>
                      <a:pt x="2276" y="1024"/>
                    </a:cubicBezTo>
                    <a:lnTo>
                      <a:pt x="2276" y="1024"/>
                    </a:lnTo>
                    <a:cubicBezTo>
                      <a:pt x="2210" y="1263"/>
                      <a:pt x="1971" y="1628"/>
                      <a:pt x="1878" y="2053"/>
                    </a:cubicBezTo>
                    <a:cubicBezTo>
                      <a:pt x="1780" y="2265"/>
                      <a:pt x="1590" y="2412"/>
                      <a:pt x="1514" y="2646"/>
                    </a:cubicBezTo>
                    <a:cubicBezTo>
                      <a:pt x="1470" y="2793"/>
                      <a:pt x="1361" y="2951"/>
                      <a:pt x="1601" y="3033"/>
                    </a:cubicBezTo>
                    <a:cubicBezTo>
                      <a:pt x="1655" y="2880"/>
                      <a:pt x="2014" y="2842"/>
                      <a:pt x="1775" y="2575"/>
                    </a:cubicBezTo>
                    <a:cubicBezTo>
                      <a:pt x="1769" y="2570"/>
                      <a:pt x="1808" y="2521"/>
                      <a:pt x="1829" y="2494"/>
                    </a:cubicBezTo>
                    <a:cubicBezTo>
                      <a:pt x="2161" y="2107"/>
                      <a:pt x="2455" y="1704"/>
                      <a:pt x="2477" y="1160"/>
                    </a:cubicBezTo>
                    <a:cubicBezTo>
                      <a:pt x="2481" y="1118"/>
                      <a:pt x="2495" y="1033"/>
                      <a:pt x="2559" y="1033"/>
                    </a:cubicBezTo>
                    <a:cubicBezTo>
                      <a:pt x="2579" y="1033"/>
                      <a:pt x="2604" y="1041"/>
                      <a:pt x="2635" y="1062"/>
                    </a:cubicBezTo>
                    <a:cubicBezTo>
                      <a:pt x="2858" y="1198"/>
                      <a:pt x="3060" y="1824"/>
                      <a:pt x="2983" y="2074"/>
                    </a:cubicBezTo>
                    <a:cubicBezTo>
                      <a:pt x="2842" y="2510"/>
                      <a:pt x="2836" y="2929"/>
                      <a:pt x="3212" y="3272"/>
                    </a:cubicBezTo>
                    <a:cubicBezTo>
                      <a:pt x="3283" y="3332"/>
                      <a:pt x="3370" y="3403"/>
                      <a:pt x="3364" y="3501"/>
                    </a:cubicBezTo>
                    <a:cubicBezTo>
                      <a:pt x="3332" y="4007"/>
                      <a:pt x="3501" y="4497"/>
                      <a:pt x="3419" y="5009"/>
                    </a:cubicBezTo>
                    <a:cubicBezTo>
                      <a:pt x="3364" y="5357"/>
                      <a:pt x="3419" y="5706"/>
                      <a:pt x="3724" y="5972"/>
                    </a:cubicBezTo>
                    <a:cubicBezTo>
                      <a:pt x="3947" y="6163"/>
                      <a:pt x="4138" y="6386"/>
                      <a:pt x="4350" y="6593"/>
                    </a:cubicBezTo>
                    <a:cubicBezTo>
                      <a:pt x="4491" y="6734"/>
                      <a:pt x="4589" y="6892"/>
                      <a:pt x="4633" y="7126"/>
                    </a:cubicBezTo>
                    <a:cubicBezTo>
                      <a:pt x="4470" y="7077"/>
                      <a:pt x="4339" y="7018"/>
                      <a:pt x="4203" y="7001"/>
                    </a:cubicBezTo>
                    <a:cubicBezTo>
                      <a:pt x="3658" y="6925"/>
                      <a:pt x="3658" y="6930"/>
                      <a:pt x="3582" y="6370"/>
                    </a:cubicBezTo>
                    <a:cubicBezTo>
                      <a:pt x="3533" y="6000"/>
                      <a:pt x="3441" y="5776"/>
                      <a:pt x="3288" y="5667"/>
                    </a:cubicBezTo>
                    <a:lnTo>
                      <a:pt x="3288" y="5667"/>
                    </a:lnTo>
                    <a:cubicBezTo>
                      <a:pt x="3337" y="6010"/>
                      <a:pt x="3375" y="6353"/>
                      <a:pt x="3441" y="6691"/>
                    </a:cubicBezTo>
                    <a:cubicBezTo>
                      <a:pt x="3511" y="7072"/>
                      <a:pt x="3755" y="7268"/>
                      <a:pt x="4128" y="7268"/>
                    </a:cubicBezTo>
                    <a:cubicBezTo>
                      <a:pt x="4133" y="7268"/>
                      <a:pt x="4138" y="7268"/>
                      <a:pt x="4143" y="7268"/>
                    </a:cubicBezTo>
                    <a:lnTo>
                      <a:pt x="4998" y="7268"/>
                    </a:lnTo>
                    <a:cubicBezTo>
                      <a:pt x="5248" y="6920"/>
                      <a:pt x="5493" y="6577"/>
                      <a:pt x="5744" y="6228"/>
                    </a:cubicBezTo>
                    <a:cubicBezTo>
                      <a:pt x="5825" y="6114"/>
                      <a:pt x="5918" y="6000"/>
                      <a:pt x="5782" y="5863"/>
                    </a:cubicBezTo>
                    <a:lnTo>
                      <a:pt x="5782" y="5863"/>
                    </a:lnTo>
                    <a:cubicBezTo>
                      <a:pt x="5488" y="6255"/>
                      <a:pt x="5199" y="6647"/>
                      <a:pt x="4851" y="7116"/>
                    </a:cubicBezTo>
                    <a:cubicBezTo>
                      <a:pt x="4753" y="6647"/>
                      <a:pt x="4421" y="6424"/>
                      <a:pt x="4187" y="6114"/>
                    </a:cubicBezTo>
                    <a:cubicBezTo>
                      <a:pt x="4204" y="6108"/>
                      <a:pt x="4223" y="6105"/>
                      <a:pt x="4241" y="6105"/>
                    </a:cubicBezTo>
                    <a:cubicBezTo>
                      <a:pt x="4290" y="6105"/>
                      <a:pt x="4338" y="6122"/>
                      <a:pt x="4378" y="6122"/>
                    </a:cubicBezTo>
                    <a:cubicBezTo>
                      <a:pt x="4415" y="6122"/>
                      <a:pt x="4445" y="6109"/>
                      <a:pt x="4464" y="6059"/>
                    </a:cubicBezTo>
                    <a:cubicBezTo>
                      <a:pt x="4524" y="5918"/>
                      <a:pt x="4404" y="5820"/>
                      <a:pt x="4323" y="5727"/>
                    </a:cubicBezTo>
                    <a:cubicBezTo>
                      <a:pt x="4257" y="5654"/>
                      <a:pt x="4167" y="5564"/>
                      <a:pt x="4077" y="5564"/>
                    </a:cubicBezTo>
                    <a:cubicBezTo>
                      <a:pt x="4048" y="5564"/>
                      <a:pt x="4019" y="5574"/>
                      <a:pt x="3991" y="5597"/>
                    </a:cubicBezTo>
                    <a:cubicBezTo>
                      <a:pt x="3876" y="5685"/>
                      <a:pt x="3797" y="5720"/>
                      <a:pt x="3741" y="5720"/>
                    </a:cubicBezTo>
                    <a:cubicBezTo>
                      <a:pt x="3583" y="5720"/>
                      <a:pt x="3613" y="5445"/>
                      <a:pt x="3593" y="5325"/>
                    </a:cubicBezTo>
                    <a:cubicBezTo>
                      <a:pt x="3555" y="5052"/>
                      <a:pt x="3577" y="4758"/>
                      <a:pt x="3604" y="4481"/>
                    </a:cubicBezTo>
                    <a:cubicBezTo>
                      <a:pt x="3762" y="3016"/>
                      <a:pt x="3599" y="1644"/>
                      <a:pt x="2510" y="523"/>
                    </a:cubicBezTo>
                    <a:cubicBezTo>
                      <a:pt x="2248" y="256"/>
                      <a:pt x="2063" y="55"/>
                      <a:pt x="1878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5" name="Google Shape;1045;p28"/>
              <p:cNvSpPr/>
              <p:nvPr/>
            </p:nvSpPr>
            <p:spPr>
              <a:xfrm>
                <a:off x="6004671" y="1790523"/>
                <a:ext cx="283256" cy="677741"/>
              </a:xfrm>
              <a:custGeom>
                <a:rect b="b" l="l" r="r" t="t"/>
                <a:pathLst>
                  <a:path extrusionOk="0" h="11382" w="4757">
                    <a:moveTo>
                      <a:pt x="4728" y="1"/>
                    </a:moveTo>
                    <a:cubicBezTo>
                      <a:pt x="4696" y="1"/>
                      <a:pt x="4637" y="74"/>
                      <a:pt x="4605" y="74"/>
                    </a:cubicBezTo>
                    <a:cubicBezTo>
                      <a:pt x="4604" y="74"/>
                      <a:pt x="4602" y="74"/>
                      <a:pt x="4601" y="73"/>
                    </a:cubicBezTo>
                    <a:cubicBezTo>
                      <a:pt x="4508" y="433"/>
                      <a:pt x="4416" y="792"/>
                      <a:pt x="4323" y="1157"/>
                    </a:cubicBezTo>
                    <a:cubicBezTo>
                      <a:pt x="4111" y="1973"/>
                      <a:pt x="4106" y="2828"/>
                      <a:pt x="3844" y="3639"/>
                    </a:cubicBezTo>
                    <a:cubicBezTo>
                      <a:pt x="3556" y="4516"/>
                      <a:pt x="3485" y="5490"/>
                      <a:pt x="2712" y="6149"/>
                    </a:cubicBezTo>
                    <a:cubicBezTo>
                      <a:pt x="2657" y="6192"/>
                      <a:pt x="2652" y="6296"/>
                      <a:pt x="2625" y="6366"/>
                    </a:cubicBezTo>
                    <a:cubicBezTo>
                      <a:pt x="2574" y="6479"/>
                      <a:pt x="2521" y="6543"/>
                      <a:pt x="2460" y="6543"/>
                    </a:cubicBezTo>
                    <a:cubicBezTo>
                      <a:pt x="2408" y="6543"/>
                      <a:pt x="2352" y="6498"/>
                      <a:pt x="2287" y="6399"/>
                    </a:cubicBezTo>
                    <a:cubicBezTo>
                      <a:pt x="2124" y="6143"/>
                      <a:pt x="1950" y="5887"/>
                      <a:pt x="1776" y="5642"/>
                    </a:cubicBezTo>
                    <a:cubicBezTo>
                      <a:pt x="1741" y="5588"/>
                      <a:pt x="1686" y="5528"/>
                      <a:pt x="1622" y="5528"/>
                    </a:cubicBezTo>
                    <a:cubicBezTo>
                      <a:pt x="1596" y="5528"/>
                      <a:pt x="1569" y="5537"/>
                      <a:pt x="1541" y="5561"/>
                    </a:cubicBezTo>
                    <a:cubicBezTo>
                      <a:pt x="1454" y="5626"/>
                      <a:pt x="1520" y="5713"/>
                      <a:pt x="1558" y="5784"/>
                    </a:cubicBezTo>
                    <a:cubicBezTo>
                      <a:pt x="1732" y="6051"/>
                      <a:pt x="1863" y="6350"/>
                      <a:pt x="2124" y="6541"/>
                    </a:cubicBezTo>
                    <a:cubicBezTo>
                      <a:pt x="2353" y="6709"/>
                      <a:pt x="2287" y="6862"/>
                      <a:pt x="2146" y="7031"/>
                    </a:cubicBezTo>
                    <a:cubicBezTo>
                      <a:pt x="1362" y="7945"/>
                      <a:pt x="692" y="8925"/>
                      <a:pt x="458" y="10199"/>
                    </a:cubicBezTo>
                    <a:cubicBezTo>
                      <a:pt x="1" y="9377"/>
                      <a:pt x="725" y="8843"/>
                      <a:pt x="861" y="8114"/>
                    </a:cubicBezTo>
                    <a:lnTo>
                      <a:pt x="861" y="8114"/>
                    </a:lnTo>
                    <a:cubicBezTo>
                      <a:pt x="425" y="8511"/>
                      <a:pt x="170" y="8936"/>
                      <a:pt x="88" y="9426"/>
                    </a:cubicBezTo>
                    <a:cubicBezTo>
                      <a:pt x="33" y="9785"/>
                      <a:pt x="28" y="10172"/>
                      <a:pt x="415" y="10400"/>
                    </a:cubicBezTo>
                    <a:cubicBezTo>
                      <a:pt x="502" y="10449"/>
                      <a:pt x="507" y="10531"/>
                      <a:pt x="502" y="10613"/>
                    </a:cubicBezTo>
                    <a:cubicBezTo>
                      <a:pt x="480" y="10841"/>
                      <a:pt x="556" y="11054"/>
                      <a:pt x="638" y="11261"/>
                    </a:cubicBezTo>
                    <a:cubicBezTo>
                      <a:pt x="694" y="11319"/>
                      <a:pt x="753" y="11381"/>
                      <a:pt x="794" y="11381"/>
                    </a:cubicBezTo>
                    <a:cubicBezTo>
                      <a:pt x="830" y="11381"/>
                      <a:pt x="853" y="11336"/>
                      <a:pt x="850" y="11206"/>
                    </a:cubicBezTo>
                    <a:cubicBezTo>
                      <a:pt x="845" y="11032"/>
                      <a:pt x="807" y="10858"/>
                      <a:pt x="801" y="10684"/>
                    </a:cubicBezTo>
                    <a:cubicBezTo>
                      <a:pt x="768" y="9584"/>
                      <a:pt x="1079" y="8588"/>
                      <a:pt x="1830" y="7776"/>
                    </a:cubicBezTo>
                    <a:cubicBezTo>
                      <a:pt x="3044" y="6459"/>
                      <a:pt x="3910" y="4973"/>
                      <a:pt x="4214" y="3193"/>
                    </a:cubicBezTo>
                    <a:cubicBezTo>
                      <a:pt x="4356" y="2376"/>
                      <a:pt x="4476" y="1554"/>
                      <a:pt x="4612" y="732"/>
                    </a:cubicBezTo>
                    <a:cubicBezTo>
                      <a:pt x="4645" y="525"/>
                      <a:pt x="4710" y="324"/>
                      <a:pt x="4743" y="117"/>
                    </a:cubicBezTo>
                    <a:cubicBezTo>
                      <a:pt x="4757" y="28"/>
                      <a:pt x="4748" y="1"/>
                      <a:pt x="4728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6" name="Google Shape;1046;p28"/>
              <p:cNvSpPr/>
              <p:nvPr/>
            </p:nvSpPr>
            <p:spPr>
              <a:xfrm>
                <a:off x="6282812" y="2594873"/>
                <a:ext cx="244789" cy="627009"/>
              </a:xfrm>
              <a:custGeom>
                <a:rect b="b" l="l" r="r" t="t"/>
                <a:pathLst>
                  <a:path extrusionOk="0" h="10530" w="4111">
                    <a:moveTo>
                      <a:pt x="3902" y="0"/>
                    </a:moveTo>
                    <a:cubicBezTo>
                      <a:pt x="3819" y="0"/>
                      <a:pt x="3734" y="31"/>
                      <a:pt x="3648" y="66"/>
                    </a:cubicBezTo>
                    <a:cubicBezTo>
                      <a:pt x="3273" y="224"/>
                      <a:pt x="2941" y="447"/>
                      <a:pt x="2696" y="774"/>
                    </a:cubicBezTo>
                    <a:cubicBezTo>
                      <a:pt x="2461" y="1090"/>
                      <a:pt x="2162" y="1329"/>
                      <a:pt x="1857" y="1569"/>
                    </a:cubicBezTo>
                    <a:cubicBezTo>
                      <a:pt x="1732" y="1661"/>
                      <a:pt x="1623" y="1770"/>
                      <a:pt x="1520" y="1885"/>
                    </a:cubicBezTo>
                    <a:cubicBezTo>
                      <a:pt x="926" y="2560"/>
                      <a:pt x="480" y="3327"/>
                      <a:pt x="219" y="4193"/>
                    </a:cubicBezTo>
                    <a:cubicBezTo>
                      <a:pt x="126" y="4862"/>
                      <a:pt x="1" y="5527"/>
                      <a:pt x="186" y="6202"/>
                    </a:cubicBezTo>
                    <a:cubicBezTo>
                      <a:pt x="480" y="7258"/>
                      <a:pt x="1171" y="8053"/>
                      <a:pt x="1928" y="8793"/>
                    </a:cubicBezTo>
                    <a:cubicBezTo>
                      <a:pt x="2211" y="9071"/>
                      <a:pt x="2532" y="9316"/>
                      <a:pt x="2766" y="9637"/>
                    </a:cubicBezTo>
                    <a:cubicBezTo>
                      <a:pt x="3131" y="9833"/>
                      <a:pt x="3234" y="10285"/>
                      <a:pt x="3605" y="10530"/>
                    </a:cubicBezTo>
                    <a:cubicBezTo>
                      <a:pt x="3572" y="10127"/>
                      <a:pt x="3381" y="9860"/>
                      <a:pt x="3142" y="9604"/>
                    </a:cubicBezTo>
                    <a:cubicBezTo>
                      <a:pt x="2559" y="8989"/>
                      <a:pt x="1906" y="8455"/>
                      <a:pt x="1362" y="7797"/>
                    </a:cubicBezTo>
                    <a:cubicBezTo>
                      <a:pt x="404" y="6632"/>
                      <a:pt x="44" y="5407"/>
                      <a:pt x="643" y="3953"/>
                    </a:cubicBezTo>
                    <a:cubicBezTo>
                      <a:pt x="1030" y="3011"/>
                      <a:pt x="1525" y="2168"/>
                      <a:pt x="2336" y="1536"/>
                    </a:cubicBezTo>
                    <a:cubicBezTo>
                      <a:pt x="2494" y="1411"/>
                      <a:pt x="2647" y="1269"/>
                      <a:pt x="2761" y="1106"/>
                    </a:cubicBezTo>
                    <a:cubicBezTo>
                      <a:pt x="3098" y="616"/>
                      <a:pt x="3567" y="300"/>
                      <a:pt x="4111" y="83"/>
                    </a:cubicBezTo>
                    <a:cubicBezTo>
                      <a:pt x="4043" y="23"/>
                      <a:pt x="3974" y="0"/>
                      <a:pt x="3902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7" name="Google Shape;1047;p28"/>
              <p:cNvSpPr/>
              <p:nvPr/>
            </p:nvSpPr>
            <p:spPr>
              <a:xfrm>
                <a:off x="6666289" y="2931249"/>
                <a:ext cx="165059" cy="195665"/>
              </a:xfrm>
              <a:custGeom>
                <a:rect b="b" l="l" r="r" t="t"/>
                <a:pathLst>
                  <a:path extrusionOk="0" h="3286" w="2772">
                    <a:moveTo>
                      <a:pt x="1601" y="1"/>
                    </a:moveTo>
                    <a:cubicBezTo>
                      <a:pt x="1540" y="1"/>
                      <a:pt x="1480" y="21"/>
                      <a:pt x="1406" y="52"/>
                    </a:cubicBezTo>
                    <a:cubicBezTo>
                      <a:pt x="948" y="237"/>
                      <a:pt x="671" y="634"/>
                      <a:pt x="300" y="923"/>
                    </a:cubicBezTo>
                    <a:cubicBezTo>
                      <a:pt x="121" y="1064"/>
                      <a:pt x="1" y="1304"/>
                      <a:pt x="17" y="1543"/>
                    </a:cubicBezTo>
                    <a:cubicBezTo>
                      <a:pt x="50" y="2148"/>
                      <a:pt x="251" y="2719"/>
                      <a:pt x="458" y="3286"/>
                    </a:cubicBezTo>
                    <a:cubicBezTo>
                      <a:pt x="475" y="2502"/>
                      <a:pt x="921" y="1946"/>
                      <a:pt x="1416" y="1429"/>
                    </a:cubicBezTo>
                    <a:cubicBezTo>
                      <a:pt x="1519" y="1323"/>
                      <a:pt x="1642" y="1176"/>
                      <a:pt x="1803" y="1176"/>
                    </a:cubicBezTo>
                    <a:cubicBezTo>
                      <a:pt x="1864" y="1176"/>
                      <a:pt x="1931" y="1197"/>
                      <a:pt x="2004" y="1249"/>
                    </a:cubicBezTo>
                    <a:cubicBezTo>
                      <a:pt x="2298" y="1037"/>
                      <a:pt x="2418" y="656"/>
                      <a:pt x="2772" y="504"/>
                    </a:cubicBezTo>
                    <a:cubicBezTo>
                      <a:pt x="2429" y="351"/>
                      <a:pt x="2091" y="199"/>
                      <a:pt x="1754" y="41"/>
                    </a:cubicBezTo>
                    <a:cubicBezTo>
                      <a:pt x="1697" y="13"/>
                      <a:pt x="1649" y="1"/>
                      <a:pt x="1601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8" name="Google Shape;1048;p28"/>
              <p:cNvSpPr/>
              <p:nvPr/>
            </p:nvSpPr>
            <p:spPr>
              <a:xfrm>
                <a:off x="5855270" y="1799693"/>
                <a:ext cx="290461" cy="356079"/>
              </a:xfrm>
              <a:custGeom>
                <a:rect b="b" l="l" r="r" t="t"/>
                <a:pathLst>
                  <a:path extrusionOk="0" h="5980" w="4878">
                    <a:moveTo>
                      <a:pt x="185" y="1"/>
                    </a:moveTo>
                    <a:cubicBezTo>
                      <a:pt x="0" y="240"/>
                      <a:pt x="245" y="235"/>
                      <a:pt x="354" y="268"/>
                    </a:cubicBezTo>
                    <a:cubicBezTo>
                      <a:pt x="675" y="366"/>
                      <a:pt x="1018" y="333"/>
                      <a:pt x="1350" y="436"/>
                    </a:cubicBezTo>
                    <a:cubicBezTo>
                      <a:pt x="1301" y="513"/>
                      <a:pt x="1241" y="529"/>
                      <a:pt x="1192" y="562"/>
                    </a:cubicBezTo>
                    <a:cubicBezTo>
                      <a:pt x="1045" y="638"/>
                      <a:pt x="893" y="719"/>
                      <a:pt x="898" y="921"/>
                    </a:cubicBezTo>
                    <a:cubicBezTo>
                      <a:pt x="904" y="1128"/>
                      <a:pt x="1056" y="1220"/>
                      <a:pt x="1225" y="1291"/>
                    </a:cubicBezTo>
                    <a:cubicBezTo>
                      <a:pt x="1388" y="1367"/>
                      <a:pt x="1568" y="1405"/>
                      <a:pt x="1710" y="1509"/>
                    </a:cubicBezTo>
                    <a:cubicBezTo>
                      <a:pt x="1846" y="1607"/>
                      <a:pt x="2042" y="1689"/>
                      <a:pt x="2009" y="1901"/>
                    </a:cubicBezTo>
                    <a:cubicBezTo>
                      <a:pt x="1990" y="1914"/>
                      <a:pt x="1972" y="1920"/>
                      <a:pt x="1955" y="1920"/>
                    </a:cubicBezTo>
                    <a:cubicBezTo>
                      <a:pt x="1881" y="1920"/>
                      <a:pt x="1819" y="1820"/>
                      <a:pt x="1755" y="1820"/>
                    </a:cubicBezTo>
                    <a:cubicBezTo>
                      <a:pt x="1724" y="1820"/>
                      <a:pt x="1694" y="1842"/>
                      <a:pt x="1661" y="1906"/>
                    </a:cubicBezTo>
                    <a:cubicBezTo>
                      <a:pt x="2292" y="2658"/>
                      <a:pt x="2885" y="3441"/>
                      <a:pt x="3370" y="4307"/>
                    </a:cubicBezTo>
                    <a:cubicBezTo>
                      <a:pt x="3473" y="4389"/>
                      <a:pt x="3577" y="4465"/>
                      <a:pt x="3675" y="4547"/>
                    </a:cubicBezTo>
                    <a:cubicBezTo>
                      <a:pt x="3571" y="4209"/>
                      <a:pt x="3299" y="3975"/>
                      <a:pt x="3141" y="3583"/>
                    </a:cubicBezTo>
                    <a:lnTo>
                      <a:pt x="3141" y="3583"/>
                    </a:lnTo>
                    <a:cubicBezTo>
                      <a:pt x="3631" y="3921"/>
                      <a:pt x="3876" y="4411"/>
                      <a:pt x="4355" y="4655"/>
                    </a:cubicBezTo>
                    <a:cubicBezTo>
                      <a:pt x="4330" y="4662"/>
                      <a:pt x="4304" y="4663"/>
                      <a:pt x="4277" y="4663"/>
                    </a:cubicBezTo>
                    <a:cubicBezTo>
                      <a:pt x="4231" y="4663"/>
                      <a:pt x="4185" y="4658"/>
                      <a:pt x="4142" y="4658"/>
                    </a:cubicBezTo>
                    <a:cubicBezTo>
                      <a:pt x="4079" y="4658"/>
                      <a:pt x="4025" y="4671"/>
                      <a:pt x="3996" y="4737"/>
                    </a:cubicBezTo>
                    <a:cubicBezTo>
                      <a:pt x="3936" y="4862"/>
                      <a:pt x="4110" y="4917"/>
                      <a:pt x="4165" y="5009"/>
                    </a:cubicBezTo>
                    <a:cubicBezTo>
                      <a:pt x="4328" y="5282"/>
                      <a:pt x="4530" y="5532"/>
                      <a:pt x="4638" y="5831"/>
                    </a:cubicBezTo>
                    <a:cubicBezTo>
                      <a:pt x="4667" y="5897"/>
                      <a:pt x="4687" y="5979"/>
                      <a:pt x="4762" y="5979"/>
                    </a:cubicBezTo>
                    <a:cubicBezTo>
                      <a:pt x="4774" y="5979"/>
                      <a:pt x="4787" y="5977"/>
                      <a:pt x="4802" y="5973"/>
                    </a:cubicBezTo>
                    <a:cubicBezTo>
                      <a:pt x="4878" y="5946"/>
                      <a:pt x="4851" y="5853"/>
                      <a:pt x="4856" y="5782"/>
                    </a:cubicBezTo>
                    <a:cubicBezTo>
                      <a:pt x="4791" y="5478"/>
                      <a:pt x="4535" y="5260"/>
                      <a:pt x="4437" y="4944"/>
                    </a:cubicBezTo>
                    <a:cubicBezTo>
                      <a:pt x="4807" y="4939"/>
                      <a:pt x="4736" y="4792"/>
                      <a:pt x="4546" y="4601"/>
                    </a:cubicBezTo>
                    <a:cubicBezTo>
                      <a:pt x="4148" y="4215"/>
                      <a:pt x="3756" y="3817"/>
                      <a:pt x="3326" y="3392"/>
                    </a:cubicBezTo>
                    <a:cubicBezTo>
                      <a:pt x="3430" y="3392"/>
                      <a:pt x="3462" y="3392"/>
                      <a:pt x="3495" y="3387"/>
                    </a:cubicBezTo>
                    <a:cubicBezTo>
                      <a:pt x="3499" y="3387"/>
                      <a:pt x="3504" y="3387"/>
                      <a:pt x="3508" y="3387"/>
                    </a:cubicBezTo>
                    <a:cubicBezTo>
                      <a:pt x="3595" y="3387"/>
                      <a:pt x="3699" y="3449"/>
                      <a:pt x="3781" y="3449"/>
                    </a:cubicBezTo>
                    <a:cubicBezTo>
                      <a:pt x="3832" y="3449"/>
                      <a:pt x="3874" y="3425"/>
                      <a:pt x="3898" y="3349"/>
                    </a:cubicBezTo>
                    <a:cubicBezTo>
                      <a:pt x="3947" y="3191"/>
                      <a:pt x="3740" y="3109"/>
                      <a:pt x="3626" y="3022"/>
                    </a:cubicBezTo>
                    <a:cubicBezTo>
                      <a:pt x="3359" y="2826"/>
                      <a:pt x="3081" y="2652"/>
                      <a:pt x="2820" y="2462"/>
                    </a:cubicBezTo>
                    <a:cubicBezTo>
                      <a:pt x="2608" y="2309"/>
                      <a:pt x="2597" y="2244"/>
                      <a:pt x="2711" y="2064"/>
                    </a:cubicBezTo>
                    <a:cubicBezTo>
                      <a:pt x="2782" y="1961"/>
                      <a:pt x="2711" y="1901"/>
                      <a:pt x="2640" y="1868"/>
                    </a:cubicBezTo>
                    <a:cubicBezTo>
                      <a:pt x="2276" y="1672"/>
                      <a:pt x="2020" y="1335"/>
                      <a:pt x="1671" y="1122"/>
                    </a:cubicBezTo>
                    <a:cubicBezTo>
                      <a:pt x="1579" y="1019"/>
                      <a:pt x="1328" y="1084"/>
                      <a:pt x="1372" y="839"/>
                    </a:cubicBezTo>
                    <a:cubicBezTo>
                      <a:pt x="1399" y="768"/>
                      <a:pt x="1465" y="790"/>
                      <a:pt x="1514" y="768"/>
                    </a:cubicBezTo>
                    <a:cubicBezTo>
                      <a:pt x="1748" y="681"/>
                      <a:pt x="1818" y="464"/>
                      <a:pt x="1802" y="268"/>
                    </a:cubicBezTo>
                    <a:cubicBezTo>
                      <a:pt x="1789" y="136"/>
                      <a:pt x="1702" y="110"/>
                      <a:pt x="1601" y="110"/>
                    </a:cubicBezTo>
                    <a:cubicBezTo>
                      <a:pt x="1536" y="110"/>
                      <a:pt x="1465" y="121"/>
                      <a:pt x="1405" y="121"/>
                    </a:cubicBezTo>
                    <a:cubicBezTo>
                      <a:pt x="1378" y="121"/>
                      <a:pt x="1351" y="122"/>
                      <a:pt x="1324" y="122"/>
                    </a:cubicBezTo>
                    <a:cubicBezTo>
                      <a:pt x="938" y="122"/>
                      <a:pt x="562" y="52"/>
                      <a:pt x="185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9" name="Google Shape;1049;p28"/>
              <p:cNvSpPr/>
              <p:nvPr/>
            </p:nvSpPr>
            <p:spPr>
              <a:xfrm>
                <a:off x="5575462" y="1721270"/>
                <a:ext cx="353757" cy="393592"/>
              </a:xfrm>
              <a:custGeom>
                <a:rect b="b" l="l" r="r" t="t"/>
                <a:pathLst>
                  <a:path extrusionOk="0" h="6610" w="5941">
                    <a:moveTo>
                      <a:pt x="5635" y="0"/>
                    </a:moveTo>
                    <a:lnTo>
                      <a:pt x="5635" y="0"/>
                    </a:lnTo>
                    <a:cubicBezTo>
                      <a:pt x="5118" y="22"/>
                      <a:pt x="4792" y="354"/>
                      <a:pt x="4449" y="659"/>
                    </a:cubicBezTo>
                    <a:cubicBezTo>
                      <a:pt x="4483" y="677"/>
                      <a:pt x="4513" y="684"/>
                      <a:pt x="4540" y="684"/>
                    </a:cubicBezTo>
                    <a:cubicBezTo>
                      <a:pt x="4647" y="684"/>
                      <a:pt x="4708" y="570"/>
                      <a:pt x="4786" y="518"/>
                    </a:cubicBezTo>
                    <a:cubicBezTo>
                      <a:pt x="4917" y="436"/>
                      <a:pt x="4999" y="284"/>
                      <a:pt x="5222" y="278"/>
                    </a:cubicBezTo>
                    <a:lnTo>
                      <a:pt x="5222" y="278"/>
                    </a:lnTo>
                    <a:cubicBezTo>
                      <a:pt x="4498" y="920"/>
                      <a:pt x="4160" y="1726"/>
                      <a:pt x="3932" y="2608"/>
                    </a:cubicBezTo>
                    <a:cubicBezTo>
                      <a:pt x="3741" y="3327"/>
                      <a:pt x="3333" y="3915"/>
                      <a:pt x="2728" y="4377"/>
                    </a:cubicBezTo>
                    <a:cubicBezTo>
                      <a:pt x="2157" y="4807"/>
                      <a:pt x="1558" y="5199"/>
                      <a:pt x="943" y="5559"/>
                    </a:cubicBezTo>
                    <a:cubicBezTo>
                      <a:pt x="638" y="5738"/>
                      <a:pt x="360" y="5951"/>
                      <a:pt x="181" y="6266"/>
                    </a:cubicBezTo>
                    <a:cubicBezTo>
                      <a:pt x="121" y="6370"/>
                      <a:pt x="1" y="6473"/>
                      <a:pt x="126" y="6609"/>
                    </a:cubicBezTo>
                    <a:cubicBezTo>
                      <a:pt x="279" y="6544"/>
                      <a:pt x="404" y="6462"/>
                      <a:pt x="420" y="6283"/>
                    </a:cubicBezTo>
                    <a:cubicBezTo>
                      <a:pt x="475" y="6092"/>
                      <a:pt x="611" y="5978"/>
                      <a:pt x="769" y="5864"/>
                    </a:cubicBezTo>
                    <a:cubicBezTo>
                      <a:pt x="1101" y="5619"/>
                      <a:pt x="1465" y="5423"/>
                      <a:pt x="1814" y="5216"/>
                    </a:cubicBezTo>
                    <a:cubicBezTo>
                      <a:pt x="2304" y="4927"/>
                      <a:pt x="2728" y="4562"/>
                      <a:pt x="3202" y="4263"/>
                    </a:cubicBezTo>
                    <a:cubicBezTo>
                      <a:pt x="3910" y="3817"/>
                      <a:pt x="4775" y="3838"/>
                      <a:pt x="5494" y="3414"/>
                    </a:cubicBezTo>
                    <a:lnTo>
                      <a:pt x="5494" y="3414"/>
                    </a:lnTo>
                    <a:cubicBezTo>
                      <a:pt x="5260" y="3681"/>
                      <a:pt x="5086" y="3975"/>
                      <a:pt x="4819" y="4214"/>
                    </a:cubicBezTo>
                    <a:cubicBezTo>
                      <a:pt x="4367" y="4628"/>
                      <a:pt x="3812" y="4791"/>
                      <a:pt x="3256" y="4982"/>
                    </a:cubicBezTo>
                    <a:cubicBezTo>
                      <a:pt x="2973" y="5080"/>
                      <a:pt x="2690" y="5194"/>
                      <a:pt x="2413" y="5314"/>
                    </a:cubicBezTo>
                    <a:cubicBezTo>
                      <a:pt x="2364" y="5336"/>
                      <a:pt x="2266" y="5385"/>
                      <a:pt x="2342" y="5466"/>
                    </a:cubicBezTo>
                    <a:cubicBezTo>
                      <a:pt x="2364" y="5493"/>
                      <a:pt x="2434" y="5483"/>
                      <a:pt x="2478" y="5488"/>
                    </a:cubicBezTo>
                    <a:cubicBezTo>
                      <a:pt x="2799" y="5292"/>
                      <a:pt x="3158" y="5178"/>
                      <a:pt x="3518" y="5074"/>
                    </a:cubicBezTo>
                    <a:cubicBezTo>
                      <a:pt x="4008" y="4933"/>
                      <a:pt x="4465" y="4742"/>
                      <a:pt x="4846" y="4394"/>
                    </a:cubicBezTo>
                    <a:cubicBezTo>
                      <a:pt x="5320" y="3964"/>
                      <a:pt x="5821" y="3550"/>
                      <a:pt x="5940" y="2864"/>
                    </a:cubicBezTo>
                    <a:cubicBezTo>
                      <a:pt x="5924" y="2853"/>
                      <a:pt x="5913" y="2842"/>
                      <a:pt x="5897" y="2837"/>
                    </a:cubicBezTo>
                    <a:cubicBezTo>
                      <a:pt x="5879" y="2833"/>
                      <a:pt x="5862" y="2831"/>
                      <a:pt x="5845" y="2831"/>
                    </a:cubicBezTo>
                    <a:cubicBezTo>
                      <a:pt x="5741" y="2831"/>
                      <a:pt x="5660" y="2899"/>
                      <a:pt x="5576" y="2951"/>
                    </a:cubicBezTo>
                    <a:cubicBezTo>
                      <a:pt x="5118" y="3240"/>
                      <a:pt x="4634" y="3468"/>
                      <a:pt x="4100" y="3588"/>
                    </a:cubicBezTo>
                    <a:cubicBezTo>
                      <a:pt x="3964" y="3615"/>
                      <a:pt x="3839" y="3681"/>
                      <a:pt x="3692" y="3751"/>
                    </a:cubicBezTo>
                    <a:cubicBezTo>
                      <a:pt x="3834" y="3528"/>
                      <a:pt x="3953" y="3310"/>
                      <a:pt x="4046" y="3087"/>
                    </a:cubicBezTo>
                    <a:cubicBezTo>
                      <a:pt x="4258" y="2592"/>
                      <a:pt x="4340" y="2053"/>
                      <a:pt x="4574" y="1563"/>
                    </a:cubicBezTo>
                    <a:cubicBezTo>
                      <a:pt x="4628" y="1459"/>
                      <a:pt x="4634" y="1345"/>
                      <a:pt x="4666" y="1236"/>
                    </a:cubicBezTo>
                    <a:cubicBezTo>
                      <a:pt x="4993" y="833"/>
                      <a:pt x="5358" y="463"/>
                      <a:pt x="5635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0" name="Google Shape;1050;p28"/>
              <p:cNvSpPr/>
              <p:nvPr/>
            </p:nvSpPr>
            <p:spPr>
              <a:xfrm>
                <a:off x="5928512" y="1302661"/>
                <a:ext cx="374121" cy="443610"/>
              </a:xfrm>
              <a:custGeom>
                <a:rect b="b" l="l" r="r" t="t"/>
                <a:pathLst>
                  <a:path extrusionOk="0" h="7450" w="6283">
                    <a:moveTo>
                      <a:pt x="90" y="0"/>
                    </a:moveTo>
                    <a:cubicBezTo>
                      <a:pt x="63" y="0"/>
                      <a:pt x="35" y="18"/>
                      <a:pt x="6" y="68"/>
                    </a:cubicBezTo>
                    <a:cubicBezTo>
                      <a:pt x="0" y="176"/>
                      <a:pt x="93" y="220"/>
                      <a:pt x="153" y="291"/>
                    </a:cubicBezTo>
                    <a:cubicBezTo>
                      <a:pt x="844" y="1102"/>
                      <a:pt x="1694" y="1761"/>
                      <a:pt x="2434" y="2528"/>
                    </a:cubicBezTo>
                    <a:cubicBezTo>
                      <a:pt x="2951" y="3018"/>
                      <a:pt x="3452" y="3530"/>
                      <a:pt x="3926" y="4063"/>
                    </a:cubicBezTo>
                    <a:cubicBezTo>
                      <a:pt x="4557" y="4771"/>
                      <a:pt x="5123" y="5533"/>
                      <a:pt x="5608" y="6350"/>
                    </a:cubicBezTo>
                    <a:cubicBezTo>
                      <a:pt x="5766" y="6622"/>
                      <a:pt x="5934" y="6883"/>
                      <a:pt x="5973" y="7199"/>
                    </a:cubicBezTo>
                    <a:cubicBezTo>
                      <a:pt x="6060" y="7265"/>
                      <a:pt x="6038" y="7406"/>
                      <a:pt x="6174" y="7450"/>
                    </a:cubicBezTo>
                    <a:cubicBezTo>
                      <a:pt x="6283" y="7286"/>
                      <a:pt x="6239" y="7123"/>
                      <a:pt x="6196" y="6954"/>
                    </a:cubicBezTo>
                    <a:cubicBezTo>
                      <a:pt x="5885" y="5680"/>
                      <a:pt x="5074" y="4706"/>
                      <a:pt x="4241" y="3764"/>
                    </a:cubicBezTo>
                    <a:cubicBezTo>
                      <a:pt x="3022" y="2398"/>
                      <a:pt x="1487" y="1374"/>
                      <a:pt x="196" y="73"/>
                    </a:cubicBezTo>
                    <a:cubicBezTo>
                      <a:pt x="164" y="38"/>
                      <a:pt x="128" y="0"/>
                      <a:pt x="90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1" name="Google Shape;1051;p28"/>
              <p:cNvSpPr/>
              <p:nvPr/>
            </p:nvSpPr>
            <p:spPr>
              <a:xfrm>
                <a:off x="6551544" y="3303830"/>
                <a:ext cx="193581" cy="296355"/>
              </a:xfrm>
              <a:custGeom>
                <a:rect b="b" l="l" r="r" t="t"/>
                <a:pathLst>
                  <a:path extrusionOk="0" h="4977" w="3251">
                    <a:moveTo>
                      <a:pt x="2901" y="0"/>
                    </a:moveTo>
                    <a:cubicBezTo>
                      <a:pt x="2777" y="0"/>
                      <a:pt x="2777" y="113"/>
                      <a:pt x="2777" y="191"/>
                    </a:cubicBezTo>
                    <a:cubicBezTo>
                      <a:pt x="2788" y="567"/>
                      <a:pt x="2598" y="861"/>
                      <a:pt x="2423" y="1166"/>
                    </a:cubicBezTo>
                    <a:cubicBezTo>
                      <a:pt x="2086" y="1759"/>
                      <a:pt x="1639" y="2266"/>
                      <a:pt x="1209" y="2794"/>
                    </a:cubicBezTo>
                    <a:cubicBezTo>
                      <a:pt x="1253" y="2625"/>
                      <a:pt x="1335" y="2483"/>
                      <a:pt x="1416" y="2342"/>
                    </a:cubicBezTo>
                    <a:cubicBezTo>
                      <a:pt x="1558" y="2097"/>
                      <a:pt x="1699" y="1852"/>
                      <a:pt x="1765" y="1574"/>
                    </a:cubicBezTo>
                    <a:cubicBezTo>
                      <a:pt x="1797" y="1433"/>
                      <a:pt x="1857" y="1242"/>
                      <a:pt x="1596" y="1220"/>
                    </a:cubicBezTo>
                    <a:cubicBezTo>
                      <a:pt x="1433" y="1536"/>
                      <a:pt x="1275" y="1846"/>
                      <a:pt x="1111" y="2157"/>
                    </a:cubicBezTo>
                    <a:cubicBezTo>
                      <a:pt x="768" y="2815"/>
                      <a:pt x="583" y="3485"/>
                      <a:pt x="981" y="4193"/>
                    </a:cubicBezTo>
                    <a:cubicBezTo>
                      <a:pt x="1019" y="4264"/>
                      <a:pt x="1041" y="4334"/>
                      <a:pt x="948" y="4432"/>
                    </a:cubicBezTo>
                    <a:cubicBezTo>
                      <a:pt x="839" y="4242"/>
                      <a:pt x="719" y="4084"/>
                      <a:pt x="562" y="3964"/>
                    </a:cubicBezTo>
                    <a:cubicBezTo>
                      <a:pt x="499" y="3917"/>
                      <a:pt x="436" y="3889"/>
                      <a:pt x="371" y="3889"/>
                    </a:cubicBezTo>
                    <a:cubicBezTo>
                      <a:pt x="317" y="3889"/>
                      <a:pt x="262" y="3909"/>
                      <a:pt x="208" y="3953"/>
                    </a:cubicBezTo>
                    <a:cubicBezTo>
                      <a:pt x="23" y="4111"/>
                      <a:pt x="1" y="4601"/>
                      <a:pt x="170" y="4808"/>
                    </a:cubicBezTo>
                    <a:cubicBezTo>
                      <a:pt x="333" y="4634"/>
                      <a:pt x="257" y="4362"/>
                      <a:pt x="404" y="4171"/>
                    </a:cubicBezTo>
                    <a:cubicBezTo>
                      <a:pt x="627" y="4313"/>
                      <a:pt x="676" y="4530"/>
                      <a:pt x="719" y="4748"/>
                    </a:cubicBezTo>
                    <a:cubicBezTo>
                      <a:pt x="741" y="4841"/>
                      <a:pt x="741" y="4950"/>
                      <a:pt x="850" y="4971"/>
                    </a:cubicBezTo>
                    <a:cubicBezTo>
                      <a:pt x="867" y="4975"/>
                      <a:pt x="883" y="4977"/>
                      <a:pt x="898" y="4977"/>
                    </a:cubicBezTo>
                    <a:cubicBezTo>
                      <a:pt x="992" y="4977"/>
                      <a:pt x="1060" y="4909"/>
                      <a:pt x="1111" y="4830"/>
                    </a:cubicBezTo>
                    <a:cubicBezTo>
                      <a:pt x="1280" y="4547"/>
                      <a:pt x="1411" y="4258"/>
                      <a:pt x="1193" y="3948"/>
                    </a:cubicBezTo>
                    <a:cubicBezTo>
                      <a:pt x="997" y="3670"/>
                      <a:pt x="1041" y="3431"/>
                      <a:pt x="1269" y="3202"/>
                    </a:cubicBezTo>
                    <a:cubicBezTo>
                      <a:pt x="1384" y="3088"/>
                      <a:pt x="1487" y="2957"/>
                      <a:pt x="1596" y="2832"/>
                    </a:cubicBezTo>
                    <a:cubicBezTo>
                      <a:pt x="2162" y="2200"/>
                      <a:pt x="2690" y="1547"/>
                      <a:pt x="3082" y="790"/>
                    </a:cubicBezTo>
                    <a:cubicBezTo>
                      <a:pt x="3251" y="475"/>
                      <a:pt x="3229" y="213"/>
                      <a:pt x="2919" y="1"/>
                    </a:cubicBezTo>
                    <a:cubicBezTo>
                      <a:pt x="2913" y="0"/>
                      <a:pt x="2907" y="0"/>
                      <a:pt x="2901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2" name="Google Shape;1052;p28"/>
              <p:cNvSpPr/>
              <p:nvPr/>
            </p:nvSpPr>
            <p:spPr>
              <a:xfrm>
                <a:off x="5482749" y="1730381"/>
                <a:ext cx="264916" cy="140050"/>
              </a:xfrm>
              <a:custGeom>
                <a:rect b="b" l="l" r="r" t="t"/>
                <a:pathLst>
                  <a:path extrusionOk="0" h="2352" w="4449">
                    <a:moveTo>
                      <a:pt x="3618" y="859"/>
                    </a:moveTo>
                    <a:cubicBezTo>
                      <a:pt x="3624" y="859"/>
                      <a:pt x="3622" y="893"/>
                      <a:pt x="3609" y="893"/>
                    </a:cubicBezTo>
                    <a:cubicBezTo>
                      <a:pt x="3607" y="893"/>
                      <a:pt x="3604" y="892"/>
                      <a:pt x="3601" y="889"/>
                    </a:cubicBezTo>
                    <a:lnTo>
                      <a:pt x="3601" y="889"/>
                    </a:lnTo>
                    <a:cubicBezTo>
                      <a:pt x="3601" y="889"/>
                      <a:pt x="3601" y="889"/>
                      <a:pt x="3601" y="889"/>
                    </a:cubicBezTo>
                    <a:cubicBezTo>
                      <a:pt x="3605" y="889"/>
                      <a:pt x="3608" y="884"/>
                      <a:pt x="3610" y="871"/>
                    </a:cubicBezTo>
                    <a:cubicBezTo>
                      <a:pt x="3613" y="863"/>
                      <a:pt x="3616" y="859"/>
                      <a:pt x="3618" y="859"/>
                    </a:cubicBezTo>
                    <a:close/>
                    <a:moveTo>
                      <a:pt x="4084" y="1"/>
                    </a:moveTo>
                    <a:cubicBezTo>
                      <a:pt x="4008" y="1"/>
                      <a:pt x="3924" y="25"/>
                      <a:pt x="3855" y="43"/>
                    </a:cubicBezTo>
                    <a:cubicBezTo>
                      <a:pt x="3191" y="223"/>
                      <a:pt x="2516" y="370"/>
                      <a:pt x="1923" y="800"/>
                    </a:cubicBezTo>
                    <a:cubicBezTo>
                      <a:pt x="1912" y="555"/>
                      <a:pt x="1721" y="414"/>
                      <a:pt x="1683" y="190"/>
                    </a:cubicBezTo>
                    <a:cubicBezTo>
                      <a:pt x="1669" y="115"/>
                      <a:pt x="1633" y="86"/>
                      <a:pt x="1594" y="86"/>
                    </a:cubicBezTo>
                    <a:cubicBezTo>
                      <a:pt x="1545" y="86"/>
                      <a:pt x="1490" y="131"/>
                      <a:pt x="1460" y="185"/>
                    </a:cubicBezTo>
                    <a:cubicBezTo>
                      <a:pt x="1090" y="887"/>
                      <a:pt x="409" y="1350"/>
                      <a:pt x="61" y="2069"/>
                    </a:cubicBezTo>
                    <a:cubicBezTo>
                      <a:pt x="88" y="2172"/>
                      <a:pt x="1" y="2335"/>
                      <a:pt x="202" y="2352"/>
                    </a:cubicBezTo>
                    <a:cubicBezTo>
                      <a:pt x="295" y="2314"/>
                      <a:pt x="360" y="2248"/>
                      <a:pt x="404" y="2161"/>
                    </a:cubicBezTo>
                    <a:cubicBezTo>
                      <a:pt x="660" y="1644"/>
                      <a:pt x="1052" y="1230"/>
                      <a:pt x="1460" y="838"/>
                    </a:cubicBezTo>
                    <a:lnTo>
                      <a:pt x="1460" y="838"/>
                    </a:lnTo>
                    <a:cubicBezTo>
                      <a:pt x="1493" y="1007"/>
                      <a:pt x="1395" y="1230"/>
                      <a:pt x="1601" y="1312"/>
                    </a:cubicBezTo>
                    <a:cubicBezTo>
                      <a:pt x="1634" y="1325"/>
                      <a:pt x="1665" y="1331"/>
                      <a:pt x="1695" y="1331"/>
                    </a:cubicBezTo>
                    <a:cubicBezTo>
                      <a:pt x="1837" y="1331"/>
                      <a:pt x="1942" y="1196"/>
                      <a:pt x="2037" y="1083"/>
                    </a:cubicBezTo>
                    <a:cubicBezTo>
                      <a:pt x="2157" y="947"/>
                      <a:pt x="2315" y="882"/>
                      <a:pt x="2483" y="816"/>
                    </a:cubicBezTo>
                    <a:cubicBezTo>
                      <a:pt x="2886" y="664"/>
                      <a:pt x="3300" y="533"/>
                      <a:pt x="3714" y="430"/>
                    </a:cubicBezTo>
                    <a:lnTo>
                      <a:pt x="3714" y="430"/>
                    </a:lnTo>
                    <a:cubicBezTo>
                      <a:pt x="3605" y="550"/>
                      <a:pt x="3382" y="642"/>
                      <a:pt x="3578" y="871"/>
                    </a:cubicBezTo>
                    <a:cubicBezTo>
                      <a:pt x="3583" y="876"/>
                      <a:pt x="3587" y="880"/>
                      <a:pt x="3590" y="883"/>
                    </a:cubicBezTo>
                    <a:lnTo>
                      <a:pt x="3590" y="883"/>
                    </a:lnTo>
                    <a:cubicBezTo>
                      <a:pt x="3276" y="969"/>
                      <a:pt x="2950" y="1024"/>
                      <a:pt x="2658" y="1181"/>
                    </a:cubicBezTo>
                    <a:cubicBezTo>
                      <a:pt x="2532" y="1247"/>
                      <a:pt x="2407" y="1317"/>
                      <a:pt x="2353" y="1453"/>
                    </a:cubicBezTo>
                    <a:cubicBezTo>
                      <a:pt x="2316" y="1539"/>
                      <a:pt x="2319" y="1603"/>
                      <a:pt x="2384" y="1603"/>
                    </a:cubicBezTo>
                    <a:cubicBezTo>
                      <a:pt x="2406" y="1603"/>
                      <a:pt x="2435" y="1595"/>
                      <a:pt x="2473" y="1579"/>
                    </a:cubicBezTo>
                    <a:cubicBezTo>
                      <a:pt x="3059" y="1363"/>
                      <a:pt x="3641" y="1127"/>
                      <a:pt x="4285" y="1127"/>
                    </a:cubicBezTo>
                    <a:cubicBezTo>
                      <a:pt x="4293" y="1127"/>
                      <a:pt x="4300" y="1127"/>
                      <a:pt x="4307" y="1127"/>
                    </a:cubicBezTo>
                    <a:cubicBezTo>
                      <a:pt x="4405" y="1127"/>
                      <a:pt x="4411" y="1018"/>
                      <a:pt x="4449" y="953"/>
                    </a:cubicBezTo>
                    <a:cubicBezTo>
                      <a:pt x="4226" y="806"/>
                      <a:pt x="4264" y="474"/>
                      <a:pt x="4280" y="354"/>
                    </a:cubicBezTo>
                    <a:cubicBezTo>
                      <a:pt x="4314" y="70"/>
                      <a:pt x="4211" y="1"/>
                      <a:pt x="4084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3" name="Google Shape;1053;p28"/>
              <p:cNvSpPr/>
              <p:nvPr/>
            </p:nvSpPr>
            <p:spPr>
              <a:xfrm>
                <a:off x="6910726" y="6459"/>
                <a:ext cx="338156" cy="209777"/>
              </a:xfrm>
              <a:custGeom>
                <a:rect b="b" l="l" r="r" t="t"/>
                <a:pathLst>
                  <a:path extrusionOk="0" h="3523" w="5679">
                    <a:moveTo>
                      <a:pt x="3787" y="1"/>
                    </a:moveTo>
                    <a:cubicBezTo>
                      <a:pt x="3567" y="1"/>
                      <a:pt x="3388" y="113"/>
                      <a:pt x="3300" y="321"/>
                    </a:cubicBezTo>
                    <a:cubicBezTo>
                      <a:pt x="2973" y="1116"/>
                      <a:pt x="2494" y="1775"/>
                      <a:pt x="1819" y="2324"/>
                    </a:cubicBezTo>
                    <a:cubicBezTo>
                      <a:pt x="1258" y="2787"/>
                      <a:pt x="757" y="3299"/>
                      <a:pt x="1" y="3419"/>
                    </a:cubicBezTo>
                    <a:cubicBezTo>
                      <a:pt x="55" y="3498"/>
                      <a:pt x="122" y="3523"/>
                      <a:pt x="202" y="3523"/>
                    </a:cubicBezTo>
                    <a:cubicBezTo>
                      <a:pt x="226" y="3523"/>
                      <a:pt x="252" y="3520"/>
                      <a:pt x="278" y="3517"/>
                    </a:cubicBezTo>
                    <a:cubicBezTo>
                      <a:pt x="708" y="3457"/>
                      <a:pt x="1106" y="3342"/>
                      <a:pt x="1427" y="3032"/>
                    </a:cubicBezTo>
                    <a:cubicBezTo>
                      <a:pt x="1705" y="2776"/>
                      <a:pt x="1955" y="2471"/>
                      <a:pt x="2271" y="2286"/>
                    </a:cubicBezTo>
                    <a:cubicBezTo>
                      <a:pt x="2902" y="1911"/>
                      <a:pt x="3207" y="1312"/>
                      <a:pt x="3485" y="691"/>
                    </a:cubicBezTo>
                    <a:cubicBezTo>
                      <a:pt x="3602" y="435"/>
                      <a:pt x="3705" y="310"/>
                      <a:pt x="3852" y="310"/>
                    </a:cubicBezTo>
                    <a:cubicBezTo>
                      <a:pt x="3951" y="310"/>
                      <a:pt x="4069" y="367"/>
                      <a:pt x="4225" y="479"/>
                    </a:cubicBezTo>
                    <a:cubicBezTo>
                      <a:pt x="4356" y="571"/>
                      <a:pt x="4476" y="691"/>
                      <a:pt x="4585" y="811"/>
                    </a:cubicBezTo>
                    <a:cubicBezTo>
                      <a:pt x="4824" y="1078"/>
                      <a:pt x="5026" y="1388"/>
                      <a:pt x="5390" y="1508"/>
                    </a:cubicBezTo>
                    <a:cubicBezTo>
                      <a:pt x="5455" y="1521"/>
                      <a:pt x="5492" y="1635"/>
                      <a:pt x="5550" y="1635"/>
                    </a:cubicBezTo>
                    <a:cubicBezTo>
                      <a:pt x="5566" y="1635"/>
                      <a:pt x="5583" y="1627"/>
                      <a:pt x="5603" y="1606"/>
                    </a:cubicBezTo>
                    <a:cubicBezTo>
                      <a:pt x="5679" y="1524"/>
                      <a:pt x="5614" y="1377"/>
                      <a:pt x="5526" y="1334"/>
                    </a:cubicBezTo>
                    <a:cubicBezTo>
                      <a:pt x="5200" y="1176"/>
                      <a:pt x="5047" y="860"/>
                      <a:pt x="4840" y="599"/>
                    </a:cubicBezTo>
                    <a:cubicBezTo>
                      <a:pt x="4634" y="337"/>
                      <a:pt x="4372" y="174"/>
                      <a:pt x="4078" y="60"/>
                    </a:cubicBezTo>
                    <a:cubicBezTo>
                      <a:pt x="3976" y="20"/>
                      <a:pt x="3878" y="1"/>
                      <a:pt x="3787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4" name="Google Shape;1054;p28"/>
              <p:cNvSpPr/>
              <p:nvPr/>
            </p:nvSpPr>
            <p:spPr>
              <a:xfrm>
                <a:off x="5154411" y="1868350"/>
                <a:ext cx="204894" cy="179111"/>
              </a:xfrm>
              <a:custGeom>
                <a:rect b="b" l="l" r="r" t="t"/>
                <a:pathLst>
                  <a:path extrusionOk="0" h="3008" w="3441">
                    <a:moveTo>
                      <a:pt x="172" y="1"/>
                    </a:moveTo>
                    <a:cubicBezTo>
                      <a:pt x="141" y="1"/>
                      <a:pt x="112" y="11"/>
                      <a:pt x="87" y="40"/>
                    </a:cubicBezTo>
                    <a:cubicBezTo>
                      <a:pt x="0" y="149"/>
                      <a:pt x="104" y="242"/>
                      <a:pt x="180" y="301"/>
                    </a:cubicBezTo>
                    <a:cubicBezTo>
                      <a:pt x="964" y="927"/>
                      <a:pt x="1361" y="1875"/>
                      <a:pt x="2096" y="2533"/>
                    </a:cubicBezTo>
                    <a:cubicBezTo>
                      <a:pt x="2183" y="2702"/>
                      <a:pt x="2385" y="2795"/>
                      <a:pt x="2390" y="3007"/>
                    </a:cubicBezTo>
                    <a:cubicBezTo>
                      <a:pt x="2499" y="2964"/>
                      <a:pt x="2602" y="2915"/>
                      <a:pt x="2711" y="2876"/>
                    </a:cubicBezTo>
                    <a:cubicBezTo>
                      <a:pt x="3408" y="2604"/>
                      <a:pt x="3441" y="2474"/>
                      <a:pt x="2973" y="1875"/>
                    </a:cubicBezTo>
                    <a:lnTo>
                      <a:pt x="2973" y="1875"/>
                    </a:lnTo>
                    <a:cubicBezTo>
                      <a:pt x="2967" y="1918"/>
                      <a:pt x="2967" y="1962"/>
                      <a:pt x="2962" y="2005"/>
                    </a:cubicBezTo>
                    <a:cubicBezTo>
                      <a:pt x="2938" y="2031"/>
                      <a:pt x="2916" y="2040"/>
                      <a:pt x="2893" y="2040"/>
                    </a:cubicBezTo>
                    <a:cubicBezTo>
                      <a:pt x="2854" y="2040"/>
                      <a:pt x="2815" y="2010"/>
                      <a:pt x="2777" y="1989"/>
                    </a:cubicBezTo>
                    <a:cubicBezTo>
                      <a:pt x="2428" y="1804"/>
                      <a:pt x="2167" y="1515"/>
                      <a:pt x="1922" y="1216"/>
                    </a:cubicBezTo>
                    <a:cubicBezTo>
                      <a:pt x="1492" y="693"/>
                      <a:pt x="964" y="318"/>
                      <a:pt x="349" y="62"/>
                    </a:cubicBezTo>
                    <a:cubicBezTo>
                      <a:pt x="292" y="37"/>
                      <a:pt x="229" y="1"/>
                      <a:pt x="172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5" name="Google Shape;1055;p28"/>
              <p:cNvSpPr/>
              <p:nvPr/>
            </p:nvSpPr>
            <p:spPr>
              <a:xfrm>
                <a:off x="5658470" y="825934"/>
                <a:ext cx="242527" cy="446409"/>
              </a:xfrm>
              <a:custGeom>
                <a:rect b="b" l="l" r="r" t="t"/>
                <a:pathLst>
                  <a:path extrusionOk="0" h="7497" w="4073">
                    <a:moveTo>
                      <a:pt x="665" y="0"/>
                    </a:moveTo>
                    <a:cubicBezTo>
                      <a:pt x="1" y="1437"/>
                      <a:pt x="93" y="2815"/>
                      <a:pt x="1019" y="4110"/>
                    </a:cubicBezTo>
                    <a:cubicBezTo>
                      <a:pt x="1824" y="5248"/>
                      <a:pt x="2712" y="6310"/>
                      <a:pt x="3697" y="7295"/>
                    </a:cubicBezTo>
                    <a:cubicBezTo>
                      <a:pt x="3784" y="7377"/>
                      <a:pt x="3866" y="7464"/>
                      <a:pt x="3980" y="7497"/>
                    </a:cubicBezTo>
                    <a:cubicBezTo>
                      <a:pt x="4073" y="7284"/>
                      <a:pt x="3888" y="7181"/>
                      <a:pt x="3790" y="7061"/>
                    </a:cubicBezTo>
                    <a:cubicBezTo>
                      <a:pt x="2978" y="6097"/>
                      <a:pt x="2135" y="5167"/>
                      <a:pt x="1372" y="4159"/>
                    </a:cubicBezTo>
                    <a:cubicBezTo>
                      <a:pt x="540" y="3054"/>
                      <a:pt x="158" y="1895"/>
                      <a:pt x="621" y="534"/>
                    </a:cubicBezTo>
                    <a:cubicBezTo>
                      <a:pt x="676" y="376"/>
                      <a:pt x="795" y="191"/>
                      <a:pt x="665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6" name="Google Shape;1056;p28"/>
              <p:cNvSpPr/>
              <p:nvPr/>
            </p:nvSpPr>
            <p:spPr>
              <a:xfrm>
                <a:off x="5112550" y="1843697"/>
                <a:ext cx="221805" cy="175539"/>
              </a:xfrm>
              <a:custGeom>
                <a:rect b="b" l="l" r="r" t="t"/>
                <a:pathLst>
                  <a:path extrusionOk="0" h="2948" w="3725">
                    <a:moveTo>
                      <a:pt x="220" y="1"/>
                    </a:moveTo>
                    <a:cubicBezTo>
                      <a:pt x="167" y="1"/>
                      <a:pt x="124" y="17"/>
                      <a:pt x="99" y="62"/>
                    </a:cubicBezTo>
                    <a:cubicBezTo>
                      <a:pt x="1" y="236"/>
                      <a:pt x="240" y="345"/>
                      <a:pt x="377" y="443"/>
                    </a:cubicBezTo>
                    <a:cubicBezTo>
                      <a:pt x="926" y="841"/>
                      <a:pt x="1378" y="1325"/>
                      <a:pt x="1754" y="1886"/>
                    </a:cubicBezTo>
                    <a:cubicBezTo>
                      <a:pt x="2032" y="2305"/>
                      <a:pt x="2325" y="2724"/>
                      <a:pt x="2799" y="2947"/>
                    </a:cubicBezTo>
                    <a:cubicBezTo>
                      <a:pt x="2848" y="2915"/>
                      <a:pt x="2854" y="2871"/>
                      <a:pt x="2815" y="2833"/>
                    </a:cubicBezTo>
                    <a:cubicBezTo>
                      <a:pt x="2325" y="2387"/>
                      <a:pt x="1966" y="1831"/>
                      <a:pt x="1585" y="1298"/>
                    </a:cubicBezTo>
                    <a:cubicBezTo>
                      <a:pt x="1356" y="982"/>
                      <a:pt x="1013" y="786"/>
                      <a:pt x="785" y="470"/>
                    </a:cubicBezTo>
                    <a:lnTo>
                      <a:pt x="785" y="470"/>
                    </a:lnTo>
                    <a:cubicBezTo>
                      <a:pt x="1482" y="726"/>
                      <a:pt x="2086" y="1091"/>
                      <a:pt x="2554" y="1684"/>
                    </a:cubicBezTo>
                    <a:cubicBezTo>
                      <a:pt x="2826" y="2033"/>
                      <a:pt x="3148" y="2343"/>
                      <a:pt x="3556" y="2550"/>
                    </a:cubicBezTo>
                    <a:cubicBezTo>
                      <a:pt x="3589" y="2565"/>
                      <a:pt x="3628" y="2598"/>
                      <a:pt x="3663" y="2598"/>
                    </a:cubicBezTo>
                    <a:cubicBezTo>
                      <a:pt x="3679" y="2598"/>
                      <a:pt x="3695" y="2591"/>
                      <a:pt x="3708" y="2572"/>
                    </a:cubicBezTo>
                    <a:cubicBezTo>
                      <a:pt x="3725" y="2545"/>
                      <a:pt x="3681" y="2468"/>
                      <a:pt x="3665" y="2419"/>
                    </a:cubicBezTo>
                    <a:cubicBezTo>
                      <a:pt x="3403" y="2153"/>
                      <a:pt x="3104" y="1913"/>
                      <a:pt x="2881" y="1619"/>
                    </a:cubicBezTo>
                    <a:cubicBezTo>
                      <a:pt x="2287" y="835"/>
                      <a:pt x="1493" y="383"/>
                      <a:pt x="578" y="100"/>
                    </a:cubicBezTo>
                    <a:cubicBezTo>
                      <a:pt x="469" y="67"/>
                      <a:pt x="325" y="1"/>
                      <a:pt x="220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7" name="Google Shape;1057;p28"/>
              <p:cNvSpPr/>
              <p:nvPr/>
            </p:nvSpPr>
            <p:spPr>
              <a:xfrm>
                <a:off x="5985557" y="4690959"/>
                <a:ext cx="188698" cy="251161"/>
              </a:xfrm>
              <a:custGeom>
                <a:rect b="b" l="l" r="r" t="t"/>
                <a:pathLst>
                  <a:path extrusionOk="0" h="4218" w="3169">
                    <a:moveTo>
                      <a:pt x="77" y="1"/>
                    </a:moveTo>
                    <a:cubicBezTo>
                      <a:pt x="1" y="284"/>
                      <a:pt x="251" y="414"/>
                      <a:pt x="256" y="627"/>
                    </a:cubicBezTo>
                    <a:cubicBezTo>
                      <a:pt x="1242" y="1618"/>
                      <a:pt x="2184" y="2636"/>
                      <a:pt x="2597" y="4029"/>
                    </a:cubicBezTo>
                    <a:cubicBezTo>
                      <a:pt x="2635" y="4162"/>
                      <a:pt x="2700" y="4218"/>
                      <a:pt x="2774" y="4218"/>
                    </a:cubicBezTo>
                    <a:cubicBezTo>
                      <a:pt x="2850" y="4218"/>
                      <a:pt x="2934" y="4160"/>
                      <a:pt x="3011" y="4067"/>
                    </a:cubicBezTo>
                    <a:cubicBezTo>
                      <a:pt x="3169" y="3882"/>
                      <a:pt x="3136" y="3670"/>
                      <a:pt x="3066" y="3469"/>
                    </a:cubicBezTo>
                    <a:cubicBezTo>
                      <a:pt x="2940" y="3109"/>
                      <a:pt x="2804" y="2750"/>
                      <a:pt x="2668" y="2391"/>
                    </a:cubicBezTo>
                    <a:cubicBezTo>
                      <a:pt x="2325" y="1917"/>
                      <a:pt x="2080" y="1367"/>
                      <a:pt x="1645" y="959"/>
                    </a:cubicBezTo>
                    <a:lnTo>
                      <a:pt x="1645" y="959"/>
                    </a:lnTo>
                    <a:cubicBezTo>
                      <a:pt x="1960" y="1982"/>
                      <a:pt x="2772" y="2799"/>
                      <a:pt x="2880" y="4013"/>
                    </a:cubicBezTo>
                    <a:cubicBezTo>
                      <a:pt x="2663" y="3822"/>
                      <a:pt x="2635" y="3648"/>
                      <a:pt x="2592" y="3485"/>
                    </a:cubicBezTo>
                    <a:cubicBezTo>
                      <a:pt x="2472" y="3049"/>
                      <a:pt x="2276" y="2663"/>
                      <a:pt x="1988" y="2309"/>
                    </a:cubicBezTo>
                    <a:cubicBezTo>
                      <a:pt x="1367" y="1541"/>
                      <a:pt x="545" y="937"/>
                      <a:pt x="77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8" name="Google Shape;1058;p28"/>
              <p:cNvSpPr/>
              <p:nvPr/>
            </p:nvSpPr>
            <p:spPr>
              <a:xfrm>
                <a:off x="6616092" y="3297518"/>
                <a:ext cx="109265" cy="184709"/>
              </a:xfrm>
              <a:custGeom>
                <a:rect b="b" l="l" r="r" t="t"/>
                <a:pathLst>
                  <a:path extrusionOk="0" h="3102" w="1835">
                    <a:moveTo>
                      <a:pt x="1771" y="1"/>
                    </a:moveTo>
                    <a:cubicBezTo>
                      <a:pt x="1757" y="1"/>
                      <a:pt x="1738" y="5"/>
                      <a:pt x="1715" y="14"/>
                    </a:cubicBezTo>
                    <a:cubicBezTo>
                      <a:pt x="1640" y="45"/>
                      <a:pt x="1569" y="115"/>
                      <a:pt x="1482" y="115"/>
                    </a:cubicBezTo>
                    <a:cubicBezTo>
                      <a:pt x="1461" y="115"/>
                      <a:pt x="1439" y="111"/>
                      <a:pt x="1416" y="101"/>
                    </a:cubicBezTo>
                    <a:cubicBezTo>
                      <a:pt x="1312" y="281"/>
                      <a:pt x="1225" y="466"/>
                      <a:pt x="1105" y="635"/>
                    </a:cubicBezTo>
                    <a:cubicBezTo>
                      <a:pt x="1060" y="698"/>
                      <a:pt x="1007" y="747"/>
                      <a:pt x="959" y="747"/>
                    </a:cubicBezTo>
                    <a:cubicBezTo>
                      <a:pt x="915" y="747"/>
                      <a:pt x="875" y="706"/>
                      <a:pt x="849" y="597"/>
                    </a:cubicBezTo>
                    <a:cubicBezTo>
                      <a:pt x="735" y="842"/>
                      <a:pt x="572" y="1060"/>
                      <a:pt x="512" y="1326"/>
                    </a:cubicBezTo>
                    <a:cubicBezTo>
                      <a:pt x="675" y="1397"/>
                      <a:pt x="648" y="1528"/>
                      <a:pt x="604" y="1658"/>
                    </a:cubicBezTo>
                    <a:cubicBezTo>
                      <a:pt x="517" y="1952"/>
                      <a:pt x="376" y="2219"/>
                      <a:pt x="212" y="2481"/>
                    </a:cubicBezTo>
                    <a:cubicBezTo>
                      <a:pt x="93" y="2666"/>
                      <a:pt x="0" y="2862"/>
                      <a:pt x="17" y="3101"/>
                    </a:cubicBezTo>
                    <a:cubicBezTo>
                      <a:pt x="55" y="3090"/>
                      <a:pt x="87" y="3090"/>
                      <a:pt x="98" y="3074"/>
                    </a:cubicBezTo>
                    <a:cubicBezTo>
                      <a:pt x="795" y="2154"/>
                      <a:pt x="1710" y="1359"/>
                      <a:pt x="1835" y="107"/>
                    </a:cubicBezTo>
                    <a:cubicBezTo>
                      <a:pt x="1822" y="56"/>
                      <a:pt x="1823" y="1"/>
                      <a:pt x="1771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9" name="Google Shape;1059;p28"/>
              <p:cNvSpPr/>
              <p:nvPr/>
            </p:nvSpPr>
            <p:spPr>
              <a:xfrm>
                <a:off x="5844254" y="1794870"/>
                <a:ext cx="146898" cy="126593"/>
              </a:xfrm>
              <a:custGeom>
                <a:rect b="b" l="l" r="r" t="t"/>
                <a:pathLst>
                  <a:path extrusionOk="0" h="2126" w="2467">
                    <a:moveTo>
                      <a:pt x="152" y="0"/>
                    </a:moveTo>
                    <a:cubicBezTo>
                      <a:pt x="60" y="71"/>
                      <a:pt x="33" y="169"/>
                      <a:pt x="11" y="278"/>
                    </a:cubicBezTo>
                    <a:cubicBezTo>
                      <a:pt x="0" y="458"/>
                      <a:pt x="93" y="583"/>
                      <a:pt x="207" y="708"/>
                    </a:cubicBezTo>
                    <a:cubicBezTo>
                      <a:pt x="561" y="1089"/>
                      <a:pt x="1007" y="1345"/>
                      <a:pt x="1432" y="1633"/>
                    </a:cubicBezTo>
                    <a:lnTo>
                      <a:pt x="1426" y="1628"/>
                    </a:lnTo>
                    <a:lnTo>
                      <a:pt x="1426" y="1628"/>
                    </a:lnTo>
                    <a:cubicBezTo>
                      <a:pt x="1562" y="1748"/>
                      <a:pt x="1704" y="1868"/>
                      <a:pt x="1846" y="1987"/>
                    </a:cubicBezTo>
                    <a:cubicBezTo>
                      <a:pt x="1872" y="1961"/>
                      <a:pt x="1894" y="1951"/>
                      <a:pt x="1913" y="1951"/>
                    </a:cubicBezTo>
                    <a:cubicBezTo>
                      <a:pt x="1958" y="1951"/>
                      <a:pt x="1986" y="2006"/>
                      <a:pt x="2009" y="2036"/>
                    </a:cubicBezTo>
                    <a:cubicBezTo>
                      <a:pt x="2056" y="2101"/>
                      <a:pt x="2095" y="2125"/>
                      <a:pt x="2133" y="2125"/>
                    </a:cubicBezTo>
                    <a:cubicBezTo>
                      <a:pt x="2188" y="2125"/>
                      <a:pt x="2239" y="2075"/>
                      <a:pt x="2303" y="2020"/>
                    </a:cubicBezTo>
                    <a:cubicBezTo>
                      <a:pt x="2466" y="1884"/>
                      <a:pt x="2297" y="1846"/>
                      <a:pt x="2254" y="1780"/>
                    </a:cubicBezTo>
                    <a:cubicBezTo>
                      <a:pt x="2042" y="1486"/>
                      <a:pt x="1704" y="1394"/>
                      <a:pt x="1388" y="1274"/>
                    </a:cubicBezTo>
                    <a:cubicBezTo>
                      <a:pt x="1258" y="1225"/>
                      <a:pt x="1160" y="1149"/>
                      <a:pt x="1149" y="1002"/>
                    </a:cubicBezTo>
                    <a:cubicBezTo>
                      <a:pt x="1138" y="855"/>
                      <a:pt x="1252" y="806"/>
                      <a:pt x="1356" y="746"/>
                    </a:cubicBezTo>
                    <a:cubicBezTo>
                      <a:pt x="1486" y="664"/>
                      <a:pt x="1666" y="643"/>
                      <a:pt x="1742" y="436"/>
                    </a:cubicBezTo>
                    <a:cubicBezTo>
                      <a:pt x="1350" y="387"/>
                      <a:pt x="974" y="338"/>
                      <a:pt x="599" y="278"/>
                    </a:cubicBezTo>
                    <a:cubicBezTo>
                      <a:pt x="495" y="262"/>
                      <a:pt x="299" y="311"/>
                      <a:pt x="370" y="82"/>
                    </a:cubicBezTo>
                    <a:cubicBezTo>
                      <a:pt x="357" y="74"/>
                      <a:pt x="341" y="71"/>
                      <a:pt x="325" y="71"/>
                    </a:cubicBezTo>
                    <a:cubicBezTo>
                      <a:pt x="294" y="71"/>
                      <a:pt x="261" y="80"/>
                      <a:pt x="231" y="80"/>
                    </a:cubicBezTo>
                    <a:cubicBezTo>
                      <a:pt x="195" y="80"/>
                      <a:pt x="165" y="66"/>
                      <a:pt x="152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0" name="Google Shape;1060;p28"/>
              <p:cNvSpPr/>
              <p:nvPr/>
            </p:nvSpPr>
            <p:spPr>
              <a:xfrm>
                <a:off x="6028013" y="4533400"/>
                <a:ext cx="133619" cy="235739"/>
              </a:xfrm>
              <a:custGeom>
                <a:rect b="b" l="l" r="r" t="t"/>
                <a:pathLst>
                  <a:path extrusionOk="0" h="3959" w="2244">
                    <a:moveTo>
                      <a:pt x="93" y="1"/>
                    </a:moveTo>
                    <a:cubicBezTo>
                      <a:pt x="61" y="23"/>
                      <a:pt x="33" y="39"/>
                      <a:pt x="1" y="61"/>
                    </a:cubicBezTo>
                    <a:cubicBezTo>
                      <a:pt x="453" y="1498"/>
                      <a:pt x="1721" y="2489"/>
                      <a:pt x="2118" y="3959"/>
                    </a:cubicBezTo>
                    <a:cubicBezTo>
                      <a:pt x="2151" y="3942"/>
                      <a:pt x="2184" y="3926"/>
                      <a:pt x="2216" y="3915"/>
                    </a:cubicBezTo>
                    <a:cubicBezTo>
                      <a:pt x="2227" y="3812"/>
                      <a:pt x="2233" y="3714"/>
                      <a:pt x="2244" y="3616"/>
                    </a:cubicBezTo>
                    <a:cubicBezTo>
                      <a:pt x="2151" y="3191"/>
                      <a:pt x="1988" y="2794"/>
                      <a:pt x="1770" y="2413"/>
                    </a:cubicBezTo>
                    <a:cubicBezTo>
                      <a:pt x="1384" y="1743"/>
                      <a:pt x="899" y="1139"/>
                      <a:pt x="447" y="513"/>
                    </a:cubicBezTo>
                    <a:cubicBezTo>
                      <a:pt x="327" y="344"/>
                      <a:pt x="213" y="170"/>
                      <a:pt x="93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1" name="Google Shape;1061;p28"/>
              <p:cNvSpPr/>
              <p:nvPr/>
            </p:nvSpPr>
            <p:spPr>
              <a:xfrm>
                <a:off x="6025453" y="4347675"/>
                <a:ext cx="64249" cy="208169"/>
              </a:xfrm>
              <a:custGeom>
                <a:rect b="b" l="l" r="r" t="t"/>
                <a:pathLst>
                  <a:path extrusionOk="0" h="3496" w="1079">
                    <a:moveTo>
                      <a:pt x="365" y="1"/>
                    </a:moveTo>
                    <a:lnTo>
                      <a:pt x="365" y="1"/>
                    </a:lnTo>
                    <a:cubicBezTo>
                      <a:pt x="0" y="670"/>
                      <a:pt x="44" y="1498"/>
                      <a:pt x="452" y="2276"/>
                    </a:cubicBezTo>
                    <a:cubicBezTo>
                      <a:pt x="632" y="2614"/>
                      <a:pt x="751" y="2962"/>
                      <a:pt x="566" y="3343"/>
                    </a:cubicBezTo>
                    <a:cubicBezTo>
                      <a:pt x="504" y="3475"/>
                      <a:pt x="563" y="3485"/>
                      <a:pt x="631" y="3485"/>
                    </a:cubicBezTo>
                    <a:cubicBezTo>
                      <a:pt x="644" y="3485"/>
                      <a:pt x="657" y="3485"/>
                      <a:pt x="670" y="3485"/>
                    </a:cubicBezTo>
                    <a:cubicBezTo>
                      <a:pt x="695" y="3485"/>
                      <a:pt x="719" y="3486"/>
                      <a:pt x="735" y="3496"/>
                    </a:cubicBezTo>
                    <a:cubicBezTo>
                      <a:pt x="882" y="3457"/>
                      <a:pt x="915" y="3338"/>
                      <a:pt x="953" y="3207"/>
                    </a:cubicBezTo>
                    <a:cubicBezTo>
                      <a:pt x="1078" y="2804"/>
                      <a:pt x="1018" y="2412"/>
                      <a:pt x="817" y="2058"/>
                    </a:cubicBezTo>
                    <a:cubicBezTo>
                      <a:pt x="566" y="1623"/>
                      <a:pt x="474" y="1149"/>
                      <a:pt x="425" y="659"/>
                    </a:cubicBezTo>
                    <a:cubicBezTo>
                      <a:pt x="311" y="458"/>
                      <a:pt x="398" y="235"/>
                      <a:pt x="365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2" name="Google Shape;1062;p28"/>
              <p:cNvSpPr/>
              <p:nvPr/>
            </p:nvSpPr>
            <p:spPr>
              <a:xfrm>
                <a:off x="6073388" y="1453193"/>
                <a:ext cx="189710" cy="227581"/>
              </a:xfrm>
              <a:custGeom>
                <a:rect b="b" l="l" r="r" t="t"/>
                <a:pathLst>
                  <a:path extrusionOk="0" h="3822" w="3186">
                    <a:moveTo>
                      <a:pt x="1" y="0"/>
                    </a:moveTo>
                    <a:cubicBezTo>
                      <a:pt x="34" y="44"/>
                      <a:pt x="61" y="98"/>
                      <a:pt x="99" y="142"/>
                    </a:cubicBezTo>
                    <a:cubicBezTo>
                      <a:pt x="1024" y="1291"/>
                      <a:pt x="2070" y="2330"/>
                      <a:pt x="2919" y="3539"/>
                    </a:cubicBezTo>
                    <a:cubicBezTo>
                      <a:pt x="2990" y="3642"/>
                      <a:pt x="3088" y="3729"/>
                      <a:pt x="3175" y="3822"/>
                    </a:cubicBezTo>
                    <a:cubicBezTo>
                      <a:pt x="3186" y="3670"/>
                      <a:pt x="3099" y="3555"/>
                      <a:pt x="3028" y="3435"/>
                    </a:cubicBezTo>
                    <a:cubicBezTo>
                      <a:pt x="2554" y="2679"/>
                      <a:pt x="2015" y="1966"/>
                      <a:pt x="1405" y="1312"/>
                    </a:cubicBezTo>
                    <a:cubicBezTo>
                      <a:pt x="970" y="844"/>
                      <a:pt x="540" y="365"/>
                      <a:pt x="1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3" name="Google Shape;1063;p28"/>
              <p:cNvSpPr/>
              <p:nvPr/>
            </p:nvSpPr>
            <p:spPr>
              <a:xfrm>
                <a:off x="5157984" y="1697571"/>
                <a:ext cx="138442" cy="189710"/>
              </a:xfrm>
              <a:custGeom>
                <a:rect b="b" l="l" r="r" t="t"/>
                <a:pathLst>
                  <a:path extrusionOk="0" h="3186" w="2325">
                    <a:moveTo>
                      <a:pt x="114" y="0"/>
                    </a:moveTo>
                    <a:cubicBezTo>
                      <a:pt x="75" y="0"/>
                      <a:pt x="37" y="20"/>
                      <a:pt x="0" y="77"/>
                    </a:cubicBezTo>
                    <a:cubicBezTo>
                      <a:pt x="1094" y="867"/>
                      <a:pt x="1867" y="1896"/>
                      <a:pt x="2281" y="3186"/>
                    </a:cubicBezTo>
                    <a:cubicBezTo>
                      <a:pt x="2292" y="3153"/>
                      <a:pt x="2325" y="3120"/>
                      <a:pt x="2319" y="3093"/>
                    </a:cubicBezTo>
                    <a:cubicBezTo>
                      <a:pt x="2118" y="1759"/>
                      <a:pt x="1405" y="769"/>
                      <a:pt x="272" y="66"/>
                    </a:cubicBezTo>
                    <a:cubicBezTo>
                      <a:pt x="222" y="38"/>
                      <a:pt x="168" y="0"/>
                      <a:pt x="114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4" name="Google Shape;1064;p28"/>
              <p:cNvSpPr/>
              <p:nvPr/>
            </p:nvSpPr>
            <p:spPr>
              <a:xfrm>
                <a:off x="5254865" y="2025671"/>
                <a:ext cx="104442" cy="76575"/>
              </a:xfrm>
              <a:custGeom>
                <a:rect b="b" l="l" r="r" t="t"/>
                <a:pathLst>
                  <a:path extrusionOk="0" h="1286" w="1754">
                    <a:moveTo>
                      <a:pt x="1754" y="0"/>
                    </a:moveTo>
                    <a:lnTo>
                      <a:pt x="1754" y="0"/>
                    </a:lnTo>
                    <a:cubicBezTo>
                      <a:pt x="1618" y="158"/>
                      <a:pt x="1482" y="294"/>
                      <a:pt x="1291" y="365"/>
                    </a:cubicBezTo>
                    <a:cubicBezTo>
                      <a:pt x="1046" y="469"/>
                      <a:pt x="785" y="545"/>
                      <a:pt x="545" y="670"/>
                    </a:cubicBezTo>
                    <a:cubicBezTo>
                      <a:pt x="295" y="801"/>
                      <a:pt x="12" y="931"/>
                      <a:pt x="1" y="1285"/>
                    </a:cubicBezTo>
                    <a:cubicBezTo>
                      <a:pt x="137" y="1225"/>
                      <a:pt x="284" y="1182"/>
                      <a:pt x="409" y="1100"/>
                    </a:cubicBezTo>
                    <a:cubicBezTo>
                      <a:pt x="556" y="1004"/>
                      <a:pt x="694" y="950"/>
                      <a:pt x="823" y="950"/>
                    </a:cubicBezTo>
                    <a:cubicBezTo>
                      <a:pt x="986" y="950"/>
                      <a:pt x="1136" y="1036"/>
                      <a:pt x="1269" y="1231"/>
                    </a:cubicBezTo>
                    <a:cubicBezTo>
                      <a:pt x="1547" y="866"/>
                      <a:pt x="1656" y="441"/>
                      <a:pt x="1754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5" name="Google Shape;1065;p28"/>
              <p:cNvSpPr/>
              <p:nvPr/>
            </p:nvSpPr>
            <p:spPr>
              <a:xfrm>
                <a:off x="6543148" y="3607516"/>
                <a:ext cx="86936" cy="80267"/>
              </a:xfrm>
              <a:custGeom>
                <a:rect b="b" l="l" r="r" t="t"/>
                <a:pathLst>
                  <a:path extrusionOk="0" h="1348" w="1460">
                    <a:moveTo>
                      <a:pt x="318" y="0"/>
                    </a:moveTo>
                    <a:cubicBezTo>
                      <a:pt x="299" y="0"/>
                      <a:pt x="279" y="8"/>
                      <a:pt x="256" y="29"/>
                    </a:cubicBezTo>
                    <a:cubicBezTo>
                      <a:pt x="76" y="198"/>
                      <a:pt x="0" y="878"/>
                      <a:pt x="142" y="1085"/>
                    </a:cubicBezTo>
                    <a:cubicBezTo>
                      <a:pt x="240" y="1233"/>
                      <a:pt x="581" y="1347"/>
                      <a:pt x="838" y="1347"/>
                    </a:cubicBezTo>
                    <a:cubicBezTo>
                      <a:pt x="922" y="1347"/>
                      <a:pt x="996" y="1335"/>
                      <a:pt x="1051" y="1308"/>
                    </a:cubicBezTo>
                    <a:cubicBezTo>
                      <a:pt x="1274" y="1194"/>
                      <a:pt x="1459" y="791"/>
                      <a:pt x="1367" y="628"/>
                    </a:cubicBezTo>
                    <a:cubicBezTo>
                      <a:pt x="1364" y="628"/>
                      <a:pt x="1362" y="628"/>
                      <a:pt x="1359" y="628"/>
                    </a:cubicBezTo>
                    <a:cubicBezTo>
                      <a:pt x="1144" y="628"/>
                      <a:pt x="1159" y="852"/>
                      <a:pt x="1046" y="955"/>
                    </a:cubicBezTo>
                    <a:cubicBezTo>
                      <a:pt x="937" y="1055"/>
                      <a:pt x="838" y="1185"/>
                      <a:pt x="689" y="1185"/>
                    </a:cubicBezTo>
                    <a:cubicBezTo>
                      <a:pt x="644" y="1185"/>
                      <a:pt x="595" y="1173"/>
                      <a:pt x="539" y="1145"/>
                    </a:cubicBezTo>
                    <a:cubicBezTo>
                      <a:pt x="300" y="1025"/>
                      <a:pt x="294" y="835"/>
                      <a:pt x="349" y="612"/>
                    </a:cubicBezTo>
                    <a:cubicBezTo>
                      <a:pt x="392" y="432"/>
                      <a:pt x="490" y="263"/>
                      <a:pt x="441" y="67"/>
                    </a:cubicBezTo>
                    <a:cubicBezTo>
                      <a:pt x="399" y="44"/>
                      <a:pt x="363" y="0"/>
                      <a:pt x="318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6" name="Google Shape;1066;p28"/>
              <p:cNvSpPr/>
              <p:nvPr/>
            </p:nvSpPr>
            <p:spPr>
              <a:xfrm>
                <a:off x="5272074" y="1765037"/>
                <a:ext cx="121591" cy="150768"/>
              </a:xfrm>
              <a:custGeom>
                <a:rect b="b" l="l" r="r" t="t"/>
                <a:pathLst>
                  <a:path extrusionOk="0" h="2532" w="2042">
                    <a:moveTo>
                      <a:pt x="77" y="0"/>
                    </a:moveTo>
                    <a:cubicBezTo>
                      <a:pt x="0" y="185"/>
                      <a:pt x="158" y="267"/>
                      <a:pt x="256" y="365"/>
                    </a:cubicBezTo>
                    <a:cubicBezTo>
                      <a:pt x="447" y="567"/>
                      <a:pt x="670" y="746"/>
                      <a:pt x="757" y="1029"/>
                    </a:cubicBezTo>
                    <a:cubicBezTo>
                      <a:pt x="882" y="1448"/>
                      <a:pt x="1144" y="1802"/>
                      <a:pt x="1345" y="2183"/>
                    </a:cubicBezTo>
                    <a:cubicBezTo>
                      <a:pt x="1454" y="2389"/>
                      <a:pt x="1627" y="2531"/>
                      <a:pt x="1860" y="2531"/>
                    </a:cubicBezTo>
                    <a:cubicBezTo>
                      <a:pt x="1917" y="2531"/>
                      <a:pt x="1978" y="2523"/>
                      <a:pt x="2042" y="2505"/>
                    </a:cubicBezTo>
                    <a:cubicBezTo>
                      <a:pt x="1465" y="2249"/>
                      <a:pt x="1252" y="1693"/>
                      <a:pt x="980" y="1198"/>
                    </a:cubicBezTo>
                    <a:cubicBezTo>
                      <a:pt x="735" y="752"/>
                      <a:pt x="485" y="316"/>
                      <a:pt x="77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7" name="Google Shape;1067;p28"/>
              <p:cNvSpPr/>
              <p:nvPr/>
            </p:nvSpPr>
            <p:spPr>
              <a:xfrm>
                <a:off x="6338904" y="3696776"/>
                <a:ext cx="75563" cy="48351"/>
              </a:xfrm>
              <a:custGeom>
                <a:rect b="b" l="l" r="r" t="t"/>
                <a:pathLst>
                  <a:path extrusionOk="0" h="812" w="1269">
                    <a:moveTo>
                      <a:pt x="665" y="0"/>
                    </a:moveTo>
                    <a:lnTo>
                      <a:pt x="665" y="0"/>
                    </a:lnTo>
                    <a:cubicBezTo>
                      <a:pt x="496" y="82"/>
                      <a:pt x="360" y="142"/>
                      <a:pt x="229" y="218"/>
                    </a:cubicBezTo>
                    <a:cubicBezTo>
                      <a:pt x="66" y="316"/>
                      <a:pt x="1" y="474"/>
                      <a:pt x="88" y="637"/>
                    </a:cubicBezTo>
                    <a:cubicBezTo>
                      <a:pt x="147" y="756"/>
                      <a:pt x="242" y="812"/>
                      <a:pt x="363" y="812"/>
                    </a:cubicBezTo>
                    <a:cubicBezTo>
                      <a:pt x="407" y="812"/>
                      <a:pt x="455" y="804"/>
                      <a:pt x="507" y="789"/>
                    </a:cubicBezTo>
                    <a:cubicBezTo>
                      <a:pt x="719" y="730"/>
                      <a:pt x="877" y="593"/>
                      <a:pt x="1051" y="479"/>
                    </a:cubicBezTo>
                    <a:cubicBezTo>
                      <a:pt x="1089" y="370"/>
                      <a:pt x="1269" y="338"/>
                      <a:pt x="1204" y="180"/>
                    </a:cubicBezTo>
                    <a:lnTo>
                      <a:pt x="1204" y="180"/>
                    </a:lnTo>
                    <a:cubicBezTo>
                      <a:pt x="910" y="201"/>
                      <a:pt x="692" y="457"/>
                      <a:pt x="387" y="463"/>
                    </a:cubicBezTo>
                    <a:cubicBezTo>
                      <a:pt x="420" y="272"/>
                      <a:pt x="648" y="223"/>
                      <a:pt x="665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8" name="Google Shape;1068;p28"/>
              <p:cNvSpPr/>
              <p:nvPr/>
            </p:nvSpPr>
            <p:spPr>
              <a:xfrm>
                <a:off x="5393310" y="1850605"/>
                <a:ext cx="47041" cy="62939"/>
              </a:xfrm>
              <a:custGeom>
                <a:rect b="b" l="l" r="r" t="t"/>
                <a:pathLst>
                  <a:path extrusionOk="0" h="1057" w="790">
                    <a:moveTo>
                      <a:pt x="271" y="1"/>
                    </a:moveTo>
                    <a:cubicBezTo>
                      <a:pt x="231" y="1"/>
                      <a:pt x="195" y="41"/>
                      <a:pt x="153" y="104"/>
                    </a:cubicBezTo>
                    <a:cubicBezTo>
                      <a:pt x="0" y="349"/>
                      <a:pt x="22" y="823"/>
                      <a:pt x="213" y="1057"/>
                    </a:cubicBezTo>
                    <a:cubicBezTo>
                      <a:pt x="409" y="861"/>
                      <a:pt x="115" y="578"/>
                      <a:pt x="343" y="382"/>
                    </a:cubicBezTo>
                    <a:lnTo>
                      <a:pt x="343" y="382"/>
                    </a:lnTo>
                    <a:cubicBezTo>
                      <a:pt x="447" y="452"/>
                      <a:pt x="485" y="594"/>
                      <a:pt x="621" y="638"/>
                    </a:cubicBezTo>
                    <a:cubicBezTo>
                      <a:pt x="658" y="651"/>
                      <a:pt x="692" y="662"/>
                      <a:pt x="719" y="662"/>
                    </a:cubicBezTo>
                    <a:cubicBezTo>
                      <a:pt x="760" y="662"/>
                      <a:pt x="787" y="637"/>
                      <a:pt x="790" y="556"/>
                    </a:cubicBezTo>
                    <a:cubicBezTo>
                      <a:pt x="654" y="403"/>
                      <a:pt x="512" y="251"/>
                      <a:pt x="387" y="88"/>
                    </a:cubicBezTo>
                    <a:cubicBezTo>
                      <a:pt x="341" y="27"/>
                      <a:pt x="304" y="1"/>
                      <a:pt x="271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9" name="Google Shape;1069;p28"/>
              <p:cNvSpPr/>
              <p:nvPr/>
            </p:nvSpPr>
            <p:spPr>
              <a:xfrm>
                <a:off x="6636814" y="3651520"/>
                <a:ext cx="27629" cy="68953"/>
              </a:xfrm>
              <a:custGeom>
                <a:rect b="b" l="l" r="r" t="t"/>
                <a:pathLst>
                  <a:path extrusionOk="0" h="1158" w="464">
                    <a:moveTo>
                      <a:pt x="124" y="0"/>
                    </a:moveTo>
                    <a:cubicBezTo>
                      <a:pt x="111" y="0"/>
                      <a:pt x="97" y="3"/>
                      <a:pt x="82" y="9"/>
                    </a:cubicBezTo>
                    <a:cubicBezTo>
                      <a:pt x="6" y="41"/>
                      <a:pt x="1" y="118"/>
                      <a:pt x="28" y="188"/>
                    </a:cubicBezTo>
                    <a:cubicBezTo>
                      <a:pt x="137" y="504"/>
                      <a:pt x="44" y="836"/>
                      <a:pt x="82" y="1157"/>
                    </a:cubicBezTo>
                    <a:cubicBezTo>
                      <a:pt x="387" y="983"/>
                      <a:pt x="463" y="608"/>
                      <a:pt x="295" y="101"/>
                    </a:cubicBezTo>
                    <a:cubicBezTo>
                      <a:pt x="235" y="78"/>
                      <a:pt x="194" y="0"/>
                      <a:pt x="124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28"/>
              <p:cNvSpPr/>
              <p:nvPr/>
            </p:nvSpPr>
            <p:spPr>
              <a:xfrm>
                <a:off x="5456787" y="1857274"/>
                <a:ext cx="32869" cy="45016"/>
              </a:xfrm>
              <a:custGeom>
                <a:rect b="b" l="l" r="r" t="t"/>
                <a:pathLst>
                  <a:path extrusionOk="0" h="756" w="552">
                    <a:moveTo>
                      <a:pt x="103" y="1"/>
                    </a:moveTo>
                    <a:cubicBezTo>
                      <a:pt x="34" y="1"/>
                      <a:pt x="0" y="73"/>
                      <a:pt x="7" y="232"/>
                    </a:cubicBezTo>
                    <a:cubicBezTo>
                      <a:pt x="12" y="346"/>
                      <a:pt x="12" y="466"/>
                      <a:pt x="12" y="580"/>
                    </a:cubicBezTo>
                    <a:cubicBezTo>
                      <a:pt x="86" y="584"/>
                      <a:pt x="137" y="755"/>
                      <a:pt x="189" y="755"/>
                    </a:cubicBezTo>
                    <a:cubicBezTo>
                      <a:pt x="206" y="755"/>
                      <a:pt x="223" y="736"/>
                      <a:pt x="241" y="683"/>
                    </a:cubicBezTo>
                    <a:cubicBezTo>
                      <a:pt x="283" y="566"/>
                      <a:pt x="335" y="537"/>
                      <a:pt x="394" y="537"/>
                    </a:cubicBezTo>
                    <a:cubicBezTo>
                      <a:pt x="442" y="537"/>
                      <a:pt x="495" y="556"/>
                      <a:pt x="551" y="564"/>
                    </a:cubicBezTo>
                    <a:cubicBezTo>
                      <a:pt x="475" y="302"/>
                      <a:pt x="475" y="302"/>
                      <a:pt x="290" y="95"/>
                    </a:cubicBezTo>
                    <a:cubicBezTo>
                      <a:pt x="213" y="34"/>
                      <a:pt x="150" y="1"/>
                      <a:pt x="103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28"/>
              <p:cNvSpPr/>
              <p:nvPr/>
            </p:nvSpPr>
            <p:spPr>
              <a:xfrm>
                <a:off x="7282235" y="259947"/>
                <a:ext cx="45433" cy="47338"/>
              </a:xfrm>
              <a:custGeom>
                <a:rect b="b" l="l" r="r" t="t"/>
                <a:pathLst>
                  <a:path extrusionOk="0" h="795" w="763">
                    <a:moveTo>
                      <a:pt x="763" y="0"/>
                    </a:moveTo>
                    <a:cubicBezTo>
                      <a:pt x="507" y="267"/>
                      <a:pt x="251" y="528"/>
                      <a:pt x="1" y="795"/>
                    </a:cubicBezTo>
                    <a:cubicBezTo>
                      <a:pt x="409" y="724"/>
                      <a:pt x="665" y="457"/>
                      <a:pt x="763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2" name="Google Shape;1072;p28"/>
              <p:cNvSpPr/>
              <p:nvPr/>
            </p:nvSpPr>
            <p:spPr>
              <a:xfrm>
                <a:off x="8214252" y="3561248"/>
                <a:ext cx="23699" cy="49661"/>
              </a:xfrm>
              <a:custGeom>
                <a:rect b="b" l="l" r="r" t="t"/>
                <a:pathLst>
                  <a:path extrusionOk="0" h="834" w="398">
                    <a:moveTo>
                      <a:pt x="397" y="0"/>
                    </a:moveTo>
                    <a:lnTo>
                      <a:pt x="397" y="0"/>
                    </a:lnTo>
                    <a:cubicBezTo>
                      <a:pt x="142" y="218"/>
                      <a:pt x="87" y="490"/>
                      <a:pt x="0" y="833"/>
                    </a:cubicBezTo>
                    <a:cubicBezTo>
                      <a:pt x="251" y="567"/>
                      <a:pt x="354" y="322"/>
                      <a:pt x="397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3" name="Google Shape;1073;p28"/>
              <p:cNvSpPr/>
              <p:nvPr/>
            </p:nvSpPr>
            <p:spPr>
              <a:xfrm>
                <a:off x="5927559" y="1849652"/>
                <a:ext cx="27272" cy="16911"/>
              </a:xfrm>
              <a:custGeom>
                <a:rect b="b" l="l" r="r" t="t"/>
                <a:pathLst>
                  <a:path extrusionOk="0" h="284" w="458">
                    <a:moveTo>
                      <a:pt x="158" y="0"/>
                    </a:moveTo>
                    <a:cubicBezTo>
                      <a:pt x="109" y="38"/>
                      <a:pt x="16" y="76"/>
                      <a:pt x="11" y="120"/>
                    </a:cubicBezTo>
                    <a:cubicBezTo>
                      <a:pt x="0" y="202"/>
                      <a:pt x="98" y="207"/>
                      <a:pt x="163" y="218"/>
                    </a:cubicBezTo>
                    <a:cubicBezTo>
                      <a:pt x="261" y="245"/>
                      <a:pt x="359" y="262"/>
                      <a:pt x="457" y="283"/>
                    </a:cubicBezTo>
                    <a:cubicBezTo>
                      <a:pt x="414" y="125"/>
                      <a:pt x="202" y="158"/>
                      <a:pt x="158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28"/>
              <p:cNvSpPr/>
              <p:nvPr/>
            </p:nvSpPr>
            <p:spPr>
              <a:xfrm>
                <a:off x="6766505" y="578936"/>
                <a:ext cx="1788791" cy="2144335"/>
              </a:xfrm>
              <a:custGeom>
                <a:rect b="b" l="l" r="r" t="t"/>
                <a:pathLst>
                  <a:path extrusionOk="0" h="36012" w="30041">
                    <a:moveTo>
                      <a:pt x="15832" y="1"/>
                    </a:moveTo>
                    <a:cubicBezTo>
                      <a:pt x="15774" y="1"/>
                      <a:pt x="15736" y="72"/>
                      <a:pt x="15695" y="109"/>
                    </a:cubicBezTo>
                    <a:cubicBezTo>
                      <a:pt x="15211" y="506"/>
                      <a:pt x="14650" y="735"/>
                      <a:pt x="14035" y="827"/>
                    </a:cubicBezTo>
                    <a:cubicBezTo>
                      <a:pt x="13458" y="920"/>
                      <a:pt x="12875" y="1002"/>
                      <a:pt x="12298" y="1094"/>
                    </a:cubicBezTo>
                    <a:cubicBezTo>
                      <a:pt x="12021" y="1143"/>
                      <a:pt x="11770" y="1219"/>
                      <a:pt x="11536" y="1415"/>
                    </a:cubicBezTo>
                    <a:cubicBezTo>
                      <a:pt x="11237" y="1671"/>
                      <a:pt x="10992" y="2009"/>
                      <a:pt x="10567" y="2096"/>
                    </a:cubicBezTo>
                    <a:cubicBezTo>
                      <a:pt x="10330" y="2141"/>
                      <a:pt x="10098" y="2168"/>
                      <a:pt x="9869" y="2168"/>
                    </a:cubicBezTo>
                    <a:cubicBezTo>
                      <a:pt x="9486" y="2168"/>
                      <a:pt x="9113" y="2092"/>
                      <a:pt x="8749" y="1894"/>
                    </a:cubicBezTo>
                    <a:cubicBezTo>
                      <a:pt x="7987" y="1475"/>
                      <a:pt x="7181" y="1154"/>
                      <a:pt x="6315" y="985"/>
                    </a:cubicBezTo>
                    <a:cubicBezTo>
                      <a:pt x="6187" y="960"/>
                      <a:pt x="6070" y="947"/>
                      <a:pt x="5962" y="947"/>
                    </a:cubicBezTo>
                    <a:cubicBezTo>
                      <a:pt x="5580" y="947"/>
                      <a:pt x="5304" y="1111"/>
                      <a:pt x="5041" y="1497"/>
                    </a:cubicBezTo>
                    <a:cubicBezTo>
                      <a:pt x="4938" y="1649"/>
                      <a:pt x="4840" y="1813"/>
                      <a:pt x="4715" y="1954"/>
                    </a:cubicBezTo>
                    <a:cubicBezTo>
                      <a:pt x="4268" y="2477"/>
                      <a:pt x="3642" y="2466"/>
                      <a:pt x="3032" y="2510"/>
                    </a:cubicBezTo>
                    <a:cubicBezTo>
                      <a:pt x="3022" y="2510"/>
                      <a:pt x="3011" y="2511"/>
                      <a:pt x="3000" y="2511"/>
                    </a:cubicBezTo>
                    <a:cubicBezTo>
                      <a:pt x="2957" y="2511"/>
                      <a:pt x="2909" y="2505"/>
                      <a:pt x="2863" y="2505"/>
                    </a:cubicBezTo>
                    <a:cubicBezTo>
                      <a:pt x="2785" y="2505"/>
                      <a:pt x="2715" y="2522"/>
                      <a:pt x="2690" y="2613"/>
                    </a:cubicBezTo>
                    <a:cubicBezTo>
                      <a:pt x="2651" y="2771"/>
                      <a:pt x="2777" y="2918"/>
                      <a:pt x="2924" y="2967"/>
                    </a:cubicBezTo>
                    <a:cubicBezTo>
                      <a:pt x="3669" y="3250"/>
                      <a:pt x="4415" y="3544"/>
                      <a:pt x="5216" y="3647"/>
                    </a:cubicBezTo>
                    <a:cubicBezTo>
                      <a:pt x="5771" y="3718"/>
                      <a:pt x="6332" y="3783"/>
                      <a:pt x="6887" y="3876"/>
                    </a:cubicBezTo>
                    <a:cubicBezTo>
                      <a:pt x="7045" y="3898"/>
                      <a:pt x="7203" y="3990"/>
                      <a:pt x="7235" y="4181"/>
                    </a:cubicBezTo>
                    <a:cubicBezTo>
                      <a:pt x="7257" y="4301"/>
                      <a:pt x="7186" y="4388"/>
                      <a:pt x="7094" y="4448"/>
                    </a:cubicBezTo>
                    <a:cubicBezTo>
                      <a:pt x="7047" y="4480"/>
                      <a:pt x="7005" y="4493"/>
                      <a:pt x="6965" y="4493"/>
                    </a:cubicBezTo>
                    <a:cubicBezTo>
                      <a:pt x="6877" y="4493"/>
                      <a:pt x="6800" y="4431"/>
                      <a:pt x="6718" y="4371"/>
                    </a:cubicBezTo>
                    <a:cubicBezTo>
                      <a:pt x="6639" y="4307"/>
                      <a:pt x="6549" y="4263"/>
                      <a:pt x="6463" y="4263"/>
                    </a:cubicBezTo>
                    <a:cubicBezTo>
                      <a:pt x="6388" y="4263"/>
                      <a:pt x="6316" y="4296"/>
                      <a:pt x="6255" y="4377"/>
                    </a:cubicBezTo>
                    <a:cubicBezTo>
                      <a:pt x="6114" y="4556"/>
                      <a:pt x="6152" y="4774"/>
                      <a:pt x="6310" y="4921"/>
                    </a:cubicBezTo>
                    <a:cubicBezTo>
                      <a:pt x="6462" y="5063"/>
                      <a:pt x="6631" y="5193"/>
                      <a:pt x="6860" y="5215"/>
                    </a:cubicBezTo>
                    <a:cubicBezTo>
                      <a:pt x="6983" y="5226"/>
                      <a:pt x="7106" y="5231"/>
                      <a:pt x="7227" y="5231"/>
                    </a:cubicBezTo>
                    <a:cubicBezTo>
                      <a:pt x="7798" y="5231"/>
                      <a:pt x="8352" y="5118"/>
                      <a:pt x="8890" y="4916"/>
                    </a:cubicBezTo>
                    <a:cubicBezTo>
                      <a:pt x="9373" y="4732"/>
                      <a:pt x="9827" y="4485"/>
                      <a:pt x="10342" y="4485"/>
                    </a:cubicBezTo>
                    <a:cubicBezTo>
                      <a:pt x="10558" y="4485"/>
                      <a:pt x="10785" y="4529"/>
                      <a:pt x="11030" y="4638"/>
                    </a:cubicBezTo>
                    <a:cubicBezTo>
                      <a:pt x="11814" y="4987"/>
                      <a:pt x="11966" y="5346"/>
                      <a:pt x="11394" y="5977"/>
                    </a:cubicBezTo>
                    <a:cubicBezTo>
                      <a:pt x="10850" y="6576"/>
                      <a:pt x="10458" y="7208"/>
                      <a:pt x="10828" y="8101"/>
                    </a:cubicBezTo>
                    <a:cubicBezTo>
                      <a:pt x="11128" y="8825"/>
                      <a:pt x="11171" y="9630"/>
                      <a:pt x="10954" y="10382"/>
                    </a:cubicBezTo>
                    <a:cubicBezTo>
                      <a:pt x="10752" y="11095"/>
                      <a:pt x="10703" y="11753"/>
                      <a:pt x="11003" y="12439"/>
                    </a:cubicBezTo>
                    <a:cubicBezTo>
                      <a:pt x="11122" y="12706"/>
                      <a:pt x="11149" y="13006"/>
                      <a:pt x="11139" y="13305"/>
                    </a:cubicBezTo>
                    <a:cubicBezTo>
                      <a:pt x="11126" y="13645"/>
                      <a:pt x="11063" y="13777"/>
                      <a:pt x="10836" y="13777"/>
                    </a:cubicBezTo>
                    <a:cubicBezTo>
                      <a:pt x="10766" y="13777"/>
                      <a:pt x="10679" y="13764"/>
                      <a:pt x="10572" y="13740"/>
                    </a:cubicBezTo>
                    <a:cubicBezTo>
                      <a:pt x="10164" y="13648"/>
                      <a:pt x="9756" y="13561"/>
                      <a:pt x="9353" y="13474"/>
                    </a:cubicBezTo>
                    <a:cubicBezTo>
                      <a:pt x="9331" y="13501"/>
                      <a:pt x="9309" y="13528"/>
                      <a:pt x="9288" y="13555"/>
                    </a:cubicBezTo>
                    <a:cubicBezTo>
                      <a:pt x="9957" y="14013"/>
                      <a:pt x="10317" y="14731"/>
                      <a:pt x="10850" y="15308"/>
                    </a:cubicBezTo>
                    <a:cubicBezTo>
                      <a:pt x="11258" y="15744"/>
                      <a:pt x="11716" y="16136"/>
                      <a:pt x="12048" y="16642"/>
                    </a:cubicBezTo>
                    <a:cubicBezTo>
                      <a:pt x="12500" y="17339"/>
                      <a:pt x="12821" y="18101"/>
                      <a:pt x="13104" y="18874"/>
                    </a:cubicBezTo>
                    <a:cubicBezTo>
                      <a:pt x="13333" y="19506"/>
                      <a:pt x="13436" y="20164"/>
                      <a:pt x="13403" y="20845"/>
                    </a:cubicBezTo>
                    <a:cubicBezTo>
                      <a:pt x="13392" y="21003"/>
                      <a:pt x="13354" y="21133"/>
                      <a:pt x="13196" y="21177"/>
                    </a:cubicBezTo>
                    <a:cubicBezTo>
                      <a:pt x="13173" y="21184"/>
                      <a:pt x="13153" y="21188"/>
                      <a:pt x="13134" y="21188"/>
                    </a:cubicBezTo>
                    <a:cubicBezTo>
                      <a:pt x="13016" y="21188"/>
                      <a:pt x="12977" y="21053"/>
                      <a:pt x="12930" y="20959"/>
                    </a:cubicBezTo>
                    <a:cubicBezTo>
                      <a:pt x="12755" y="20622"/>
                      <a:pt x="12521" y="20328"/>
                      <a:pt x="12266" y="20050"/>
                    </a:cubicBezTo>
                    <a:cubicBezTo>
                      <a:pt x="12138" y="19908"/>
                      <a:pt x="11989" y="19801"/>
                      <a:pt x="11816" y="19801"/>
                    </a:cubicBezTo>
                    <a:cubicBezTo>
                      <a:pt x="11724" y="19801"/>
                      <a:pt x="11626" y="19831"/>
                      <a:pt x="11520" y="19903"/>
                    </a:cubicBezTo>
                    <a:cubicBezTo>
                      <a:pt x="11322" y="20033"/>
                      <a:pt x="11099" y="20074"/>
                      <a:pt x="10865" y="20074"/>
                    </a:cubicBezTo>
                    <a:cubicBezTo>
                      <a:pt x="10835" y="20074"/>
                      <a:pt x="10804" y="20073"/>
                      <a:pt x="10774" y="20072"/>
                    </a:cubicBezTo>
                    <a:cubicBezTo>
                      <a:pt x="10661" y="20067"/>
                      <a:pt x="10546" y="20057"/>
                      <a:pt x="10433" y="20057"/>
                    </a:cubicBezTo>
                    <a:cubicBezTo>
                      <a:pt x="10311" y="20057"/>
                      <a:pt x="10190" y="20068"/>
                      <a:pt x="10072" y="20104"/>
                    </a:cubicBezTo>
                    <a:cubicBezTo>
                      <a:pt x="9990" y="20128"/>
                      <a:pt x="9911" y="20139"/>
                      <a:pt x="9835" y="20139"/>
                    </a:cubicBezTo>
                    <a:cubicBezTo>
                      <a:pt x="9606" y="20139"/>
                      <a:pt x="9402" y="20041"/>
                      <a:pt x="9222" y="19881"/>
                    </a:cubicBezTo>
                    <a:cubicBezTo>
                      <a:pt x="8274" y="19053"/>
                      <a:pt x="7224" y="18667"/>
                      <a:pt x="6080" y="18667"/>
                    </a:cubicBezTo>
                    <a:cubicBezTo>
                      <a:pt x="5661" y="18667"/>
                      <a:pt x="5229" y="18719"/>
                      <a:pt x="4785" y="18820"/>
                    </a:cubicBezTo>
                    <a:cubicBezTo>
                      <a:pt x="4399" y="18907"/>
                      <a:pt x="4323" y="19037"/>
                      <a:pt x="4426" y="19429"/>
                    </a:cubicBezTo>
                    <a:cubicBezTo>
                      <a:pt x="4459" y="19538"/>
                      <a:pt x="4513" y="19647"/>
                      <a:pt x="4568" y="19751"/>
                    </a:cubicBezTo>
                    <a:cubicBezTo>
                      <a:pt x="4726" y="20050"/>
                      <a:pt x="4894" y="20349"/>
                      <a:pt x="5052" y="20654"/>
                    </a:cubicBezTo>
                    <a:cubicBezTo>
                      <a:pt x="5172" y="20872"/>
                      <a:pt x="5139" y="21041"/>
                      <a:pt x="4916" y="21193"/>
                    </a:cubicBezTo>
                    <a:cubicBezTo>
                      <a:pt x="4535" y="21455"/>
                      <a:pt x="4404" y="21896"/>
                      <a:pt x="4519" y="22342"/>
                    </a:cubicBezTo>
                    <a:cubicBezTo>
                      <a:pt x="4660" y="22886"/>
                      <a:pt x="5079" y="23202"/>
                      <a:pt x="5471" y="23534"/>
                    </a:cubicBezTo>
                    <a:cubicBezTo>
                      <a:pt x="6043" y="24019"/>
                      <a:pt x="6631" y="24481"/>
                      <a:pt x="7213" y="24961"/>
                    </a:cubicBezTo>
                    <a:cubicBezTo>
                      <a:pt x="6955" y="25006"/>
                      <a:pt x="6708" y="25025"/>
                      <a:pt x="6464" y="25025"/>
                    </a:cubicBezTo>
                    <a:cubicBezTo>
                      <a:pt x="6357" y="25025"/>
                      <a:pt x="6252" y="25022"/>
                      <a:pt x="6146" y="25015"/>
                    </a:cubicBezTo>
                    <a:cubicBezTo>
                      <a:pt x="6128" y="25014"/>
                      <a:pt x="6110" y="25013"/>
                      <a:pt x="6092" y="25013"/>
                    </a:cubicBezTo>
                    <a:cubicBezTo>
                      <a:pt x="5874" y="25013"/>
                      <a:pt x="5709" y="25106"/>
                      <a:pt x="5613" y="25287"/>
                    </a:cubicBezTo>
                    <a:cubicBezTo>
                      <a:pt x="5286" y="25875"/>
                      <a:pt x="4747" y="26153"/>
                      <a:pt x="4149" y="26376"/>
                    </a:cubicBezTo>
                    <a:cubicBezTo>
                      <a:pt x="3169" y="26735"/>
                      <a:pt x="2793" y="27301"/>
                      <a:pt x="2782" y="28358"/>
                    </a:cubicBezTo>
                    <a:cubicBezTo>
                      <a:pt x="2777" y="29065"/>
                      <a:pt x="2548" y="29381"/>
                      <a:pt x="1867" y="29533"/>
                    </a:cubicBezTo>
                    <a:cubicBezTo>
                      <a:pt x="1432" y="29631"/>
                      <a:pt x="986" y="29664"/>
                      <a:pt x="550" y="29746"/>
                    </a:cubicBezTo>
                    <a:cubicBezTo>
                      <a:pt x="76" y="29833"/>
                      <a:pt x="0" y="29942"/>
                      <a:pt x="142" y="30421"/>
                    </a:cubicBezTo>
                    <a:cubicBezTo>
                      <a:pt x="370" y="31210"/>
                      <a:pt x="762" y="31945"/>
                      <a:pt x="1345" y="32506"/>
                    </a:cubicBezTo>
                    <a:cubicBezTo>
                      <a:pt x="1971" y="33105"/>
                      <a:pt x="2499" y="33763"/>
                      <a:pt x="2945" y="34498"/>
                    </a:cubicBezTo>
                    <a:cubicBezTo>
                      <a:pt x="3103" y="34520"/>
                      <a:pt x="3174" y="34656"/>
                      <a:pt x="3277" y="34743"/>
                    </a:cubicBezTo>
                    <a:cubicBezTo>
                      <a:pt x="3724" y="35124"/>
                      <a:pt x="4132" y="35538"/>
                      <a:pt x="4649" y="35832"/>
                    </a:cubicBezTo>
                    <a:cubicBezTo>
                      <a:pt x="4832" y="35935"/>
                      <a:pt x="5004" y="36012"/>
                      <a:pt x="5169" y="36012"/>
                    </a:cubicBezTo>
                    <a:cubicBezTo>
                      <a:pt x="5327" y="36012"/>
                      <a:pt x="5480" y="35940"/>
                      <a:pt x="5629" y="35750"/>
                    </a:cubicBezTo>
                    <a:cubicBezTo>
                      <a:pt x="5733" y="35614"/>
                      <a:pt x="5901" y="35533"/>
                      <a:pt x="6038" y="35424"/>
                    </a:cubicBezTo>
                    <a:cubicBezTo>
                      <a:pt x="5809" y="34335"/>
                      <a:pt x="5569" y="33241"/>
                      <a:pt x="5074" y="32234"/>
                    </a:cubicBezTo>
                    <a:cubicBezTo>
                      <a:pt x="4720" y="31520"/>
                      <a:pt x="4508" y="30780"/>
                      <a:pt x="4388" y="29991"/>
                    </a:cubicBezTo>
                    <a:cubicBezTo>
                      <a:pt x="4192" y="28619"/>
                      <a:pt x="4524" y="27470"/>
                      <a:pt x="5635" y="26605"/>
                    </a:cubicBezTo>
                    <a:cubicBezTo>
                      <a:pt x="6034" y="26295"/>
                      <a:pt x="6472" y="26126"/>
                      <a:pt x="6930" y="26126"/>
                    </a:cubicBezTo>
                    <a:cubicBezTo>
                      <a:pt x="7189" y="26126"/>
                      <a:pt x="7456" y="26180"/>
                      <a:pt x="7725" y="26294"/>
                    </a:cubicBezTo>
                    <a:cubicBezTo>
                      <a:pt x="9478" y="27040"/>
                      <a:pt x="10850" y="28270"/>
                      <a:pt x="12026" y="29746"/>
                    </a:cubicBezTo>
                    <a:cubicBezTo>
                      <a:pt x="12129" y="29882"/>
                      <a:pt x="12195" y="30067"/>
                      <a:pt x="12429" y="30170"/>
                    </a:cubicBezTo>
                    <a:cubicBezTo>
                      <a:pt x="12276" y="29648"/>
                      <a:pt x="12053" y="29223"/>
                      <a:pt x="11835" y="28799"/>
                    </a:cubicBezTo>
                    <a:cubicBezTo>
                      <a:pt x="11487" y="28123"/>
                      <a:pt x="11035" y="27497"/>
                      <a:pt x="10817" y="26752"/>
                    </a:cubicBezTo>
                    <a:cubicBezTo>
                      <a:pt x="10725" y="26436"/>
                      <a:pt x="10545" y="26153"/>
                      <a:pt x="10338" y="25891"/>
                    </a:cubicBezTo>
                    <a:cubicBezTo>
                      <a:pt x="9402" y="24677"/>
                      <a:pt x="8934" y="23208"/>
                      <a:pt x="8139" y="21912"/>
                    </a:cubicBezTo>
                    <a:cubicBezTo>
                      <a:pt x="7987" y="21656"/>
                      <a:pt x="8134" y="21406"/>
                      <a:pt x="8422" y="21313"/>
                    </a:cubicBezTo>
                    <a:cubicBezTo>
                      <a:pt x="8526" y="21279"/>
                      <a:pt x="8627" y="21264"/>
                      <a:pt x="8727" y="21264"/>
                    </a:cubicBezTo>
                    <a:cubicBezTo>
                      <a:pt x="8929" y="21264"/>
                      <a:pt x="9123" y="21327"/>
                      <a:pt x="9309" y="21422"/>
                    </a:cubicBezTo>
                    <a:cubicBezTo>
                      <a:pt x="10360" y="21955"/>
                      <a:pt x="11509" y="22211"/>
                      <a:pt x="12576" y="22723"/>
                    </a:cubicBezTo>
                    <a:cubicBezTo>
                      <a:pt x="13550" y="23191"/>
                      <a:pt x="14345" y="23812"/>
                      <a:pt x="15058" y="24579"/>
                    </a:cubicBezTo>
                    <a:cubicBezTo>
                      <a:pt x="15222" y="24759"/>
                      <a:pt x="15390" y="24922"/>
                      <a:pt x="15619" y="24988"/>
                    </a:cubicBezTo>
                    <a:cubicBezTo>
                      <a:pt x="16806" y="25331"/>
                      <a:pt x="18003" y="25592"/>
                      <a:pt x="19212" y="25837"/>
                    </a:cubicBezTo>
                    <a:cubicBezTo>
                      <a:pt x="19247" y="25844"/>
                      <a:pt x="19276" y="25848"/>
                      <a:pt x="19301" y="25848"/>
                    </a:cubicBezTo>
                    <a:cubicBezTo>
                      <a:pt x="19426" y="25848"/>
                      <a:pt x="19438" y="25762"/>
                      <a:pt x="19397" y="25630"/>
                    </a:cubicBezTo>
                    <a:cubicBezTo>
                      <a:pt x="19364" y="25532"/>
                      <a:pt x="19294" y="25450"/>
                      <a:pt x="19239" y="25358"/>
                    </a:cubicBezTo>
                    <a:cubicBezTo>
                      <a:pt x="18777" y="24612"/>
                      <a:pt x="18216" y="23921"/>
                      <a:pt x="17802" y="23142"/>
                    </a:cubicBezTo>
                    <a:cubicBezTo>
                      <a:pt x="17334" y="22271"/>
                      <a:pt x="17094" y="21324"/>
                      <a:pt x="16773" y="20404"/>
                    </a:cubicBezTo>
                    <a:cubicBezTo>
                      <a:pt x="16463" y="19500"/>
                      <a:pt x="16376" y="18548"/>
                      <a:pt x="16653" y="17600"/>
                    </a:cubicBezTo>
                    <a:cubicBezTo>
                      <a:pt x="16795" y="17116"/>
                      <a:pt x="16768" y="16620"/>
                      <a:pt x="16648" y="16136"/>
                    </a:cubicBezTo>
                    <a:cubicBezTo>
                      <a:pt x="16414" y="15134"/>
                      <a:pt x="16038" y="14247"/>
                      <a:pt x="14988" y="13795"/>
                    </a:cubicBezTo>
                    <a:cubicBezTo>
                      <a:pt x="14416" y="13550"/>
                      <a:pt x="14280" y="12510"/>
                      <a:pt x="14547" y="12042"/>
                    </a:cubicBezTo>
                    <a:cubicBezTo>
                      <a:pt x="14628" y="11907"/>
                      <a:pt x="14719" y="11823"/>
                      <a:pt x="14840" y="11823"/>
                    </a:cubicBezTo>
                    <a:cubicBezTo>
                      <a:pt x="14905" y="11823"/>
                      <a:pt x="14978" y="11847"/>
                      <a:pt x="15064" y="11900"/>
                    </a:cubicBezTo>
                    <a:cubicBezTo>
                      <a:pt x="15434" y="12134"/>
                      <a:pt x="15706" y="12450"/>
                      <a:pt x="15929" y="12815"/>
                    </a:cubicBezTo>
                    <a:cubicBezTo>
                      <a:pt x="16163" y="13196"/>
                      <a:pt x="16501" y="13436"/>
                      <a:pt x="16931" y="13539"/>
                    </a:cubicBezTo>
                    <a:cubicBezTo>
                      <a:pt x="16981" y="13552"/>
                      <a:pt x="17029" y="13563"/>
                      <a:pt x="17070" y="13563"/>
                    </a:cubicBezTo>
                    <a:cubicBezTo>
                      <a:pt x="17161" y="13563"/>
                      <a:pt x="17214" y="13510"/>
                      <a:pt x="17165" y="13321"/>
                    </a:cubicBezTo>
                    <a:cubicBezTo>
                      <a:pt x="17122" y="13136"/>
                      <a:pt x="17056" y="12940"/>
                      <a:pt x="17078" y="12733"/>
                    </a:cubicBezTo>
                    <a:cubicBezTo>
                      <a:pt x="17105" y="12516"/>
                      <a:pt x="17203" y="12379"/>
                      <a:pt x="17426" y="12363"/>
                    </a:cubicBezTo>
                    <a:cubicBezTo>
                      <a:pt x="17938" y="12330"/>
                      <a:pt x="18156" y="12053"/>
                      <a:pt x="18052" y="11547"/>
                    </a:cubicBezTo>
                    <a:cubicBezTo>
                      <a:pt x="17987" y="11236"/>
                      <a:pt x="17916" y="10931"/>
                      <a:pt x="17818" y="10627"/>
                    </a:cubicBezTo>
                    <a:cubicBezTo>
                      <a:pt x="17720" y="10305"/>
                      <a:pt x="17824" y="9979"/>
                      <a:pt x="18058" y="9755"/>
                    </a:cubicBezTo>
                    <a:cubicBezTo>
                      <a:pt x="18133" y="9685"/>
                      <a:pt x="18208" y="9658"/>
                      <a:pt x="18282" y="9658"/>
                    </a:cubicBezTo>
                    <a:cubicBezTo>
                      <a:pt x="18448" y="9658"/>
                      <a:pt x="18608" y="9796"/>
                      <a:pt x="18755" y="9886"/>
                    </a:cubicBezTo>
                    <a:cubicBezTo>
                      <a:pt x="19392" y="10262"/>
                      <a:pt x="20110" y="10327"/>
                      <a:pt x="20813" y="10441"/>
                    </a:cubicBezTo>
                    <a:cubicBezTo>
                      <a:pt x="20829" y="10444"/>
                      <a:pt x="20845" y="10446"/>
                      <a:pt x="20861" y="10446"/>
                    </a:cubicBezTo>
                    <a:cubicBezTo>
                      <a:pt x="20961" y="10446"/>
                      <a:pt x="21052" y="10393"/>
                      <a:pt x="21150" y="10360"/>
                    </a:cubicBezTo>
                    <a:cubicBezTo>
                      <a:pt x="21733" y="10169"/>
                      <a:pt x="22233" y="9815"/>
                      <a:pt x="22805" y="9587"/>
                    </a:cubicBezTo>
                    <a:cubicBezTo>
                      <a:pt x="23409" y="9347"/>
                      <a:pt x="23986" y="9075"/>
                      <a:pt x="24204" y="8324"/>
                    </a:cubicBezTo>
                    <a:cubicBezTo>
                      <a:pt x="24479" y="7375"/>
                      <a:pt x="25644" y="6682"/>
                      <a:pt x="26675" y="6682"/>
                    </a:cubicBezTo>
                    <a:cubicBezTo>
                      <a:pt x="26809" y="6682"/>
                      <a:pt x="26940" y="6693"/>
                      <a:pt x="27068" y="6718"/>
                    </a:cubicBezTo>
                    <a:cubicBezTo>
                      <a:pt x="27638" y="6828"/>
                      <a:pt x="28215" y="6875"/>
                      <a:pt x="28796" y="6875"/>
                    </a:cubicBezTo>
                    <a:cubicBezTo>
                      <a:pt x="29130" y="6875"/>
                      <a:pt x="29465" y="6860"/>
                      <a:pt x="29801" y="6832"/>
                    </a:cubicBezTo>
                    <a:cubicBezTo>
                      <a:pt x="29964" y="6816"/>
                      <a:pt x="30040" y="6778"/>
                      <a:pt x="29910" y="6593"/>
                    </a:cubicBezTo>
                    <a:cubicBezTo>
                      <a:pt x="29643" y="6228"/>
                      <a:pt x="29332" y="5912"/>
                      <a:pt x="28919" y="5711"/>
                    </a:cubicBezTo>
                    <a:cubicBezTo>
                      <a:pt x="28347" y="5438"/>
                      <a:pt x="27781" y="5144"/>
                      <a:pt x="27198" y="4889"/>
                    </a:cubicBezTo>
                    <a:cubicBezTo>
                      <a:pt x="26621" y="4633"/>
                      <a:pt x="26022" y="4431"/>
                      <a:pt x="25386" y="4350"/>
                    </a:cubicBezTo>
                    <a:cubicBezTo>
                      <a:pt x="24280" y="4203"/>
                      <a:pt x="23192" y="3958"/>
                      <a:pt x="22135" y="3631"/>
                    </a:cubicBezTo>
                    <a:cubicBezTo>
                      <a:pt x="21368" y="3391"/>
                      <a:pt x="20682" y="2912"/>
                      <a:pt x="19909" y="2657"/>
                    </a:cubicBezTo>
                    <a:cubicBezTo>
                      <a:pt x="18880" y="2308"/>
                      <a:pt x="17944" y="1845"/>
                      <a:pt x="17279" y="920"/>
                    </a:cubicBezTo>
                    <a:cubicBezTo>
                      <a:pt x="16947" y="463"/>
                      <a:pt x="16332" y="365"/>
                      <a:pt x="15897" y="27"/>
                    </a:cubicBezTo>
                    <a:cubicBezTo>
                      <a:pt x="15873" y="8"/>
                      <a:pt x="15851" y="1"/>
                      <a:pt x="15832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28"/>
              <p:cNvSpPr/>
              <p:nvPr/>
            </p:nvSpPr>
            <p:spPr>
              <a:xfrm>
                <a:off x="5943398" y="1002369"/>
                <a:ext cx="608550" cy="1353279"/>
              </a:xfrm>
              <a:custGeom>
                <a:rect b="b" l="l" r="r" t="t"/>
                <a:pathLst>
                  <a:path extrusionOk="0" h="22727" w="10220">
                    <a:moveTo>
                      <a:pt x="366" y="1"/>
                    </a:moveTo>
                    <a:cubicBezTo>
                      <a:pt x="282" y="1"/>
                      <a:pt x="204" y="76"/>
                      <a:pt x="137" y="162"/>
                    </a:cubicBezTo>
                    <a:cubicBezTo>
                      <a:pt x="1" y="336"/>
                      <a:pt x="17" y="532"/>
                      <a:pt x="115" y="728"/>
                    </a:cubicBezTo>
                    <a:cubicBezTo>
                      <a:pt x="377" y="1256"/>
                      <a:pt x="654" y="1773"/>
                      <a:pt x="1117" y="2171"/>
                    </a:cubicBezTo>
                    <a:cubicBezTo>
                      <a:pt x="1378" y="2394"/>
                      <a:pt x="1585" y="2661"/>
                      <a:pt x="1765" y="2955"/>
                    </a:cubicBezTo>
                    <a:cubicBezTo>
                      <a:pt x="2042" y="3412"/>
                      <a:pt x="2369" y="3826"/>
                      <a:pt x="2826" y="4125"/>
                    </a:cubicBezTo>
                    <a:cubicBezTo>
                      <a:pt x="3022" y="4250"/>
                      <a:pt x="3186" y="4430"/>
                      <a:pt x="3327" y="4615"/>
                    </a:cubicBezTo>
                    <a:cubicBezTo>
                      <a:pt x="3583" y="4942"/>
                      <a:pt x="3882" y="5225"/>
                      <a:pt x="4220" y="5464"/>
                    </a:cubicBezTo>
                    <a:cubicBezTo>
                      <a:pt x="4764" y="5846"/>
                      <a:pt x="5243" y="6292"/>
                      <a:pt x="5733" y="6738"/>
                    </a:cubicBezTo>
                    <a:cubicBezTo>
                      <a:pt x="6468" y="7413"/>
                      <a:pt x="7035" y="8225"/>
                      <a:pt x="7666" y="8987"/>
                    </a:cubicBezTo>
                    <a:cubicBezTo>
                      <a:pt x="7987" y="9379"/>
                      <a:pt x="8200" y="9831"/>
                      <a:pt x="8303" y="10342"/>
                    </a:cubicBezTo>
                    <a:cubicBezTo>
                      <a:pt x="8401" y="10854"/>
                      <a:pt x="8423" y="11366"/>
                      <a:pt x="8461" y="11883"/>
                    </a:cubicBezTo>
                    <a:cubicBezTo>
                      <a:pt x="8564" y="13228"/>
                      <a:pt x="8553" y="14567"/>
                      <a:pt x="8428" y="15906"/>
                    </a:cubicBezTo>
                    <a:cubicBezTo>
                      <a:pt x="8265" y="17605"/>
                      <a:pt x="7944" y="19287"/>
                      <a:pt x="7671" y="20969"/>
                    </a:cubicBezTo>
                    <a:cubicBezTo>
                      <a:pt x="7617" y="21323"/>
                      <a:pt x="7677" y="21622"/>
                      <a:pt x="7878" y="21900"/>
                    </a:cubicBezTo>
                    <a:cubicBezTo>
                      <a:pt x="8042" y="22123"/>
                      <a:pt x="8210" y="22330"/>
                      <a:pt x="8330" y="22575"/>
                    </a:cubicBezTo>
                    <a:cubicBezTo>
                      <a:pt x="8444" y="22674"/>
                      <a:pt x="8703" y="22727"/>
                      <a:pt x="8948" y="22727"/>
                    </a:cubicBezTo>
                    <a:cubicBezTo>
                      <a:pt x="9158" y="22727"/>
                      <a:pt x="9358" y="22688"/>
                      <a:pt x="9446" y="22608"/>
                    </a:cubicBezTo>
                    <a:cubicBezTo>
                      <a:pt x="9484" y="22569"/>
                      <a:pt x="9528" y="22504"/>
                      <a:pt x="9522" y="22455"/>
                    </a:cubicBezTo>
                    <a:cubicBezTo>
                      <a:pt x="9484" y="22172"/>
                      <a:pt x="9397" y="21845"/>
                      <a:pt x="9163" y="21726"/>
                    </a:cubicBezTo>
                    <a:cubicBezTo>
                      <a:pt x="8880" y="21579"/>
                      <a:pt x="8853" y="21361"/>
                      <a:pt x="8831" y="21132"/>
                    </a:cubicBezTo>
                    <a:cubicBezTo>
                      <a:pt x="8787" y="20729"/>
                      <a:pt x="8847" y="20332"/>
                      <a:pt x="8962" y="19951"/>
                    </a:cubicBezTo>
                    <a:cubicBezTo>
                      <a:pt x="9332" y="18693"/>
                      <a:pt x="9806" y="17463"/>
                      <a:pt x="9904" y="16135"/>
                    </a:cubicBezTo>
                    <a:cubicBezTo>
                      <a:pt x="9974" y="15204"/>
                      <a:pt x="10094" y="14273"/>
                      <a:pt x="10159" y="13336"/>
                    </a:cubicBezTo>
                    <a:cubicBezTo>
                      <a:pt x="10219" y="12482"/>
                      <a:pt x="10105" y="11632"/>
                      <a:pt x="9963" y="10783"/>
                    </a:cubicBezTo>
                    <a:cubicBezTo>
                      <a:pt x="9724" y="9319"/>
                      <a:pt x="9011" y="8110"/>
                      <a:pt x="7955" y="7114"/>
                    </a:cubicBezTo>
                    <a:cubicBezTo>
                      <a:pt x="6931" y="6150"/>
                      <a:pt x="5772" y="5339"/>
                      <a:pt x="4688" y="4446"/>
                    </a:cubicBezTo>
                    <a:cubicBezTo>
                      <a:pt x="3828" y="3739"/>
                      <a:pt x="2952" y="3047"/>
                      <a:pt x="2178" y="2236"/>
                    </a:cubicBezTo>
                    <a:cubicBezTo>
                      <a:pt x="1982" y="2035"/>
                      <a:pt x="1748" y="1882"/>
                      <a:pt x="1514" y="1719"/>
                    </a:cubicBezTo>
                    <a:cubicBezTo>
                      <a:pt x="959" y="1343"/>
                      <a:pt x="698" y="772"/>
                      <a:pt x="551" y="135"/>
                    </a:cubicBezTo>
                    <a:cubicBezTo>
                      <a:pt x="488" y="38"/>
                      <a:pt x="426" y="1"/>
                      <a:pt x="366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28"/>
              <p:cNvSpPr/>
              <p:nvPr/>
            </p:nvSpPr>
            <p:spPr>
              <a:xfrm>
                <a:off x="5786851" y="-61007"/>
                <a:ext cx="845122" cy="1034118"/>
              </a:xfrm>
              <a:custGeom>
                <a:rect b="b" l="l" r="r" t="t"/>
                <a:pathLst>
                  <a:path extrusionOk="0" h="17367" w="14193">
                    <a:moveTo>
                      <a:pt x="14193" y="0"/>
                    </a:moveTo>
                    <a:lnTo>
                      <a:pt x="14193" y="0"/>
                    </a:lnTo>
                    <a:cubicBezTo>
                      <a:pt x="13981" y="17"/>
                      <a:pt x="13839" y="109"/>
                      <a:pt x="13719" y="245"/>
                    </a:cubicBezTo>
                    <a:cubicBezTo>
                      <a:pt x="13529" y="648"/>
                      <a:pt x="13175" y="915"/>
                      <a:pt x="12903" y="1247"/>
                    </a:cubicBezTo>
                    <a:cubicBezTo>
                      <a:pt x="12304" y="1960"/>
                      <a:pt x="11672" y="2641"/>
                      <a:pt x="11123" y="3398"/>
                    </a:cubicBezTo>
                    <a:cubicBezTo>
                      <a:pt x="10758" y="3904"/>
                      <a:pt x="10486" y="4475"/>
                      <a:pt x="10094" y="4954"/>
                    </a:cubicBezTo>
                    <a:cubicBezTo>
                      <a:pt x="9261" y="5989"/>
                      <a:pt x="8488" y="7072"/>
                      <a:pt x="7475" y="7954"/>
                    </a:cubicBezTo>
                    <a:cubicBezTo>
                      <a:pt x="7382" y="8036"/>
                      <a:pt x="7306" y="8150"/>
                      <a:pt x="7219" y="8243"/>
                    </a:cubicBezTo>
                    <a:cubicBezTo>
                      <a:pt x="6816" y="8646"/>
                      <a:pt x="6364" y="8999"/>
                      <a:pt x="5929" y="9370"/>
                    </a:cubicBezTo>
                    <a:cubicBezTo>
                      <a:pt x="5869" y="9468"/>
                      <a:pt x="5826" y="9582"/>
                      <a:pt x="5744" y="9658"/>
                    </a:cubicBezTo>
                    <a:cubicBezTo>
                      <a:pt x="5303" y="10094"/>
                      <a:pt x="4900" y="10578"/>
                      <a:pt x="4350" y="10899"/>
                    </a:cubicBezTo>
                    <a:cubicBezTo>
                      <a:pt x="4187" y="10997"/>
                      <a:pt x="4045" y="11117"/>
                      <a:pt x="3953" y="11286"/>
                    </a:cubicBezTo>
                    <a:cubicBezTo>
                      <a:pt x="3975" y="11340"/>
                      <a:pt x="3947" y="11373"/>
                      <a:pt x="3909" y="11406"/>
                    </a:cubicBezTo>
                    <a:cubicBezTo>
                      <a:pt x="3163" y="12032"/>
                      <a:pt x="2505" y="12739"/>
                      <a:pt x="1846" y="13469"/>
                    </a:cubicBezTo>
                    <a:cubicBezTo>
                      <a:pt x="1258" y="14117"/>
                      <a:pt x="773" y="14835"/>
                      <a:pt x="235" y="15516"/>
                    </a:cubicBezTo>
                    <a:cubicBezTo>
                      <a:pt x="0" y="15815"/>
                      <a:pt x="60" y="16077"/>
                      <a:pt x="371" y="16305"/>
                    </a:cubicBezTo>
                    <a:cubicBezTo>
                      <a:pt x="654" y="16512"/>
                      <a:pt x="942" y="16719"/>
                      <a:pt x="1334" y="16850"/>
                    </a:cubicBezTo>
                    <a:cubicBezTo>
                      <a:pt x="1193" y="16871"/>
                      <a:pt x="1100" y="16866"/>
                      <a:pt x="1046" y="16953"/>
                    </a:cubicBezTo>
                    <a:cubicBezTo>
                      <a:pt x="1176" y="17133"/>
                      <a:pt x="1367" y="17236"/>
                      <a:pt x="1574" y="17318"/>
                    </a:cubicBezTo>
                    <a:cubicBezTo>
                      <a:pt x="1656" y="17349"/>
                      <a:pt x="1731" y="17366"/>
                      <a:pt x="1796" y="17366"/>
                    </a:cubicBezTo>
                    <a:cubicBezTo>
                      <a:pt x="1945" y="17366"/>
                      <a:pt x="2047" y="17277"/>
                      <a:pt x="2096" y="17073"/>
                    </a:cubicBezTo>
                    <a:cubicBezTo>
                      <a:pt x="2068" y="17054"/>
                      <a:pt x="2042" y="17046"/>
                      <a:pt x="2017" y="17046"/>
                    </a:cubicBezTo>
                    <a:cubicBezTo>
                      <a:pt x="1965" y="17046"/>
                      <a:pt x="1919" y="17080"/>
                      <a:pt x="1879" y="17105"/>
                    </a:cubicBezTo>
                    <a:cubicBezTo>
                      <a:pt x="1933" y="16860"/>
                      <a:pt x="2271" y="16850"/>
                      <a:pt x="2325" y="16588"/>
                    </a:cubicBezTo>
                    <a:cubicBezTo>
                      <a:pt x="2145" y="16376"/>
                      <a:pt x="2064" y="16087"/>
                      <a:pt x="1830" y="15913"/>
                    </a:cubicBezTo>
                    <a:cubicBezTo>
                      <a:pt x="1661" y="15793"/>
                      <a:pt x="1683" y="15674"/>
                      <a:pt x="1802" y="15499"/>
                    </a:cubicBezTo>
                    <a:cubicBezTo>
                      <a:pt x="2341" y="14716"/>
                      <a:pt x="3082" y="14122"/>
                      <a:pt x="3740" y="13447"/>
                    </a:cubicBezTo>
                    <a:cubicBezTo>
                      <a:pt x="4192" y="12984"/>
                      <a:pt x="4639" y="12516"/>
                      <a:pt x="5129" y="12092"/>
                    </a:cubicBezTo>
                    <a:cubicBezTo>
                      <a:pt x="6054" y="11302"/>
                      <a:pt x="7094" y="10638"/>
                      <a:pt x="7823" y="9636"/>
                    </a:cubicBezTo>
                    <a:cubicBezTo>
                      <a:pt x="7938" y="9473"/>
                      <a:pt x="8036" y="9293"/>
                      <a:pt x="8172" y="9152"/>
                    </a:cubicBezTo>
                    <a:cubicBezTo>
                      <a:pt x="8939" y="8341"/>
                      <a:pt x="9484" y="7382"/>
                      <a:pt x="10066" y="6441"/>
                    </a:cubicBezTo>
                    <a:cubicBezTo>
                      <a:pt x="10567" y="5630"/>
                      <a:pt x="10976" y="4775"/>
                      <a:pt x="11449" y="3947"/>
                    </a:cubicBezTo>
                    <a:cubicBezTo>
                      <a:pt x="11721" y="3474"/>
                      <a:pt x="12108" y="3060"/>
                      <a:pt x="12386" y="2592"/>
                    </a:cubicBezTo>
                    <a:cubicBezTo>
                      <a:pt x="12739" y="2004"/>
                      <a:pt x="13104" y="1438"/>
                      <a:pt x="13551" y="915"/>
                    </a:cubicBezTo>
                    <a:cubicBezTo>
                      <a:pt x="13790" y="643"/>
                      <a:pt x="14089" y="398"/>
                      <a:pt x="14193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7" name="Google Shape;1077;p28"/>
              <p:cNvSpPr/>
              <p:nvPr/>
            </p:nvSpPr>
            <p:spPr>
              <a:xfrm>
                <a:off x="6772639" y="2814658"/>
                <a:ext cx="494104" cy="998808"/>
              </a:xfrm>
              <a:custGeom>
                <a:rect b="b" l="l" r="r" t="t"/>
                <a:pathLst>
                  <a:path extrusionOk="0" h="16774" w="8298">
                    <a:moveTo>
                      <a:pt x="1334" y="1"/>
                    </a:moveTo>
                    <a:cubicBezTo>
                      <a:pt x="1231" y="839"/>
                      <a:pt x="540" y="1259"/>
                      <a:pt x="1" y="1803"/>
                    </a:cubicBezTo>
                    <a:cubicBezTo>
                      <a:pt x="88" y="1846"/>
                      <a:pt x="137" y="1879"/>
                      <a:pt x="191" y="1901"/>
                    </a:cubicBezTo>
                    <a:cubicBezTo>
                      <a:pt x="1999" y="2630"/>
                      <a:pt x="3648" y="3594"/>
                      <a:pt x="4998" y="5037"/>
                    </a:cubicBezTo>
                    <a:cubicBezTo>
                      <a:pt x="5978" y="6087"/>
                      <a:pt x="6664" y="7307"/>
                      <a:pt x="7072" y="8679"/>
                    </a:cubicBezTo>
                    <a:cubicBezTo>
                      <a:pt x="7301" y="9457"/>
                      <a:pt x="7437" y="10252"/>
                      <a:pt x="7513" y="11063"/>
                    </a:cubicBezTo>
                    <a:cubicBezTo>
                      <a:pt x="7617" y="12168"/>
                      <a:pt x="7573" y="13268"/>
                      <a:pt x="7350" y="14351"/>
                    </a:cubicBezTo>
                    <a:cubicBezTo>
                      <a:pt x="7170" y="15195"/>
                      <a:pt x="6844" y="15990"/>
                      <a:pt x="6506" y="16774"/>
                    </a:cubicBezTo>
                    <a:cubicBezTo>
                      <a:pt x="6713" y="16632"/>
                      <a:pt x="6746" y="16382"/>
                      <a:pt x="6871" y="16186"/>
                    </a:cubicBezTo>
                    <a:cubicBezTo>
                      <a:pt x="7786" y="14700"/>
                      <a:pt x="8020" y="13028"/>
                      <a:pt x="8194" y="11341"/>
                    </a:cubicBezTo>
                    <a:cubicBezTo>
                      <a:pt x="8297" y="10372"/>
                      <a:pt x="8031" y="9435"/>
                      <a:pt x="7856" y="8488"/>
                    </a:cubicBezTo>
                    <a:cubicBezTo>
                      <a:pt x="7481" y="6496"/>
                      <a:pt x="6501" y="4830"/>
                      <a:pt x="5151" y="3360"/>
                    </a:cubicBezTo>
                    <a:cubicBezTo>
                      <a:pt x="4470" y="2614"/>
                      <a:pt x="3790" y="1868"/>
                      <a:pt x="3022" y="1210"/>
                    </a:cubicBezTo>
                    <a:cubicBezTo>
                      <a:pt x="2489" y="758"/>
                      <a:pt x="1982" y="290"/>
                      <a:pt x="1334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8" name="Google Shape;1078;p28"/>
              <p:cNvSpPr/>
              <p:nvPr/>
            </p:nvSpPr>
            <p:spPr>
              <a:xfrm>
                <a:off x="6230292" y="1031189"/>
                <a:ext cx="977431" cy="457365"/>
              </a:xfrm>
              <a:custGeom>
                <a:rect b="b" l="l" r="r" t="t"/>
                <a:pathLst>
                  <a:path extrusionOk="0" h="7681" w="16415">
                    <a:moveTo>
                      <a:pt x="706" y="1"/>
                    </a:moveTo>
                    <a:cubicBezTo>
                      <a:pt x="592" y="1"/>
                      <a:pt x="478" y="28"/>
                      <a:pt x="376" y="97"/>
                    </a:cubicBezTo>
                    <a:cubicBezTo>
                      <a:pt x="224" y="206"/>
                      <a:pt x="17" y="320"/>
                      <a:pt x="6" y="500"/>
                    </a:cubicBezTo>
                    <a:cubicBezTo>
                      <a:pt x="1" y="696"/>
                      <a:pt x="257" y="712"/>
                      <a:pt x="404" y="789"/>
                    </a:cubicBezTo>
                    <a:cubicBezTo>
                      <a:pt x="643" y="799"/>
                      <a:pt x="861" y="887"/>
                      <a:pt x="1090" y="936"/>
                    </a:cubicBezTo>
                    <a:cubicBezTo>
                      <a:pt x="2750" y="1279"/>
                      <a:pt x="4400" y="1665"/>
                      <a:pt x="6038" y="2090"/>
                    </a:cubicBezTo>
                    <a:cubicBezTo>
                      <a:pt x="7448" y="2454"/>
                      <a:pt x="8826" y="2901"/>
                      <a:pt x="10148" y="3511"/>
                    </a:cubicBezTo>
                    <a:cubicBezTo>
                      <a:pt x="11964" y="4351"/>
                      <a:pt x="13673" y="5367"/>
                      <a:pt x="15275" y="6565"/>
                    </a:cubicBezTo>
                    <a:lnTo>
                      <a:pt x="15275" y="6565"/>
                    </a:lnTo>
                    <a:cubicBezTo>
                      <a:pt x="14588" y="6052"/>
                      <a:pt x="13865" y="5590"/>
                      <a:pt x="13132" y="5144"/>
                    </a:cubicBezTo>
                    <a:cubicBezTo>
                      <a:pt x="13041" y="5086"/>
                      <a:pt x="12950" y="5000"/>
                      <a:pt x="12835" y="5000"/>
                    </a:cubicBezTo>
                    <a:cubicBezTo>
                      <a:pt x="12799" y="5000"/>
                      <a:pt x="12760" y="5008"/>
                      <a:pt x="12718" y="5029"/>
                    </a:cubicBezTo>
                    <a:cubicBezTo>
                      <a:pt x="12745" y="5073"/>
                      <a:pt x="12762" y="5122"/>
                      <a:pt x="12794" y="5144"/>
                    </a:cubicBezTo>
                    <a:cubicBezTo>
                      <a:pt x="13671" y="5775"/>
                      <a:pt x="14542" y="6412"/>
                      <a:pt x="15424" y="7033"/>
                    </a:cubicBezTo>
                    <a:cubicBezTo>
                      <a:pt x="15745" y="7261"/>
                      <a:pt x="16082" y="7463"/>
                      <a:pt x="16414" y="7681"/>
                    </a:cubicBezTo>
                    <a:cubicBezTo>
                      <a:pt x="16338" y="7506"/>
                      <a:pt x="16218" y="7398"/>
                      <a:pt x="16126" y="7261"/>
                    </a:cubicBezTo>
                    <a:cubicBezTo>
                      <a:pt x="15435" y="6265"/>
                      <a:pt x="14694" y="5323"/>
                      <a:pt x="13790" y="4507"/>
                    </a:cubicBezTo>
                    <a:cubicBezTo>
                      <a:pt x="13056" y="3843"/>
                      <a:pt x="12255" y="3304"/>
                      <a:pt x="11401" y="2836"/>
                    </a:cubicBezTo>
                    <a:cubicBezTo>
                      <a:pt x="9522" y="1801"/>
                      <a:pt x="7503" y="1170"/>
                      <a:pt x="5434" y="647"/>
                    </a:cubicBezTo>
                    <a:cubicBezTo>
                      <a:pt x="4309" y="360"/>
                      <a:pt x="3198" y="68"/>
                      <a:pt x="2037" y="68"/>
                    </a:cubicBezTo>
                    <a:cubicBezTo>
                      <a:pt x="1900" y="68"/>
                      <a:pt x="1762" y="72"/>
                      <a:pt x="1623" y="81"/>
                    </a:cubicBezTo>
                    <a:cubicBezTo>
                      <a:pt x="1552" y="86"/>
                      <a:pt x="1481" y="89"/>
                      <a:pt x="1410" y="89"/>
                    </a:cubicBezTo>
                    <a:cubicBezTo>
                      <a:pt x="1249" y="89"/>
                      <a:pt x="1089" y="73"/>
                      <a:pt x="926" y="32"/>
                    </a:cubicBezTo>
                    <a:cubicBezTo>
                      <a:pt x="855" y="13"/>
                      <a:pt x="781" y="1"/>
                      <a:pt x="706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28"/>
              <p:cNvSpPr/>
              <p:nvPr/>
            </p:nvSpPr>
            <p:spPr>
              <a:xfrm>
                <a:off x="6156097" y="443230"/>
                <a:ext cx="848040" cy="441705"/>
              </a:xfrm>
              <a:custGeom>
                <a:rect b="b" l="l" r="r" t="t"/>
                <a:pathLst>
                  <a:path extrusionOk="0" h="7418" w="14242">
                    <a:moveTo>
                      <a:pt x="14091" y="0"/>
                    </a:moveTo>
                    <a:cubicBezTo>
                      <a:pt x="14030" y="0"/>
                      <a:pt x="13968" y="21"/>
                      <a:pt x="13910" y="36"/>
                    </a:cubicBezTo>
                    <a:cubicBezTo>
                      <a:pt x="12979" y="254"/>
                      <a:pt x="12048" y="466"/>
                      <a:pt x="11188" y="907"/>
                    </a:cubicBezTo>
                    <a:cubicBezTo>
                      <a:pt x="10643" y="1185"/>
                      <a:pt x="10088" y="1441"/>
                      <a:pt x="9549" y="1729"/>
                    </a:cubicBezTo>
                    <a:cubicBezTo>
                      <a:pt x="7932" y="2584"/>
                      <a:pt x="6408" y="3596"/>
                      <a:pt x="4873" y="4582"/>
                    </a:cubicBezTo>
                    <a:cubicBezTo>
                      <a:pt x="3669" y="5349"/>
                      <a:pt x="2439" y="6073"/>
                      <a:pt x="1154" y="6694"/>
                    </a:cubicBezTo>
                    <a:cubicBezTo>
                      <a:pt x="879" y="6827"/>
                      <a:pt x="599" y="7000"/>
                      <a:pt x="270" y="7000"/>
                    </a:cubicBezTo>
                    <a:cubicBezTo>
                      <a:pt x="235" y="7000"/>
                      <a:pt x="200" y="6998"/>
                      <a:pt x="163" y="6993"/>
                    </a:cubicBezTo>
                    <a:cubicBezTo>
                      <a:pt x="0" y="7097"/>
                      <a:pt x="0" y="7097"/>
                      <a:pt x="27" y="7124"/>
                    </a:cubicBezTo>
                    <a:cubicBezTo>
                      <a:pt x="255" y="7310"/>
                      <a:pt x="495" y="7418"/>
                      <a:pt x="750" y="7418"/>
                    </a:cubicBezTo>
                    <a:cubicBezTo>
                      <a:pt x="898" y="7418"/>
                      <a:pt x="1051" y="7382"/>
                      <a:pt x="1209" y="7304"/>
                    </a:cubicBezTo>
                    <a:cubicBezTo>
                      <a:pt x="1465" y="7184"/>
                      <a:pt x="1704" y="7026"/>
                      <a:pt x="1960" y="6923"/>
                    </a:cubicBezTo>
                    <a:cubicBezTo>
                      <a:pt x="3049" y="6471"/>
                      <a:pt x="4105" y="5959"/>
                      <a:pt x="5107" y="5338"/>
                    </a:cubicBezTo>
                    <a:cubicBezTo>
                      <a:pt x="6059" y="4740"/>
                      <a:pt x="7012" y="4141"/>
                      <a:pt x="7986" y="3575"/>
                    </a:cubicBezTo>
                    <a:cubicBezTo>
                      <a:pt x="9582" y="2649"/>
                      <a:pt x="11226" y="1811"/>
                      <a:pt x="12853" y="945"/>
                    </a:cubicBezTo>
                    <a:cubicBezTo>
                      <a:pt x="13332" y="689"/>
                      <a:pt x="13844" y="455"/>
                      <a:pt x="14242" y="63"/>
                    </a:cubicBezTo>
                    <a:cubicBezTo>
                      <a:pt x="14194" y="16"/>
                      <a:pt x="14143" y="0"/>
                      <a:pt x="14091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28"/>
              <p:cNvSpPr/>
              <p:nvPr/>
            </p:nvSpPr>
            <p:spPr>
              <a:xfrm>
                <a:off x="5888616" y="915312"/>
                <a:ext cx="568655" cy="1431640"/>
              </a:xfrm>
              <a:custGeom>
                <a:rect b="b" l="l" r="r" t="t"/>
                <a:pathLst>
                  <a:path extrusionOk="0" h="24043" w="9550">
                    <a:moveTo>
                      <a:pt x="1467" y="1"/>
                    </a:moveTo>
                    <a:cubicBezTo>
                      <a:pt x="1190" y="1"/>
                      <a:pt x="905" y="59"/>
                      <a:pt x="616" y="192"/>
                    </a:cubicBezTo>
                    <a:cubicBezTo>
                      <a:pt x="360" y="361"/>
                      <a:pt x="99" y="519"/>
                      <a:pt x="1" y="846"/>
                    </a:cubicBezTo>
                    <a:cubicBezTo>
                      <a:pt x="4" y="846"/>
                      <a:pt x="7" y="846"/>
                      <a:pt x="9" y="846"/>
                    </a:cubicBezTo>
                    <a:cubicBezTo>
                      <a:pt x="177" y="846"/>
                      <a:pt x="248" y="687"/>
                      <a:pt x="387" y="677"/>
                    </a:cubicBezTo>
                    <a:cubicBezTo>
                      <a:pt x="654" y="388"/>
                      <a:pt x="1008" y="274"/>
                      <a:pt x="1373" y="268"/>
                    </a:cubicBezTo>
                    <a:cubicBezTo>
                      <a:pt x="1385" y="268"/>
                      <a:pt x="1398" y="268"/>
                      <a:pt x="1411" y="268"/>
                    </a:cubicBezTo>
                    <a:cubicBezTo>
                      <a:pt x="2493" y="268"/>
                      <a:pt x="3144" y="959"/>
                      <a:pt x="3774" y="1804"/>
                    </a:cubicBezTo>
                    <a:cubicBezTo>
                      <a:pt x="3659" y="1793"/>
                      <a:pt x="3616" y="1798"/>
                      <a:pt x="3572" y="1787"/>
                    </a:cubicBezTo>
                    <a:cubicBezTo>
                      <a:pt x="2881" y="1575"/>
                      <a:pt x="2184" y="1368"/>
                      <a:pt x="1465" y="1238"/>
                    </a:cubicBezTo>
                    <a:cubicBezTo>
                      <a:pt x="1374" y="1222"/>
                      <a:pt x="1281" y="1206"/>
                      <a:pt x="1194" y="1206"/>
                    </a:cubicBezTo>
                    <a:cubicBezTo>
                      <a:pt x="1072" y="1206"/>
                      <a:pt x="962" y="1236"/>
                      <a:pt x="883" y="1341"/>
                    </a:cubicBezTo>
                    <a:cubicBezTo>
                      <a:pt x="719" y="1553"/>
                      <a:pt x="578" y="1842"/>
                      <a:pt x="709" y="2103"/>
                    </a:cubicBezTo>
                    <a:cubicBezTo>
                      <a:pt x="948" y="2571"/>
                      <a:pt x="1128" y="3088"/>
                      <a:pt x="1514" y="3464"/>
                    </a:cubicBezTo>
                    <a:cubicBezTo>
                      <a:pt x="1950" y="3894"/>
                      <a:pt x="2374" y="4335"/>
                      <a:pt x="2696" y="4858"/>
                    </a:cubicBezTo>
                    <a:cubicBezTo>
                      <a:pt x="3011" y="5364"/>
                      <a:pt x="3567" y="5614"/>
                      <a:pt x="3953" y="6039"/>
                    </a:cubicBezTo>
                    <a:cubicBezTo>
                      <a:pt x="4465" y="6600"/>
                      <a:pt x="5069" y="7035"/>
                      <a:pt x="5679" y="7487"/>
                    </a:cubicBezTo>
                    <a:cubicBezTo>
                      <a:pt x="6686" y="8233"/>
                      <a:pt x="7503" y="9175"/>
                      <a:pt x="8276" y="10160"/>
                    </a:cubicBezTo>
                    <a:cubicBezTo>
                      <a:pt x="8847" y="10884"/>
                      <a:pt x="9234" y="11652"/>
                      <a:pt x="9234" y="12561"/>
                    </a:cubicBezTo>
                    <a:cubicBezTo>
                      <a:pt x="9245" y="14134"/>
                      <a:pt x="9272" y="15713"/>
                      <a:pt x="9130" y="17292"/>
                    </a:cubicBezTo>
                    <a:cubicBezTo>
                      <a:pt x="8978" y="18941"/>
                      <a:pt x="8613" y="20558"/>
                      <a:pt x="8423" y="22202"/>
                    </a:cubicBezTo>
                    <a:cubicBezTo>
                      <a:pt x="8368" y="22703"/>
                      <a:pt x="8368" y="23166"/>
                      <a:pt x="8755" y="23547"/>
                    </a:cubicBezTo>
                    <a:cubicBezTo>
                      <a:pt x="8891" y="23737"/>
                      <a:pt x="9054" y="23906"/>
                      <a:pt x="9250" y="24042"/>
                    </a:cubicBezTo>
                    <a:lnTo>
                      <a:pt x="9250" y="24037"/>
                    </a:lnTo>
                    <a:cubicBezTo>
                      <a:pt x="9332" y="23776"/>
                      <a:pt x="9103" y="23650"/>
                      <a:pt x="8994" y="23476"/>
                    </a:cubicBezTo>
                    <a:cubicBezTo>
                      <a:pt x="8836" y="23231"/>
                      <a:pt x="8613" y="23019"/>
                      <a:pt x="8651" y="22698"/>
                    </a:cubicBezTo>
                    <a:cubicBezTo>
                      <a:pt x="8787" y="21522"/>
                      <a:pt x="9060" y="20368"/>
                      <a:pt x="9207" y="19197"/>
                    </a:cubicBezTo>
                    <a:cubicBezTo>
                      <a:pt x="9337" y="18136"/>
                      <a:pt x="9506" y="17085"/>
                      <a:pt x="9528" y="16012"/>
                    </a:cubicBezTo>
                    <a:cubicBezTo>
                      <a:pt x="9539" y="15310"/>
                      <a:pt x="9550" y="14597"/>
                      <a:pt x="9517" y="13895"/>
                    </a:cubicBezTo>
                    <a:cubicBezTo>
                      <a:pt x="9484" y="13274"/>
                      <a:pt x="9468" y="12654"/>
                      <a:pt x="9365" y="12038"/>
                    </a:cubicBezTo>
                    <a:cubicBezTo>
                      <a:pt x="9223" y="11216"/>
                      <a:pt x="8766" y="10585"/>
                      <a:pt x="8265" y="9948"/>
                    </a:cubicBezTo>
                    <a:cubicBezTo>
                      <a:pt x="7492" y="8946"/>
                      <a:pt x="6648" y="8021"/>
                      <a:pt x="5679" y="7215"/>
                    </a:cubicBezTo>
                    <a:cubicBezTo>
                      <a:pt x="5260" y="6872"/>
                      <a:pt x="4775" y="6600"/>
                      <a:pt x="4443" y="6170"/>
                    </a:cubicBezTo>
                    <a:cubicBezTo>
                      <a:pt x="4193" y="5832"/>
                      <a:pt x="3893" y="5560"/>
                      <a:pt x="3556" y="5315"/>
                    </a:cubicBezTo>
                    <a:cubicBezTo>
                      <a:pt x="3392" y="5195"/>
                      <a:pt x="3267" y="5048"/>
                      <a:pt x="3137" y="4901"/>
                    </a:cubicBezTo>
                    <a:cubicBezTo>
                      <a:pt x="2788" y="4498"/>
                      <a:pt x="2614" y="3970"/>
                      <a:pt x="2184" y="3638"/>
                    </a:cubicBezTo>
                    <a:cubicBezTo>
                      <a:pt x="1661" y="3235"/>
                      <a:pt x="1389" y="2658"/>
                      <a:pt x="1084" y="2098"/>
                    </a:cubicBezTo>
                    <a:cubicBezTo>
                      <a:pt x="992" y="1929"/>
                      <a:pt x="1035" y="1776"/>
                      <a:pt x="1133" y="1635"/>
                    </a:cubicBezTo>
                    <a:cubicBezTo>
                      <a:pt x="1184" y="1566"/>
                      <a:pt x="1243" y="1533"/>
                      <a:pt x="1307" y="1533"/>
                    </a:cubicBezTo>
                    <a:cubicBezTo>
                      <a:pt x="1359" y="1533"/>
                      <a:pt x="1414" y="1555"/>
                      <a:pt x="1471" y="1597"/>
                    </a:cubicBezTo>
                    <a:cubicBezTo>
                      <a:pt x="2178" y="1689"/>
                      <a:pt x="2870" y="1885"/>
                      <a:pt x="3561" y="2054"/>
                    </a:cubicBezTo>
                    <a:cubicBezTo>
                      <a:pt x="3746" y="2103"/>
                      <a:pt x="3904" y="2141"/>
                      <a:pt x="3964" y="2375"/>
                    </a:cubicBezTo>
                    <a:cubicBezTo>
                      <a:pt x="3991" y="2482"/>
                      <a:pt x="4044" y="2531"/>
                      <a:pt x="4104" y="2531"/>
                    </a:cubicBezTo>
                    <a:cubicBezTo>
                      <a:pt x="4164" y="2531"/>
                      <a:pt x="4231" y="2484"/>
                      <a:pt x="4291" y="2397"/>
                    </a:cubicBezTo>
                    <a:cubicBezTo>
                      <a:pt x="4400" y="2228"/>
                      <a:pt x="4378" y="2076"/>
                      <a:pt x="4214" y="1967"/>
                    </a:cubicBezTo>
                    <a:cubicBezTo>
                      <a:pt x="4078" y="1874"/>
                      <a:pt x="4013" y="1744"/>
                      <a:pt x="3931" y="1613"/>
                    </a:cubicBezTo>
                    <a:cubicBezTo>
                      <a:pt x="3420" y="822"/>
                      <a:pt x="2505" y="1"/>
                      <a:pt x="1467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28"/>
              <p:cNvSpPr/>
              <p:nvPr/>
            </p:nvSpPr>
            <p:spPr>
              <a:xfrm>
                <a:off x="6124955" y="407681"/>
                <a:ext cx="685006" cy="405144"/>
              </a:xfrm>
              <a:custGeom>
                <a:rect b="b" l="l" r="r" t="t"/>
                <a:pathLst>
                  <a:path extrusionOk="0" h="6804" w="11504">
                    <a:moveTo>
                      <a:pt x="11359" y="1"/>
                    </a:moveTo>
                    <a:cubicBezTo>
                      <a:pt x="11300" y="1"/>
                      <a:pt x="11226" y="24"/>
                      <a:pt x="11172" y="40"/>
                    </a:cubicBezTo>
                    <a:cubicBezTo>
                      <a:pt x="10769" y="165"/>
                      <a:pt x="10371" y="295"/>
                      <a:pt x="9985" y="481"/>
                    </a:cubicBezTo>
                    <a:cubicBezTo>
                      <a:pt x="8907" y="998"/>
                      <a:pt x="7856" y="1586"/>
                      <a:pt x="6784" y="2119"/>
                    </a:cubicBezTo>
                    <a:cubicBezTo>
                      <a:pt x="4933" y="3045"/>
                      <a:pt x="3136" y="4057"/>
                      <a:pt x="1498" y="5337"/>
                    </a:cubicBezTo>
                    <a:cubicBezTo>
                      <a:pt x="1024" y="5707"/>
                      <a:pt x="561" y="6088"/>
                      <a:pt x="148" y="6523"/>
                    </a:cubicBezTo>
                    <a:cubicBezTo>
                      <a:pt x="88" y="6589"/>
                      <a:pt x="1" y="6665"/>
                      <a:pt x="77" y="6763"/>
                    </a:cubicBezTo>
                    <a:cubicBezTo>
                      <a:pt x="98" y="6792"/>
                      <a:pt x="121" y="6804"/>
                      <a:pt x="145" y="6804"/>
                    </a:cubicBezTo>
                    <a:cubicBezTo>
                      <a:pt x="183" y="6804"/>
                      <a:pt x="223" y="6775"/>
                      <a:pt x="256" y="6741"/>
                    </a:cubicBezTo>
                    <a:cubicBezTo>
                      <a:pt x="300" y="6621"/>
                      <a:pt x="414" y="6572"/>
                      <a:pt x="512" y="6512"/>
                    </a:cubicBezTo>
                    <a:cubicBezTo>
                      <a:pt x="1813" y="5750"/>
                      <a:pt x="3104" y="4977"/>
                      <a:pt x="4416" y="4237"/>
                    </a:cubicBezTo>
                    <a:cubicBezTo>
                      <a:pt x="6642" y="2968"/>
                      <a:pt x="8891" y="1727"/>
                      <a:pt x="11030" y="312"/>
                    </a:cubicBezTo>
                    <a:cubicBezTo>
                      <a:pt x="11068" y="284"/>
                      <a:pt x="11106" y="257"/>
                      <a:pt x="11146" y="257"/>
                    </a:cubicBezTo>
                    <a:cubicBezTo>
                      <a:pt x="11170" y="257"/>
                      <a:pt x="11195" y="266"/>
                      <a:pt x="11221" y="290"/>
                    </a:cubicBezTo>
                    <a:cubicBezTo>
                      <a:pt x="11357" y="274"/>
                      <a:pt x="11504" y="214"/>
                      <a:pt x="11460" y="61"/>
                    </a:cubicBezTo>
                    <a:cubicBezTo>
                      <a:pt x="11446" y="16"/>
                      <a:pt x="11407" y="1"/>
                      <a:pt x="11359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28"/>
              <p:cNvSpPr/>
              <p:nvPr/>
            </p:nvSpPr>
            <p:spPr>
              <a:xfrm>
                <a:off x="6165803" y="421853"/>
                <a:ext cx="907049" cy="442062"/>
              </a:xfrm>
              <a:custGeom>
                <a:rect b="b" l="l" r="r" t="t"/>
                <a:pathLst>
                  <a:path extrusionOk="0" h="7424" w="15233">
                    <a:moveTo>
                      <a:pt x="15106" y="0"/>
                    </a:moveTo>
                    <a:cubicBezTo>
                      <a:pt x="14967" y="0"/>
                      <a:pt x="14849" y="62"/>
                      <a:pt x="14726" y="62"/>
                    </a:cubicBezTo>
                    <a:cubicBezTo>
                      <a:pt x="14699" y="62"/>
                      <a:pt x="14672" y="59"/>
                      <a:pt x="14645" y="52"/>
                    </a:cubicBezTo>
                    <a:cubicBezTo>
                      <a:pt x="14592" y="27"/>
                      <a:pt x="14538" y="18"/>
                      <a:pt x="14483" y="18"/>
                    </a:cubicBezTo>
                    <a:cubicBezTo>
                      <a:pt x="14410" y="18"/>
                      <a:pt x="14336" y="34"/>
                      <a:pt x="14264" y="47"/>
                    </a:cubicBezTo>
                    <a:cubicBezTo>
                      <a:pt x="13180" y="232"/>
                      <a:pt x="12108" y="471"/>
                      <a:pt x="11112" y="950"/>
                    </a:cubicBezTo>
                    <a:cubicBezTo>
                      <a:pt x="9070" y="1925"/>
                      <a:pt x="7121" y="3063"/>
                      <a:pt x="5232" y="4304"/>
                    </a:cubicBezTo>
                    <a:cubicBezTo>
                      <a:pt x="3735" y="5289"/>
                      <a:pt x="2184" y="6176"/>
                      <a:pt x="632" y="7069"/>
                    </a:cubicBezTo>
                    <a:cubicBezTo>
                      <a:pt x="441" y="7200"/>
                      <a:pt x="229" y="7298"/>
                      <a:pt x="0" y="7352"/>
                    </a:cubicBezTo>
                    <a:cubicBezTo>
                      <a:pt x="49" y="7406"/>
                      <a:pt x="102" y="7424"/>
                      <a:pt x="157" y="7424"/>
                    </a:cubicBezTo>
                    <a:cubicBezTo>
                      <a:pt x="213" y="7424"/>
                      <a:pt x="272" y="7404"/>
                      <a:pt x="327" y="7385"/>
                    </a:cubicBezTo>
                    <a:cubicBezTo>
                      <a:pt x="648" y="7276"/>
                      <a:pt x="980" y="7189"/>
                      <a:pt x="1280" y="7026"/>
                    </a:cubicBezTo>
                    <a:cubicBezTo>
                      <a:pt x="2521" y="6351"/>
                      <a:pt x="3746" y="5654"/>
                      <a:pt x="4933" y="4892"/>
                    </a:cubicBezTo>
                    <a:cubicBezTo>
                      <a:pt x="6326" y="3999"/>
                      <a:pt x="7715" y="3090"/>
                      <a:pt x="9174" y="2295"/>
                    </a:cubicBezTo>
                    <a:cubicBezTo>
                      <a:pt x="10731" y="1451"/>
                      <a:pt x="12315" y="700"/>
                      <a:pt x="14079" y="422"/>
                    </a:cubicBezTo>
                    <a:cubicBezTo>
                      <a:pt x="14454" y="292"/>
                      <a:pt x="14830" y="161"/>
                      <a:pt x="15233" y="19"/>
                    </a:cubicBezTo>
                    <a:cubicBezTo>
                      <a:pt x="15188" y="6"/>
                      <a:pt x="15146" y="0"/>
                      <a:pt x="15106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28"/>
              <p:cNvSpPr/>
              <p:nvPr/>
            </p:nvSpPr>
            <p:spPr>
              <a:xfrm>
                <a:off x="6203377" y="404466"/>
                <a:ext cx="853935" cy="438370"/>
              </a:xfrm>
              <a:custGeom>
                <a:rect b="b" l="l" r="r" t="t"/>
                <a:pathLst>
                  <a:path extrusionOk="0" h="7362" w="14341">
                    <a:moveTo>
                      <a:pt x="14235" y="0"/>
                    </a:moveTo>
                    <a:cubicBezTo>
                      <a:pt x="14232" y="0"/>
                      <a:pt x="14229" y="1"/>
                      <a:pt x="14226" y="1"/>
                    </a:cubicBezTo>
                    <a:cubicBezTo>
                      <a:pt x="13371" y="115"/>
                      <a:pt x="12511" y="230"/>
                      <a:pt x="11700" y="551"/>
                    </a:cubicBezTo>
                    <a:cubicBezTo>
                      <a:pt x="10698" y="943"/>
                      <a:pt x="9795" y="1531"/>
                      <a:pt x="8842" y="2010"/>
                    </a:cubicBezTo>
                    <a:cubicBezTo>
                      <a:pt x="7911" y="2483"/>
                      <a:pt x="7007" y="3012"/>
                      <a:pt x="6109" y="3540"/>
                    </a:cubicBezTo>
                    <a:cubicBezTo>
                      <a:pt x="4427" y="4530"/>
                      <a:pt x="2843" y="5674"/>
                      <a:pt x="1122" y="6594"/>
                    </a:cubicBezTo>
                    <a:cubicBezTo>
                      <a:pt x="725" y="6806"/>
                      <a:pt x="300" y="6997"/>
                      <a:pt x="1" y="7361"/>
                    </a:cubicBezTo>
                    <a:cubicBezTo>
                      <a:pt x="192" y="7361"/>
                      <a:pt x="344" y="7263"/>
                      <a:pt x="491" y="7176"/>
                    </a:cubicBezTo>
                    <a:cubicBezTo>
                      <a:pt x="1732" y="6441"/>
                      <a:pt x="2995" y="5734"/>
                      <a:pt x="4215" y="4950"/>
                    </a:cubicBezTo>
                    <a:cubicBezTo>
                      <a:pt x="5891" y="3866"/>
                      <a:pt x="7557" y="2756"/>
                      <a:pt x="9359" y="1874"/>
                    </a:cubicBezTo>
                    <a:cubicBezTo>
                      <a:pt x="10339" y="1389"/>
                      <a:pt x="11324" y="926"/>
                      <a:pt x="12402" y="687"/>
                    </a:cubicBezTo>
                    <a:cubicBezTo>
                      <a:pt x="12941" y="567"/>
                      <a:pt x="13486" y="486"/>
                      <a:pt x="14014" y="344"/>
                    </a:cubicBezTo>
                    <a:cubicBezTo>
                      <a:pt x="14101" y="230"/>
                      <a:pt x="14275" y="202"/>
                      <a:pt x="14340" y="39"/>
                    </a:cubicBezTo>
                    <a:cubicBezTo>
                      <a:pt x="14296" y="24"/>
                      <a:pt x="14265" y="0"/>
                      <a:pt x="14235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4" name="Google Shape;1084;p28"/>
              <p:cNvSpPr/>
              <p:nvPr/>
            </p:nvSpPr>
            <p:spPr>
              <a:xfrm>
                <a:off x="6139841" y="-46418"/>
                <a:ext cx="469810" cy="549541"/>
              </a:xfrm>
              <a:custGeom>
                <a:rect b="b" l="l" r="r" t="t"/>
                <a:pathLst>
                  <a:path extrusionOk="0" h="9229" w="7890">
                    <a:moveTo>
                      <a:pt x="7791" y="0"/>
                    </a:moveTo>
                    <a:lnTo>
                      <a:pt x="7791" y="0"/>
                    </a:lnTo>
                    <a:cubicBezTo>
                      <a:pt x="7688" y="109"/>
                      <a:pt x="7595" y="235"/>
                      <a:pt x="7476" y="327"/>
                    </a:cubicBezTo>
                    <a:cubicBezTo>
                      <a:pt x="6583" y="1035"/>
                      <a:pt x="5902" y="1933"/>
                      <a:pt x="5195" y="2815"/>
                    </a:cubicBezTo>
                    <a:cubicBezTo>
                      <a:pt x="4715" y="3414"/>
                      <a:pt x="4416" y="4132"/>
                      <a:pt x="3926" y="4720"/>
                    </a:cubicBezTo>
                    <a:cubicBezTo>
                      <a:pt x="3115" y="5689"/>
                      <a:pt x="2375" y="6718"/>
                      <a:pt x="1444" y="7595"/>
                    </a:cubicBezTo>
                    <a:cubicBezTo>
                      <a:pt x="1155" y="7862"/>
                      <a:pt x="905" y="8177"/>
                      <a:pt x="600" y="8439"/>
                    </a:cubicBezTo>
                    <a:cubicBezTo>
                      <a:pt x="366" y="8635"/>
                      <a:pt x="132" y="8836"/>
                      <a:pt x="1" y="9125"/>
                    </a:cubicBezTo>
                    <a:cubicBezTo>
                      <a:pt x="22" y="9202"/>
                      <a:pt x="44" y="9229"/>
                      <a:pt x="66" y="9229"/>
                    </a:cubicBezTo>
                    <a:cubicBezTo>
                      <a:pt x="105" y="9229"/>
                      <a:pt x="144" y="9144"/>
                      <a:pt x="175" y="9119"/>
                    </a:cubicBezTo>
                    <a:cubicBezTo>
                      <a:pt x="937" y="8477"/>
                      <a:pt x="1623" y="7753"/>
                      <a:pt x="2326" y="7050"/>
                    </a:cubicBezTo>
                    <a:cubicBezTo>
                      <a:pt x="3197" y="6174"/>
                      <a:pt x="3932" y="5189"/>
                      <a:pt x="4617" y="4171"/>
                    </a:cubicBezTo>
                    <a:cubicBezTo>
                      <a:pt x="4993" y="3615"/>
                      <a:pt x="5352" y="3049"/>
                      <a:pt x="5777" y="2532"/>
                    </a:cubicBezTo>
                    <a:cubicBezTo>
                      <a:pt x="6430" y="1748"/>
                      <a:pt x="7094" y="975"/>
                      <a:pt x="7753" y="202"/>
                    </a:cubicBezTo>
                    <a:cubicBezTo>
                      <a:pt x="7802" y="142"/>
                      <a:pt x="7889" y="88"/>
                      <a:pt x="7791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5" name="Google Shape;1085;p28"/>
              <p:cNvSpPr/>
              <p:nvPr/>
            </p:nvSpPr>
            <p:spPr>
              <a:xfrm>
                <a:off x="6254289" y="1078112"/>
                <a:ext cx="903834" cy="359235"/>
              </a:xfrm>
              <a:custGeom>
                <a:rect b="b" l="l" r="r" t="t"/>
                <a:pathLst>
                  <a:path extrusionOk="0" h="6033" w="15179">
                    <a:moveTo>
                      <a:pt x="1" y="1"/>
                    </a:moveTo>
                    <a:cubicBezTo>
                      <a:pt x="235" y="71"/>
                      <a:pt x="469" y="158"/>
                      <a:pt x="703" y="213"/>
                    </a:cubicBezTo>
                    <a:cubicBezTo>
                      <a:pt x="2358" y="621"/>
                      <a:pt x="4013" y="1002"/>
                      <a:pt x="5657" y="1427"/>
                    </a:cubicBezTo>
                    <a:cubicBezTo>
                      <a:pt x="8014" y="2031"/>
                      <a:pt x="10268" y="2902"/>
                      <a:pt x="12315" y="4241"/>
                    </a:cubicBezTo>
                    <a:cubicBezTo>
                      <a:pt x="12435" y="4263"/>
                      <a:pt x="12527" y="4329"/>
                      <a:pt x="12631" y="4394"/>
                    </a:cubicBezTo>
                    <a:cubicBezTo>
                      <a:pt x="13464" y="4933"/>
                      <a:pt x="14302" y="5466"/>
                      <a:pt x="15179" y="6033"/>
                    </a:cubicBezTo>
                    <a:cubicBezTo>
                      <a:pt x="15146" y="5956"/>
                      <a:pt x="15140" y="5918"/>
                      <a:pt x="15119" y="5902"/>
                    </a:cubicBezTo>
                    <a:cubicBezTo>
                      <a:pt x="14830" y="5684"/>
                      <a:pt x="14547" y="5455"/>
                      <a:pt x="14253" y="5243"/>
                    </a:cubicBezTo>
                    <a:cubicBezTo>
                      <a:pt x="12320" y="3844"/>
                      <a:pt x="10235" y="2728"/>
                      <a:pt x="7987" y="1922"/>
                    </a:cubicBezTo>
                    <a:cubicBezTo>
                      <a:pt x="6060" y="1236"/>
                      <a:pt x="4062" y="828"/>
                      <a:pt x="2080" y="354"/>
                    </a:cubicBezTo>
                    <a:cubicBezTo>
                      <a:pt x="1394" y="197"/>
                      <a:pt x="708" y="50"/>
                      <a:pt x="1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6" name="Google Shape;1086;p28"/>
              <p:cNvSpPr/>
              <p:nvPr/>
            </p:nvSpPr>
            <p:spPr>
              <a:xfrm>
                <a:off x="6137936" y="418042"/>
                <a:ext cx="655174" cy="391092"/>
              </a:xfrm>
              <a:custGeom>
                <a:rect b="b" l="l" r="r" t="t"/>
                <a:pathLst>
                  <a:path extrusionOk="0" h="6568" w="11003">
                    <a:moveTo>
                      <a:pt x="10921" y="1"/>
                    </a:moveTo>
                    <a:cubicBezTo>
                      <a:pt x="10865" y="1"/>
                      <a:pt x="10804" y="96"/>
                      <a:pt x="10779" y="111"/>
                    </a:cubicBezTo>
                    <a:cubicBezTo>
                      <a:pt x="9783" y="660"/>
                      <a:pt x="8825" y="1281"/>
                      <a:pt x="7845" y="1858"/>
                    </a:cubicBezTo>
                    <a:cubicBezTo>
                      <a:pt x="6517" y="2642"/>
                      <a:pt x="5178" y="3404"/>
                      <a:pt x="3838" y="4155"/>
                    </a:cubicBezTo>
                    <a:cubicBezTo>
                      <a:pt x="2630" y="4836"/>
                      <a:pt x="1443" y="5549"/>
                      <a:pt x="262" y="6279"/>
                    </a:cubicBezTo>
                    <a:cubicBezTo>
                      <a:pt x="158" y="6338"/>
                      <a:pt x="0" y="6382"/>
                      <a:pt x="38" y="6567"/>
                    </a:cubicBezTo>
                    <a:cubicBezTo>
                      <a:pt x="1742" y="5685"/>
                      <a:pt x="3376" y="4678"/>
                      <a:pt x="5058" y="3758"/>
                    </a:cubicBezTo>
                    <a:cubicBezTo>
                      <a:pt x="6522" y="2958"/>
                      <a:pt x="7965" y="2114"/>
                      <a:pt x="9386" y="1243"/>
                    </a:cubicBezTo>
                    <a:cubicBezTo>
                      <a:pt x="9946" y="900"/>
                      <a:pt x="10464" y="492"/>
                      <a:pt x="11003" y="116"/>
                    </a:cubicBezTo>
                    <a:cubicBezTo>
                      <a:pt x="10981" y="29"/>
                      <a:pt x="10952" y="1"/>
                      <a:pt x="10921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7" name="Google Shape;1087;p28"/>
              <p:cNvSpPr/>
              <p:nvPr/>
            </p:nvSpPr>
            <p:spPr>
              <a:xfrm>
                <a:off x="6603111" y="2452260"/>
                <a:ext cx="318030" cy="269441"/>
              </a:xfrm>
              <a:custGeom>
                <a:rect b="b" l="l" r="r" t="t"/>
                <a:pathLst>
                  <a:path extrusionOk="0" h="4525" w="5341">
                    <a:moveTo>
                      <a:pt x="360" y="1"/>
                    </a:moveTo>
                    <a:cubicBezTo>
                      <a:pt x="28" y="158"/>
                      <a:pt x="0" y="295"/>
                      <a:pt x="235" y="599"/>
                    </a:cubicBezTo>
                    <a:cubicBezTo>
                      <a:pt x="338" y="725"/>
                      <a:pt x="485" y="768"/>
                      <a:pt x="616" y="850"/>
                    </a:cubicBezTo>
                    <a:cubicBezTo>
                      <a:pt x="1677" y="1503"/>
                      <a:pt x="2521" y="2407"/>
                      <a:pt x="3392" y="3278"/>
                    </a:cubicBezTo>
                    <a:cubicBezTo>
                      <a:pt x="3947" y="3833"/>
                      <a:pt x="4611" y="4203"/>
                      <a:pt x="5341" y="4525"/>
                    </a:cubicBezTo>
                    <a:cubicBezTo>
                      <a:pt x="5303" y="4405"/>
                      <a:pt x="5270" y="4323"/>
                      <a:pt x="5243" y="4236"/>
                    </a:cubicBezTo>
                    <a:cubicBezTo>
                      <a:pt x="5167" y="4024"/>
                      <a:pt x="4954" y="3991"/>
                      <a:pt x="4791" y="3893"/>
                    </a:cubicBezTo>
                    <a:cubicBezTo>
                      <a:pt x="4448" y="3686"/>
                      <a:pt x="4078" y="3501"/>
                      <a:pt x="3855" y="3158"/>
                    </a:cubicBezTo>
                    <a:cubicBezTo>
                      <a:pt x="3201" y="2173"/>
                      <a:pt x="2320" y="1411"/>
                      <a:pt x="1394" y="703"/>
                    </a:cubicBezTo>
                    <a:cubicBezTo>
                      <a:pt x="1067" y="447"/>
                      <a:pt x="784" y="115"/>
                      <a:pt x="360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8" name="Google Shape;1088;p28"/>
              <p:cNvSpPr/>
              <p:nvPr/>
            </p:nvSpPr>
            <p:spPr>
              <a:xfrm>
                <a:off x="6282157" y="1238887"/>
                <a:ext cx="367988" cy="299333"/>
              </a:xfrm>
              <a:custGeom>
                <a:rect b="b" l="l" r="r" t="t"/>
                <a:pathLst>
                  <a:path extrusionOk="0" h="5027" w="6180">
                    <a:moveTo>
                      <a:pt x="703" y="425"/>
                    </a:moveTo>
                    <a:lnTo>
                      <a:pt x="703" y="425"/>
                    </a:lnTo>
                    <a:cubicBezTo>
                      <a:pt x="769" y="490"/>
                      <a:pt x="839" y="550"/>
                      <a:pt x="912" y="606"/>
                    </a:cubicBezTo>
                    <a:lnTo>
                      <a:pt x="912" y="606"/>
                    </a:lnTo>
                    <a:cubicBezTo>
                      <a:pt x="828" y="556"/>
                      <a:pt x="745" y="508"/>
                      <a:pt x="703" y="425"/>
                    </a:cubicBezTo>
                    <a:close/>
                    <a:moveTo>
                      <a:pt x="321" y="1"/>
                    </a:moveTo>
                    <a:cubicBezTo>
                      <a:pt x="262" y="1"/>
                      <a:pt x="203" y="13"/>
                      <a:pt x="142" y="44"/>
                    </a:cubicBezTo>
                    <a:cubicBezTo>
                      <a:pt x="50" y="88"/>
                      <a:pt x="1" y="164"/>
                      <a:pt x="99" y="229"/>
                    </a:cubicBezTo>
                    <a:cubicBezTo>
                      <a:pt x="447" y="458"/>
                      <a:pt x="725" y="801"/>
                      <a:pt x="1155" y="915"/>
                    </a:cubicBezTo>
                    <a:cubicBezTo>
                      <a:pt x="1149" y="831"/>
                      <a:pt x="1117" y="770"/>
                      <a:pt x="1072" y="722"/>
                    </a:cubicBezTo>
                    <a:lnTo>
                      <a:pt x="1072" y="722"/>
                    </a:lnTo>
                    <a:cubicBezTo>
                      <a:pt x="1397" y="946"/>
                      <a:pt x="1758" y="1125"/>
                      <a:pt x="2080" y="1362"/>
                    </a:cubicBezTo>
                    <a:cubicBezTo>
                      <a:pt x="3474" y="2402"/>
                      <a:pt x="4704" y="3610"/>
                      <a:pt x="5908" y="4851"/>
                    </a:cubicBezTo>
                    <a:cubicBezTo>
                      <a:pt x="5972" y="4916"/>
                      <a:pt x="6013" y="5027"/>
                      <a:pt x="6116" y="5027"/>
                    </a:cubicBezTo>
                    <a:cubicBezTo>
                      <a:pt x="6135" y="5027"/>
                      <a:pt x="6156" y="5023"/>
                      <a:pt x="6180" y="5015"/>
                    </a:cubicBezTo>
                    <a:cubicBezTo>
                      <a:pt x="6163" y="4879"/>
                      <a:pt x="6087" y="4775"/>
                      <a:pt x="6011" y="4672"/>
                    </a:cubicBezTo>
                    <a:cubicBezTo>
                      <a:pt x="5184" y="3474"/>
                      <a:pt x="4193" y="2429"/>
                      <a:pt x="3055" y="1520"/>
                    </a:cubicBezTo>
                    <a:cubicBezTo>
                      <a:pt x="2293" y="915"/>
                      <a:pt x="1503" y="344"/>
                      <a:pt x="551" y="44"/>
                    </a:cubicBezTo>
                    <a:cubicBezTo>
                      <a:pt x="472" y="20"/>
                      <a:pt x="396" y="1"/>
                      <a:pt x="321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9" name="Google Shape;1089;p28"/>
              <p:cNvSpPr/>
              <p:nvPr/>
            </p:nvSpPr>
            <p:spPr>
              <a:xfrm>
                <a:off x="6624488" y="2447913"/>
                <a:ext cx="298618" cy="256639"/>
              </a:xfrm>
              <a:custGeom>
                <a:rect b="b" l="l" r="r" t="t"/>
                <a:pathLst>
                  <a:path extrusionOk="0" h="4310" w="5015">
                    <a:moveTo>
                      <a:pt x="47" y="0"/>
                    </a:moveTo>
                    <a:cubicBezTo>
                      <a:pt x="25" y="0"/>
                      <a:pt x="7" y="17"/>
                      <a:pt x="1" y="74"/>
                    </a:cubicBezTo>
                    <a:cubicBezTo>
                      <a:pt x="311" y="313"/>
                      <a:pt x="616" y="547"/>
                      <a:pt x="921" y="781"/>
                    </a:cubicBezTo>
                    <a:cubicBezTo>
                      <a:pt x="1699" y="1380"/>
                      <a:pt x="2494" y="1984"/>
                      <a:pt x="3049" y="2779"/>
                    </a:cubicBezTo>
                    <a:cubicBezTo>
                      <a:pt x="3539" y="3482"/>
                      <a:pt x="4160" y="3939"/>
                      <a:pt x="4884" y="4309"/>
                    </a:cubicBezTo>
                    <a:cubicBezTo>
                      <a:pt x="5015" y="4140"/>
                      <a:pt x="4824" y="4091"/>
                      <a:pt x="4753" y="4020"/>
                    </a:cubicBezTo>
                    <a:cubicBezTo>
                      <a:pt x="4421" y="3661"/>
                      <a:pt x="3959" y="3416"/>
                      <a:pt x="3703" y="2992"/>
                    </a:cubicBezTo>
                    <a:cubicBezTo>
                      <a:pt x="3256" y="2224"/>
                      <a:pt x="2603" y="1658"/>
                      <a:pt x="1955" y="1081"/>
                    </a:cubicBezTo>
                    <a:cubicBezTo>
                      <a:pt x="1422" y="613"/>
                      <a:pt x="817" y="253"/>
                      <a:pt x="137" y="41"/>
                    </a:cubicBezTo>
                    <a:cubicBezTo>
                      <a:pt x="114" y="35"/>
                      <a:pt x="77" y="0"/>
                      <a:pt x="47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0" name="Google Shape;1090;p28"/>
              <p:cNvSpPr/>
              <p:nvPr/>
            </p:nvSpPr>
            <p:spPr>
              <a:xfrm>
                <a:off x="5772560" y="610972"/>
                <a:ext cx="256163" cy="337203"/>
              </a:xfrm>
              <a:custGeom>
                <a:rect b="b" l="l" r="r" t="t"/>
                <a:pathLst>
                  <a:path extrusionOk="0" h="5663" w="4302">
                    <a:moveTo>
                      <a:pt x="4193" y="1"/>
                    </a:moveTo>
                    <a:lnTo>
                      <a:pt x="4193" y="1"/>
                    </a:lnTo>
                    <a:cubicBezTo>
                      <a:pt x="3539" y="567"/>
                      <a:pt x="2783" y="992"/>
                      <a:pt x="2222" y="1694"/>
                    </a:cubicBezTo>
                    <a:cubicBezTo>
                      <a:pt x="1612" y="2451"/>
                      <a:pt x="948" y="3158"/>
                      <a:pt x="387" y="3959"/>
                    </a:cubicBezTo>
                    <a:cubicBezTo>
                      <a:pt x="28" y="4476"/>
                      <a:pt x="1" y="4884"/>
                      <a:pt x="458" y="5200"/>
                    </a:cubicBezTo>
                    <a:cubicBezTo>
                      <a:pt x="714" y="5379"/>
                      <a:pt x="981" y="5559"/>
                      <a:pt x="1286" y="5663"/>
                    </a:cubicBezTo>
                    <a:cubicBezTo>
                      <a:pt x="1316" y="5655"/>
                      <a:pt x="1349" y="5654"/>
                      <a:pt x="1382" y="5654"/>
                    </a:cubicBezTo>
                    <a:cubicBezTo>
                      <a:pt x="1414" y="5654"/>
                      <a:pt x="1446" y="5655"/>
                      <a:pt x="1479" y="5655"/>
                    </a:cubicBezTo>
                    <a:cubicBezTo>
                      <a:pt x="1573" y="5655"/>
                      <a:pt x="1671" y="5643"/>
                      <a:pt x="1759" y="5548"/>
                    </a:cubicBezTo>
                    <a:cubicBezTo>
                      <a:pt x="1346" y="5412"/>
                      <a:pt x="1008" y="5200"/>
                      <a:pt x="681" y="4971"/>
                    </a:cubicBezTo>
                    <a:cubicBezTo>
                      <a:pt x="371" y="4753"/>
                      <a:pt x="311" y="4519"/>
                      <a:pt x="567" y="4242"/>
                    </a:cubicBezTo>
                    <a:cubicBezTo>
                      <a:pt x="807" y="3975"/>
                      <a:pt x="997" y="3681"/>
                      <a:pt x="1177" y="3382"/>
                    </a:cubicBezTo>
                    <a:cubicBezTo>
                      <a:pt x="1596" y="2685"/>
                      <a:pt x="2320" y="2255"/>
                      <a:pt x="2734" y="1558"/>
                    </a:cubicBezTo>
                    <a:cubicBezTo>
                      <a:pt x="2924" y="1237"/>
                      <a:pt x="3207" y="1008"/>
                      <a:pt x="3512" y="801"/>
                    </a:cubicBezTo>
                    <a:cubicBezTo>
                      <a:pt x="3757" y="632"/>
                      <a:pt x="3942" y="404"/>
                      <a:pt x="4155" y="197"/>
                    </a:cubicBezTo>
                    <a:cubicBezTo>
                      <a:pt x="4209" y="148"/>
                      <a:pt x="4302" y="88"/>
                      <a:pt x="4193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1" name="Google Shape;1091;p28"/>
              <p:cNvSpPr/>
              <p:nvPr/>
            </p:nvSpPr>
            <p:spPr>
              <a:xfrm>
                <a:off x="6311691" y="1257167"/>
                <a:ext cx="372156" cy="325294"/>
              </a:xfrm>
              <a:custGeom>
                <a:rect b="b" l="l" r="r" t="t"/>
                <a:pathLst>
                  <a:path extrusionOk="0" h="5463" w="6250">
                    <a:moveTo>
                      <a:pt x="61" y="1"/>
                    </a:moveTo>
                    <a:cubicBezTo>
                      <a:pt x="42" y="1"/>
                      <a:pt x="22" y="6"/>
                      <a:pt x="0" y="20"/>
                    </a:cubicBezTo>
                    <a:cubicBezTo>
                      <a:pt x="223" y="222"/>
                      <a:pt x="441" y="412"/>
                      <a:pt x="659" y="608"/>
                    </a:cubicBezTo>
                    <a:cubicBezTo>
                      <a:pt x="1350" y="1082"/>
                      <a:pt x="2036" y="1572"/>
                      <a:pt x="2641" y="2160"/>
                    </a:cubicBezTo>
                    <a:cubicBezTo>
                      <a:pt x="3452" y="2895"/>
                      <a:pt x="4214" y="3679"/>
                      <a:pt x="4982" y="4457"/>
                    </a:cubicBezTo>
                    <a:cubicBezTo>
                      <a:pt x="5286" y="4773"/>
                      <a:pt x="5640" y="5029"/>
                      <a:pt x="5951" y="5339"/>
                    </a:cubicBezTo>
                    <a:cubicBezTo>
                      <a:pt x="5998" y="5386"/>
                      <a:pt x="6061" y="5462"/>
                      <a:pt x="6128" y="5462"/>
                    </a:cubicBezTo>
                    <a:cubicBezTo>
                      <a:pt x="6169" y="5462"/>
                      <a:pt x="6210" y="5433"/>
                      <a:pt x="6250" y="5350"/>
                    </a:cubicBezTo>
                    <a:cubicBezTo>
                      <a:pt x="6065" y="5132"/>
                      <a:pt x="5874" y="4920"/>
                      <a:pt x="5684" y="4708"/>
                    </a:cubicBezTo>
                    <a:cubicBezTo>
                      <a:pt x="4987" y="4011"/>
                      <a:pt x="4296" y="3314"/>
                      <a:pt x="3588" y="2628"/>
                    </a:cubicBezTo>
                    <a:cubicBezTo>
                      <a:pt x="2553" y="1643"/>
                      <a:pt x="1416" y="810"/>
                      <a:pt x="202" y="69"/>
                    </a:cubicBezTo>
                    <a:cubicBezTo>
                      <a:pt x="162" y="45"/>
                      <a:pt x="115" y="1"/>
                      <a:pt x="61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2" name="Google Shape;1092;p28"/>
              <p:cNvSpPr/>
              <p:nvPr/>
            </p:nvSpPr>
            <p:spPr>
              <a:xfrm>
                <a:off x="6855944" y="-91316"/>
                <a:ext cx="167976" cy="120936"/>
              </a:xfrm>
              <a:custGeom>
                <a:rect b="b" l="l" r="r" t="t"/>
                <a:pathLst>
                  <a:path extrusionOk="0" h="2031" w="2821">
                    <a:moveTo>
                      <a:pt x="1995" y="0"/>
                    </a:moveTo>
                    <a:cubicBezTo>
                      <a:pt x="1777" y="0"/>
                      <a:pt x="1562" y="59"/>
                      <a:pt x="1422" y="183"/>
                    </a:cubicBezTo>
                    <a:cubicBezTo>
                      <a:pt x="1552" y="401"/>
                      <a:pt x="1792" y="362"/>
                      <a:pt x="1988" y="417"/>
                    </a:cubicBezTo>
                    <a:cubicBezTo>
                      <a:pt x="2140" y="460"/>
                      <a:pt x="2216" y="531"/>
                      <a:pt x="2064" y="646"/>
                    </a:cubicBezTo>
                    <a:cubicBezTo>
                      <a:pt x="1634" y="950"/>
                      <a:pt x="1198" y="1250"/>
                      <a:pt x="790" y="1587"/>
                    </a:cubicBezTo>
                    <a:cubicBezTo>
                      <a:pt x="743" y="1629"/>
                      <a:pt x="679" y="1656"/>
                      <a:pt x="615" y="1656"/>
                    </a:cubicBezTo>
                    <a:cubicBezTo>
                      <a:pt x="561" y="1656"/>
                      <a:pt x="508" y="1637"/>
                      <a:pt x="463" y="1593"/>
                    </a:cubicBezTo>
                    <a:cubicBezTo>
                      <a:pt x="349" y="1478"/>
                      <a:pt x="458" y="1375"/>
                      <a:pt x="518" y="1277"/>
                    </a:cubicBezTo>
                    <a:cubicBezTo>
                      <a:pt x="649" y="1076"/>
                      <a:pt x="866" y="923"/>
                      <a:pt x="926" y="667"/>
                    </a:cubicBezTo>
                    <a:cubicBezTo>
                      <a:pt x="887" y="643"/>
                      <a:pt x="852" y="633"/>
                      <a:pt x="820" y="633"/>
                    </a:cubicBezTo>
                    <a:cubicBezTo>
                      <a:pt x="731" y="633"/>
                      <a:pt x="665" y="711"/>
                      <a:pt x="605" y="771"/>
                    </a:cubicBezTo>
                    <a:cubicBezTo>
                      <a:pt x="463" y="907"/>
                      <a:pt x="333" y="1065"/>
                      <a:pt x="213" y="1223"/>
                    </a:cubicBezTo>
                    <a:cubicBezTo>
                      <a:pt x="72" y="1397"/>
                      <a:pt x="1" y="1609"/>
                      <a:pt x="131" y="1805"/>
                    </a:cubicBezTo>
                    <a:cubicBezTo>
                      <a:pt x="230" y="1960"/>
                      <a:pt x="377" y="2031"/>
                      <a:pt x="539" y="2031"/>
                    </a:cubicBezTo>
                    <a:cubicBezTo>
                      <a:pt x="610" y="2031"/>
                      <a:pt x="684" y="2017"/>
                      <a:pt x="757" y="1990"/>
                    </a:cubicBezTo>
                    <a:cubicBezTo>
                      <a:pt x="1482" y="1740"/>
                      <a:pt x="2091" y="1304"/>
                      <a:pt x="2663" y="809"/>
                    </a:cubicBezTo>
                    <a:cubicBezTo>
                      <a:pt x="2821" y="673"/>
                      <a:pt x="2821" y="471"/>
                      <a:pt x="2706" y="297"/>
                    </a:cubicBezTo>
                    <a:cubicBezTo>
                      <a:pt x="2579" y="104"/>
                      <a:pt x="2285" y="0"/>
                      <a:pt x="1995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3" name="Google Shape;1093;p28"/>
              <p:cNvSpPr/>
              <p:nvPr/>
            </p:nvSpPr>
            <p:spPr>
              <a:xfrm>
                <a:off x="6468893" y="1385728"/>
                <a:ext cx="272359" cy="251339"/>
              </a:xfrm>
              <a:custGeom>
                <a:rect b="b" l="l" r="r" t="t"/>
                <a:pathLst>
                  <a:path extrusionOk="0" h="4221" w="4574">
                    <a:moveTo>
                      <a:pt x="1" y="1"/>
                    </a:moveTo>
                    <a:lnTo>
                      <a:pt x="1" y="1"/>
                    </a:lnTo>
                    <a:cubicBezTo>
                      <a:pt x="33" y="50"/>
                      <a:pt x="60" y="104"/>
                      <a:pt x="99" y="142"/>
                    </a:cubicBezTo>
                    <a:cubicBezTo>
                      <a:pt x="654" y="687"/>
                      <a:pt x="1177" y="1253"/>
                      <a:pt x="1672" y="1846"/>
                    </a:cubicBezTo>
                    <a:cubicBezTo>
                      <a:pt x="2146" y="2413"/>
                      <a:pt x="2652" y="2946"/>
                      <a:pt x="3164" y="3485"/>
                    </a:cubicBezTo>
                    <a:cubicBezTo>
                      <a:pt x="3264" y="3590"/>
                      <a:pt x="3338" y="3643"/>
                      <a:pt x="3398" y="3643"/>
                    </a:cubicBezTo>
                    <a:cubicBezTo>
                      <a:pt x="3478" y="3643"/>
                      <a:pt x="3532" y="3549"/>
                      <a:pt x="3588" y="3360"/>
                    </a:cubicBezTo>
                    <a:cubicBezTo>
                      <a:pt x="3991" y="3578"/>
                      <a:pt x="4220" y="4002"/>
                      <a:pt x="4574" y="4220"/>
                    </a:cubicBezTo>
                    <a:cubicBezTo>
                      <a:pt x="4263" y="3888"/>
                      <a:pt x="3937" y="3540"/>
                      <a:pt x="3610" y="3191"/>
                    </a:cubicBezTo>
                    <a:cubicBezTo>
                      <a:pt x="3569" y="3228"/>
                      <a:pt x="3536" y="3242"/>
                      <a:pt x="3507" y="3242"/>
                    </a:cubicBezTo>
                    <a:cubicBezTo>
                      <a:pt x="3429" y="3242"/>
                      <a:pt x="3388" y="3136"/>
                      <a:pt x="3332" y="3088"/>
                    </a:cubicBezTo>
                    <a:cubicBezTo>
                      <a:pt x="2576" y="2429"/>
                      <a:pt x="1901" y="1694"/>
                      <a:pt x="1160" y="1014"/>
                    </a:cubicBezTo>
                    <a:cubicBezTo>
                      <a:pt x="785" y="671"/>
                      <a:pt x="458" y="257"/>
                      <a:pt x="1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4" name="Google Shape;1094;p28"/>
              <p:cNvSpPr/>
              <p:nvPr/>
            </p:nvSpPr>
            <p:spPr>
              <a:xfrm>
                <a:off x="5705154" y="2055503"/>
                <a:ext cx="154996" cy="89675"/>
              </a:xfrm>
              <a:custGeom>
                <a:rect b="b" l="l" r="r" t="t"/>
                <a:pathLst>
                  <a:path extrusionOk="0" h="1506" w="2603">
                    <a:moveTo>
                      <a:pt x="235" y="0"/>
                    </a:moveTo>
                    <a:cubicBezTo>
                      <a:pt x="175" y="11"/>
                      <a:pt x="120" y="17"/>
                      <a:pt x="1" y="38"/>
                    </a:cubicBezTo>
                    <a:cubicBezTo>
                      <a:pt x="828" y="349"/>
                      <a:pt x="1503" y="784"/>
                      <a:pt x="2205" y="1269"/>
                    </a:cubicBezTo>
                    <a:cubicBezTo>
                      <a:pt x="2154" y="1280"/>
                      <a:pt x="2106" y="1285"/>
                      <a:pt x="2061" y="1285"/>
                    </a:cubicBezTo>
                    <a:cubicBezTo>
                      <a:pt x="1875" y="1285"/>
                      <a:pt x="1733" y="1201"/>
                      <a:pt x="1585" y="1149"/>
                    </a:cubicBezTo>
                    <a:cubicBezTo>
                      <a:pt x="1247" y="1036"/>
                      <a:pt x="925" y="860"/>
                      <a:pt x="556" y="860"/>
                    </a:cubicBezTo>
                    <a:cubicBezTo>
                      <a:pt x="551" y="860"/>
                      <a:pt x="545" y="860"/>
                      <a:pt x="539" y="860"/>
                    </a:cubicBezTo>
                    <a:cubicBezTo>
                      <a:pt x="387" y="866"/>
                      <a:pt x="256" y="893"/>
                      <a:pt x="436" y="1067"/>
                    </a:cubicBezTo>
                    <a:cubicBezTo>
                      <a:pt x="817" y="1089"/>
                      <a:pt x="1176" y="1187"/>
                      <a:pt x="1525" y="1329"/>
                    </a:cubicBezTo>
                    <a:cubicBezTo>
                      <a:pt x="1739" y="1417"/>
                      <a:pt x="1953" y="1505"/>
                      <a:pt x="2187" y="1505"/>
                    </a:cubicBezTo>
                    <a:cubicBezTo>
                      <a:pt x="2227" y="1505"/>
                      <a:pt x="2268" y="1503"/>
                      <a:pt x="2309" y="1497"/>
                    </a:cubicBezTo>
                    <a:cubicBezTo>
                      <a:pt x="2328" y="1495"/>
                      <a:pt x="2350" y="1495"/>
                      <a:pt x="2372" y="1495"/>
                    </a:cubicBezTo>
                    <a:cubicBezTo>
                      <a:pt x="2377" y="1495"/>
                      <a:pt x="2382" y="1495"/>
                      <a:pt x="2388" y="1495"/>
                    </a:cubicBezTo>
                    <a:cubicBezTo>
                      <a:pt x="2470" y="1495"/>
                      <a:pt x="2555" y="1492"/>
                      <a:pt x="2576" y="1394"/>
                    </a:cubicBezTo>
                    <a:cubicBezTo>
                      <a:pt x="2603" y="1274"/>
                      <a:pt x="2472" y="1209"/>
                      <a:pt x="2385" y="1165"/>
                    </a:cubicBezTo>
                    <a:cubicBezTo>
                      <a:pt x="1998" y="986"/>
                      <a:pt x="1677" y="708"/>
                      <a:pt x="1318" y="485"/>
                    </a:cubicBezTo>
                    <a:cubicBezTo>
                      <a:pt x="980" y="272"/>
                      <a:pt x="616" y="109"/>
                      <a:pt x="235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5" name="Google Shape;1095;p28"/>
              <p:cNvSpPr/>
              <p:nvPr/>
            </p:nvSpPr>
            <p:spPr>
              <a:xfrm>
                <a:off x="6409883" y="2317388"/>
                <a:ext cx="29594" cy="29594"/>
              </a:xfrm>
              <a:custGeom>
                <a:rect b="b" l="l" r="r" t="t"/>
                <a:pathLst>
                  <a:path extrusionOk="0" h="497" w="497">
                    <a:moveTo>
                      <a:pt x="1" y="1"/>
                    </a:moveTo>
                    <a:cubicBezTo>
                      <a:pt x="82" y="251"/>
                      <a:pt x="246" y="415"/>
                      <a:pt x="496" y="496"/>
                    </a:cubicBezTo>
                    <a:cubicBezTo>
                      <a:pt x="355" y="306"/>
                      <a:pt x="191" y="137"/>
                      <a:pt x="1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6" name="Google Shape;1096;p28"/>
              <p:cNvSpPr/>
              <p:nvPr/>
            </p:nvSpPr>
            <p:spPr>
              <a:xfrm>
                <a:off x="5493169" y="1747828"/>
                <a:ext cx="225021" cy="153745"/>
              </a:xfrm>
              <a:custGeom>
                <a:rect b="b" l="l" r="r" t="t"/>
                <a:pathLst>
                  <a:path extrusionOk="0" h="2582" w="3779">
                    <a:moveTo>
                      <a:pt x="3718" y="1"/>
                    </a:moveTo>
                    <a:cubicBezTo>
                      <a:pt x="3446" y="72"/>
                      <a:pt x="3169" y="121"/>
                      <a:pt x="2913" y="224"/>
                    </a:cubicBezTo>
                    <a:cubicBezTo>
                      <a:pt x="2483" y="398"/>
                      <a:pt x="1960" y="398"/>
                      <a:pt x="1677" y="866"/>
                    </a:cubicBezTo>
                    <a:cubicBezTo>
                      <a:pt x="1644" y="920"/>
                      <a:pt x="1575" y="973"/>
                      <a:pt x="1503" y="973"/>
                    </a:cubicBezTo>
                    <a:cubicBezTo>
                      <a:pt x="1479" y="973"/>
                      <a:pt x="1455" y="967"/>
                      <a:pt x="1432" y="954"/>
                    </a:cubicBezTo>
                    <a:cubicBezTo>
                      <a:pt x="1350" y="910"/>
                      <a:pt x="1394" y="807"/>
                      <a:pt x="1383" y="730"/>
                    </a:cubicBezTo>
                    <a:cubicBezTo>
                      <a:pt x="1367" y="605"/>
                      <a:pt x="1416" y="474"/>
                      <a:pt x="1350" y="349"/>
                    </a:cubicBezTo>
                    <a:cubicBezTo>
                      <a:pt x="822" y="856"/>
                      <a:pt x="327" y="1378"/>
                      <a:pt x="27" y="2059"/>
                    </a:cubicBezTo>
                    <a:cubicBezTo>
                      <a:pt x="109" y="2064"/>
                      <a:pt x="185" y="2075"/>
                      <a:pt x="272" y="2086"/>
                    </a:cubicBezTo>
                    <a:cubicBezTo>
                      <a:pt x="207" y="2260"/>
                      <a:pt x="0" y="2369"/>
                      <a:pt x="65" y="2581"/>
                    </a:cubicBezTo>
                    <a:cubicBezTo>
                      <a:pt x="197" y="2567"/>
                      <a:pt x="250" y="2333"/>
                      <a:pt x="373" y="2333"/>
                    </a:cubicBezTo>
                    <a:cubicBezTo>
                      <a:pt x="434" y="2333"/>
                      <a:pt x="513" y="2390"/>
                      <a:pt x="626" y="2560"/>
                    </a:cubicBezTo>
                    <a:cubicBezTo>
                      <a:pt x="517" y="2059"/>
                      <a:pt x="790" y="1955"/>
                      <a:pt x="1056" y="1841"/>
                    </a:cubicBezTo>
                    <a:cubicBezTo>
                      <a:pt x="1470" y="1661"/>
                      <a:pt x="1911" y="1531"/>
                      <a:pt x="2298" y="1286"/>
                    </a:cubicBezTo>
                    <a:cubicBezTo>
                      <a:pt x="2134" y="1090"/>
                      <a:pt x="2368" y="1057"/>
                      <a:pt x="2445" y="1008"/>
                    </a:cubicBezTo>
                    <a:cubicBezTo>
                      <a:pt x="2787" y="790"/>
                      <a:pt x="3207" y="763"/>
                      <a:pt x="3561" y="627"/>
                    </a:cubicBezTo>
                    <a:cubicBezTo>
                      <a:pt x="3109" y="284"/>
                      <a:pt x="3778" y="251"/>
                      <a:pt x="3718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7" name="Google Shape;1097;p28"/>
              <p:cNvSpPr/>
              <p:nvPr/>
            </p:nvSpPr>
            <p:spPr>
              <a:xfrm>
                <a:off x="5549857" y="2080096"/>
                <a:ext cx="79493" cy="237049"/>
              </a:xfrm>
              <a:custGeom>
                <a:rect b="b" l="l" r="r" t="t"/>
                <a:pathLst>
                  <a:path extrusionOk="0" h="3981" w="1335">
                    <a:moveTo>
                      <a:pt x="1335" y="1"/>
                    </a:moveTo>
                    <a:lnTo>
                      <a:pt x="1335" y="1"/>
                    </a:lnTo>
                    <a:cubicBezTo>
                      <a:pt x="1150" y="12"/>
                      <a:pt x="1062" y="126"/>
                      <a:pt x="986" y="240"/>
                    </a:cubicBezTo>
                    <a:cubicBezTo>
                      <a:pt x="872" y="344"/>
                      <a:pt x="845" y="475"/>
                      <a:pt x="834" y="622"/>
                    </a:cubicBezTo>
                    <a:cubicBezTo>
                      <a:pt x="823" y="752"/>
                      <a:pt x="796" y="877"/>
                      <a:pt x="736" y="992"/>
                    </a:cubicBezTo>
                    <a:cubicBezTo>
                      <a:pt x="684" y="1093"/>
                      <a:pt x="634" y="1141"/>
                      <a:pt x="587" y="1141"/>
                    </a:cubicBezTo>
                    <a:cubicBezTo>
                      <a:pt x="536" y="1141"/>
                      <a:pt x="487" y="1084"/>
                      <a:pt x="442" y="975"/>
                    </a:cubicBezTo>
                    <a:cubicBezTo>
                      <a:pt x="251" y="1106"/>
                      <a:pt x="197" y="1324"/>
                      <a:pt x="159" y="1520"/>
                    </a:cubicBezTo>
                    <a:cubicBezTo>
                      <a:pt x="1" y="2347"/>
                      <a:pt x="39" y="3169"/>
                      <a:pt x="289" y="3980"/>
                    </a:cubicBezTo>
                    <a:cubicBezTo>
                      <a:pt x="485" y="3877"/>
                      <a:pt x="447" y="3686"/>
                      <a:pt x="420" y="3540"/>
                    </a:cubicBezTo>
                    <a:cubicBezTo>
                      <a:pt x="317" y="3028"/>
                      <a:pt x="382" y="2511"/>
                      <a:pt x="355" y="1999"/>
                    </a:cubicBezTo>
                    <a:cubicBezTo>
                      <a:pt x="338" y="1759"/>
                      <a:pt x="409" y="1591"/>
                      <a:pt x="627" y="1493"/>
                    </a:cubicBezTo>
                    <a:cubicBezTo>
                      <a:pt x="932" y="1346"/>
                      <a:pt x="1090" y="1079"/>
                      <a:pt x="1122" y="769"/>
                    </a:cubicBezTo>
                    <a:cubicBezTo>
                      <a:pt x="1150" y="502"/>
                      <a:pt x="1193" y="251"/>
                      <a:pt x="1335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8" name="Google Shape;1098;p28"/>
              <p:cNvSpPr/>
              <p:nvPr/>
            </p:nvSpPr>
            <p:spPr>
              <a:xfrm>
                <a:off x="5586181" y="1831669"/>
                <a:ext cx="113195" cy="115577"/>
              </a:xfrm>
              <a:custGeom>
                <a:rect b="b" l="l" r="r" t="t"/>
                <a:pathLst>
                  <a:path extrusionOk="0" h="1941" w="1901">
                    <a:moveTo>
                      <a:pt x="1697" y="0"/>
                    </a:moveTo>
                    <a:cubicBezTo>
                      <a:pt x="1637" y="0"/>
                      <a:pt x="1575" y="26"/>
                      <a:pt x="1525" y="57"/>
                    </a:cubicBezTo>
                    <a:cubicBezTo>
                      <a:pt x="1144" y="308"/>
                      <a:pt x="757" y="558"/>
                      <a:pt x="398" y="836"/>
                    </a:cubicBezTo>
                    <a:cubicBezTo>
                      <a:pt x="240" y="956"/>
                      <a:pt x="66" y="1092"/>
                      <a:pt x="1" y="1326"/>
                    </a:cubicBezTo>
                    <a:cubicBezTo>
                      <a:pt x="469" y="956"/>
                      <a:pt x="953" y="618"/>
                      <a:pt x="1476" y="335"/>
                    </a:cubicBezTo>
                    <a:lnTo>
                      <a:pt x="1476" y="335"/>
                    </a:lnTo>
                    <a:cubicBezTo>
                      <a:pt x="1106" y="852"/>
                      <a:pt x="518" y="1217"/>
                      <a:pt x="501" y="1941"/>
                    </a:cubicBezTo>
                    <a:cubicBezTo>
                      <a:pt x="746" y="1478"/>
                      <a:pt x="1079" y="1092"/>
                      <a:pt x="1454" y="732"/>
                    </a:cubicBezTo>
                    <a:cubicBezTo>
                      <a:pt x="1579" y="613"/>
                      <a:pt x="1672" y="455"/>
                      <a:pt x="1759" y="302"/>
                    </a:cubicBezTo>
                    <a:cubicBezTo>
                      <a:pt x="1808" y="231"/>
                      <a:pt x="1901" y="139"/>
                      <a:pt x="1819" y="52"/>
                    </a:cubicBezTo>
                    <a:cubicBezTo>
                      <a:pt x="1784" y="15"/>
                      <a:pt x="1741" y="0"/>
                      <a:pt x="1697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9" name="Google Shape;1099;p28"/>
              <p:cNvSpPr/>
              <p:nvPr/>
            </p:nvSpPr>
            <p:spPr>
              <a:xfrm>
                <a:off x="5623456" y="1799693"/>
                <a:ext cx="174765" cy="151482"/>
              </a:xfrm>
              <a:custGeom>
                <a:rect b="b" l="l" r="r" t="t"/>
                <a:pathLst>
                  <a:path extrusionOk="0" h="2544" w="2935">
                    <a:moveTo>
                      <a:pt x="2935" y="1"/>
                    </a:moveTo>
                    <a:cubicBezTo>
                      <a:pt x="2369" y="1329"/>
                      <a:pt x="1160" y="1912"/>
                      <a:pt x="1" y="2543"/>
                    </a:cubicBezTo>
                    <a:cubicBezTo>
                      <a:pt x="1705" y="1890"/>
                      <a:pt x="2674" y="1041"/>
                      <a:pt x="2935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0" name="Google Shape;1100;p28"/>
              <p:cNvSpPr/>
              <p:nvPr/>
            </p:nvSpPr>
            <p:spPr>
              <a:xfrm>
                <a:off x="5572544" y="2094387"/>
                <a:ext cx="36084" cy="65857"/>
              </a:xfrm>
              <a:custGeom>
                <a:rect b="b" l="l" r="r" t="t"/>
                <a:pathLst>
                  <a:path extrusionOk="0" h="1106" w="606">
                    <a:moveTo>
                      <a:pt x="605" y="0"/>
                    </a:moveTo>
                    <a:lnTo>
                      <a:pt x="605" y="0"/>
                    </a:lnTo>
                    <a:cubicBezTo>
                      <a:pt x="562" y="6"/>
                      <a:pt x="513" y="11"/>
                      <a:pt x="469" y="17"/>
                    </a:cubicBezTo>
                    <a:cubicBezTo>
                      <a:pt x="377" y="131"/>
                      <a:pt x="235" y="202"/>
                      <a:pt x="175" y="343"/>
                    </a:cubicBezTo>
                    <a:cubicBezTo>
                      <a:pt x="137" y="474"/>
                      <a:pt x="99" y="605"/>
                      <a:pt x="61" y="735"/>
                    </a:cubicBezTo>
                    <a:cubicBezTo>
                      <a:pt x="72" y="861"/>
                      <a:pt x="1" y="986"/>
                      <a:pt x="83" y="1106"/>
                    </a:cubicBezTo>
                    <a:cubicBezTo>
                      <a:pt x="377" y="969"/>
                      <a:pt x="496" y="812"/>
                      <a:pt x="540" y="518"/>
                    </a:cubicBezTo>
                    <a:cubicBezTo>
                      <a:pt x="567" y="343"/>
                      <a:pt x="583" y="175"/>
                      <a:pt x="605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1" name="Google Shape;1101;p28"/>
              <p:cNvSpPr/>
              <p:nvPr/>
            </p:nvSpPr>
            <p:spPr>
              <a:xfrm>
                <a:off x="5473579" y="2116360"/>
                <a:ext cx="31618" cy="39538"/>
              </a:xfrm>
              <a:custGeom>
                <a:rect b="b" l="l" r="r" t="t"/>
                <a:pathLst>
                  <a:path extrusionOk="0" h="664" w="531">
                    <a:moveTo>
                      <a:pt x="328" y="1"/>
                    </a:moveTo>
                    <a:cubicBezTo>
                      <a:pt x="321" y="1"/>
                      <a:pt x="314" y="1"/>
                      <a:pt x="307" y="2"/>
                    </a:cubicBezTo>
                    <a:cubicBezTo>
                      <a:pt x="84" y="18"/>
                      <a:pt x="68" y="258"/>
                      <a:pt x="24" y="432"/>
                    </a:cubicBezTo>
                    <a:cubicBezTo>
                      <a:pt x="0" y="523"/>
                      <a:pt x="90" y="664"/>
                      <a:pt x="130" y="664"/>
                    </a:cubicBezTo>
                    <a:cubicBezTo>
                      <a:pt x="136" y="664"/>
                      <a:pt x="141" y="661"/>
                      <a:pt x="144" y="655"/>
                    </a:cubicBezTo>
                    <a:cubicBezTo>
                      <a:pt x="231" y="502"/>
                      <a:pt x="531" y="600"/>
                      <a:pt x="498" y="279"/>
                    </a:cubicBezTo>
                    <a:cubicBezTo>
                      <a:pt x="477" y="211"/>
                      <a:pt x="507" y="1"/>
                      <a:pt x="328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2" name="Google Shape;1102;p28"/>
              <p:cNvSpPr/>
              <p:nvPr/>
            </p:nvSpPr>
            <p:spPr>
              <a:xfrm>
                <a:off x="5558611" y="1867873"/>
                <a:ext cx="39002" cy="44361"/>
              </a:xfrm>
              <a:custGeom>
                <a:rect b="b" l="l" r="r" t="t"/>
                <a:pathLst>
                  <a:path extrusionOk="0" h="745" w="655">
                    <a:moveTo>
                      <a:pt x="424" y="0"/>
                    </a:moveTo>
                    <a:cubicBezTo>
                      <a:pt x="412" y="0"/>
                      <a:pt x="400" y="2"/>
                      <a:pt x="387" y="5"/>
                    </a:cubicBezTo>
                    <a:cubicBezTo>
                      <a:pt x="273" y="37"/>
                      <a:pt x="110" y="92"/>
                      <a:pt x="115" y="201"/>
                    </a:cubicBezTo>
                    <a:cubicBezTo>
                      <a:pt x="132" y="386"/>
                      <a:pt x="1" y="549"/>
                      <a:pt x="66" y="745"/>
                    </a:cubicBezTo>
                    <a:cubicBezTo>
                      <a:pt x="273" y="669"/>
                      <a:pt x="311" y="456"/>
                      <a:pt x="442" y="331"/>
                    </a:cubicBezTo>
                    <a:cubicBezTo>
                      <a:pt x="507" y="271"/>
                      <a:pt x="654" y="222"/>
                      <a:pt x="567" y="86"/>
                    </a:cubicBezTo>
                    <a:cubicBezTo>
                      <a:pt x="535" y="32"/>
                      <a:pt x="481" y="0"/>
                      <a:pt x="424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3" name="Google Shape;1103;p28"/>
              <p:cNvSpPr/>
              <p:nvPr/>
            </p:nvSpPr>
            <p:spPr>
              <a:xfrm>
                <a:off x="5508711" y="2307324"/>
                <a:ext cx="29534" cy="41681"/>
              </a:xfrm>
              <a:custGeom>
                <a:rect b="b" l="l" r="r" t="t"/>
                <a:pathLst>
                  <a:path extrusionOk="0" h="700" w="496">
                    <a:moveTo>
                      <a:pt x="413" y="0"/>
                    </a:moveTo>
                    <a:cubicBezTo>
                      <a:pt x="375" y="0"/>
                      <a:pt x="324" y="20"/>
                      <a:pt x="300" y="45"/>
                    </a:cubicBezTo>
                    <a:cubicBezTo>
                      <a:pt x="164" y="197"/>
                      <a:pt x="66" y="371"/>
                      <a:pt x="17" y="562"/>
                    </a:cubicBezTo>
                    <a:cubicBezTo>
                      <a:pt x="1" y="629"/>
                      <a:pt x="22" y="699"/>
                      <a:pt x="77" y="699"/>
                    </a:cubicBezTo>
                    <a:cubicBezTo>
                      <a:pt x="98" y="699"/>
                      <a:pt x="123" y="689"/>
                      <a:pt x="153" y="665"/>
                    </a:cubicBezTo>
                    <a:cubicBezTo>
                      <a:pt x="322" y="529"/>
                      <a:pt x="458" y="371"/>
                      <a:pt x="490" y="154"/>
                    </a:cubicBezTo>
                    <a:cubicBezTo>
                      <a:pt x="485" y="88"/>
                      <a:pt x="496" y="17"/>
                      <a:pt x="425" y="1"/>
                    </a:cubicBezTo>
                    <a:cubicBezTo>
                      <a:pt x="421" y="1"/>
                      <a:pt x="417" y="0"/>
                      <a:pt x="413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4" name="Google Shape;1104;p28"/>
              <p:cNvSpPr/>
              <p:nvPr/>
            </p:nvSpPr>
            <p:spPr>
              <a:xfrm>
                <a:off x="5401111" y="2111536"/>
                <a:ext cx="18816" cy="50971"/>
              </a:xfrm>
              <a:custGeom>
                <a:rect b="b" l="l" r="r" t="t"/>
                <a:pathLst>
                  <a:path extrusionOk="0" h="856" w="316">
                    <a:moveTo>
                      <a:pt x="153" y="1"/>
                    </a:moveTo>
                    <a:cubicBezTo>
                      <a:pt x="104" y="279"/>
                      <a:pt x="0" y="578"/>
                      <a:pt x="316" y="856"/>
                    </a:cubicBezTo>
                    <a:cubicBezTo>
                      <a:pt x="256" y="535"/>
                      <a:pt x="201" y="268"/>
                      <a:pt x="153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5" name="Google Shape;1105;p28"/>
              <p:cNvSpPr/>
              <p:nvPr/>
            </p:nvSpPr>
            <p:spPr>
              <a:xfrm>
                <a:off x="5783933" y="1811364"/>
                <a:ext cx="145588" cy="141717"/>
              </a:xfrm>
              <a:custGeom>
                <a:rect b="b" l="l" r="r" t="t"/>
                <a:pathLst>
                  <a:path extrusionOk="0" h="2380" w="2445">
                    <a:moveTo>
                      <a:pt x="1024" y="1"/>
                    </a:moveTo>
                    <a:cubicBezTo>
                      <a:pt x="997" y="50"/>
                      <a:pt x="959" y="99"/>
                      <a:pt x="937" y="153"/>
                    </a:cubicBezTo>
                    <a:cubicBezTo>
                      <a:pt x="626" y="888"/>
                      <a:pt x="550" y="1727"/>
                      <a:pt x="0" y="2380"/>
                    </a:cubicBezTo>
                    <a:cubicBezTo>
                      <a:pt x="659" y="2070"/>
                      <a:pt x="1416" y="2031"/>
                      <a:pt x="2015" y="1580"/>
                    </a:cubicBezTo>
                    <a:cubicBezTo>
                      <a:pt x="2132" y="1489"/>
                      <a:pt x="2255" y="1356"/>
                      <a:pt x="2434" y="1356"/>
                    </a:cubicBezTo>
                    <a:cubicBezTo>
                      <a:pt x="2438" y="1356"/>
                      <a:pt x="2441" y="1356"/>
                      <a:pt x="2445" y="1356"/>
                    </a:cubicBezTo>
                    <a:cubicBezTo>
                      <a:pt x="2369" y="1231"/>
                      <a:pt x="2265" y="1144"/>
                      <a:pt x="2145" y="1062"/>
                    </a:cubicBezTo>
                    <a:cubicBezTo>
                      <a:pt x="1715" y="768"/>
                      <a:pt x="1269" y="485"/>
                      <a:pt x="1024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6" name="Google Shape;1106;p28"/>
              <p:cNvSpPr/>
              <p:nvPr/>
            </p:nvSpPr>
            <p:spPr>
              <a:xfrm>
                <a:off x="7496840" y="777820"/>
                <a:ext cx="462665" cy="34417"/>
              </a:xfrm>
              <a:custGeom>
                <a:rect b="b" l="l" r="r" t="t"/>
                <a:pathLst>
                  <a:path extrusionOk="0" h="578" w="7770">
                    <a:moveTo>
                      <a:pt x="2862" y="0"/>
                    </a:moveTo>
                    <a:cubicBezTo>
                      <a:pt x="1911" y="0"/>
                      <a:pt x="958" y="102"/>
                      <a:pt x="1" y="378"/>
                    </a:cubicBezTo>
                    <a:cubicBezTo>
                      <a:pt x="133" y="417"/>
                      <a:pt x="264" y="432"/>
                      <a:pt x="396" y="432"/>
                    </a:cubicBezTo>
                    <a:cubicBezTo>
                      <a:pt x="633" y="432"/>
                      <a:pt x="867" y="384"/>
                      <a:pt x="1095" y="345"/>
                    </a:cubicBezTo>
                    <a:cubicBezTo>
                      <a:pt x="1507" y="270"/>
                      <a:pt x="1919" y="244"/>
                      <a:pt x="2330" y="244"/>
                    </a:cubicBezTo>
                    <a:cubicBezTo>
                      <a:pt x="2963" y="244"/>
                      <a:pt x="3595" y="306"/>
                      <a:pt x="4225" y="345"/>
                    </a:cubicBezTo>
                    <a:cubicBezTo>
                      <a:pt x="4492" y="362"/>
                      <a:pt x="4764" y="351"/>
                      <a:pt x="5031" y="394"/>
                    </a:cubicBezTo>
                    <a:cubicBezTo>
                      <a:pt x="5693" y="498"/>
                      <a:pt x="6356" y="578"/>
                      <a:pt x="7023" y="578"/>
                    </a:cubicBezTo>
                    <a:cubicBezTo>
                      <a:pt x="7271" y="578"/>
                      <a:pt x="7520" y="567"/>
                      <a:pt x="7769" y="541"/>
                    </a:cubicBezTo>
                    <a:cubicBezTo>
                      <a:pt x="6136" y="304"/>
                      <a:pt x="4502" y="0"/>
                      <a:pt x="2862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7" name="Google Shape;1107;p28"/>
              <p:cNvSpPr/>
              <p:nvPr/>
            </p:nvSpPr>
            <p:spPr>
              <a:xfrm>
                <a:off x="7551920" y="712617"/>
                <a:ext cx="261343" cy="47874"/>
              </a:xfrm>
              <a:custGeom>
                <a:rect b="b" l="l" r="r" t="t"/>
                <a:pathLst>
                  <a:path extrusionOk="0" h="804" w="4389">
                    <a:moveTo>
                      <a:pt x="644" y="1"/>
                    </a:moveTo>
                    <a:cubicBezTo>
                      <a:pt x="431" y="1"/>
                      <a:pt x="217" y="9"/>
                      <a:pt x="1" y="25"/>
                    </a:cubicBezTo>
                    <a:cubicBezTo>
                      <a:pt x="1482" y="194"/>
                      <a:pt x="2930" y="515"/>
                      <a:pt x="4389" y="804"/>
                    </a:cubicBezTo>
                    <a:cubicBezTo>
                      <a:pt x="3187" y="294"/>
                      <a:pt x="1941" y="1"/>
                      <a:pt x="644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8" name="Google Shape;1108;p28"/>
              <p:cNvSpPr/>
              <p:nvPr/>
            </p:nvSpPr>
            <p:spPr>
              <a:xfrm>
                <a:off x="7526017" y="1618494"/>
                <a:ext cx="110277" cy="189710"/>
              </a:xfrm>
              <a:custGeom>
                <a:rect b="b" l="l" r="r" t="t"/>
                <a:pathLst>
                  <a:path extrusionOk="0" h="3186" w="1852">
                    <a:moveTo>
                      <a:pt x="0" y="1"/>
                    </a:moveTo>
                    <a:cubicBezTo>
                      <a:pt x="0" y="246"/>
                      <a:pt x="1334" y="2543"/>
                      <a:pt x="1851" y="3185"/>
                    </a:cubicBezTo>
                    <a:cubicBezTo>
                      <a:pt x="1519" y="1901"/>
                      <a:pt x="817" y="932"/>
                      <a:pt x="0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09" name="Google Shape;1109;p28"/>
            <p:cNvGrpSpPr/>
            <p:nvPr/>
          </p:nvGrpSpPr>
          <p:grpSpPr>
            <a:xfrm>
              <a:off x="5234850" y="71375"/>
              <a:ext cx="3462813" cy="5436445"/>
              <a:chOff x="5112550" y="-494325"/>
              <a:chExt cx="3462813" cy="5436445"/>
            </a:xfrm>
          </p:grpSpPr>
          <p:sp>
            <p:nvSpPr>
              <p:cNvPr id="1110" name="Google Shape;1110;p28"/>
              <p:cNvSpPr/>
              <p:nvPr/>
            </p:nvSpPr>
            <p:spPr>
              <a:xfrm>
                <a:off x="5669188" y="-379996"/>
                <a:ext cx="2350539" cy="5307544"/>
              </a:xfrm>
              <a:custGeom>
                <a:rect b="b" l="l" r="r" t="t"/>
                <a:pathLst>
                  <a:path extrusionOk="0" h="89135" w="39475">
                    <a:moveTo>
                      <a:pt x="21935" y="51897"/>
                    </a:moveTo>
                    <a:lnTo>
                      <a:pt x="21935" y="51897"/>
                    </a:lnTo>
                    <a:cubicBezTo>
                      <a:pt x="22076" y="52153"/>
                      <a:pt x="22229" y="52404"/>
                      <a:pt x="22386" y="52655"/>
                    </a:cubicBezTo>
                    <a:cubicBezTo>
                      <a:pt x="22329" y="52617"/>
                      <a:pt x="22267" y="52611"/>
                      <a:pt x="22207" y="52611"/>
                    </a:cubicBezTo>
                    <a:cubicBezTo>
                      <a:pt x="22180" y="52611"/>
                      <a:pt x="22154" y="52612"/>
                      <a:pt x="22128" y="52612"/>
                    </a:cubicBezTo>
                    <a:cubicBezTo>
                      <a:pt x="22082" y="52612"/>
                      <a:pt x="22039" y="52608"/>
                      <a:pt x="22005" y="52584"/>
                    </a:cubicBezTo>
                    <a:cubicBezTo>
                      <a:pt x="22310" y="52573"/>
                      <a:pt x="22146" y="52366"/>
                      <a:pt x="22097" y="52252"/>
                    </a:cubicBezTo>
                    <a:cubicBezTo>
                      <a:pt x="22044" y="52133"/>
                      <a:pt x="21990" y="52014"/>
                      <a:pt x="21935" y="51897"/>
                    </a:cubicBezTo>
                    <a:close/>
                    <a:moveTo>
                      <a:pt x="5243" y="85542"/>
                    </a:moveTo>
                    <a:lnTo>
                      <a:pt x="5243" y="85542"/>
                    </a:lnTo>
                    <a:cubicBezTo>
                      <a:pt x="5239" y="85623"/>
                      <a:pt x="5228" y="85709"/>
                      <a:pt x="5232" y="85792"/>
                    </a:cubicBezTo>
                    <a:lnTo>
                      <a:pt x="5232" y="85792"/>
                    </a:lnTo>
                    <a:cubicBezTo>
                      <a:pt x="5216" y="85705"/>
                      <a:pt x="5207" y="85619"/>
                      <a:pt x="5243" y="85542"/>
                    </a:cubicBezTo>
                    <a:close/>
                    <a:moveTo>
                      <a:pt x="21625" y="0"/>
                    </a:moveTo>
                    <a:cubicBezTo>
                      <a:pt x="21548" y="0"/>
                      <a:pt x="21482" y="82"/>
                      <a:pt x="21422" y="137"/>
                    </a:cubicBezTo>
                    <a:cubicBezTo>
                      <a:pt x="21194" y="360"/>
                      <a:pt x="20960" y="572"/>
                      <a:pt x="20780" y="839"/>
                    </a:cubicBezTo>
                    <a:cubicBezTo>
                      <a:pt x="20530" y="1220"/>
                      <a:pt x="20197" y="1525"/>
                      <a:pt x="19795" y="1737"/>
                    </a:cubicBezTo>
                    <a:cubicBezTo>
                      <a:pt x="19468" y="1906"/>
                      <a:pt x="19185" y="2140"/>
                      <a:pt x="18913" y="2380"/>
                    </a:cubicBezTo>
                    <a:cubicBezTo>
                      <a:pt x="18651" y="2603"/>
                      <a:pt x="18379" y="2815"/>
                      <a:pt x="18074" y="2968"/>
                    </a:cubicBezTo>
                    <a:cubicBezTo>
                      <a:pt x="16828" y="3577"/>
                      <a:pt x="15744" y="4427"/>
                      <a:pt x="14639" y="5254"/>
                    </a:cubicBezTo>
                    <a:cubicBezTo>
                      <a:pt x="14449" y="5396"/>
                      <a:pt x="14285" y="5559"/>
                      <a:pt x="14133" y="5744"/>
                    </a:cubicBezTo>
                    <a:cubicBezTo>
                      <a:pt x="13431" y="6599"/>
                      <a:pt x="12679" y="7415"/>
                      <a:pt x="12124" y="8384"/>
                    </a:cubicBezTo>
                    <a:cubicBezTo>
                      <a:pt x="12080" y="8466"/>
                      <a:pt x="12015" y="8537"/>
                      <a:pt x="11955" y="8608"/>
                    </a:cubicBezTo>
                    <a:cubicBezTo>
                      <a:pt x="11057" y="9609"/>
                      <a:pt x="10366" y="10774"/>
                      <a:pt x="9397" y="11716"/>
                    </a:cubicBezTo>
                    <a:cubicBezTo>
                      <a:pt x="8711" y="12380"/>
                      <a:pt x="8085" y="13104"/>
                      <a:pt x="7404" y="13774"/>
                    </a:cubicBezTo>
                    <a:cubicBezTo>
                      <a:pt x="6979" y="14193"/>
                      <a:pt x="6500" y="14563"/>
                      <a:pt x="6049" y="14955"/>
                    </a:cubicBezTo>
                    <a:cubicBezTo>
                      <a:pt x="4611" y="16191"/>
                      <a:pt x="3076" y="17307"/>
                      <a:pt x="1661" y="18575"/>
                    </a:cubicBezTo>
                    <a:cubicBezTo>
                      <a:pt x="1427" y="18782"/>
                      <a:pt x="1225" y="19000"/>
                      <a:pt x="1116" y="19299"/>
                    </a:cubicBezTo>
                    <a:cubicBezTo>
                      <a:pt x="1046" y="19490"/>
                      <a:pt x="980" y="19691"/>
                      <a:pt x="909" y="19893"/>
                    </a:cubicBezTo>
                    <a:cubicBezTo>
                      <a:pt x="937" y="19697"/>
                      <a:pt x="1105" y="19534"/>
                      <a:pt x="969" y="19327"/>
                    </a:cubicBezTo>
                    <a:lnTo>
                      <a:pt x="969" y="19327"/>
                    </a:lnTo>
                    <a:cubicBezTo>
                      <a:pt x="779" y="19621"/>
                      <a:pt x="566" y="19904"/>
                      <a:pt x="485" y="20252"/>
                    </a:cubicBezTo>
                    <a:cubicBezTo>
                      <a:pt x="501" y="20459"/>
                      <a:pt x="409" y="20639"/>
                      <a:pt x="349" y="20829"/>
                    </a:cubicBezTo>
                    <a:cubicBezTo>
                      <a:pt x="0" y="21978"/>
                      <a:pt x="120" y="23050"/>
                      <a:pt x="839" y="24041"/>
                    </a:cubicBezTo>
                    <a:cubicBezTo>
                      <a:pt x="1427" y="24847"/>
                      <a:pt x="2009" y="25658"/>
                      <a:pt x="2690" y="26393"/>
                    </a:cubicBezTo>
                    <a:cubicBezTo>
                      <a:pt x="3087" y="26823"/>
                      <a:pt x="3517" y="27226"/>
                      <a:pt x="3800" y="27749"/>
                    </a:cubicBezTo>
                    <a:cubicBezTo>
                      <a:pt x="3985" y="27939"/>
                      <a:pt x="4176" y="28135"/>
                      <a:pt x="4361" y="28326"/>
                    </a:cubicBezTo>
                    <a:cubicBezTo>
                      <a:pt x="4481" y="28353"/>
                      <a:pt x="4557" y="28451"/>
                      <a:pt x="4639" y="28532"/>
                    </a:cubicBezTo>
                    <a:cubicBezTo>
                      <a:pt x="5379" y="29240"/>
                      <a:pt x="6152" y="29910"/>
                      <a:pt x="6941" y="30563"/>
                    </a:cubicBezTo>
                    <a:cubicBezTo>
                      <a:pt x="8057" y="31499"/>
                      <a:pt x="9048" y="32550"/>
                      <a:pt x="9843" y="33780"/>
                    </a:cubicBezTo>
                    <a:cubicBezTo>
                      <a:pt x="10148" y="34249"/>
                      <a:pt x="10355" y="34760"/>
                      <a:pt x="10485" y="35299"/>
                    </a:cubicBezTo>
                    <a:cubicBezTo>
                      <a:pt x="10510" y="35410"/>
                      <a:pt x="10510" y="35483"/>
                      <a:pt x="10433" y="35483"/>
                    </a:cubicBezTo>
                    <a:cubicBezTo>
                      <a:pt x="10407" y="35483"/>
                      <a:pt x="10372" y="35475"/>
                      <a:pt x="10328" y="35457"/>
                    </a:cubicBezTo>
                    <a:cubicBezTo>
                      <a:pt x="10306" y="35811"/>
                      <a:pt x="10213" y="36165"/>
                      <a:pt x="10235" y="36524"/>
                    </a:cubicBezTo>
                    <a:cubicBezTo>
                      <a:pt x="10311" y="36573"/>
                      <a:pt x="10279" y="36644"/>
                      <a:pt x="10268" y="36715"/>
                    </a:cubicBezTo>
                    <a:cubicBezTo>
                      <a:pt x="10208" y="37036"/>
                      <a:pt x="10093" y="37346"/>
                      <a:pt x="10061" y="37678"/>
                    </a:cubicBezTo>
                    <a:cubicBezTo>
                      <a:pt x="9936" y="38849"/>
                      <a:pt x="9691" y="39997"/>
                      <a:pt x="9342" y="41124"/>
                    </a:cubicBezTo>
                    <a:cubicBezTo>
                      <a:pt x="9173" y="41663"/>
                      <a:pt x="8939" y="42159"/>
                      <a:pt x="8618" y="42611"/>
                    </a:cubicBezTo>
                    <a:cubicBezTo>
                      <a:pt x="8308" y="43041"/>
                      <a:pt x="7976" y="43449"/>
                      <a:pt x="7638" y="43857"/>
                    </a:cubicBezTo>
                    <a:cubicBezTo>
                      <a:pt x="7181" y="44413"/>
                      <a:pt x="6724" y="44968"/>
                      <a:pt x="6533" y="45686"/>
                    </a:cubicBezTo>
                    <a:cubicBezTo>
                      <a:pt x="6381" y="46258"/>
                      <a:pt x="6266" y="46835"/>
                      <a:pt x="6359" y="47429"/>
                    </a:cubicBezTo>
                    <a:cubicBezTo>
                      <a:pt x="6375" y="47525"/>
                      <a:pt x="6417" y="47652"/>
                      <a:pt x="6250" y="47652"/>
                    </a:cubicBezTo>
                    <a:cubicBezTo>
                      <a:pt x="6246" y="47652"/>
                      <a:pt x="6243" y="47652"/>
                      <a:pt x="6239" y="47652"/>
                    </a:cubicBezTo>
                    <a:cubicBezTo>
                      <a:pt x="6207" y="47658"/>
                      <a:pt x="6177" y="47661"/>
                      <a:pt x="6149" y="47661"/>
                    </a:cubicBezTo>
                    <a:cubicBezTo>
                      <a:pt x="6027" y="47661"/>
                      <a:pt x="5937" y="47601"/>
                      <a:pt x="5880" y="47456"/>
                    </a:cubicBezTo>
                    <a:cubicBezTo>
                      <a:pt x="5755" y="47135"/>
                      <a:pt x="5629" y="46813"/>
                      <a:pt x="5613" y="46470"/>
                    </a:cubicBezTo>
                    <a:cubicBezTo>
                      <a:pt x="5531" y="44772"/>
                      <a:pt x="5744" y="43128"/>
                      <a:pt x="6549" y="41603"/>
                    </a:cubicBezTo>
                    <a:cubicBezTo>
                      <a:pt x="6669" y="41375"/>
                      <a:pt x="6718" y="41168"/>
                      <a:pt x="6587" y="40939"/>
                    </a:cubicBezTo>
                    <a:cubicBezTo>
                      <a:pt x="6125" y="40030"/>
                      <a:pt x="5510" y="39230"/>
                      <a:pt x="4845" y="38468"/>
                    </a:cubicBezTo>
                    <a:cubicBezTo>
                      <a:pt x="4696" y="38376"/>
                      <a:pt x="4628" y="38157"/>
                      <a:pt x="4429" y="38157"/>
                    </a:cubicBezTo>
                    <a:cubicBezTo>
                      <a:pt x="4403" y="38157"/>
                      <a:pt x="4375" y="38160"/>
                      <a:pt x="4345" y="38168"/>
                    </a:cubicBezTo>
                    <a:cubicBezTo>
                      <a:pt x="4192" y="38381"/>
                      <a:pt x="4116" y="38626"/>
                      <a:pt x="3958" y="38838"/>
                    </a:cubicBezTo>
                    <a:cubicBezTo>
                      <a:pt x="3397" y="39578"/>
                      <a:pt x="2695" y="40095"/>
                      <a:pt x="1791" y="40330"/>
                    </a:cubicBezTo>
                    <a:cubicBezTo>
                      <a:pt x="1465" y="40411"/>
                      <a:pt x="1127" y="40498"/>
                      <a:pt x="866" y="40738"/>
                    </a:cubicBezTo>
                    <a:cubicBezTo>
                      <a:pt x="822" y="40798"/>
                      <a:pt x="784" y="40858"/>
                      <a:pt x="833" y="40934"/>
                    </a:cubicBezTo>
                    <a:cubicBezTo>
                      <a:pt x="1612" y="41277"/>
                      <a:pt x="2319" y="41740"/>
                      <a:pt x="3043" y="42257"/>
                    </a:cubicBezTo>
                    <a:cubicBezTo>
                      <a:pt x="2948" y="42288"/>
                      <a:pt x="2859" y="42301"/>
                      <a:pt x="2775" y="42301"/>
                    </a:cubicBezTo>
                    <a:cubicBezTo>
                      <a:pt x="2540" y="42301"/>
                      <a:pt x="2344" y="42201"/>
                      <a:pt x="2140" y="42137"/>
                    </a:cubicBezTo>
                    <a:cubicBezTo>
                      <a:pt x="1866" y="42054"/>
                      <a:pt x="1599" y="41908"/>
                      <a:pt x="1309" y="41908"/>
                    </a:cubicBezTo>
                    <a:cubicBezTo>
                      <a:pt x="1218" y="41908"/>
                      <a:pt x="1125" y="41922"/>
                      <a:pt x="1029" y="41957"/>
                    </a:cubicBezTo>
                    <a:cubicBezTo>
                      <a:pt x="915" y="42317"/>
                      <a:pt x="1105" y="42578"/>
                      <a:pt x="1329" y="42823"/>
                    </a:cubicBezTo>
                    <a:cubicBezTo>
                      <a:pt x="1546" y="42872"/>
                      <a:pt x="1470" y="43182"/>
                      <a:pt x="1682" y="43237"/>
                    </a:cubicBezTo>
                    <a:cubicBezTo>
                      <a:pt x="1819" y="43013"/>
                      <a:pt x="1639" y="42866"/>
                      <a:pt x="1568" y="42714"/>
                    </a:cubicBezTo>
                    <a:lnTo>
                      <a:pt x="1568" y="42714"/>
                    </a:lnTo>
                    <a:cubicBezTo>
                      <a:pt x="1650" y="42801"/>
                      <a:pt x="1693" y="42932"/>
                      <a:pt x="1753" y="43057"/>
                    </a:cubicBezTo>
                    <a:cubicBezTo>
                      <a:pt x="2156" y="43982"/>
                      <a:pt x="2238" y="44973"/>
                      <a:pt x="2287" y="45959"/>
                    </a:cubicBezTo>
                    <a:cubicBezTo>
                      <a:pt x="2319" y="46704"/>
                      <a:pt x="2385" y="47439"/>
                      <a:pt x="2581" y="48158"/>
                    </a:cubicBezTo>
                    <a:cubicBezTo>
                      <a:pt x="3185" y="50401"/>
                      <a:pt x="4464" y="52094"/>
                      <a:pt x="6571" y="53117"/>
                    </a:cubicBezTo>
                    <a:cubicBezTo>
                      <a:pt x="7109" y="53378"/>
                      <a:pt x="7658" y="53619"/>
                      <a:pt x="8278" y="53619"/>
                    </a:cubicBezTo>
                    <a:cubicBezTo>
                      <a:pt x="8291" y="53619"/>
                      <a:pt x="8305" y="53619"/>
                      <a:pt x="8319" y="53618"/>
                    </a:cubicBezTo>
                    <a:cubicBezTo>
                      <a:pt x="8830" y="52992"/>
                      <a:pt x="9348" y="52383"/>
                      <a:pt x="9941" y="51822"/>
                    </a:cubicBezTo>
                    <a:cubicBezTo>
                      <a:pt x="10621" y="51190"/>
                      <a:pt x="11346" y="50646"/>
                      <a:pt x="12157" y="50210"/>
                    </a:cubicBezTo>
                    <a:cubicBezTo>
                      <a:pt x="12739" y="49906"/>
                      <a:pt x="13376" y="49786"/>
                      <a:pt x="14024" y="49715"/>
                    </a:cubicBezTo>
                    <a:cubicBezTo>
                      <a:pt x="14055" y="49712"/>
                      <a:pt x="14089" y="49709"/>
                      <a:pt x="14122" y="49709"/>
                    </a:cubicBezTo>
                    <a:cubicBezTo>
                      <a:pt x="14247" y="49709"/>
                      <a:pt x="14366" y="49750"/>
                      <a:pt x="14323" y="49960"/>
                    </a:cubicBezTo>
                    <a:cubicBezTo>
                      <a:pt x="13779" y="50210"/>
                      <a:pt x="13305" y="50548"/>
                      <a:pt x="12957" y="51043"/>
                    </a:cubicBezTo>
                    <a:cubicBezTo>
                      <a:pt x="12870" y="51169"/>
                      <a:pt x="12756" y="51277"/>
                      <a:pt x="12636" y="51370"/>
                    </a:cubicBezTo>
                    <a:cubicBezTo>
                      <a:pt x="11787" y="52040"/>
                      <a:pt x="11237" y="52905"/>
                      <a:pt x="10845" y="53901"/>
                    </a:cubicBezTo>
                    <a:cubicBezTo>
                      <a:pt x="10284" y="55328"/>
                      <a:pt x="10600" y="56564"/>
                      <a:pt x="11525" y="57723"/>
                    </a:cubicBezTo>
                    <a:cubicBezTo>
                      <a:pt x="12075" y="58414"/>
                      <a:pt x="12756" y="58981"/>
                      <a:pt x="13365" y="59623"/>
                    </a:cubicBezTo>
                    <a:cubicBezTo>
                      <a:pt x="13539" y="59803"/>
                      <a:pt x="13703" y="59988"/>
                      <a:pt x="13774" y="60282"/>
                    </a:cubicBezTo>
                    <a:cubicBezTo>
                      <a:pt x="13686" y="60135"/>
                      <a:pt x="13610" y="60031"/>
                      <a:pt x="13523" y="59933"/>
                    </a:cubicBezTo>
                    <a:cubicBezTo>
                      <a:pt x="13404" y="59798"/>
                      <a:pt x="13329" y="59594"/>
                      <a:pt x="13105" y="59594"/>
                    </a:cubicBezTo>
                    <a:cubicBezTo>
                      <a:pt x="13094" y="59594"/>
                      <a:pt x="13083" y="59595"/>
                      <a:pt x="13071" y="59596"/>
                    </a:cubicBezTo>
                    <a:cubicBezTo>
                      <a:pt x="13425" y="60260"/>
                      <a:pt x="13779" y="60924"/>
                      <a:pt x="14133" y="61583"/>
                    </a:cubicBezTo>
                    <a:cubicBezTo>
                      <a:pt x="14204" y="61545"/>
                      <a:pt x="14166" y="61441"/>
                      <a:pt x="14236" y="61387"/>
                    </a:cubicBezTo>
                    <a:cubicBezTo>
                      <a:pt x="14400" y="61779"/>
                      <a:pt x="14405" y="62154"/>
                      <a:pt x="14285" y="62541"/>
                    </a:cubicBezTo>
                    <a:cubicBezTo>
                      <a:pt x="14122" y="63096"/>
                      <a:pt x="13997" y="63657"/>
                      <a:pt x="13768" y="64191"/>
                    </a:cubicBezTo>
                    <a:cubicBezTo>
                      <a:pt x="13387" y="65083"/>
                      <a:pt x="13137" y="66014"/>
                      <a:pt x="12952" y="66967"/>
                    </a:cubicBezTo>
                    <a:cubicBezTo>
                      <a:pt x="12826" y="67588"/>
                      <a:pt x="12859" y="68203"/>
                      <a:pt x="12973" y="68823"/>
                    </a:cubicBezTo>
                    <a:cubicBezTo>
                      <a:pt x="13006" y="68987"/>
                      <a:pt x="13050" y="69155"/>
                      <a:pt x="13186" y="69259"/>
                    </a:cubicBezTo>
                    <a:cubicBezTo>
                      <a:pt x="13496" y="69498"/>
                      <a:pt x="13714" y="69825"/>
                      <a:pt x="13970" y="70114"/>
                    </a:cubicBezTo>
                    <a:cubicBezTo>
                      <a:pt x="14215" y="70387"/>
                      <a:pt x="14520" y="70518"/>
                      <a:pt x="14816" y="70518"/>
                    </a:cubicBezTo>
                    <a:cubicBezTo>
                      <a:pt x="15209" y="70518"/>
                      <a:pt x="15587" y="70285"/>
                      <a:pt x="15782" y="69847"/>
                    </a:cubicBezTo>
                    <a:cubicBezTo>
                      <a:pt x="15815" y="69771"/>
                      <a:pt x="15853" y="69700"/>
                      <a:pt x="15891" y="69624"/>
                    </a:cubicBezTo>
                    <a:cubicBezTo>
                      <a:pt x="15940" y="69515"/>
                      <a:pt x="16006" y="69400"/>
                      <a:pt x="15902" y="69297"/>
                    </a:cubicBezTo>
                    <a:cubicBezTo>
                      <a:pt x="15870" y="69267"/>
                      <a:pt x="15837" y="69256"/>
                      <a:pt x="15803" y="69256"/>
                    </a:cubicBezTo>
                    <a:cubicBezTo>
                      <a:pt x="15737" y="69256"/>
                      <a:pt x="15669" y="69297"/>
                      <a:pt x="15608" y="69330"/>
                    </a:cubicBezTo>
                    <a:cubicBezTo>
                      <a:pt x="15439" y="69416"/>
                      <a:pt x="15277" y="69459"/>
                      <a:pt x="15119" y="69459"/>
                    </a:cubicBezTo>
                    <a:cubicBezTo>
                      <a:pt x="14891" y="69459"/>
                      <a:pt x="14672" y="69370"/>
                      <a:pt x="14460" y="69199"/>
                    </a:cubicBezTo>
                    <a:cubicBezTo>
                      <a:pt x="14313" y="69079"/>
                      <a:pt x="14155" y="68976"/>
                      <a:pt x="14002" y="68812"/>
                    </a:cubicBezTo>
                    <a:lnTo>
                      <a:pt x="14002" y="68812"/>
                    </a:lnTo>
                    <a:cubicBezTo>
                      <a:pt x="14215" y="68916"/>
                      <a:pt x="14372" y="69041"/>
                      <a:pt x="14536" y="69155"/>
                    </a:cubicBezTo>
                    <a:cubicBezTo>
                      <a:pt x="14720" y="69287"/>
                      <a:pt x="14908" y="69346"/>
                      <a:pt x="15111" y="69346"/>
                    </a:cubicBezTo>
                    <a:cubicBezTo>
                      <a:pt x="15226" y="69346"/>
                      <a:pt x="15346" y="69327"/>
                      <a:pt x="15472" y="69292"/>
                    </a:cubicBezTo>
                    <a:cubicBezTo>
                      <a:pt x="15777" y="69204"/>
                      <a:pt x="16016" y="69019"/>
                      <a:pt x="16278" y="68872"/>
                    </a:cubicBezTo>
                    <a:lnTo>
                      <a:pt x="16310" y="68883"/>
                    </a:lnTo>
                    <a:lnTo>
                      <a:pt x="16332" y="68861"/>
                    </a:lnTo>
                    <a:cubicBezTo>
                      <a:pt x="16501" y="68567"/>
                      <a:pt x="16430" y="68252"/>
                      <a:pt x="16392" y="67947"/>
                    </a:cubicBezTo>
                    <a:cubicBezTo>
                      <a:pt x="16376" y="67822"/>
                      <a:pt x="16414" y="67801"/>
                      <a:pt x="16474" y="67801"/>
                    </a:cubicBezTo>
                    <a:cubicBezTo>
                      <a:pt x="16495" y="67801"/>
                      <a:pt x="16519" y="67804"/>
                      <a:pt x="16545" y="67805"/>
                    </a:cubicBezTo>
                    <a:cubicBezTo>
                      <a:pt x="16508" y="67610"/>
                      <a:pt x="16408" y="67566"/>
                      <a:pt x="16288" y="67566"/>
                    </a:cubicBezTo>
                    <a:cubicBezTo>
                      <a:pt x="16210" y="67566"/>
                      <a:pt x="16125" y="67584"/>
                      <a:pt x="16044" y="67593"/>
                    </a:cubicBezTo>
                    <a:cubicBezTo>
                      <a:pt x="16022" y="67773"/>
                      <a:pt x="15946" y="67931"/>
                      <a:pt x="15826" y="68067"/>
                    </a:cubicBezTo>
                    <a:cubicBezTo>
                      <a:pt x="15718" y="68188"/>
                      <a:pt x="15600" y="68231"/>
                      <a:pt x="15478" y="68231"/>
                    </a:cubicBezTo>
                    <a:cubicBezTo>
                      <a:pt x="15359" y="68231"/>
                      <a:pt x="15236" y="68191"/>
                      <a:pt x="15113" y="68143"/>
                    </a:cubicBezTo>
                    <a:cubicBezTo>
                      <a:pt x="14900" y="68061"/>
                      <a:pt x="14786" y="67892"/>
                      <a:pt x="14808" y="67675"/>
                    </a:cubicBezTo>
                    <a:cubicBezTo>
                      <a:pt x="14835" y="67435"/>
                      <a:pt x="14879" y="67179"/>
                      <a:pt x="15118" y="67032"/>
                    </a:cubicBezTo>
                    <a:cubicBezTo>
                      <a:pt x="15151" y="66885"/>
                      <a:pt x="14955" y="66820"/>
                      <a:pt x="14988" y="66673"/>
                    </a:cubicBezTo>
                    <a:cubicBezTo>
                      <a:pt x="14944" y="66504"/>
                      <a:pt x="14928" y="66330"/>
                      <a:pt x="14982" y="66156"/>
                    </a:cubicBezTo>
                    <a:cubicBezTo>
                      <a:pt x="15034" y="65981"/>
                      <a:pt x="15103" y="65895"/>
                      <a:pt x="15198" y="65895"/>
                    </a:cubicBezTo>
                    <a:cubicBezTo>
                      <a:pt x="15262" y="65895"/>
                      <a:pt x="15338" y="65935"/>
                      <a:pt x="15429" y="66014"/>
                    </a:cubicBezTo>
                    <a:cubicBezTo>
                      <a:pt x="15510" y="66085"/>
                      <a:pt x="15570" y="66178"/>
                      <a:pt x="15646" y="66243"/>
                    </a:cubicBezTo>
                    <a:cubicBezTo>
                      <a:pt x="15686" y="66279"/>
                      <a:pt x="15727" y="66321"/>
                      <a:pt x="15775" y="66321"/>
                    </a:cubicBezTo>
                    <a:cubicBezTo>
                      <a:pt x="15793" y="66321"/>
                      <a:pt x="15811" y="66316"/>
                      <a:pt x="15831" y="66303"/>
                    </a:cubicBezTo>
                    <a:cubicBezTo>
                      <a:pt x="15897" y="66259"/>
                      <a:pt x="15897" y="66183"/>
                      <a:pt x="15891" y="66112"/>
                    </a:cubicBezTo>
                    <a:cubicBezTo>
                      <a:pt x="15886" y="66052"/>
                      <a:pt x="15870" y="65992"/>
                      <a:pt x="15842" y="65943"/>
                    </a:cubicBezTo>
                    <a:cubicBezTo>
                      <a:pt x="15521" y="65339"/>
                      <a:pt x="15690" y="64757"/>
                      <a:pt x="15940" y="64191"/>
                    </a:cubicBezTo>
                    <a:cubicBezTo>
                      <a:pt x="16104" y="63826"/>
                      <a:pt x="16300" y="63472"/>
                      <a:pt x="16474" y="63118"/>
                    </a:cubicBezTo>
                    <a:cubicBezTo>
                      <a:pt x="16577" y="62862"/>
                      <a:pt x="16713" y="62623"/>
                      <a:pt x="16833" y="62372"/>
                    </a:cubicBezTo>
                    <a:cubicBezTo>
                      <a:pt x="16920" y="62231"/>
                      <a:pt x="16996" y="62089"/>
                      <a:pt x="17062" y="61937"/>
                    </a:cubicBezTo>
                    <a:cubicBezTo>
                      <a:pt x="17437" y="61071"/>
                      <a:pt x="17710" y="60195"/>
                      <a:pt x="17143" y="59302"/>
                    </a:cubicBezTo>
                    <a:cubicBezTo>
                      <a:pt x="16860" y="58850"/>
                      <a:pt x="16746" y="58344"/>
                      <a:pt x="16670" y="57832"/>
                    </a:cubicBezTo>
                    <a:cubicBezTo>
                      <a:pt x="16594" y="57337"/>
                      <a:pt x="16523" y="56798"/>
                      <a:pt x="16953" y="56406"/>
                    </a:cubicBezTo>
                    <a:cubicBezTo>
                      <a:pt x="17280" y="56101"/>
                      <a:pt x="17606" y="55796"/>
                      <a:pt x="17993" y="55562"/>
                    </a:cubicBezTo>
                    <a:cubicBezTo>
                      <a:pt x="18657" y="55164"/>
                      <a:pt x="19228" y="54653"/>
                      <a:pt x="19604" y="53961"/>
                    </a:cubicBezTo>
                    <a:cubicBezTo>
                      <a:pt x="19654" y="53871"/>
                      <a:pt x="19700" y="53757"/>
                      <a:pt x="19826" y="53757"/>
                    </a:cubicBezTo>
                    <a:cubicBezTo>
                      <a:pt x="19837" y="53757"/>
                      <a:pt x="19848" y="53758"/>
                      <a:pt x="19860" y="53760"/>
                    </a:cubicBezTo>
                    <a:cubicBezTo>
                      <a:pt x="20442" y="53989"/>
                      <a:pt x="20894" y="54408"/>
                      <a:pt x="21352" y="54811"/>
                    </a:cubicBezTo>
                    <a:cubicBezTo>
                      <a:pt x="22081" y="55447"/>
                      <a:pt x="22751" y="56139"/>
                      <a:pt x="23404" y="56847"/>
                    </a:cubicBezTo>
                    <a:cubicBezTo>
                      <a:pt x="24765" y="58322"/>
                      <a:pt x="25854" y="59928"/>
                      <a:pt x="26235" y="61937"/>
                    </a:cubicBezTo>
                    <a:cubicBezTo>
                      <a:pt x="26382" y="62721"/>
                      <a:pt x="26621" y="63488"/>
                      <a:pt x="26643" y="64299"/>
                    </a:cubicBezTo>
                    <a:cubicBezTo>
                      <a:pt x="26681" y="65807"/>
                      <a:pt x="26333" y="67250"/>
                      <a:pt x="25876" y="68665"/>
                    </a:cubicBezTo>
                    <a:cubicBezTo>
                      <a:pt x="25680" y="69281"/>
                      <a:pt x="25348" y="69847"/>
                      <a:pt x="24966" y="70375"/>
                    </a:cubicBezTo>
                    <a:cubicBezTo>
                      <a:pt x="24705" y="70723"/>
                      <a:pt x="24525" y="71121"/>
                      <a:pt x="24286" y="71491"/>
                    </a:cubicBezTo>
                    <a:cubicBezTo>
                      <a:pt x="23132" y="73309"/>
                      <a:pt x="21482" y="74414"/>
                      <a:pt x="19403" y="74899"/>
                    </a:cubicBezTo>
                    <a:cubicBezTo>
                      <a:pt x="17296" y="75383"/>
                      <a:pt x="15145" y="75541"/>
                      <a:pt x="12995" y="75699"/>
                    </a:cubicBezTo>
                    <a:cubicBezTo>
                      <a:pt x="11514" y="75808"/>
                      <a:pt x="10110" y="76167"/>
                      <a:pt x="8776" y="76793"/>
                    </a:cubicBezTo>
                    <a:cubicBezTo>
                      <a:pt x="7181" y="77545"/>
                      <a:pt x="5989" y="78748"/>
                      <a:pt x="5183" y="80321"/>
                    </a:cubicBezTo>
                    <a:cubicBezTo>
                      <a:pt x="4851" y="80963"/>
                      <a:pt x="4639" y="81644"/>
                      <a:pt x="4840" y="82384"/>
                    </a:cubicBezTo>
                    <a:cubicBezTo>
                      <a:pt x="4824" y="82335"/>
                      <a:pt x="4807" y="82281"/>
                      <a:pt x="4796" y="82226"/>
                    </a:cubicBezTo>
                    <a:cubicBezTo>
                      <a:pt x="4780" y="82150"/>
                      <a:pt x="4796" y="82041"/>
                      <a:pt x="4682" y="82041"/>
                    </a:cubicBezTo>
                    <a:cubicBezTo>
                      <a:pt x="4584" y="82047"/>
                      <a:pt x="4546" y="82145"/>
                      <a:pt x="4535" y="82221"/>
                    </a:cubicBezTo>
                    <a:cubicBezTo>
                      <a:pt x="4486" y="82607"/>
                      <a:pt x="4056" y="82950"/>
                      <a:pt x="4410" y="83381"/>
                    </a:cubicBezTo>
                    <a:cubicBezTo>
                      <a:pt x="4426" y="83397"/>
                      <a:pt x="4415" y="83430"/>
                      <a:pt x="4415" y="83451"/>
                    </a:cubicBezTo>
                    <a:cubicBezTo>
                      <a:pt x="4399" y="83696"/>
                      <a:pt x="4437" y="83947"/>
                      <a:pt x="4443" y="84192"/>
                    </a:cubicBezTo>
                    <a:cubicBezTo>
                      <a:pt x="4448" y="84872"/>
                      <a:pt x="4666" y="85487"/>
                      <a:pt x="5014" y="86059"/>
                    </a:cubicBezTo>
                    <a:cubicBezTo>
                      <a:pt x="5051" y="86119"/>
                      <a:pt x="5092" y="86198"/>
                      <a:pt x="5159" y="86198"/>
                    </a:cubicBezTo>
                    <a:cubicBezTo>
                      <a:pt x="5172" y="86198"/>
                      <a:pt x="5185" y="86195"/>
                      <a:pt x="5199" y="86190"/>
                    </a:cubicBezTo>
                    <a:cubicBezTo>
                      <a:pt x="5292" y="86157"/>
                      <a:pt x="5275" y="86054"/>
                      <a:pt x="5265" y="85972"/>
                    </a:cubicBezTo>
                    <a:cubicBezTo>
                      <a:pt x="5264" y="85964"/>
                      <a:pt x="5263" y="85955"/>
                      <a:pt x="5261" y="85947"/>
                    </a:cubicBezTo>
                    <a:lnTo>
                      <a:pt x="5261" y="85947"/>
                    </a:lnTo>
                    <a:cubicBezTo>
                      <a:pt x="5288" y="86018"/>
                      <a:pt x="5337" y="86084"/>
                      <a:pt x="5422" y="86141"/>
                    </a:cubicBezTo>
                    <a:cubicBezTo>
                      <a:pt x="5433" y="86005"/>
                      <a:pt x="5401" y="85852"/>
                      <a:pt x="5569" y="85787"/>
                    </a:cubicBezTo>
                    <a:cubicBezTo>
                      <a:pt x="5678" y="85629"/>
                      <a:pt x="5482" y="85564"/>
                      <a:pt x="5471" y="85444"/>
                    </a:cubicBezTo>
                    <a:lnTo>
                      <a:pt x="5471" y="85444"/>
                    </a:lnTo>
                    <a:cubicBezTo>
                      <a:pt x="5814" y="86043"/>
                      <a:pt x="6332" y="86494"/>
                      <a:pt x="6789" y="86995"/>
                    </a:cubicBezTo>
                    <a:cubicBezTo>
                      <a:pt x="7252" y="87507"/>
                      <a:pt x="7687" y="88024"/>
                      <a:pt x="7829" y="88727"/>
                    </a:cubicBezTo>
                    <a:cubicBezTo>
                      <a:pt x="7851" y="88841"/>
                      <a:pt x="7899" y="88950"/>
                      <a:pt x="7970" y="89042"/>
                    </a:cubicBezTo>
                    <a:cubicBezTo>
                      <a:pt x="8011" y="89092"/>
                      <a:pt x="8052" y="89135"/>
                      <a:pt x="8112" y="89135"/>
                    </a:cubicBezTo>
                    <a:cubicBezTo>
                      <a:pt x="8124" y="89135"/>
                      <a:pt x="8136" y="89133"/>
                      <a:pt x="8150" y="89129"/>
                    </a:cubicBezTo>
                    <a:cubicBezTo>
                      <a:pt x="8232" y="89102"/>
                      <a:pt x="8248" y="89031"/>
                      <a:pt x="8259" y="88961"/>
                    </a:cubicBezTo>
                    <a:cubicBezTo>
                      <a:pt x="8275" y="88792"/>
                      <a:pt x="8199" y="88639"/>
                      <a:pt x="8150" y="88482"/>
                    </a:cubicBezTo>
                    <a:cubicBezTo>
                      <a:pt x="7905" y="87703"/>
                      <a:pt x="7410" y="87044"/>
                      <a:pt x="7077" y="86304"/>
                    </a:cubicBezTo>
                    <a:lnTo>
                      <a:pt x="7077" y="86304"/>
                    </a:lnTo>
                    <a:cubicBezTo>
                      <a:pt x="7295" y="86690"/>
                      <a:pt x="7584" y="87039"/>
                      <a:pt x="7796" y="87431"/>
                    </a:cubicBezTo>
                    <a:cubicBezTo>
                      <a:pt x="7828" y="87486"/>
                      <a:pt x="7860" y="87560"/>
                      <a:pt x="7934" y="87560"/>
                    </a:cubicBezTo>
                    <a:cubicBezTo>
                      <a:pt x="7948" y="87560"/>
                      <a:pt x="7964" y="87557"/>
                      <a:pt x="7981" y="87551"/>
                    </a:cubicBezTo>
                    <a:cubicBezTo>
                      <a:pt x="7932" y="87104"/>
                      <a:pt x="7638" y="86772"/>
                      <a:pt x="7442" y="86391"/>
                    </a:cubicBezTo>
                    <a:lnTo>
                      <a:pt x="7442" y="86391"/>
                    </a:lnTo>
                    <a:cubicBezTo>
                      <a:pt x="7649" y="86701"/>
                      <a:pt x="8041" y="86701"/>
                      <a:pt x="8286" y="86952"/>
                    </a:cubicBezTo>
                    <a:cubicBezTo>
                      <a:pt x="8362" y="86788"/>
                      <a:pt x="8063" y="86690"/>
                      <a:pt x="8215" y="86576"/>
                    </a:cubicBezTo>
                    <a:cubicBezTo>
                      <a:pt x="8422" y="86424"/>
                      <a:pt x="8319" y="86282"/>
                      <a:pt x="8270" y="86130"/>
                    </a:cubicBezTo>
                    <a:cubicBezTo>
                      <a:pt x="8268" y="86129"/>
                      <a:pt x="8267" y="86129"/>
                      <a:pt x="8265" y="86129"/>
                    </a:cubicBezTo>
                    <a:cubicBezTo>
                      <a:pt x="8231" y="86129"/>
                      <a:pt x="8221" y="86249"/>
                      <a:pt x="8186" y="86249"/>
                    </a:cubicBezTo>
                    <a:cubicBezTo>
                      <a:pt x="8170" y="86249"/>
                      <a:pt x="8149" y="86224"/>
                      <a:pt x="8117" y="86152"/>
                    </a:cubicBezTo>
                    <a:cubicBezTo>
                      <a:pt x="7899" y="85656"/>
                      <a:pt x="7665" y="85172"/>
                      <a:pt x="7377" y="84714"/>
                    </a:cubicBezTo>
                    <a:cubicBezTo>
                      <a:pt x="6930" y="84017"/>
                      <a:pt x="6310" y="83424"/>
                      <a:pt x="6147" y="82635"/>
                    </a:cubicBezTo>
                    <a:lnTo>
                      <a:pt x="6147" y="82635"/>
                    </a:lnTo>
                    <a:cubicBezTo>
                      <a:pt x="6223" y="82738"/>
                      <a:pt x="6239" y="82972"/>
                      <a:pt x="6473" y="83027"/>
                    </a:cubicBezTo>
                    <a:cubicBezTo>
                      <a:pt x="6484" y="82953"/>
                      <a:pt x="6536" y="82950"/>
                      <a:pt x="6590" y="82950"/>
                    </a:cubicBezTo>
                    <a:cubicBezTo>
                      <a:pt x="6594" y="82950"/>
                      <a:pt x="6598" y="82950"/>
                      <a:pt x="6602" y="82950"/>
                    </a:cubicBezTo>
                    <a:cubicBezTo>
                      <a:pt x="6652" y="82950"/>
                      <a:pt x="6701" y="82948"/>
                      <a:pt x="6718" y="82891"/>
                    </a:cubicBezTo>
                    <a:cubicBezTo>
                      <a:pt x="6773" y="82292"/>
                      <a:pt x="6598" y="81747"/>
                      <a:pt x="6359" y="81197"/>
                    </a:cubicBezTo>
                    <a:cubicBezTo>
                      <a:pt x="6114" y="80637"/>
                      <a:pt x="6147" y="80049"/>
                      <a:pt x="6332" y="79526"/>
                    </a:cubicBezTo>
                    <a:lnTo>
                      <a:pt x="6332" y="79526"/>
                    </a:lnTo>
                    <a:cubicBezTo>
                      <a:pt x="6332" y="79673"/>
                      <a:pt x="6130" y="79880"/>
                      <a:pt x="6408" y="80054"/>
                    </a:cubicBezTo>
                    <a:cubicBezTo>
                      <a:pt x="6430" y="79760"/>
                      <a:pt x="6620" y="79537"/>
                      <a:pt x="6713" y="79276"/>
                    </a:cubicBezTo>
                    <a:cubicBezTo>
                      <a:pt x="6653" y="79156"/>
                      <a:pt x="6767" y="79151"/>
                      <a:pt x="6822" y="79112"/>
                    </a:cubicBezTo>
                    <a:cubicBezTo>
                      <a:pt x="7720" y="78427"/>
                      <a:pt x="8760" y="78029"/>
                      <a:pt x="9843" y="77790"/>
                    </a:cubicBezTo>
                    <a:cubicBezTo>
                      <a:pt x="11912" y="77318"/>
                      <a:pt x="14003" y="77008"/>
                      <a:pt x="16125" y="77008"/>
                    </a:cubicBezTo>
                    <a:cubicBezTo>
                      <a:pt x="16425" y="77008"/>
                      <a:pt x="16727" y="77015"/>
                      <a:pt x="17029" y="77027"/>
                    </a:cubicBezTo>
                    <a:cubicBezTo>
                      <a:pt x="17168" y="77033"/>
                      <a:pt x="17306" y="77036"/>
                      <a:pt x="17445" y="77036"/>
                    </a:cubicBezTo>
                    <a:cubicBezTo>
                      <a:pt x="18311" y="77036"/>
                      <a:pt x="19168" y="76923"/>
                      <a:pt x="20018" y="76744"/>
                    </a:cubicBezTo>
                    <a:cubicBezTo>
                      <a:pt x="21989" y="76336"/>
                      <a:pt x="23791" y="75558"/>
                      <a:pt x="25326" y="74235"/>
                    </a:cubicBezTo>
                    <a:cubicBezTo>
                      <a:pt x="26480" y="73244"/>
                      <a:pt x="27335" y="72019"/>
                      <a:pt x="28080" y="70712"/>
                    </a:cubicBezTo>
                    <a:cubicBezTo>
                      <a:pt x="28712" y="69596"/>
                      <a:pt x="29213" y="68431"/>
                      <a:pt x="29425" y="67157"/>
                    </a:cubicBezTo>
                    <a:cubicBezTo>
                      <a:pt x="29637" y="65889"/>
                      <a:pt x="29768" y="64621"/>
                      <a:pt x="29675" y="63325"/>
                    </a:cubicBezTo>
                    <a:cubicBezTo>
                      <a:pt x="29539" y="61485"/>
                      <a:pt x="29300" y="59683"/>
                      <a:pt x="28668" y="57930"/>
                    </a:cubicBezTo>
                    <a:cubicBezTo>
                      <a:pt x="28037" y="56172"/>
                      <a:pt x="27242" y="54517"/>
                      <a:pt x="26180" y="52987"/>
                    </a:cubicBezTo>
                    <a:cubicBezTo>
                      <a:pt x="25935" y="52633"/>
                      <a:pt x="25625" y="52366"/>
                      <a:pt x="25250" y="52165"/>
                    </a:cubicBezTo>
                    <a:cubicBezTo>
                      <a:pt x="24945" y="52050"/>
                      <a:pt x="24770" y="51827"/>
                      <a:pt x="24694" y="51517"/>
                    </a:cubicBezTo>
                    <a:cubicBezTo>
                      <a:pt x="24663" y="51571"/>
                      <a:pt x="24635" y="51589"/>
                      <a:pt x="24607" y="51589"/>
                    </a:cubicBezTo>
                    <a:cubicBezTo>
                      <a:pt x="24556" y="51589"/>
                      <a:pt x="24509" y="51527"/>
                      <a:pt x="24460" y="51506"/>
                    </a:cubicBezTo>
                    <a:cubicBezTo>
                      <a:pt x="24253" y="51522"/>
                      <a:pt x="24123" y="51675"/>
                      <a:pt x="23997" y="51800"/>
                    </a:cubicBezTo>
                    <a:cubicBezTo>
                      <a:pt x="23852" y="51948"/>
                      <a:pt x="23713" y="52011"/>
                      <a:pt x="23566" y="52011"/>
                    </a:cubicBezTo>
                    <a:cubicBezTo>
                      <a:pt x="23438" y="52011"/>
                      <a:pt x="23303" y="51963"/>
                      <a:pt x="23154" y="51882"/>
                    </a:cubicBezTo>
                    <a:cubicBezTo>
                      <a:pt x="22626" y="51588"/>
                      <a:pt x="22212" y="51158"/>
                      <a:pt x="21749" y="50782"/>
                    </a:cubicBezTo>
                    <a:cubicBezTo>
                      <a:pt x="21677" y="50722"/>
                      <a:pt x="21619" y="50596"/>
                      <a:pt x="21517" y="50596"/>
                    </a:cubicBezTo>
                    <a:cubicBezTo>
                      <a:pt x="21481" y="50596"/>
                      <a:pt x="21439" y="50612"/>
                      <a:pt x="21390" y="50651"/>
                    </a:cubicBezTo>
                    <a:cubicBezTo>
                      <a:pt x="21451" y="50849"/>
                      <a:pt x="21524" y="51041"/>
                      <a:pt x="21605" y="51228"/>
                    </a:cubicBezTo>
                    <a:lnTo>
                      <a:pt x="21605" y="51228"/>
                    </a:lnTo>
                    <a:cubicBezTo>
                      <a:pt x="21099" y="50263"/>
                      <a:pt x="20491" y="49368"/>
                      <a:pt x="19669" y="48599"/>
                    </a:cubicBezTo>
                    <a:cubicBezTo>
                      <a:pt x="19060" y="48022"/>
                      <a:pt x="18679" y="47249"/>
                      <a:pt x="18417" y="46449"/>
                    </a:cubicBezTo>
                    <a:cubicBezTo>
                      <a:pt x="18249" y="45953"/>
                      <a:pt x="18428" y="45714"/>
                      <a:pt x="18951" y="45637"/>
                    </a:cubicBezTo>
                    <a:cubicBezTo>
                      <a:pt x="19332" y="45583"/>
                      <a:pt x="19718" y="45523"/>
                      <a:pt x="20099" y="45441"/>
                    </a:cubicBezTo>
                    <a:cubicBezTo>
                      <a:pt x="20796" y="45294"/>
                      <a:pt x="20965" y="45098"/>
                      <a:pt x="21020" y="44396"/>
                    </a:cubicBezTo>
                    <a:cubicBezTo>
                      <a:pt x="21030" y="44271"/>
                      <a:pt x="21047" y="44140"/>
                      <a:pt x="21063" y="44010"/>
                    </a:cubicBezTo>
                    <a:cubicBezTo>
                      <a:pt x="21167" y="43182"/>
                      <a:pt x="21613" y="42627"/>
                      <a:pt x="22391" y="42338"/>
                    </a:cubicBezTo>
                    <a:cubicBezTo>
                      <a:pt x="22604" y="42262"/>
                      <a:pt x="22811" y="42175"/>
                      <a:pt x="23017" y="42088"/>
                    </a:cubicBezTo>
                    <a:cubicBezTo>
                      <a:pt x="23306" y="41963"/>
                      <a:pt x="23556" y="41794"/>
                      <a:pt x="23731" y="41533"/>
                    </a:cubicBezTo>
                    <a:cubicBezTo>
                      <a:pt x="23963" y="41179"/>
                      <a:pt x="24252" y="40922"/>
                      <a:pt x="24697" y="40922"/>
                    </a:cubicBezTo>
                    <a:cubicBezTo>
                      <a:pt x="24710" y="40922"/>
                      <a:pt x="24724" y="40922"/>
                      <a:pt x="24738" y="40923"/>
                    </a:cubicBezTo>
                    <a:cubicBezTo>
                      <a:pt x="24747" y="40924"/>
                      <a:pt x="24756" y="40924"/>
                      <a:pt x="24765" y="40924"/>
                    </a:cubicBezTo>
                    <a:cubicBezTo>
                      <a:pt x="24840" y="40924"/>
                      <a:pt x="24921" y="40902"/>
                      <a:pt x="24950" y="40825"/>
                    </a:cubicBezTo>
                    <a:cubicBezTo>
                      <a:pt x="24994" y="40722"/>
                      <a:pt x="24912" y="40651"/>
                      <a:pt x="24841" y="40591"/>
                    </a:cubicBezTo>
                    <a:cubicBezTo>
                      <a:pt x="24602" y="40379"/>
                      <a:pt x="24340" y="40193"/>
                      <a:pt x="24101" y="39987"/>
                    </a:cubicBezTo>
                    <a:cubicBezTo>
                      <a:pt x="23698" y="39644"/>
                      <a:pt x="23252" y="39339"/>
                      <a:pt x="22968" y="38876"/>
                    </a:cubicBezTo>
                    <a:cubicBezTo>
                      <a:pt x="22685" y="38419"/>
                      <a:pt x="22724" y="37678"/>
                      <a:pt x="23039" y="37314"/>
                    </a:cubicBezTo>
                    <a:cubicBezTo>
                      <a:pt x="23366" y="36938"/>
                      <a:pt x="23366" y="36943"/>
                      <a:pt x="23137" y="36486"/>
                    </a:cubicBezTo>
                    <a:cubicBezTo>
                      <a:pt x="22963" y="36138"/>
                      <a:pt x="22745" y="35811"/>
                      <a:pt x="22675" y="35419"/>
                    </a:cubicBezTo>
                    <a:cubicBezTo>
                      <a:pt x="22598" y="35027"/>
                      <a:pt x="22691" y="34886"/>
                      <a:pt x="23077" y="34777"/>
                    </a:cubicBezTo>
                    <a:cubicBezTo>
                      <a:pt x="23513" y="34660"/>
                      <a:pt x="23948" y="34602"/>
                      <a:pt x="24392" y="34602"/>
                    </a:cubicBezTo>
                    <a:cubicBezTo>
                      <a:pt x="24569" y="34602"/>
                      <a:pt x="24748" y="34611"/>
                      <a:pt x="24928" y="34630"/>
                    </a:cubicBezTo>
                    <a:cubicBezTo>
                      <a:pt x="25919" y="34733"/>
                      <a:pt x="26807" y="35054"/>
                      <a:pt x="27580" y="35691"/>
                    </a:cubicBezTo>
                    <a:cubicBezTo>
                      <a:pt x="27748" y="35833"/>
                      <a:pt x="27928" y="36007"/>
                      <a:pt x="28151" y="36023"/>
                    </a:cubicBezTo>
                    <a:cubicBezTo>
                      <a:pt x="28424" y="36039"/>
                      <a:pt x="28696" y="36065"/>
                      <a:pt x="28967" y="36065"/>
                    </a:cubicBezTo>
                    <a:cubicBezTo>
                      <a:pt x="29270" y="36065"/>
                      <a:pt x="29570" y="36032"/>
                      <a:pt x="29866" y="35915"/>
                    </a:cubicBezTo>
                    <a:cubicBezTo>
                      <a:pt x="30018" y="35851"/>
                      <a:pt x="30147" y="35818"/>
                      <a:pt x="30264" y="35818"/>
                    </a:cubicBezTo>
                    <a:cubicBezTo>
                      <a:pt x="30469" y="35818"/>
                      <a:pt x="30638" y="35919"/>
                      <a:pt x="30835" y="36138"/>
                    </a:cubicBezTo>
                    <a:cubicBezTo>
                      <a:pt x="31009" y="36328"/>
                      <a:pt x="31173" y="36530"/>
                      <a:pt x="31320" y="36742"/>
                    </a:cubicBezTo>
                    <a:cubicBezTo>
                      <a:pt x="31382" y="36823"/>
                      <a:pt x="31444" y="36946"/>
                      <a:pt x="31542" y="36946"/>
                    </a:cubicBezTo>
                    <a:cubicBezTo>
                      <a:pt x="31556" y="36946"/>
                      <a:pt x="31571" y="36943"/>
                      <a:pt x="31586" y="36938"/>
                    </a:cubicBezTo>
                    <a:cubicBezTo>
                      <a:pt x="31733" y="36894"/>
                      <a:pt x="31706" y="36726"/>
                      <a:pt x="31706" y="36600"/>
                    </a:cubicBezTo>
                    <a:cubicBezTo>
                      <a:pt x="31695" y="36317"/>
                      <a:pt x="31668" y="36029"/>
                      <a:pt x="31592" y="35762"/>
                    </a:cubicBezTo>
                    <a:cubicBezTo>
                      <a:pt x="31200" y="34412"/>
                      <a:pt x="30775" y="33095"/>
                      <a:pt x="29703" y="32077"/>
                    </a:cubicBezTo>
                    <a:cubicBezTo>
                      <a:pt x="28957" y="31363"/>
                      <a:pt x="28412" y="30454"/>
                      <a:pt x="27678" y="29719"/>
                    </a:cubicBezTo>
                    <a:cubicBezTo>
                      <a:pt x="27656" y="29692"/>
                      <a:pt x="27634" y="29665"/>
                      <a:pt x="27618" y="29632"/>
                    </a:cubicBezTo>
                    <a:cubicBezTo>
                      <a:pt x="27590" y="29572"/>
                      <a:pt x="27525" y="29507"/>
                      <a:pt x="27574" y="29436"/>
                    </a:cubicBezTo>
                    <a:cubicBezTo>
                      <a:pt x="27598" y="29405"/>
                      <a:pt x="27629" y="29395"/>
                      <a:pt x="27663" y="29395"/>
                    </a:cubicBezTo>
                    <a:cubicBezTo>
                      <a:pt x="27698" y="29395"/>
                      <a:pt x="27736" y="29406"/>
                      <a:pt x="27770" y="29414"/>
                    </a:cubicBezTo>
                    <a:cubicBezTo>
                      <a:pt x="28168" y="29518"/>
                      <a:pt x="28576" y="29599"/>
                      <a:pt x="28973" y="29692"/>
                    </a:cubicBezTo>
                    <a:cubicBezTo>
                      <a:pt x="29032" y="29705"/>
                      <a:pt x="29085" y="29711"/>
                      <a:pt x="29132" y="29711"/>
                    </a:cubicBezTo>
                    <a:cubicBezTo>
                      <a:pt x="29349" y="29711"/>
                      <a:pt x="29448" y="29578"/>
                      <a:pt x="29431" y="29306"/>
                    </a:cubicBezTo>
                    <a:cubicBezTo>
                      <a:pt x="29414" y="28984"/>
                      <a:pt x="29376" y="28663"/>
                      <a:pt x="29240" y="28375"/>
                    </a:cubicBezTo>
                    <a:cubicBezTo>
                      <a:pt x="28990" y="27825"/>
                      <a:pt x="29049" y="27275"/>
                      <a:pt x="29196" y="26714"/>
                    </a:cubicBezTo>
                    <a:cubicBezTo>
                      <a:pt x="29338" y="26153"/>
                      <a:pt x="29425" y="25587"/>
                      <a:pt x="29311" y="25005"/>
                    </a:cubicBezTo>
                    <a:cubicBezTo>
                      <a:pt x="29229" y="24575"/>
                      <a:pt x="29137" y="24150"/>
                      <a:pt x="29011" y="23736"/>
                    </a:cubicBezTo>
                    <a:cubicBezTo>
                      <a:pt x="28919" y="23442"/>
                      <a:pt x="28957" y="23170"/>
                      <a:pt x="29109" y="22920"/>
                    </a:cubicBezTo>
                    <a:cubicBezTo>
                      <a:pt x="29349" y="22528"/>
                      <a:pt x="29545" y="22114"/>
                      <a:pt x="29882" y="21782"/>
                    </a:cubicBezTo>
                    <a:cubicBezTo>
                      <a:pt x="30138" y="21532"/>
                      <a:pt x="30089" y="21167"/>
                      <a:pt x="29768" y="21014"/>
                    </a:cubicBezTo>
                    <a:cubicBezTo>
                      <a:pt x="29414" y="20848"/>
                      <a:pt x="29055" y="20696"/>
                      <a:pt x="28678" y="20696"/>
                    </a:cubicBezTo>
                    <a:cubicBezTo>
                      <a:pt x="28464" y="20696"/>
                      <a:pt x="28244" y="20745"/>
                      <a:pt x="28015" y="20867"/>
                    </a:cubicBezTo>
                    <a:cubicBezTo>
                      <a:pt x="27324" y="21238"/>
                      <a:pt x="26572" y="21439"/>
                      <a:pt x="25783" y="21477"/>
                    </a:cubicBezTo>
                    <a:cubicBezTo>
                      <a:pt x="25743" y="21479"/>
                      <a:pt x="25703" y="21480"/>
                      <a:pt x="25664" y="21480"/>
                    </a:cubicBezTo>
                    <a:cubicBezTo>
                      <a:pt x="25333" y="21480"/>
                      <a:pt x="25021" y="21414"/>
                      <a:pt x="24749" y="21199"/>
                    </a:cubicBezTo>
                    <a:cubicBezTo>
                      <a:pt x="24547" y="21036"/>
                      <a:pt x="24471" y="20835"/>
                      <a:pt x="24498" y="20579"/>
                    </a:cubicBezTo>
                    <a:cubicBezTo>
                      <a:pt x="24564" y="20062"/>
                      <a:pt x="24558" y="20062"/>
                      <a:pt x="24030" y="19969"/>
                    </a:cubicBezTo>
                    <a:cubicBezTo>
                      <a:pt x="23910" y="19947"/>
                      <a:pt x="23796" y="19931"/>
                      <a:pt x="23676" y="19915"/>
                    </a:cubicBezTo>
                    <a:cubicBezTo>
                      <a:pt x="22865" y="19795"/>
                      <a:pt x="22103" y="19523"/>
                      <a:pt x="21335" y="19240"/>
                    </a:cubicBezTo>
                    <a:cubicBezTo>
                      <a:pt x="21085" y="19147"/>
                      <a:pt x="20916" y="18946"/>
                      <a:pt x="20954" y="18668"/>
                    </a:cubicBezTo>
                    <a:cubicBezTo>
                      <a:pt x="20988" y="18440"/>
                      <a:pt x="21159" y="18431"/>
                      <a:pt x="21328" y="18431"/>
                    </a:cubicBezTo>
                    <a:cubicBezTo>
                      <a:pt x="21342" y="18431"/>
                      <a:pt x="21356" y="18431"/>
                      <a:pt x="21370" y="18431"/>
                    </a:cubicBezTo>
                    <a:cubicBezTo>
                      <a:pt x="21405" y="18431"/>
                      <a:pt x="21439" y="18431"/>
                      <a:pt x="21471" y="18428"/>
                    </a:cubicBezTo>
                    <a:cubicBezTo>
                      <a:pt x="21836" y="18401"/>
                      <a:pt x="22201" y="18385"/>
                      <a:pt x="22544" y="18238"/>
                    </a:cubicBezTo>
                    <a:cubicBezTo>
                      <a:pt x="22914" y="18080"/>
                      <a:pt x="23132" y="17770"/>
                      <a:pt x="23344" y="17465"/>
                    </a:cubicBezTo>
                    <a:cubicBezTo>
                      <a:pt x="23627" y="17053"/>
                      <a:pt x="23992" y="16864"/>
                      <a:pt x="24430" y="16864"/>
                    </a:cubicBezTo>
                    <a:cubicBezTo>
                      <a:pt x="24547" y="16864"/>
                      <a:pt x="24670" y="16878"/>
                      <a:pt x="24798" y="16904"/>
                    </a:cubicBezTo>
                    <a:cubicBezTo>
                      <a:pt x="25467" y="17046"/>
                      <a:pt x="26121" y="17247"/>
                      <a:pt x="26736" y="17557"/>
                    </a:cubicBezTo>
                    <a:cubicBezTo>
                      <a:pt x="27051" y="17715"/>
                      <a:pt x="27356" y="17900"/>
                      <a:pt x="27699" y="17987"/>
                    </a:cubicBezTo>
                    <a:cubicBezTo>
                      <a:pt x="27941" y="18051"/>
                      <a:pt x="28178" y="18088"/>
                      <a:pt x="28406" y="18088"/>
                    </a:cubicBezTo>
                    <a:cubicBezTo>
                      <a:pt x="28866" y="18088"/>
                      <a:pt x="29293" y="17938"/>
                      <a:pt x="29665" y="17552"/>
                    </a:cubicBezTo>
                    <a:cubicBezTo>
                      <a:pt x="29948" y="17258"/>
                      <a:pt x="30291" y="17089"/>
                      <a:pt x="30688" y="17040"/>
                    </a:cubicBezTo>
                    <a:cubicBezTo>
                      <a:pt x="31216" y="16980"/>
                      <a:pt x="31733" y="16855"/>
                      <a:pt x="32261" y="16790"/>
                    </a:cubicBezTo>
                    <a:cubicBezTo>
                      <a:pt x="33334" y="16648"/>
                      <a:pt x="34161" y="16153"/>
                      <a:pt x="34613" y="15108"/>
                    </a:cubicBezTo>
                    <a:cubicBezTo>
                      <a:pt x="34934" y="14367"/>
                      <a:pt x="35245" y="13611"/>
                      <a:pt x="35724" y="12941"/>
                    </a:cubicBezTo>
                    <a:cubicBezTo>
                      <a:pt x="35811" y="12821"/>
                      <a:pt x="35893" y="12674"/>
                      <a:pt x="35909" y="12527"/>
                    </a:cubicBezTo>
                    <a:cubicBezTo>
                      <a:pt x="35985" y="11836"/>
                      <a:pt x="36350" y="11237"/>
                      <a:pt x="36546" y="10584"/>
                    </a:cubicBezTo>
                    <a:cubicBezTo>
                      <a:pt x="36666" y="10181"/>
                      <a:pt x="36911" y="9865"/>
                      <a:pt x="37297" y="9642"/>
                    </a:cubicBezTo>
                    <a:cubicBezTo>
                      <a:pt x="37885" y="9310"/>
                      <a:pt x="38489" y="9021"/>
                      <a:pt x="39121" y="8798"/>
                    </a:cubicBezTo>
                    <a:cubicBezTo>
                      <a:pt x="39213" y="8765"/>
                      <a:pt x="39300" y="8738"/>
                      <a:pt x="39377" y="8678"/>
                    </a:cubicBezTo>
                    <a:cubicBezTo>
                      <a:pt x="39426" y="8646"/>
                      <a:pt x="39475" y="8602"/>
                      <a:pt x="39464" y="8537"/>
                    </a:cubicBezTo>
                    <a:cubicBezTo>
                      <a:pt x="39458" y="8466"/>
                      <a:pt x="39398" y="8450"/>
                      <a:pt x="39339" y="8433"/>
                    </a:cubicBezTo>
                    <a:cubicBezTo>
                      <a:pt x="39273" y="8412"/>
                      <a:pt x="39202" y="8412"/>
                      <a:pt x="39132" y="8406"/>
                    </a:cubicBezTo>
                    <a:cubicBezTo>
                      <a:pt x="38157" y="8330"/>
                      <a:pt x="37177" y="8373"/>
                      <a:pt x="36203" y="8319"/>
                    </a:cubicBezTo>
                    <a:cubicBezTo>
                      <a:pt x="36105" y="8314"/>
                      <a:pt x="36008" y="8311"/>
                      <a:pt x="35912" y="8311"/>
                    </a:cubicBezTo>
                    <a:cubicBezTo>
                      <a:pt x="34976" y="8311"/>
                      <a:pt x="34095" y="8544"/>
                      <a:pt x="33236" y="8880"/>
                    </a:cubicBezTo>
                    <a:cubicBezTo>
                      <a:pt x="32962" y="8987"/>
                      <a:pt x="32701" y="9055"/>
                      <a:pt x="32444" y="9055"/>
                    </a:cubicBezTo>
                    <a:cubicBezTo>
                      <a:pt x="32180" y="9055"/>
                      <a:pt x="31922" y="8983"/>
                      <a:pt x="31663" y="8809"/>
                    </a:cubicBezTo>
                    <a:cubicBezTo>
                      <a:pt x="31482" y="8688"/>
                      <a:pt x="31212" y="8631"/>
                      <a:pt x="30918" y="8631"/>
                    </a:cubicBezTo>
                    <a:cubicBezTo>
                      <a:pt x="30341" y="8631"/>
                      <a:pt x="29672" y="8848"/>
                      <a:pt x="29409" y="9212"/>
                    </a:cubicBezTo>
                    <a:cubicBezTo>
                      <a:pt x="28957" y="9832"/>
                      <a:pt x="28255" y="10252"/>
                      <a:pt x="27993" y="11036"/>
                    </a:cubicBezTo>
                    <a:cubicBezTo>
                      <a:pt x="27863" y="11428"/>
                      <a:pt x="27536" y="11711"/>
                      <a:pt x="27084" y="11721"/>
                    </a:cubicBezTo>
                    <a:cubicBezTo>
                      <a:pt x="26594" y="11732"/>
                      <a:pt x="26164" y="11907"/>
                      <a:pt x="25756" y="12152"/>
                    </a:cubicBezTo>
                    <a:cubicBezTo>
                      <a:pt x="25467" y="12326"/>
                      <a:pt x="25152" y="12418"/>
                      <a:pt x="24825" y="12473"/>
                    </a:cubicBezTo>
                    <a:cubicBezTo>
                      <a:pt x="24794" y="12479"/>
                      <a:pt x="24763" y="12482"/>
                      <a:pt x="24733" y="12482"/>
                    </a:cubicBezTo>
                    <a:cubicBezTo>
                      <a:pt x="24622" y="12482"/>
                      <a:pt x="24516" y="12441"/>
                      <a:pt x="24444" y="12348"/>
                    </a:cubicBezTo>
                    <a:cubicBezTo>
                      <a:pt x="24335" y="12211"/>
                      <a:pt x="24400" y="12075"/>
                      <a:pt x="24466" y="11950"/>
                    </a:cubicBezTo>
                    <a:cubicBezTo>
                      <a:pt x="24602" y="11694"/>
                      <a:pt x="24814" y="11509"/>
                      <a:pt x="25032" y="11324"/>
                    </a:cubicBezTo>
                    <a:cubicBezTo>
                      <a:pt x="25375" y="11030"/>
                      <a:pt x="25614" y="10682"/>
                      <a:pt x="25625" y="10208"/>
                    </a:cubicBezTo>
                    <a:cubicBezTo>
                      <a:pt x="25636" y="9522"/>
                      <a:pt x="25919" y="8907"/>
                      <a:pt x="26170" y="8292"/>
                    </a:cubicBezTo>
                    <a:cubicBezTo>
                      <a:pt x="26289" y="8216"/>
                      <a:pt x="26093" y="8069"/>
                      <a:pt x="26240" y="7998"/>
                    </a:cubicBezTo>
                    <a:cubicBezTo>
                      <a:pt x="25859" y="7693"/>
                      <a:pt x="25582" y="7290"/>
                      <a:pt x="25211" y="6969"/>
                    </a:cubicBezTo>
                    <a:cubicBezTo>
                      <a:pt x="25152" y="6914"/>
                      <a:pt x="25081" y="6871"/>
                      <a:pt x="25010" y="6833"/>
                    </a:cubicBezTo>
                    <a:cubicBezTo>
                      <a:pt x="24881" y="6766"/>
                      <a:pt x="24775" y="6731"/>
                      <a:pt x="24682" y="6731"/>
                    </a:cubicBezTo>
                    <a:cubicBezTo>
                      <a:pt x="24521" y="6731"/>
                      <a:pt x="24404" y="6838"/>
                      <a:pt x="24297" y="7067"/>
                    </a:cubicBezTo>
                    <a:cubicBezTo>
                      <a:pt x="24182" y="7312"/>
                      <a:pt x="24068" y="7557"/>
                      <a:pt x="23932" y="7791"/>
                    </a:cubicBezTo>
                    <a:cubicBezTo>
                      <a:pt x="23769" y="8079"/>
                      <a:pt x="23584" y="8346"/>
                      <a:pt x="23295" y="8537"/>
                    </a:cubicBezTo>
                    <a:cubicBezTo>
                      <a:pt x="22936" y="8782"/>
                      <a:pt x="22604" y="9065"/>
                      <a:pt x="22299" y="9375"/>
                    </a:cubicBezTo>
                    <a:cubicBezTo>
                      <a:pt x="21930" y="9749"/>
                      <a:pt x="21482" y="9912"/>
                      <a:pt x="20972" y="9912"/>
                    </a:cubicBezTo>
                    <a:cubicBezTo>
                      <a:pt x="20932" y="9912"/>
                      <a:pt x="20892" y="9911"/>
                      <a:pt x="20851" y="9909"/>
                    </a:cubicBezTo>
                    <a:cubicBezTo>
                      <a:pt x="20426" y="9979"/>
                      <a:pt x="20002" y="10045"/>
                      <a:pt x="19577" y="10116"/>
                    </a:cubicBezTo>
                    <a:cubicBezTo>
                      <a:pt x="19408" y="10306"/>
                      <a:pt x="19201" y="10448"/>
                      <a:pt x="18967" y="10529"/>
                    </a:cubicBezTo>
                    <a:cubicBezTo>
                      <a:pt x="18455" y="10709"/>
                      <a:pt x="18036" y="11019"/>
                      <a:pt x="17655" y="11400"/>
                    </a:cubicBezTo>
                    <a:cubicBezTo>
                      <a:pt x="17307" y="11743"/>
                      <a:pt x="16860" y="11917"/>
                      <a:pt x="16398" y="11999"/>
                    </a:cubicBezTo>
                    <a:cubicBezTo>
                      <a:pt x="16344" y="12009"/>
                      <a:pt x="16293" y="12013"/>
                      <a:pt x="16244" y="12013"/>
                    </a:cubicBezTo>
                    <a:cubicBezTo>
                      <a:pt x="15839" y="12013"/>
                      <a:pt x="15553" y="11716"/>
                      <a:pt x="15233" y="11493"/>
                    </a:cubicBezTo>
                    <a:cubicBezTo>
                      <a:pt x="15848" y="11389"/>
                      <a:pt x="16289" y="11057"/>
                      <a:pt x="16686" y="10638"/>
                    </a:cubicBezTo>
                    <a:cubicBezTo>
                      <a:pt x="16833" y="10480"/>
                      <a:pt x="17007" y="10355"/>
                      <a:pt x="17198" y="10257"/>
                    </a:cubicBezTo>
                    <a:cubicBezTo>
                      <a:pt x="17655" y="10012"/>
                      <a:pt x="18080" y="9718"/>
                      <a:pt x="18499" y="9408"/>
                    </a:cubicBezTo>
                    <a:cubicBezTo>
                      <a:pt x="19081" y="8983"/>
                      <a:pt x="19686" y="8575"/>
                      <a:pt x="20415" y="8461"/>
                    </a:cubicBezTo>
                    <a:cubicBezTo>
                      <a:pt x="21025" y="8363"/>
                      <a:pt x="21373" y="8014"/>
                      <a:pt x="21575" y="7453"/>
                    </a:cubicBezTo>
                    <a:cubicBezTo>
                      <a:pt x="21695" y="7110"/>
                      <a:pt x="21907" y="6827"/>
                      <a:pt x="22223" y="6642"/>
                    </a:cubicBezTo>
                    <a:cubicBezTo>
                      <a:pt x="22745" y="6337"/>
                      <a:pt x="23213" y="5962"/>
                      <a:pt x="23654" y="5553"/>
                    </a:cubicBezTo>
                    <a:cubicBezTo>
                      <a:pt x="24025" y="5205"/>
                      <a:pt x="24471" y="4944"/>
                      <a:pt x="24809" y="4563"/>
                    </a:cubicBezTo>
                    <a:cubicBezTo>
                      <a:pt x="25135" y="4192"/>
                      <a:pt x="25086" y="3931"/>
                      <a:pt x="24629" y="3757"/>
                    </a:cubicBezTo>
                    <a:cubicBezTo>
                      <a:pt x="24155" y="3583"/>
                      <a:pt x="23682" y="3370"/>
                      <a:pt x="23186" y="3289"/>
                    </a:cubicBezTo>
                    <a:cubicBezTo>
                      <a:pt x="22315" y="3153"/>
                      <a:pt x="21667" y="2679"/>
                      <a:pt x="21063" y="2091"/>
                    </a:cubicBezTo>
                    <a:lnTo>
                      <a:pt x="21063" y="2091"/>
                    </a:lnTo>
                    <a:cubicBezTo>
                      <a:pt x="21183" y="2151"/>
                      <a:pt x="21268" y="2285"/>
                      <a:pt x="21407" y="2285"/>
                    </a:cubicBezTo>
                    <a:cubicBezTo>
                      <a:pt x="21432" y="2285"/>
                      <a:pt x="21459" y="2281"/>
                      <a:pt x="21488" y="2271"/>
                    </a:cubicBezTo>
                    <a:cubicBezTo>
                      <a:pt x="21412" y="1993"/>
                      <a:pt x="21270" y="1764"/>
                      <a:pt x="20998" y="1634"/>
                    </a:cubicBezTo>
                    <a:cubicBezTo>
                      <a:pt x="20969" y="1623"/>
                      <a:pt x="20942" y="1619"/>
                      <a:pt x="20918" y="1619"/>
                    </a:cubicBezTo>
                    <a:cubicBezTo>
                      <a:pt x="20812" y="1619"/>
                      <a:pt x="20738" y="1701"/>
                      <a:pt x="20649" y="1754"/>
                    </a:cubicBezTo>
                    <a:cubicBezTo>
                      <a:pt x="20268" y="1988"/>
                      <a:pt x="19974" y="2320"/>
                      <a:pt x="19708" y="2516"/>
                    </a:cubicBezTo>
                    <a:cubicBezTo>
                      <a:pt x="20018" y="2254"/>
                      <a:pt x="20393" y="1901"/>
                      <a:pt x="20791" y="1568"/>
                    </a:cubicBezTo>
                    <a:cubicBezTo>
                      <a:pt x="21205" y="1231"/>
                      <a:pt x="21428" y="757"/>
                      <a:pt x="21684" y="305"/>
                    </a:cubicBezTo>
                    <a:cubicBezTo>
                      <a:pt x="21733" y="218"/>
                      <a:pt x="21803" y="93"/>
                      <a:pt x="21695" y="22"/>
                    </a:cubicBezTo>
                    <a:cubicBezTo>
                      <a:pt x="21670" y="7"/>
                      <a:pt x="21647" y="0"/>
                      <a:pt x="216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1" name="Google Shape;1111;p28"/>
              <p:cNvSpPr/>
              <p:nvPr/>
            </p:nvSpPr>
            <p:spPr>
              <a:xfrm>
                <a:off x="5751540" y="2150777"/>
                <a:ext cx="516077" cy="680957"/>
              </a:xfrm>
              <a:custGeom>
                <a:rect b="b" l="l" r="r" t="t"/>
                <a:pathLst>
                  <a:path extrusionOk="0" h="11436" w="8667">
                    <a:moveTo>
                      <a:pt x="0" y="1"/>
                    </a:moveTo>
                    <a:lnTo>
                      <a:pt x="0" y="1"/>
                    </a:lnTo>
                    <a:cubicBezTo>
                      <a:pt x="109" y="251"/>
                      <a:pt x="272" y="469"/>
                      <a:pt x="299" y="736"/>
                    </a:cubicBezTo>
                    <a:cubicBezTo>
                      <a:pt x="713" y="1650"/>
                      <a:pt x="746" y="2630"/>
                      <a:pt x="779" y="3599"/>
                    </a:cubicBezTo>
                    <a:cubicBezTo>
                      <a:pt x="817" y="4998"/>
                      <a:pt x="1138" y="6321"/>
                      <a:pt x="1802" y="7541"/>
                    </a:cubicBezTo>
                    <a:cubicBezTo>
                      <a:pt x="2722" y="9245"/>
                      <a:pt x="4072" y="10486"/>
                      <a:pt x="5950" y="11085"/>
                    </a:cubicBezTo>
                    <a:cubicBezTo>
                      <a:pt x="6021" y="11096"/>
                      <a:pt x="6092" y="11090"/>
                      <a:pt x="6157" y="11112"/>
                    </a:cubicBezTo>
                    <a:cubicBezTo>
                      <a:pt x="6870" y="11319"/>
                      <a:pt x="7600" y="11417"/>
                      <a:pt x="8340" y="11428"/>
                    </a:cubicBezTo>
                    <a:cubicBezTo>
                      <a:pt x="8382" y="11428"/>
                      <a:pt x="8427" y="11435"/>
                      <a:pt x="8473" y="11435"/>
                    </a:cubicBezTo>
                    <a:cubicBezTo>
                      <a:pt x="8542" y="11435"/>
                      <a:pt x="8611" y="11418"/>
                      <a:pt x="8667" y="11330"/>
                    </a:cubicBezTo>
                    <a:cubicBezTo>
                      <a:pt x="8084" y="11243"/>
                      <a:pt x="7513" y="11155"/>
                      <a:pt x="6941" y="11068"/>
                    </a:cubicBezTo>
                    <a:cubicBezTo>
                      <a:pt x="6680" y="11008"/>
                      <a:pt x="6413" y="10970"/>
                      <a:pt x="6157" y="10889"/>
                    </a:cubicBezTo>
                    <a:cubicBezTo>
                      <a:pt x="3669" y="10083"/>
                      <a:pt x="2140" y="8357"/>
                      <a:pt x="1356" y="5897"/>
                    </a:cubicBezTo>
                    <a:cubicBezTo>
                      <a:pt x="953" y="4644"/>
                      <a:pt x="1062" y="3338"/>
                      <a:pt x="866" y="2069"/>
                    </a:cubicBezTo>
                    <a:cubicBezTo>
                      <a:pt x="768" y="1460"/>
                      <a:pt x="610" y="877"/>
                      <a:pt x="354" y="322"/>
                    </a:cubicBezTo>
                    <a:cubicBezTo>
                      <a:pt x="289" y="180"/>
                      <a:pt x="212" y="22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2" name="Google Shape;1112;p28"/>
              <p:cNvSpPr/>
              <p:nvPr/>
            </p:nvSpPr>
            <p:spPr>
              <a:xfrm>
                <a:off x="6751559" y="103043"/>
                <a:ext cx="1823804" cy="2664162"/>
              </a:xfrm>
              <a:custGeom>
                <a:rect b="b" l="l" r="r" t="t"/>
                <a:pathLst>
                  <a:path extrusionOk="0" h="44742" w="30629">
                    <a:moveTo>
                      <a:pt x="17805" y="0"/>
                    </a:moveTo>
                    <a:cubicBezTo>
                      <a:pt x="17367" y="0"/>
                      <a:pt x="16931" y="22"/>
                      <a:pt x="16502" y="114"/>
                    </a:cubicBezTo>
                    <a:cubicBezTo>
                      <a:pt x="15886" y="251"/>
                      <a:pt x="15298" y="490"/>
                      <a:pt x="14694" y="681"/>
                    </a:cubicBezTo>
                    <a:cubicBezTo>
                      <a:pt x="14559" y="725"/>
                      <a:pt x="14422" y="766"/>
                      <a:pt x="14288" y="766"/>
                    </a:cubicBezTo>
                    <a:cubicBezTo>
                      <a:pt x="14174" y="766"/>
                      <a:pt x="14061" y="736"/>
                      <a:pt x="13954" y="653"/>
                    </a:cubicBezTo>
                    <a:cubicBezTo>
                      <a:pt x="13580" y="372"/>
                      <a:pt x="13189" y="254"/>
                      <a:pt x="12803" y="254"/>
                    </a:cubicBezTo>
                    <a:cubicBezTo>
                      <a:pt x="12390" y="254"/>
                      <a:pt x="11981" y="388"/>
                      <a:pt x="11602" y="599"/>
                    </a:cubicBezTo>
                    <a:cubicBezTo>
                      <a:pt x="10774" y="1062"/>
                      <a:pt x="10176" y="1824"/>
                      <a:pt x="9675" y="2635"/>
                    </a:cubicBezTo>
                    <a:cubicBezTo>
                      <a:pt x="9495" y="2973"/>
                      <a:pt x="9256" y="3256"/>
                      <a:pt x="8913" y="3430"/>
                    </a:cubicBezTo>
                    <a:cubicBezTo>
                      <a:pt x="8314" y="3462"/>
                      <a:pt x="7791" y="3740"/>
                      <a:pt x="7247" y="3947"/>
                    </a:cubicBezTo>
                    <a:cubicBezTo>
                      <a:pt x="7029" y="4029"/>
                      <a:pt x="6800" y="4089"/>
                      <a:pt x="6577" y="4159"/>
                    </a:cubicBezTo>
                    <a:cubicBezTo>
                      <a:pt x="6525" y="4177"/>
                      <a:pt x="6484" y="4185"/>
                      <a:pt x="6451" y="4185"/>
                    </a:cubicBezTo>
                    <a:cubicBezTo>
                      <a:pt x="6345" y="4185"/>
                      <a:pt x="6339" y="4095"/>
                      <a:pt x="6397" y="3952"/>
                    </a:cubicBezTo>
                    <a:cubicBezTo>
                      <a:pt x="6501" y="3686"/>
                      <a:pt x="6724" y="3528"/>
                      <a:pt x="6926" y="3348"/>
                    </a:cubicBezTo>
                    <a:cubicBezTo>
                      <a:pt x="7285" y="3032"/>
                      <a:pt x="7611" y="2679"/>
                      <a:pt x="7617" y="2172"/>
                    </a:cubicBezTo>
                    <a:cubicBezTo>
                      <a:pt x="7622" y="1742"/>
                      <a:pt x="7704" y="1334"/>
                      <a:pt x="7818" y="926"/>
                    </a:cubicBezTo>
                    <a:cubicBezTo>
                      <a:pt x="7889" y="681"/>
                      <a:pt x="8003" y="441"/>
                      <a:pt x="7993" y="180"/>
                    </a:cubicBezTo>
                    <a:cubicBezTo>
                      <a:pt x="7972" y="161"/>
                      <a:pt x="7951" y="152"/>
                      <a:pt x="7932" y="152"/>
                    </a:cubicBezTo>
                    <a:cubicBezTo>
                      <a:pt x="7908" y="152"/>
                      <a:pt x="7888" y="168"/>
                      <a:pt x="7878" y="196"/>
                    </a:cubicBezTo>
                    <a:cubicBezTo>
                      <a:pt x="7671" y="757"/>
                      <a:pt x="7366" y="1301"/>
                      <a:pt x="7366" y="1906"/>
                    </a:cubicBezTo>
                    <a:cubicBezTo>
                      <a:pt x="7372" y="2461"/>
                      <a:pt x="7149" y="2847"/>
                      <a:pt x="6746" y="3179"/>
                    </a:cubicBezTo>
                    <a:cubicBezTo>
                      <a:pt x="6555" y="3332"/>
                      <a:pt x="6354" y="3490"/>
                      <a:pt x="6240" y="3718"/>
                    </a:cubicBezTo>
                    <a:cubicBezTo>
                      <a:pt x="6147" y="3898"/>
                      <a:pt x="5978" y="4094"/>
                      <a:pt x="6152" y="4301"/>
                    </a:cubicBezTo>
                    <a:cubicBezTo>
                      <a:pt x="6260" y="4423"/>
                      <a:pt x="6395" y="4475"/>
                      <a:pt x="6546" y="4475"/>
                    </a:cubicBezTo>
                    <a:cubicBezTo>
                      <a:pt x="6617" y="4475"/>
                      <a:pt x="6691" y="4463"/>
                      <a:pt x="6768" y="4442"/>
                    </a:cubicBezTo>
                    <a:cubicBezTo>
                      <a:pt x="7633" y="4208"/>
                      <a:pt x="8385" y="3680"/>
                      <a:pt x="9315" y="3582"/>
                    </a:cubicBezTo>
                    <a:cubicBezTo>
                      <a:pt x="9740" y="3544"/>
                      <a:pt x="9914" y="3016"/>
                      <a:pt x="10072" y="2624"/>
                    </a:cubicBezTo>
                    <a:cubicBezTo>
                      <a:pt x="10192" y="2325"/>
                      <a:pt x="10377" y="2091"/>
                      <a:pt x="10627" y="1911"/>
                    </a:cubicBezTo>
                    <a:cubicBezTo>
                      <a:pt x="10807" y="1786"/>
                      <a:pt x="10960" y="1639"/>
                      <a:pt x="11052" y="1448"/>
                    </a:cubicBezTo>
                    <a:cubicBezTo>
                      <a:pt x="11302" y="940"/>
                      <a:pt x="12057" y="614"/>
                      <a:pt x="12732" y="614"/>
                    </a:cubicBezTo>
                    <a:cubicBezTo>
                      <a:pt x="13040" y="614"/>
                      <a:pt x="13332" y="683"/>
                      <a:pt x="13551" y="833"/>
                    </a:cubicBezTo>
                    <a:cubicBezTo>
                      <a:pt x="13786" y="991"/>
                      <a:pt x="14023" y="1057"/>
                      <a:pt x="14267" y="1057"/>
                    </a:cubicBezTo>
                    <a:cubicBezTo>
                      <a:pt x="14492" y="1057"/>
                      <a:pt x="14723" y="1001"/>
                      <a:pt x="14961" y="909"/>
                    </a:cubicBezTo>
                    <a:cubicBezTo>
                      <a:pt x="15494" y="702"/>
                      <a:pt x="16044" y="512"/>
                      <a:pt x="16605" y="398"/>
                    </a:cubicBezTo>
                    <a:cubicBezTo>
                      <a:pt x="17016" y="312"/>
                      <a:pt x="17431" y="289"/>
                      <a:pt x="17848" y="289"/>
                    </a:cubicBezTo>
                    <a:cubicBezTo>
                      <a:pt x="18302" y="289"/>
                      <a:pt x="18758" y="316"/>
                      <a:pt x="19213" y="316"/>
                    </a:cubicBezTo>
                    <a:cubicBezTo>
                      <a:pt x="19888" y="321"/>
                      <a:pt x="20557" y="376"/>
                      <a:pt x="21232" y="403"/>
                    </a:cubicBezTo>
                    <a:cubicBezTo>
                      <a:pt x="21221" y="539"/>
                      <a:pt x="21129" y="523"/>
                      <a:pt x="21069" y="545"/>
                    </a:cubicBezTo>
                    <a:cubicBezTo>
                      <a:pt x="20356" y="784"/>
                      <a:pt x="19675" y="1105"/>
                      <a:pt x="19017" y="1475"/>
                    </a:cubicBezTo>
                    <a:cubicBezTo>
                      <a:pt x="18744" y="1628"/>
                      <a:pt x="18538" y="1835"/>
                      <a:pt x="18418" y="2101"/>
                    </a:cubicBezTo>
                    <a:cubicBezTo>
                      <a:pt x="18205" y="2591"/>
                      <a:pt x="17971" y="3098"/>
                      <a:pt x="17846" y="3609"/>
                    </a:cubicBezTo>
                    <a:cubicBezTo>
                      <a:pt x="17677" y="4295"/>
                      <a:pt x="17449" y="4927"/>
                      <a:pt x="17024" y="5493"/>
                    </a:cubicBezTo>
                    <a:cubicBezTo>
                      <a:pt x="16904" y="5651"/>
                      <a:pt x="16834" y="5847"/>
                      <a:pt x="16763" y="6032"/>
                    </a:cubicBezTo>
                    <a:cubicBezTo>
                      <a:pt x="16600" y="6462"/>
                      <a:pt x="16382" y="6870"/>
                      <a:pt x="16180" y="7279"/>
                    </a:cubicBezTo>
                    <a:cubicBezTo>
                      <a:pt x="15854" y="7921"/>
                      <a:pt x="15320" y="8297"/>
                      <a:pt x="14629" y="8455"/>
                    </a:cubicBezTo>
                    <a:cubicBezTo>
                      <a:pt x="14139" y="8563"/>
                      <a:pt x="13643" y="8667"/>
                      <a:pt x="13148" y="8732"/>
                    </a:cubicBezTo>
                    <a:cubicBezTo>
                      <a:pt x="12408" y="8825"/>
                      <a:pt x="11716" y="8961"/>
                      <a:pt x="11194" y="9565"/>
                    </a:cubicBezTo>
                    <a:cubicBezTo>
                      <a:pt x="10987" y="9799"/>
                      <a:pt x="10666" y="9848"/>
                      <a:pt x="10350" y="9875"/>
                    </a:cubicBezTo>
                    <a:cubicBezTo>
                      <a:pt x="10291" y="9880"/>
                      <a:pt x="10233" y="9883"/>
                      <a:pt x="10175" y="9883"/>
                    </a:cubicBezTo>
                    <a:cubicBezTo>
                      <a:pt x="9718" y="9883"/>
                      <a:pt x="9303" y="9733"/>
                      <a:pt x="8902" y="9511"/>
                    </a:cubicBezTo>
                    <a:cubicBezTo>
                      <a:pt x="8281" y="9162"/>
                      <a:pt x="7611" y="8945"/>
                      <a:pt x="6931" y="8754"/>
                    </a:cubicBezTo>
                    <a:cubicBezTo>
                      <a:pt x="6704" y="8692"/>
                      <a:pt x="6487" y="8657"/>
                      <a:pt x="6283" y="8657"/>
                    </a:cubicBezTo>
                    <a:cubicBezTo>
                      <a:pt x="5757" y="8657"/>
                      <a:pt x="5313" y="8885"/>
                      <a:pt x="4987" y="9445"/>
                    </a:cubicBezTo>
                    <a:cubicBezTo>
                      <a:pt x="4971" y="9467"/>
                      <a:pt x="4955" y="9484"/>
                      <a:pt x="4938" y="9500"/>
                    </a:cubicBezTo>
                    <a:cubicBezTo>
                      <a:pt x="4666" y="9903"/>
                      <a:pt x="4312" y="10142"/>
                      <a:pt x="3801" y="10169"/>
                    </a:cubicBezTo>
                    <a:cubicBezTo>
                      <a:pt x="3545" y="10186"/>
                      <a:pt x="3289" y="10218"/>
                      <a:pt x="3033" y="10235"/>
                    </a:cubicBezTo>
                    <a:cubicBezTo>
                      <a:pt x="2701" y="10251"/>
                      <a:pt x="2608" y="10404"/>
                      <a:pt x="2679" y="10725"/>
                    </a:cubicBezTo>
                    <a:cubicBezTo>
                      <a:pt x="2755" y="11062"/>
                      <a:pt x="3011" y="11187"/>
                      <a:pt x="3294" y="11291"/>
                    </a:cubicBezTo>
                    <a:cubicBezTo>
                      <a:pt x="4280" y="11645"/>
                      <a:pt x="5281" y="11922"/>
                      <a:pt x="6332" y="12015"/>
                    </a:cubicBezTo>
                    <a:cubicBezTo>
                      <a:pt x="6098" y="12810"/>
                      <a:pt x="6234" y="13147"/>
                      <a:pt x="6860" y="13365"/>
                    </a:cubicBezTo>
                    <a:cubicBezTo>
                      <a:pt x="7058" y="13433"/>
                      <a:pt x="7265" y="13470"/>
                      <a:pt x="7476" y="13470"/>
                    </a:cubicBezTo>
                    <a:cubicBezTo>
                      <a:pt x="7503" y="13470"/>
                      <a:pt x="7530" y="13470"/>
                      <a:pt x="7557" y="13469"/>
                    </a:cubicBezTo>
                    <a:cubicBezTo>
                      <a:pt x="8341" y="13420"/>
                      <a:pt x="9103" y="13267"/>
                      <a:pt x="9784" y="12881"/>
                    </a:cubicBezTo>
                    <a:cubicBezTo>
                      <a:pt x="10030" y="12742"/>
                      <a:pt x="10265" y="12687"/>
                      <a:pt x="10494" y="12687"/>
                    </a:cubicBezTo>
                    <a:cubicBezTo>
                      <a:pt x="10848" y="12687"/>
                      <a:pt x="11187" y="12817"/>
                      <a:pt x="11531" y="12962"/>
                    </a:cubicBezTo>
                    <a:cubicBezTo>
                      <a:pt x="11798" y="13077"/>
                      <a:pt x="11885" y="13398"/>
                      <a:pt x="11700" y="13561"/>
                    </a:cubicBezTo>
                    <a:cubicBezTo>
                      <a:pt x="11303" y="13899"/>
                      <a:pt x="11101" y="14372"/>
                      <a:pt x="10829" y="14791"/>
                    </a:cubicBezTo>
                    <a:cubicBezTo>
                      <a:pt x="10687" y="15015"/>
                      <a:pt x="10633" y="15265"/>
                      <a:pt x="10720" y="15537"/>
                    </a:cubicBezTo>
                    <a:cubicBezTo>
                      <a:pt x="11079" y="16664"/>
                      <a:pt x="11232" y="17791"/>
                      <a:pt x="10845" y="18956"/>
                    </a:cubicBezTo>
                    <a:cubicBezTo>
                      <a:pt x="10704" y="19375"/>
                      <a:pt x="10758" y="19838"/>
                      <a:pt x="10965" y="20263"/>
                    </a:cubicBezTo>
                    <a:cubicBezTo>
                      <a:pt x="11123" y="20584"/>
                      <a:pt x="11150" y="20943"/>
                      <a:pt x="11161" y="21297"/>
                    </a:cubicBezTo>
                    <a:cubicBezTo>
                      <a:pt x="11165" y="21447"/>
                      <a:pt x="11125" y="21533"/>
                      <a:pt x="10999" y="21533"/>
                    </a:cubicBezTo>
                    <a:cubicBezTo>
                      <a:pt x="10965" y="21533"/>
                      <a:pt x="10925" y="21527"/>
                      <a:pt x="10878" y="21515"/>
                    </a:cubicBezTo>
                    <a:cubicBezTo>
                      <a:pt x="10426" y="21390"/>
                      <a:pt x="9969" y="21292"/>
                      <a:pt x="9511" y="21188"/>
                    </a:cubicBezTo>
                    <a:cubicBezTo>
                      <a:pt x="9456" y="21174"/>
                      <a:pt x="9397" y="21135"/>
                      <a:pt x="9341" y="21135"/>
                    </a:cubicBezTo>
                    <a:cubicBezTo>
                      <a:pt x="9310" y="21135"/>
                      <a:pt x="9279" y="21148"/>
                      <a:pt x="9250" y="21183"/>
                    </a:cubicBezTo>
                    <a:cubicBezTo>
                      <a:pt x="9158" y="21286"/>
                      <a:pt x="9256" y="21379"/>
                      <a:pt x="9294" y="21471"/>
                    </a:cubicBezTo>
                    <a:cubicBezTo>
                      <a:pt x="9315" y="21536"/>
                      <a:pt x="9354" y="21602"/>
                      <a:pt x="9408" y="21651"/>
                    </a:cubicBezTo>
                    <a:cubicBezTo>
                      <a:pt x="9925" y="22135"/>
                      <a:pt x="10323" y="22723"/>
                      <a:pt x="10785" y="23257"/>
                    </a:cubicBezTo>
                    <a:cubicBezTo>
                      <a:pt x="11172" y="23709"/>
                      <a:pt x="11640" y="24106"/>
                      <a:pt x="11988" y="24580"/>
                    </a:cubicBezTo>
                    <a:cubicBezTo>
                      <a:pt x="12604" y="25418"/>
                      <a:pt x="12985" y="26393"/>
                      <a:pt x="13268" y="27394"/>
                    </a:cubicBezTo>
                    <a:cubicBezTo>
                      <a:pt x="13388" y="27835"/>
                      <a:pt x="13486" y="28309"/>
                      <a:pt x="13415" y="28853"/>
                    </a:cubicBezTo>
                    <a:cubicBezTo>
                      <a:pt x="13143" y="28472"/>
                      <a:pt x="12930" y="28140"/>
                      <a:pt x="12642" y="27884"/>
                    </a:cubicBezTo>
                    <a:cubicBezTo>
                      <a:pt x="12484" y="27739"/>
                      <a:pt x="12307" y="27575"/>
                      <a:pt x="12097" y="27575"/>
                    </a:cubicBezTo>
                    <a:cubicBezTo>
                      <a:pt x="12032" y="27575"/>
                      <a:pt x="11963" y="27591"/>
                      <a:pt x="11890" y="27628"/>
                    </a:cubicBezTo>
                    <a:cubicBezTo>
                      <a:pt x="11368" y="27895"/>
                      <a:pt x="10818" y="27830"/>
                      <a:pt x="10268" y="27851"/>
                    </a:cubicBezTo>
                    <a:cubicBezTo>
                      <a:pt x="10252" y="27852"/>
                      <a:pt x="10237" y="27852"/>
                      <a:pt x="10221" y="27852"/>
                    </a:cubicBezTo>
                    <a:cubicBezTo>
                      <a:pt x="9976" y="27852"/>
                      <a:pt x="9772" y="27771"/>
                      <a:pt x="9588" y="27617"/>
                    </a:cubicBezTo>
                    <a:cubicBezTo>
                      <a:pt x="9359" y="27416"/>
                      <a:pt x="9125" y="27220"/>
                      <a:pt x="8853" y="27068"/>
                    </a:cubicBezTo>
                    <a:cubicBezTo>
                      <a:pt x="8016" y="26613"/>
                      <a:pt x="7155" y="26392"/>
                      <a:pt x="6268" y="26392"/>
                    </a:cubicBezTo>
                    <a:cubicBezTo>
                      <a:pt x="5775" y="26392"/>
                      <a:pt x="5274" y="26460"/>
                      <a:pt x="4764" y="26594"/>
                    </a:cubicBezTo>
                    <a:cubicBezTo>
                      <a:pt x="4498" y="26659"/>
                      <a:pt x="4356" y="26790"/>
                      <a:pt x="4372" y="27084"/>
                    </a:cubicBezTo>
                    <a:cubicBezTo>
                      <a:pt x="4389" y="27302"/>
                      <a:pt x="4427" y="27509"/>
                      <a:pt x="4519" y="27699"/>
                    </a:cubicBezTo>
                    <a:cubicBezTo>
                      <a:pt x="4672" y="28020"/>
                      <a:pt x="4835" y="28331"/>
                      <a:pt x="5004" y="28641"/>
                    </a:cubicBezTo>
                    <a:cubicBezTo>
                      <a:pt x="5091" y="28804"/>
                      <a:pt x="5091" y="28913"/>
                      <a:pt x="4922" y="29022"/>
                    </a:cubicBezTo>
                    <a:cubicBezTo>
                      <a:pt x="4644" y="29207"/>
                      <a:pt x="4563" y="29490"/>
                      <a:pt x="4514" y="29806"/>
                    </a:cubicBezTo>
                    <a:cubicBezTo>
                      <a:pt x="4400" y="30612"/>
                      <a:pt x="4846" y="31118"/>
                      <a:pt x="5407" y="31575"/>
                    </a:cubicBezTo>
                    <a:cubicBezTo>
                      <a:pt x="5859" y="31940"/>
                      <a:pt x="6310" y="32305"/>
                      <a:pt x="6822" y="32724"/>
                    </a:cubicBezTo>
                    <a:cubicBezTo>
                      <a:pt x="6754" y="32724"/>
                      <a:pt x="6688" y="32723"/>
                      <a:pt x="6622" y="32723"/>
                    </a:cubicBezTo>
                    <a:cubicBezTo>
                      <a:pt x="6235" y="32723"/>
                      <a:pt x="5896" y="32747"/>
                      <a:pt x="5701" y="33078"/>
                    </a:cubicBezTo>
                    <a:cubicBezTo>
                      <a:pt x="5374" y="33644"/>
                      <a:pt x="4857" y="33905"/>
                      <a:pt x="4274" y="34101"/>
                    </a:cubicBezTo>
                    <a:cubicBezTo>
                      <a:pt x="3735" y="34281"/>
                      <a:pt x="3300" y="34597"/>
                      <a:pt x="3017" y="35114"/>
                    </a:cubicBezTo>
                    <a:cubicBezTo>
                      <a:pt x="2821" y="35484"/>
                      <a:pt x="2772" y="35870"/>
                      <a:pt x="2755" y="36268"/>
                    </a:cubicBezTo>
                    <a:cubicBezTo>
                      <a:pt x="2723" y="36899"/>
                      <a:pt x="2603" y="37052"/>
                      <a:pt x="2015" y="37210"/>
                    </a:cubicBezTo>
                    <a:cubicBezTo>
                      <a:pt x="1552" y="37335"/>
                      <a:pt x="1068" y="37373"/>
                      <a:pt x="600" y="37466"/>
                    </a:cubicBezTo>
                    <a:cubicBezTo>
                      <a:pt x="180" y="37547"/>
                      <a:pt x="1" y="37798"/>
                      <a:pt x="110" y="38200"/>
                    </a:cubicBezTo>
                    <a:cubicBezTo>
                      <a:pt x="366" y="39121"/>
                      <a:pt x="828" y="39943"/>
                      <a:pt x="1492" y="40623"/>
                    </a:cubicBezTo>
                    <a:cubicBezTo>
                      <a:pt x="2118" y="41255"/>
                      <a:pt x="2701" y="41913"/>
                      <a:pt x="3120" y="42697"/>
                    </a:cubicBezTo>
                    <a:cubicBezTo>
                      <a:pt x="3414" y="43258"/>
                      <a:pt x="3670" y="43840"/>
                      <a:pt x="3948" y="44418"/>
                    </a:cubicBezTo>
                    <a:cubicBezTo>
                      <a:pt x="3928" y="44422"/>
                      <a:pt x="3910" y="44424"/>
                      <a:pt x="3893" y="44424"/>
                    </a:cubicBezTo>
                    <a:cubicBezTo>
                      <a:pt x="3798" y="44424"/>
                      <a:pt x="3733" y="44361"/>
                      <a:pt x="3654" y="44361"/>
                    </a:cubicBezTo>
                    <a:cubicBezTo>
                      <a:pt x="3635" y="44361"/>
                      <a:pt x="3615" y="44365"/>
                      <a:pt x="3594" y="44374"/>
                    </a:cubicBezTo>
                    <a:cubicBezTo>
                      <a:pt x="3790" y="44548"/>
                      <a:pt x="4084" y="44521"/>
                      <a:pt x="4263" y="44722"/>
                    </a:cubicBezTo>
                    <a:cubicBezTo>
                      <a:pt x="4274" y="44735"/>
                      <a:pt x="4291" y="44741"/>
                      <a:pt x="4309" y="44741"/>
                    </a:cubicBezTo>
                    <a:cubicBezTo>
                      <a:pt x="4336" y="44741"/>
                      <a:pt x="4367" y="44727"/>
                      <a:pt x="4383" y="44701"/>
                    </a:cubicBezTo>
                    <a:cubicBezTo>
                      <a:pt x="4438" y="44624"/>
                      <a:pt x="4394" y="44559"/>
                      <a:pt x="4351" y="44510"/>
                    </a:cubicBezTo>
                    <a:cubicBezTo>
                      <a:pt x="3833" y="43911"/>
                      <a:pt x="3594" y="43155"/>
                      <a:pt x="3196" y="42490"/>
                    </a:cubicBezTo>
                    <a:cubicBezTo>
                      <a:pt x="3224" y="42387"/>
                      <a:pt x="3186" y="42300"/>
                      <a:pt x="3137" y="42218"/>
                    </a:cubicBezTo>
                    <a:cubicBezTo>
                      <a:pt x="2794" y="41641"/>
                      <a:pt x="2396" y="41091"/>
                      <a:pt x="1890" y="40645"/>
                    </a:cubicBezTo>
                    <a:cubicBezTo>
                      <a:pt x="1226" y="40068"/>
                      <a:pt x="839" y="39322"/>
                      <a:pt x="523" y="38527"/>
                    </a:cubicBezTo>
                    <a:cubicBezTo>
                      <a:pt x="322" y="38015"/>
                      <a:pt x="458" y="37847"/>
                      <a:pt x="1013" y="37792"/>
                    </a:cubicBezTo>
                    <a:cubicBezTo>
                      <a:pt x="1433" y="37754"/>
                      <a:pt x="1857" y="37705"/>
                      <a:pt x="2265" y="37574"/>
                    </a:cubicBezTo>
                    <a:cubicBezTo>
                      <a:pt x="2859" y="37384"/>
                      <a:pt x="3120" y="37090"/>
                      <a:pt x="3115" y="36469"/>
                    </a:cubicBezTo>
                    <a:cubicBezTo>
                      <a:pt x="3104" y="35370"/>
                      <a:pt x="3599" y="34678"/>
                      <a:pt x="4639" y="34368"/>
                    </a:cubicBezTo>
                    <a:cubicBezTo>
                      <a:pt x="4677" y="34357"/>
                      <a:pt x="4704" y="34341"/>
                      <a:pt x="4742" y="34330"/>
                    </a:cubicBezTo>
                    <a:cubicBezTo>
                      <a:pt x="5194" y="34156"/>
                      <a:pt x="5575" y="33894"/>
                      <a:pt x="5837" y="33475"/>
                    </a:cubicBezTo>
                    <a:cubicBezTo>
                      <a:pt x="5988" y="33233"/>
                      <a:pt x="6192" y="33103"/>
                      <a:pt x="6477" y="33103"/>
                    </a:cubicBezTo>
                    <a:cubicBezTo>
                      <a:pt x="6499" y="33103"/>
                      <a:pt x="6521" y="33103"/>
                      <a:pt x="6544" y="33105"/>
                    </a:cubicBezTo>
                    <a:cubicBezTo>
                      <a:pt x="6625" y="33111"/>
                      <a:pt x="6705" y="33114"/>
                      <a:pt x="6785" y="33114"/>
                    </a:cubicBezTo>
                    <a:cubicBezTo>
                      <a:pt x="6928" y="33114"/>
                      <a:pt x="7071" y="33104"/>
                      <a:pt x="7214" y="33083"/>
                    </a:cubicBezTo>
                    <a:cubicBezTo>
                      <a:pt x="7312" y="33067"/>
                      <a:pt x="7454" y="33105"/>
                      <a:pt x="7486" y="32980"/>
                    </a:cubicBezTo>
                    <a:cubicBezTo>
                      <a:pt x="7519" y="32860"/>
                      <a:pt x="7410" y="32789"/>
                      <a:pt x="7328" y="32724"/>
                    </a:cubicBezTo>
                    <a:cubicBezTo>
                      <a:pt x="6806" y="32321"/>
                      <a:pt x="6327" y="31864"/>
                      <a:pt x="5799" y="31466"/>
                    </a:cubicBezTo>
                    <a:cubicBezTo>
                      <a:pt x="5543" y="31270"/>
                      <a:pt x="5314" y="31047"/>
                      <a:pt x="5113" y="30802"/>
                    </a:cubicBezTo>
                    <a:cubicBezTo>
                      <a:pt x="4737" y="30334"/>
                      <a:pt x="4742" y="29719"/>
                      <a:pt x="5118" y="29349"/>
                    </a:cubicBezTo>
                    <a:cubicBezTo>
                      <a:pt x="5526" y="28951"/>
                      <a:pt x="5537" y="28842"/>
                      <a:pt x="5249" y="28352"/>
                    </a:cubicBezTo>
                    <a:cubicBezTo>
                      <a:pt x="5080" y="28053"/>
                      <a:pt x="4906" y="27759"/>
                      <a:pt x="4797" y="27432"/>
                    </a:cubicBezTo>
                    <a:cubicBezTo>
                      <a:pt x="4688" y="27100"/>
                      <a:pt x="4764" y="26980"/>
                      <a:pt x="5096" y="26899"/>
                    </a:cubicBezTo>
                    <a:cubicBezTo>
                      <a:pt x="5524" y="26791"/>
                      <a:pt x="5947" y="26735"/>
                      <a:pt x="6360" y="26735"/>
                    </a:cubicBezTo>
                    <a:cubicBezTo>
                      <a:pt x="7257" y="26735"/>
                      <a:pt x="8109" y="26997"/>
                      <a:pt x="8869" y="27552"/>
                    </a:cubicBezTo>
                    <a:cubicBezTo>
                      <a:pt x="9425" y="27960"/>
                      <a:pt x="9948" y="28195"/>
                      <a:pt x="10565" y="28195"/>
                    </a:cubicBezTo>
                    <a:cubicBezTo>
                      <a:pt x="10697" y="28195"/>
                      <a:pt x="10834" y="28184"/>
                      <a:pt x="10976" y="28162"/>
                    </a:cubicBezTo>
                    <a:cubicBezTo>
                      <a:pt x="11232" y="28118"/>
                      <a:pt x="11493" y="28124"/>
                      <a:pt x="11738" y="28020"/>
                    </a:cubicBezTo>
                    <a:cubicBezTo>
                      <a:pt x="11886" y="27957"/>
                      <a:pt x="11995" y="27923"/>
                      <a:pt x="12089" y="27923"/>
                    </a:cubicBezTo>
                    <a:cubicBezTo>
                      <a:pt x="12244" y="27923"/>
                      <a:pt x="12357" y="28014"/>
                      <a:pt x="12533" y="28211"/>
                    </a:cubicBezTo>
                    <a:cubicBezTo>
                      <a:pt x="12767" y="28467"/>
                      <a:pt x="12952" y="28755"/>
                      <a:pt x="13126" y="29049"/>
                    </a:cubicBezTo>
                    <a:cubicBezTo>
                      <a:pt x="13190" y="29154"/>
                      <a:pt x="13274" y="29244"/>
                      <a:pt x="13399" y="29244"/>
                    </a:cubicBezTo>
                    <a:cubicBezTo>
                      <a:pt x="13423" y="29244"/>
                      <a:pt x="13448" y="29241"/>
                      <a:pt x="13475" y="29234"/>
                    </a:cubicBezTo>
                    <a:cubicBezTo>
                      <a:pt x="13622" y="29191"/>
                      <a:pt x="13698" y="29071"/>
                      <a:pt x="13725" y="28919"/>
                    </a:cubicBezTo>
                    <a:cubicBezTo>
                      <a:pt x="13747" y="28826"/>
                      <a:pt x="13741" y="28733"/>
                      <a:pt x="13747" y="28641"/>
                    </a:cubicBezTo>
                    <a:cubicBezTo>
                      <a:pt x="13774" y="27465"/>
                      <a:pt x="13328" y="26425"/>
                      <a:pt x="12832" y="25407"/>
                    </a:cubicBezTo>
                    <a:cubicBezTo>
                      <a:pt x="12625" y="24983"/>
                      <a:pt x="12435" y="24542"/>
                      <a:pt x="12086" y="24209"/>
                    </a:cubicBezTo>
                    <a:cubicBezTo>
                      <a:pt x="11264" y="23415"/>
                      <a:pt x="10595" y="22489"/>
                      <a:pt x="9811" y="21607"/>
                    </a:cubicBezTo>
                    <a:lnTo>
                      <a:pt x="9811" y="21607"/>
                    </a:lnTo>
                    <a:cubicBezTo>
                      <a:pt x="10197" y="21673"/>
                      <a:pt x="10546" y="21787"/>
                      <a:pt x="10900" y="21836"/>
                    </a:cubicBezTo>
                    <a:cubicBezTo>
                      <a:pt x="10956" y="21843"/>
                      <a:pt x="11007" y="21846"/>
                      <a:pt x="11053" y="21846"/>
                    </a:cubicBezTo>
                    <a:cubicBezTo>
                      <a:pt x="11341" y="21846"/>
                      <a:pt x="11453" y="21710"/>
                      <a:pt x="11477" y="21368"/>
                    </a:cubicBezTo>
                    <a:cubicBezTo>
                      <a:pt x="11509" y="20954"/>
                      <a:pt x="11433" y="20567"/>
                      <a:pt x="11270" y="20192"/>
                    </a:cubicBezTo>
                    <a:cubicBezTo>
                      <a:pt x="11068" y="19724"/>
                      <a:pt x="11058" y="19239"/>
                      <a:pt x="11199" y="18771"/>
                    </a:cubicBezTo>
                    <a:cubicBezTo>
                      <a:pt x="11466" y="17867"/>
                      <a:pt x="11493" y="16969"/>
                      <a:pt x="11166" y="16098"/>
                    </a:cubicBezTo>
                    <a:cubicBezTo>
                      <a:pt x="10911" y="15401"/>
                      <a:pt x="11068" y="14835"/>
                      <a:pt x="11493" y="14285"/>
                    </a:cubicBezTo>
                    <a:cubicBezTo>
                      <a:pt x="11596" y="14144"/>
                      <a:pt x="11727" y="14024"/>
                      <a:pt x="11847" y="13893"/>
                    </a:cubicBezTo>
                    <a:cubicBezTo>
                      <a:pt x="12228" y="13496"/>
                      <a:pt x="12184" y="12946"/>
                      <a:pt x="11689" y="12717"/>
                    </a:cubicBezTo>
                    <a:cubicBezTo>
                      <a:pt x="11298" y="12534"/>
                      <a:pt x="10900" y="12358"/>
                      <a:pt x="10480" y="12358"/>
                    </a:cubicBezTo>
                    <a:cubicBezTo>
                      <a:pt x="10250" y="12358"/>
                      <a:pt x="10013" y="12410"/>
                      <a:pt x="9767" y="12543"/>
                    </a:cubicBezTo>
                    <a:cubicBezTo>
                      <a:pt x="9087" y="12908"/>
                      <a:pt x="8336" y="13087"/>
                      <a:pt x="7562" y="13136"/>
                    </a:cubicBezTo>
                    <a:cubicBezTo>
                      <a:pt x="7525" y="13138"/>
                      <a:pt x="7487" y="13140"/>
                      <a:pt x="7450" y="13140"/>
                    </a:cubicBezTo>
                    <a:cubicBezTo>
                      <a:pt x="7187" y="13140"/>
                      <a:pt x="6939" y="13085"/>
                      <a:pt x="6730" y="12913"/>
                    </a:cubicBezTo>
                    <a:cubicBezTo>
                      <a:pt x="6588" y="12804"/>
                      <a:pt x="6485" y="12663"/>
                      <a:pt x="6593" y="12489"/>
                    </a:cubicBezTo>
                    <a:cubicBezTo>
                      <a:pt x="6635" y="12420"/>
                      <a:pt x="6685" y="12396"/>
                      <a:pt x="6738" y="12396"/>
                    </a:cubicBezTo>
                    <a:cubicBezTo>
                      <a:pt x="6812" y="12396"/>
                      <a:pt x="6893" y="12441"/>
                      <a:pt x="6969" y="12472"/>
                    </a:cubicBezTo>
                    <a:cubicBezTo>
                      <a:pt x="7068" y="12517"/>
                      <a:pt x="7157" y="12539"/>
                      <a:pt x="7235" y="12539"/>
                    </a:cubicBezTo>
                    <a:cubicBezTo>
                      <a:pt x="7375" y="12539"/>
                      <a:pt x="7477" y="12467"/>
                      <a:pt x="7530" y="12331"/>
                    </a:cubicBezTo>
                    <a:cubicBezTo>
                      <a:pt x="7617" y="12129"/>
                      <a:pt x="7497" y="11912"/>
                      <a:pt x="7230" y="11814"/>
                    </a:cubicBezTo>
                    <a:cubicBezTo>
                      <a:pt x="6996" y="11726"/>
                      <a:pt x="6751" y="11705"/>
                      <a:pt x="6501" y="11683"/>
                    </a:cubicBezTo>
                    <a:cubicBezTo>
                      <a:pt x="5439" y="11596"/>
                      <a:pt x="4405" y="11362"/>
                      <a:pt x="3420" y="10948"/>
                    </a:cubicBezTo>
                    <a:cubicBezTo>
                      <a:pt x="3294" y="10899"/>
                      <a:pt x="3098" y="10850"/>
                      <a:pt x="3137" y="10687"/>
                    </a:cubicBezTo>
                    <a:cubicBezTo>
                      <a:pt x="3154" y="10608"/>
                      <a:pt x="3216" y="10592"/>
                      <a:pt x="3288" y="10592"/>
                    </a:cubicBezTo>
                    <a:cubicBezTo>
                      <a:pt x="3341" y="10592"/>
                      <a:pt x="3400" y="10601"/>
                      <a:pt x="3450" y="10601"/>
                    </a:cubicBezTo>
                    <a:cubicBezTo>
                      <a:pt x="3460" y="10601"/>
                      <a:pt x="3470" y="10600"/>
                      <a:pt x="3479" y="10600"/>
                    </a:cubicBezTo>
                    <a:cubicBezTo>
                      <a:pt x="4220" y="10540"/>
                      <a:pt x="4911" y="10387"/>
                      <a:pt x="5298" y="9652"/>
                    </a:cubicBezTo>
                    <a:cubicBezTo>
                      <a:pt x="5525" y="9219"/>
                      <a:pt x="5849" y="9049"/>
                      <a:pt x="6258" y="9049"/>
                    </a:cubicBezTo>
                    <a:cubicBezTo>
                      <a:pt x="6379" y="9049"/>
                      <a:pt x="6507" y="9064"/>
                      <a:pt x="6642" y="9092"/>
                    </a:cubicBezTo>
                    <a:cubicBezTo>
                      <a:pt x="7519" y="9266"/>
                      <a:pt x="8303" y="9674"/>
                      <a:pt x="9114" y="10028"/>
                    </a:cubicBezTo>
                    <a:cubicBezTo>
                      <a:pt x="9482" y="10189"/>
                      <a:pt x="9850" y="10282"/>
                      <a:pt x="10208" y="10282"/>
                    </a:cubicBezTo>
                    <a:cubicBezTo>
                      <a:pt x="10689" y="10282"/>
                      <a:pt x="11153" y="10114"/>
                      <a:pt x="11580" y="9712"/>
                    </a:cubicBezTo>
                    <a:cubicBezTo>
                      <a:pt x="11858" y="9456"/>
                      <a:pt x="12157" y="9228"/>
                      <a:pt x="12560" y="9190"/>
                    </a:cubicBezTo>
                    <a:cubicBezTo>
                      <a:pt x="13099" y="9141"/>
                      <a:pt x="13633" y="9026"/>
                      <a:pt x="14166" y="8945"/>
                    </a:cubicBezTo>
                    <a:cubicBezTo>
                      <a:pt x="14776" y="8847"/>
                      <a:pt x="15364" y="8661"/>
                      <a:pt x="15865" y="8275"/>
                    </a:cubicBezTo>
                    <a:cubicBezTo>
                      <a:pt x="15939" y="8220"/>
                      <a:pt x="16019" y="8163"/>
                      <a:pt x="16108" y="8163"/>
                    </a:cubicBezTo>
                    <a:cubicBezTo>
                      <a:pt x="16143" y="8163"/>
                      <a:pt x="16180" y="8172"/>
                      <a:pt x="16218" y="8193"/>
                    </a:cubicBezTo>
                    <a:cubicBezTo>
                      <a:pt x="16785" y="8504"/>
                      <a:pt x="17389" y="8765"/>
                      <a:pt x="17786" y="9315"/>
                    </a:cubicBezTo>
                    <a:cubicBezTo>
                      <a:pt x="18135" y="9794"/>
                      <a:pt x="18603" y="10110"/>
                      <a:pt x="19153" y="10338"/>
                    </a:cubicBezTo>
                    <a:cubicBezTo>
                      <a:pt x="19915" y="10654"/>
                      <a:pt x="20721" y="10872"/>
                      <a:pt x="21434" y="11291"/>
                    </a:cubicBezTo>
                    <a:cubicBezTo>
                      <a:pt x="22468" y="11906"/>
                      <a:pt x="23639" y="12026"/>
                      <a:pt x="24766" y="12293"/>
                    </a:cubicBezTo>
                    <a:cubicBezTo>
                      <a:pt x="25522" y="12472"/>
                      <a:pt x="26306" y="12510"/>
                      <a:pt x="27036" y="12815"/>
                    </a:cubicBezTo>
                    <a:cubicBezTo>
                      <a:pt x="27809" y="13136"/>
                      <a:pt x="28549" y="13528"/>
                      <a:pt x="29300" y="13893"/>
                    </a:cubicBezTo>
                    <a:cubicBezTo>
                      <a:pt x="29562" y="14013"/>
                      <a:pt x="29752" y="14231"/>
                      <a:pt x="29932" y="14454"/>
                    </a:cubicBezTo>
                    <a:cubicBezTo>
                      <a:pt x="29986" y="14514"/>
                      <a:pt x="30068" y="14574"/>
                      <a:pt x="30035" y="14661"/>
                    </a:cubicBezTo>
                    <a:cubicBezTo>
                      <a:pt x="30011" y="14722"/>
                      <a:pt x="29961" y="14730"/>
                      <a:pt x="29909" y="14730"/>
                    </a:cubicBezTo>
                    <a:cubicBezTo>
                      <a:pt x="29891" y="14730"/>
                      <a:pt x="29873" y="14729"/>
                      <a:pt x="29856" y="14729"/>
                    </a:cubicBezTo>
                    <a:cubicBezTo>
                      <a:pt x="29842" y="14729"/>
                      <a:pt x="29830" y="14730"/>
                      <a:pt x="29818" y="14732"/>
                    </a:cubicBezTo>
                    <a:cubicBezTo>
                      <a:pt x="29566" y="14761"/>
                      <a:pt x="29315" y="14774"/>
                      <a:pt x="29064" y="14774"/>
                    </a:cubicBezTo>
                    <a:cubicBezTo>
                      <a:pt x="28491" y="14774"/>
                      <a:pt x="27921" y="14708"/>
                      <a:pt x="27357" y="14628"/>
                    </a:cubicBezTo>
                    <a:cubicBezTo>
                      <a:pt x="27200" y="14605"/>
                      <a:pt x="27045" y="14593"/>
                      <a:pt x="26893" y="14593"/>
                    </a:cubicBezTo>
                    <a:cubicBezTo>
                      <a:pt x="25731" y="14593"/>
                      <a:pt x="24739" y="15259"/>
                      <a:pt x="24325" y="16381"/>
                    </a:cubicBezTo>
                    <a:cubicBezTo>
                      <a:pt x="24178" y="16768"/>
                      <a:pt x="23943" y="17040"/>
                      <a:pt x="23573" y="17230"/>
                    </a:cubicBezTo>
                    <a:cubicBezTo>
                      <a:pt x="23040" y="17508"/>
                      <a:pt x="22474" y="17704"/>
                      <a:pt x="21951" y="18009"/>
                    </a:cubicBezTo>
                    <a:cubicBezTo>
                      <a:pt x="21623" y="18200"/>
                      <a:pt x="21278" y="18315"/>
                      <a:pt x="20907" y="18315"/>
                    </a:cubicBezTo>
                    <a:cubicBezTo>
                      <a:pt x="20730" y="18315"/>
                      <a:pt x="20546" y="18288"/>
                      <a:pt x="20356" y="18232"/>
                    </a:cubicBezTo>
                    <a:cubicBezTo>
                      <a:pt x="19860" y="18085"/>
                      <a:pt x="19360" y="17987"/>
                      <a:pt x="18902" y="17709"/>
                    </a:cubicBezTo>
                    <a:cubicBezTo>
                      <a:pt x="18759" y="17622"/>
                      <a:pt x="18631" y="17580"/>
                      <a:pt x="18518" y="17580"/>
                    </a:cubicBezTo>
                    <a:cubicBezTo>
                      <a:pt x="18306" y="17580"/>
                      <a:pt x="18149" y="17730"/>
                      <a:pt x="18042" y="18014"/>
                    </a:cubicBezTo>
                    <a:cubicBezTo>
                      <a:pt x="17944" y="18281"/>
                      <a:pt x="17928" y="18542"/>
                      <a:pt x="18031" y="18809"/>
                    </a:cubicBezTo>
                    <a:cubicBezTo>
                      <a:pt x="18135" y="19076"/>
                      <a:pt x="18178" y="19359"/>
                      <a:pt x="18211" y="19637"/>
                    </a:cubicBezTo>
                    <a:cubicBezTo>
                      <a:pt x="18254" y="20039"/>
                      <a:pt x="18102" y="20224"/>
                      <a:pt x="17705" y="20273"/>
                    </a:cubicBezTo>
                    <a:cubicBezTo>
                      <a:pt x="17405" y="20306"/>
                      <a:pt x="17269" y="20453"/>
                      <a:pt x="17247" y="20758"/>
                    </a:cubicBezTo>
                    <a:cubicBezTo>
                      <a:pt x="17236" y="20900"/>
                      <a:pt x="17269" y="21041"/>
                      <a:pt x="17296" y="21177"/>
                    </a:cubicBezTo>
                    <a:cubicBezTo>
                      <a:pt x="17328" y="21346"/>
                      <a:pt x="17283" y="21413"/>
                      <a:pt x="17182" y="21413"/>
                    </a:cubicBezTo>
                    <a:cubicBezTo>
                      <a:pt x="17143" y="21413"/>
                      <a:pt x="17095" y="21402"/>
                      <a:pt x="17040" y="21384"/>
                    </a:cubicBezTo>
                    <a:cubicBezTo>
                      <a:pt x="16659" y="21259"/>
                      <a:pt x="16404" y="20987"/>
                      <a:pt x="16197" y="20660"/>
                    </a:cubicBezTo>
                    <a:cubicBezTo>
                      <a:pt x="16006" y="20361"/>
                      <a:pt x="15777" y="20094"/>
                      <a:pt x="15473" y="19898"/>
                    </a:cubicBezTo>
                    <a:cubicBezTo>
                      <a:pt x="15322" y="19802"/>
                      <a:pt x="15192" y="19753"/>
                      <a:pt x="15079" y="19753"/>
                    </a:cubicBezTo>
                    <a:cubicBezTo>
                      <a:pt x="14885" y="19753"/>
                      <a:pt x="14743" y="19896"/>
                      <a:pt x="14640" y="20192"/>
                    </a:cubicBezTo>
                    <a:cubicBezTo>
                      <a:pt x="14422" y="20829"/>
                      <a:pt x="14710" y="21585"/>
                      <a:pt x="15304" y="21934"/>
                    </a:cubicBezTo>
                    <a:cubicBezTo>
                      <a:pt x="15587" y="22097"/>
                      <a:pt x="15914" y="22233"/>
                      <a:pt x="16099" y="22511"/>
                    </a:cubicBezTo>
                    <a:cubicBezTo>
                      <a:pt x="16752" y="23485"/>
                      <a:pt x="17079" y="24542"/>
                      <a:pt x="16768" y="25728"/>
                    </a:cubicBezTo>
                    <a:cubicBezTo>
                      <a:pt x="16725" y="25897"/>
                      <a:pt x="16676" y="26066"/>
                      <a:pt x="16670" y="26246"/>
                    </a:cubicBezTo>
                    <a:cubicBezTo>
                      <a:pt x="16649" y="27209"/>
                      <a:pt x="16741" y="28151"/>
                      <a:pt x="17155" y="29044"/>
                    </a:cubicBezTo>
                    <a:cubicBezTo>
                      <a:pt x="17247" y="29245"/>
                      <a:pt x="17313" y="29463"/>
                      <a:pt x="17373" y="29675"/>
                    </a:cubicBezTo>
                    <a:cubicBezTo>
                      <a:pt x="17541" y="30296"/>
                      <a:pt x="17814" y="30867"/>
                      <a:pt x="18113" y="31434"/>
                    </a:cubicBezTo>
                    <a:cubicBezTo>
                      <a:pt x="18494" y="32130"/>
                      <a:pt x="19011" y="32735"/>
                      <a:pt x="19420" y="33410"/>
                    </a:cubicBezTo>
                    <a:cubicBezTo>
                      <a:pt x="19463" y="33491"/>
                      <a:pt x="19556" y="33573"/>
                      <a:pt x="19490" y="33666"/>
                    </a:cubicBezTo>
                    <a:cubicBezTo>
                      <a:pt x="19463" y="33704"/>
                      <a:pt x="19429" y="33716"/>
                      <a:pt x="19392" y="33716"/>
                    </a:cubicBezTo>
                    <a:cubicBezTo>
                      <a:pt x="19339" y="33716"/>
                      <a:pt x="19280" y="33692"/>
                      <a:pt x="19229" y="33682"/>
                    </a:cubicBezTo>
                    <a:cubicBezTo>
                      <a:pt x="18129" y="33459"/>
                      <a:pt x="17035" y="33219"/>
                      <a:pt x="15963" y="32904"/>
                    </a:cubicBezTo>
                    <a:cubicBezTo>
                      <a:pt x="15750" y="32844"/>
                      <a:pt x="15571" y="32729"/>
                      <a:pt x="15434" y="32561"/>
                    </a:cubicBezTo>
                    <a:cubicBezTo>
                      <a:pt x="14395" y="31254"/>
                      <a:pt x="12941" y="30590"/>
                      <a:pt x="11439" y="30018"/>
                    </a:cubicBezTo>
                    <a:cubicBezTo>
                      <a:pt x="10823" y="29779"/>
                      <a:pt x="10181" y="29615"/>
                      <a:pt x="9582" y="29321"/>
                    </a:cubicBezTo>
                    <a:cubicBezTo>
                      <a:pt x="9435" y="29251"/>
                      <a:pt x="9277" y="29191"/>
                      <a:pt x="9114" y="29180"/>
                    </a:cubicBezTo>
                    <a:cubicBezTo>
                      <a:pt x="9058" y="29177"/>
                      <a:pt x="9001" y="29174"/>
                      <a:pt x="8945" y="29174"/>
                    </a:cubicBezTo>
                    <a:cubicBezTo>
                      <a:pt x="8715" y="29174"/>
                      <a:pt x="8496" y="29218"/>
                      <a:pt x="8352" y="29441"/>
                    </a:cubicBezTo>
                    <a:cubicBezTo>
                      <a:pt x="8172" y="29708"/>
                      <a:pt x="8292" y="29964"/>
                      <a:pt x="8439" y="30203"/>
                    </a:cubicBezTo>
                    <a:cubicBezTo>
                      <a:pt x="8689" y="30617"/>
                      <a:pt x="8940" y="31031"/>
                      <a:pt x="9125" y="31477"/>
                    </a:cubicBezTo>
                    <a:cubicBezTo>
                      <a:pt x="9506" y="32370"/>
                      <a:pt x="9991" y="33208"/>
                      <a:pt x="10557" y="33992"/>
                    </a:cubicBezTo>
                    <a:cubicBezTo>
                      <a:pt x="10774" y="34303"/>
                      <a:pt x="10949" y="34640"/>
                      <a:pt x="11063" y="34999"/>
                    </a:cubicBezTo>
                    <a:cubicBezTo>
                      <a:pt x="11156" y="35283"/>
                      <a:pt x="11281" y="35544"/>
                      <a:pt x="11428" y="35805"/>
                    </a:cubicBezTo>
                    <a:cubicBezTo>
                      <a:pt x="11803" y="36475"/>
                      <a:pt x="12195" y="37133"/>
                      <a:pt x="12457" y="37787"/>
                    </a:cubicBezTo>
                    <a:cubicBezTo>
                      <a:pt x="11275" y="36344"/>
                      <a:pt x="9914" y="35027"/>
                      <a:pt x="8112" y="34237"/>
                    </a:cubicBezTo>
                    <a:cubicBezTo>
                      <a:pt x="7806" y="34104"/>
                      <a:pt x="7489" y="34022"/>
                      <a:pt x="7178" y="34022"/>
                    </a:cubicBezTo>
                    <a:cubicBezTo>
                      <a:pt x="6981" y="34022"/>
                      <a:pt x="6787" y="34055"/>
                      <a:pt x="6599" y="34128"/>
                    </a:cubicBezTo>
                    <a:cubicBezTo>
                      <a:pt x="5374" y="34602"/>
                      <a:pt x="4650" y="35528"/>
                      <a:pt x="4514" y="36834"/>
                    </a:cubicBezTo>
                    <a:cubicBezTo>
                      <a:pt x="4410" y="37847"/>
                      <a:pt x="4579" y="38848"/>
                      <a:pt x="5015" y="39768"/>
                    </a:cubicBezTo>
                    <a:cubicBezTo>
                      <a:pt x="5516" y="40830"/>
                      <a:pt x="5891" y="41930"/>
                      <a:pt x="6120" y="43078"/>
                    </a:cubicBezTo>
                    <a:cubicBezTo>
                      <a:pt x="6147" y="43209"/>
                      <a:pt x="6169" y="43340"/>
                      <a:pt x="6289" y="43416"/>
                    </a:cubicBezTo>
                    <a:cubicBezTo>
                      <a:pt x="6370" y="43508"/>
                      <a:pt x="6321" y="43672"/>
                      <a:pt x="6485" y="43737"/>
                    </a:cubicBezTo>
                    <a:cubicBezTo>
                      <a:pt x="6495" y="43617"/>
                      <a:pt x="6506" y="43508"/>
                      <a:pt x="6517" y="43405"/>
                    </a:cubicBezTo>
                    <a:cubicBezTo>
                      <a:pt x="6419" y="42572"/>
                      <a:pt x="6272" y="41755"/>
                      <a:pt x="5951" y="40971"/>
                    </a:cubicBezTo>
                    <a:cubicBezTo>
                      <a:pt x="5635" y="40193"/>
                      <a:pt x="5222" y="39453"/>
                      <a:pt x="5058" y="38609"/>
                    </a:cubicBezTo>
                    <a:cubicBezTo>
                      <a:pt x="4840" y="37487"/>
                      <a:pt x="4655" y="36382"/>
                      <a:pt x="5407" y="35359"/>
                    </a:cubicBezTo>
                    <a:cubicBezTo>
                      <a:pt x="5950" y="34620"/>
                      <a:pt x="6443" y="34280"/>
                      <a:pt x="7069" y="34280"/>
                    </a:cubicBezTo>
                    <a:cubicBezTo>
                      <a:pt x="7314" y="34280"/>
                      <a:pt x="7581" y="34332"/>
                      <a:pt x="7878" y="34433"/>
                    </a:cubicBezTo>
                    <a:cubicBezTo>
                      <a:pt x="8238" y="34558"/>
                      <a:pt x="8570" y="34776"/>
                      <a:pt x="8891" y="34994"/>
                    </a:cubicBezTo>
                    <a:cubicBezTo>
                      <a:pt x="10377" y="36001"/>
                      <a:pt x="11651" y="37221"/>
                      <a:pt x="12631" y="38739"/>
                    </a:cubicBezTo>
                    <a:cubicBezTo>
                      <a:pt x="12710" y="38860"/>
                      <a:pt x="12781" y="39028"/>
                      <a:pt x="12935" y="39028"/>
                    </a:cubicBezTo>
                    <a:cubicBezTo>
                      <a:pt x="12961" y="39028"/>
                      <a:pt x="12991" y="39023"/>
                      <a:pt x="13023" y="39012"/>
                    </a:cubicBezTo>
                    <a:cubicBezTo>
                      <a:pt x="13257" y="38930"/>
                      <a:pt x="13137" y="38712"/>
                      <a:pt x="13148" y="38549"/>
                    </a:cubicBezTo>
                    <a:cubicBezTo>
                      <a:pt x="13153" y="38494"/>
                      <a:pt x="13115" y="38435"/>
                      <a:pt x="13104" y="38380"/>
                    </a:cubicBezTo>
                    <a:cubicBezTo>
                      <a:pt x="12936" y="37689"/>
                      <a:pt x="12625" y="37057"/>
                      <a:pt x="12288" y="36442"/>
                    </a:cubicBezTo>
                    <a:cubicBezTo>
                      <a:pt x="11999" y="35914"/>
                      <a:pt x="11662" y="35413"/>
                      <a:pt x="11471" y="34847"/>
                    </a:cubicBezTo>
                    <a:cubicBezTo>
                      <a:pt x="11341" y="34466"/>
                      <a:pt x="11188" y="34090"/>
                      <a:pt x="10954" y="33775"/>
                    </a:cubicBezTo>
                    <a:cubicBezTo>
                      <a:pt x="10061" y="32566"/>
                      <a:pt x="9511" y="31161"/>
                      <a:pt x="8684" y="29920"/>
                    </a:cubicBezTo>
                    <a:cubicBezTo>
                      <a:pt x="8559" y="29724"/>
                      <a:pt x="8662" y="29528"/>
                      <a:pt x="8896" y="29479"/>
                    </a:cubicBezTo>
                    <a:cubicBezTo>
                      <a:pt x="8926" y="29473"/>
                      <a:pt x="8956" y="29470"/>
                      <a:pt x="8985" y="29470"/>
                    </a:cubicBezTo>
                    <a:cubicBezTo>
                      <a:pt x="9084" y="29470"/>
                      <a:pt x="9179" y="29503"/>
                      <a:pt x="9272" y="29545"/>
                    </a:cubicBezTo>
                    <a:cubicBezTo>
                      <a:pt x="10529" y="30111"/>
                      <a:pt x="11885" y="30427"/>
                      <a:pt x="13110" y="31091"/>
                    </a:cubicBezTo>
                    <a:cubicBezTo>
                      <a:pt x="13856" y="31494"/>
                      <a:pt x="14504" y="32000"/>
                      <a:pt x="15043" y="32642"/>
                    </a:cubicBezTo>
                    <a:cubicBezTo>
                      <a:pt x="15266" y="32909"/>
                      <a:pt x="15500" y="33138"/>
                      <a:pt x="15848" y="33241"/>
                    </a:cubicBezTo>
                    <a:cubicBezTo>
                      <a:pt x="17030" y="33595"/>
                      <a:pt x="18233" y="33862"/>
                      <a:pt x="19441" y="34090"/>
                    </a:cubicBezTo>
                    <a:cubicBezTo>
                      <a:pt x="19489" y="34099"/>
                      <a:pt x="19534" y="34104"/>
                      <a:pt x="19576" y="34104"/>
                    </a:cubicBezTo>
                    <a:cubicBezTo>
                      <a:pt x="19886" y="34104"/>
                      <a:pt x="20042" y="33866"/>
                      <a:pt x="19931" y="33535"/>
                    </a:cubicBezTo>
                    <a:cubicBezTo>
                      <a:pt x="19882" y="33393"/>
                      <a:pt x="19795" y="33263"/>
                      <a:pt x="19708" y="33138"/>
                    </a:cubicBezTo>
                    <a:cubicBezTo>
                      <a:pt x="19360" y="32620"/>
                      <a:pt x="18995" y="32114"/>
                      <a:pt x="18652" y="31597"/>
                    </a:cubicBezTo>
                    <a:cubicBezTo>
                      <a:pt x="17939" y="30524"/>
                      <a:pt x="17623" y="29283"/>
                      <a:pt x="17226" y="28086"/>
                    </a:cubicBezTo>
                    <a:cubicBezTo>
                      <a:pt x="16986" y="27356"/>
                      <a:pt x="16937" y="26556"/>
                      <a:pt x="17160" y="25788"/>
                    </a:cubicBezTo>
                    <a:cubicBezTo>
                      <a:pt x="17324" y="25228"/>
                      <a:pt x="17313" y="24678"/>
                      <a:pt x="17193" y="24117"/>
                    </a:cubicBezTo>
                    <a:cubicBezTo>
                      <a:pt x="16953" y="23006"/>
                      <a:pt x="16507" y="22054"/>
                      <a:pt x="15396" y="21542"/>
                    </a:cubicBezTo>
                    <a:cubicBezTo>
                      <a:pt x="15032" y="21379"/>
                      <a:pt x="14841" y="20622"/>
                      <a:pt x="15015" y="20246"/>
                    </a:cubicBezTo>
                    <a:cubicBezTo>
                      <a:pt x="15049" y="20172"/>
                      <a:pt x="15084" y="20132"/>
                      <a:pt x="15136" y="20132"/>
                    </a:cubicBezTo>
                    <a:cubicBezTo>
                      <a:pt x="15168" y="20132"/>
                      <a:pt x="15207" y="20148"/>
                      <a:pt x="15255" y="20181"/>
                    </a:cubicBezTo>
                    <a:cubicBezTo>
                      <a:pt x="15505" y="20361"/>
                      <a:pt x="15718" y="20573"/>
                      <a:pt x="15875" y="20845"/>
                    </a:cubicBezTo>
                    <a:cubicBezTo>
                      <a:pt x="16191" y="21395"/>
                      <a:pt x="16654" y="21743"/>
                      <a:pt x="17296" y="21825"/>
                    </a:cubicBezTo>
                    <a:cubicBezTo>
                      <a:pt x="17400" y="21836"/>
                      <a:pt x="17471" y="21874"/>
                      <a:pt x="17541" y="21945"/>
                    </a:cubicBezTo>
                    <a:cubicBezTo>
                      <a:pt x="17606" y="22001"/>
                      <a:pt x="17653" y="22107"/>
                      <a:pt x="17742" y="22107"/>
                    </a:cubicBezTo>
                    <a:cubicBezTo>
                      <a:pt x="17766" y="22107"/>
                      <a:pt x="17793" y="22099"/>
                      <a:pt x="17824" y="22081"/>
                    </a:cubicBezTo>
                    <a:cubicBezTo>
                      <a:pt x="17977" y="21988"/>
                      <a:pt x="17939" y="21836"/>
                      <a:pt x="17895" y="21700"/>
                    </a:cubicBezTo>
                    <a:cubicBezTo>
                      <a:pt x="17835" y="21509"/>
                      <a:pt x="17743" y="21330"/>
                      <a:pt x="17694" y="21139"/>
                    </a:cubicBezTo>
                    <a:cubicBezTo>
                      <a:pt x="17645" y="20916"/>
                      <a:pt x="17656" y="20736"/>
                      <a:pt x="17971" y="20687"/>
                    </a:cubicBezTo>
                    <a:cubicBezTo>
                      <a:pt x="18363" y="20633"/>
                      <a:pt x="18630" y="20246"/>
                      <a:pt x="18608" y="19860"/>
                    </a:cubicBezTo>
                    <a:cubicBezTo>
                      <a:pt x="18587" y="19446"/>
                      <a:pt x="18478" y="19054"/>
                      <a:pt x="18352" y="18662"/>
                    </a:cubicBezTo>
                    <a:cubicBezTo>
                      <a:pt x="18298" y="18482"/>
                      <a:pt x="18298" y="18319"/>
                      <a:pt x="18358" y="18145"/>
                    </a:cubicBezTo>
                    <a:cubicBezTo>
                      <a:pt x="18412" y="18001"/>
                      <a:pt x="18478" y="17924"/>
                      <a:pt x="18575" y="17924"/>
                    </a:cubicBezTo>
                    <a:cubicBezTo>
                      <a:pt x="18626" y="17924"/>
                      <a:pt x="18685" y="17944"/>
                      <a:pt x="18755" y="17987"/>
                    </a:cubicBezTo>
                    <a:cubicBezTo>
                      <a:pt x="19387" y="18379"/>
                      <a:pt x="20078" y="18570"/>
                      <a:pt x="20808" y="18673"/>
                    </a:cubicBezTo>
                    <a:cubicBezTo>
                      <a:pt x="20874" y="18683"/>
                      <a:pt x="20937" y="18688"/>
                      <a:pt x="20998" y="18688"/>
                    </a:cubicBezTo>
                    <a:cubicBezTo>
                      <a:pt x="21192" y="18688"/>
                      <a:pt x="21363" y="18640"/>
                      <a:pt x="21554" y="18570"/>
                    </a:cubicBezTo>
                    <a:cubicBezTo>
                      <a:pt x="22109" y="18374"/>
                      <a:pt x="22588" y="18036"/>
                      <a:pt x="23143" y="17829"/>
                    </a:cubicBezTo>
                    <a:cubicBezTo>
                      <a:pt x="23742" y="17600"/>
                      <a:pt x="24428" y="17366"/>
                      <a:pt x="24602" y="16626"/>
                    </a:cubicBezTo>
                    <a:cubicBezTo>
                      <a:pt x="24874" y="15505"/>
                      <a:pt x="26003" y="14946"/>
                      <a:pt x="26981" y="14946"/>
                    </a:cubicBezTo>
                    <a:cubicBezTo>
                      <a:pt x="27100" y="14946"/>
                      <a:pt x="27217" y="14955"/>
                      <a:pt x="27330" y="14971"/>
                    </a:cubicBezTo>
                    <a:cubicBezTo>
                      <a:pt x="28184" y="15096"/>
                      <a:pt x="29044" y="15107"/>
                      <a:pt x="29905" y="15107"/>
                    </a:cubicBezTo>
                    <a:cubicBezTo>
                      <a:pt x="29915" y="15108"/>
                      <a:pt x="29926" y="15108"/>
                      <a:pt x="29936" y="15108"/>
                    </a:cubicBezTo>
                    <a:cubicBezTo>
                      <a:pt x="30071" y="15108"/>
                      <a:pt x="30197" y="15076"/>
                      <a:pt x="30313" y="15025"/>
                    </a:cubicBezTo>
                    <a:cubicBezTo>
                      <a:pt x="30552" y="14917"/>
                      <a:pt x="30629" y="14737"/>
                      <a:pt x="30460" y="14519"/>
                    </a:cubicBezTo>
                    <a:cubicBezTo>
                      <a:pt x="30161" y="14127"/>
                      <a:pt x="29861" y="13730"/>
                      <a:pt x="29393" y="13512"/>
                    </a:cubicBezTo>
                    <a:cubicBezTo>
                      <a:pt x="28718" y="13191"/>
                      <a:pt x="28043" y="12870"/>
                      <a:pt x="27357" y="12554"/>
                    </a:cubicBezTo>
                    <a:cubicBezTo>
                      <a:pt x="26671" y="12244"/>
                      <a:pt x="25941" y="12091"/>
                      <a:pt x="25190" y="11982"/>
                    </a:cubicBezTo>
                    <a:cubicBezTo>
                      <a:pt x="24243" y="11841"/>
                      <a:pt x="23263" y="11699"/>
                      <a:pt x="22392" y="11318"/>
                    </a:cubicBezTo>
                    <a:cubicBezTo>
                      <a:pt x="21260" y="10812"/>
                      <a:pt x="20116" y="10333"/>
                      <a:pt x="18984" y="9832"/>
                    </a:cubicBezTo>
                    <a:cubicBezTo>
                      <a:pt x="18608" y="9669"/>
                      <a:pt x="18309" y="9396"/>
                      <a:pt x="18091" y="9053"/>
                    </a:cubicBezTo>
                    <a:cubicBezTo>
                      <a:pt x="17966" y="8847"/>
                      <a:pt x="17803" y="8683"/>
                      <a:pt x="17612" y="8542"/>
                    </a:cubicBezTo>
                    <a:cubicBezTo>
                      <a:pt x="17236" y="8253"/>
                      <a:pt x="16823" y="8041"/>
                      <a:pt x="16382" y="7872"/>
                    </a:cubicBezTo>
                    <a:cubicBezTo>
                      <a:pt x="16316" y="7845"/>
                      <a:pt x="16153" y="7872"/>
                      <a:pt x="16257" y="7682"/>
                    </a:cubicBezTo>
                    <a:cubicBezTo>
                      <a:pt x="16649" y="6936"/>
                      <a:pt x="17019" y="6174"/>
                      <a:pt x="17411" y="5422"/>
                    </a:cubicBezTo>
                    <a:cubicBezTo>
                      <a:pt x="17569" y="5112"/>
                      <a:pt x="17852" y="4856"/>
                      <a:pt x="17895" y="4497"/>
                    </a:cubicBezTo>
                    <a:cubicBezTo>
                      <a:pt x="17993" y="3789"/>
                      <a:pt x="18342" y="3174"/>
                      <a:pt x="18543" y="2504"/>
                    </a:cubicBezTo>
                    <a:cubicBezTo>
                      <a:pt x="18657" y="2134"/>
                      <a:pt x="18891" y="1867"/>
                      <a:pt x="19245" y="1666"/>
                    </a:cubicBezTo>
                    <a:cubicBezTo>
                      <a:pt x="20040" y="1203"/>
                      <a:pt x="20911" y="926"/>
                      <a:pt x="21760" y="599"/>
                    </a:cubicBezTo>
                    <a:cubicBezTo>
                      <a:pt x="21891" y="550"/>
                      <a:pt x="22071" y="528"/>
                      <a:pt x="22033" y="343"/>
                    </a:cubicBezTo>
                    <a:cubicBezTo>
                      <a:pt x="21995" y="180"/>
                      <a:pt x="21815" y="191"/>
                      <a:pt x="21679" y="174"/>
                    </a:cubicBezTo>
                    <a:cubicBezTo>
                      <a:pt x="20797" y="87"/>
                      <a:pt x="19920" y="16"/>
                      <a:pt x="19038" y="16"/>
                    </a:cubicBezTo>
                    <a:cubicBezTo>
                      <a:pt x="19012" y="17"/>
                      <a:pt x="18985" y="17"/>
                      <a:pt x="18959" y="17"/>
                    </a:cubicBezTo>
                    <a:cubicBezTo>
                      <a:pt x="18574" y="17"/>
                      <a:pt x="18189" y="0"/>
                      <a:pt x="1780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3" name="Google Shape;1113;p28"/>
              <p:cNvSpPr/>
              <p:nvPr/>
            </p:nvSpPr>
            <p:spPr>
              <a:xfrm>
                <a:off x="5146313" y="1681732"/>
                <a:ext cx="744967" cy="716565"/>
              </a:xfrm>
              <a:custGeom>
                <a:rect b="b" l="l" r="r" t="t"/>
                <a:pathLst>
                  <a:path extrusionOk="0" h="12034" w="12511">
                    <a:moveTo>
                      <a:pt x="0" y="0"/>
                    </a:moveTo>
                    <a:lnTo>
                      <a:pt x="0" y="0"/>
                    </a:lnTo>
                    <a:cubicBezTo>
                      <a:pt x="65" y="169"/>
                      <a:pt x="76" y="289"/>
                      <a:pt x="196" y="343"/>
                    </a:cubicBezTo>
                    <a:cubicBezTo>
                      <a:pt x="305" y="354"/>
                      <a:pt x="403" y="381"/>
                      <a:pt x="495" y="441"/>
                    </a:cubicBezTo>
                    <a:cubicBezTo>
                      <a:pt x="1590" y="1154"/>
                      <a:pt x="2243" y="2167"/>
                      <a:pt x="2477" y="3452"/>
                    </a:cubicBezTo>
                    <a:cubicBezTo>
                      <a:pt x="2575" y="3996"/>
                      <a:pt x="2749" y="4508"/>
                      <a:pt x="3092" y="4954"/>
                    </a:cubicBezTo>
                    <a:cubicBezTo>
                      <a:pt x="3517" y="5406"/>
                      <a:pt x="3991" y="5825"/>
                      <a:pt x="4285" y="6381"/>
                    </a:cubicBezTo>
                    <a:cubicBezTo>
                      <a:pt x="4774" y="7312"/>
                      <a:pt x="4856" y="8308"/>
                      <a:pt x="4736" y="9337"/>
                    </a:cubicBezTo>
                    <a:cubicBezTo>
                      <a:pt x="4698" y="9663"/>
                      <a:pt x="4693" y="9995"/>
                      <a:pt x="4725" y="10322"/>
                    </a:cubicBezTo>
                    <a:cubicBezTo>
                      <a:pt x="4752" y="10594"/>
                      <a:pt x="4845" y="10702"/>
                      <a:pt x="5063" y="10702"/>
                    </a:cubicBezTo>
                    <a:cubicBezTo>
                      <a:pt x="5111" y="10702"/>
                      <a:pt x="5165" y="10697"/>
                      <a:pt x="5226" y="10687"/>
                    </a:cubicBezTo>
                    <a:cubicBezTo>
                      <a:pt x="5247" y="10683"/>
                      <a:pt x="5267" y="10682"/>
                      <a:pt x="5287" y="10682"/>
                    </a:cubicBezTo>
                    <a:cubicBezTo>
                      <a:pt x="5362" y="10682"/>
                      <a:pt x="5425" y="10709"/>
                      <a:pt x="5477" y="10774"/>
                    </a:cubicBezTo>
                    <a:cubicBezTo>
                      <a:pt x="5520" y="10817"/>
                      <a:pt x="5564" y="10888"/>
                      <a:pt x="5509" y="10926"/>
                    </a:cubicBezTo>
                    <a:cubicBezTo>
                      <a:pt x="5210" y="11122"/>
                      <a:pt x="5450" y="11258"/>
                      <a:pt x="5564" y="11389"/>
                    </a:cubicBezTo>
                    <a:cubicBezTo>
                      <a:pt x="5695" y="11531"/>
                      <a:pt x="5793" y="11688"/>
                      <a:pt x="5890" y="11846"/>
                    </a:cubicBezTo>
                    <a:cubicBezTo>
                      <a:pt x="5970" y="11971"/>
                      <a:pt x="6037" y="12034"/>
                      <a:pt x="6108" y="12034"/>
                    </a:cubicBezTo>
                    <a:cubicBezTo>
                      <a:pt x="6173" y="12034"/>
                      <a:pt x="6240" y="11981"/>
                      <a:pt x="6321" y="11874"/>
                    </a:cubicBezTo>
                    <a:cubicBezTo>
                      <a:pt x="6576" y="11536"/>
                      <a:pt x="6849" y="11209"/>
                      <a:pt x="7072" y="10850"/>
                    </a:cubicBezTo>
                    <a:cubicBezTo>
                      <a:pt x="7105" y="10779"/>
                      <a:pt x="7126" y="10709"/>
                      <a:pt x="7126" y="10632"/>
                    </a:cubicBezTo>
                    <a:cubicBezTo>
                      <a:pt x="7056" y="10311"/>
                      <a:pt x="6996" y="9985"/>
                      <a:pt x="6974" y="9658"/>
                    </a:cubicBezTo>
                    <a:cubicBezTo>
                      <a:pt x="6930" y="9016"/>
                      <a:pt x="6876" y="8368"/>
                      <a:pt x="7235" y="7774"/>
                    </a:cubicBezTo>
                    <a:cubicBezTo>
                      <a:pt x="7339" y="7638"/>
                      <a:pt x="7377" y="7480"/>
                      <a:pt x="7393" y="7312"/>
                    </a:cubicBezTo>
                    <a:cubicBezTo>
                      <a:pt x="7388" y="6920"/>
                      <a:pt x="7633" y="6685"/>
                      <a:pt x="7921" y="6490"/>
                    </a:cubicBezTo>
                    <a:cubicBezTo>
                      <a:pt x="8596" y="6021"/>
                      <a:pt x="9320" y="5629"/>
                      <a:pt x="9973" y="5123"/>
                    </a:cubicBezTo>
                    <a:cubicBezTo>
                      <a:pt x="10567" y="4660"/>
                      <a:pt x="10997" y="4083"/>
                      <a:pt x="11198" y="3359"/>
                    </a:cubicBezTo>
                    <a:cubicBezTo>
                      <a:pt x="11432" y="2537"/>
                      <a:pt x="11705" y="1748"/>
                      <a:pt x="12358" y="1144"/>
                    </a:cubicBezTo>
                    <a:cubicBezTo>
                      <a:pt x="12418" y="1084"/>
                      <a:pt x="12510" y="991"/>
                      <a:pt x="12418" y="904"/>
                    </a:cubicBezTo>
                    <a:cubicBezTo>
                      <a:pt x="12392" y="880"/>
                      <a:pt x="12365" y="871"/>
                      <a:pt x="12337" y="871"/>
                    </a:cubicBezTo>
                    <a:cubicBezTo>
                      <a:pt x="12275" y="871"/>
                      <a:pt x="12211" y="917"/>
                      <a:pt x="12162" y="958"/>
                    </a:cubicBezTo>
                    <a:cubicBezTo>
                      <a:pt x="11999" y="1089"/>
                      <a:pt x="11863" y="1258"/>
                      <a:pt x="11656" y="1323"/>
                    </a:cubicBezTo>
                    <a:cubicBezTo>
                      <a:pt x="11520" y="1329"/>
                      <a:pt x="11449" y="1437"/>
                      <a:pt x="11383" y="1525"/>
                    </a:cubicBezTo>
                    <a:cubicBezTo>
                      <a:pt x="11167" y="1814"/>
                      <a:pt x="10937" y="1927"/>
                      <a:pt x="10686" y="1927"/>
                    </a:cubicBezTo>
                    <a:cubicBezTo>
                      <a:pt x="10503" y="1927"/>
                      <a:pt x="10308" y="1866"/>
                      <a:pt x="10099" y="1770"/>
                    </a:cubicBezTo>
                    <a:cubicBezTo>
                      <a:pt x="9424" y="1906"/>
                      <a:pt x="8738" y="2009"/>
                      <a:pt x="8106" y="2325"/>
                    </a:cubicBezTo>
                    <a:cubicBezTo>
                      <a:pt x="8008" y="2390"/>
                      <a:pt x="7899" y="2428"/>
                      <a:pt x="7790" y="2477"/>
                    </a:cubicBezTo>
                    <a:cubicBezTo>
                      <a:pt x="7475" y="2624"/>
                      <a:pt x="7154" y="2777"/>
                      <a:pt x="6816" y="2875"/>
                    </a:cubicBezTo>
                    <a:cubicBezTo>
                      <a:pt x="6462" y="2984"/>
                      <a:pt x="6370" y="3414"/>
                      <a:pt x="6016" y="3457"/>
                    </a:cubicBezTo>
                    <a:cubicBezTo>
                      <a:pt x="6135" y="3321"/>
                      <a:pt x="6293" y="3147"/>
                      <a:pt x="5923" y="3082"/>
                    </a:cubicBezTo>
                    <a:cubicBezTo>
                      <a:pt x="5803" y="3065"/>
                      <a:pt x="5798" y="2935"/>
                      <a:pt x="5711" y="2886"/>
                    </a:cubicBezTo>
                    <a:cubicBezTo>
                      <a:pt x="5618" y="2907"/>
                      <a:pt x="5613" y="3043"/>
                      <a:pt x="5504" y="3043"/>
                    </a:cubicBezTo>
                    <a:cubicBezTo>
                      <a:pt x="5602" y="3386"/>
                      <a:pt x="5558" y="3463"/>
                      <a:pt x="5226" y="3528"/>
                    </a:cubicBezTo>
                    <a:cubicBezTo>
                      <a:pt x="5212" y="3533"/>
                      <a:pt x="5198" y="3535"/>
                      <a:pt x="5186" y="3535"/>
                    </a:cubicBezTo>
                    <a:cubicBezTo>
                      <a:pt x="5082" y="3535"/>
                      <a:pt x="5045" y="3392"/>
                      <a:pt x="4938" y="3392"/>
                    </a:cubicBezTo>
                    <a:cubicBezTo>
                      <a:pt x="4911" y="3405"/>
                      <a:pt x="4888" y="3411"/>
                      <a:pt x="4866" y="3411"/>
                    </a:cubicBezTo>
                    <a:cubicBezTo>
                      <a:pt x="4784" y="3411"/>
                      <a:pt x="4736" y="3325"/>
                      <a:pt x="4671" y="3278"/>
                    </a:cubicBezTo>
                    <a:cubicBezTo>
                      <a:pt x="4592" y="3221"/>
                      <a:pt x="4527" y="3192"/>
                      <a:pt x="4475" y="3192"/>
                    </a:cubicBezTo>
                    <a:cubicBezTo>
                      <a:pt x="4388" y="3192"/>
                      <a:pt x="4338" y="3274"/>
                      <a:pt x="4317" y="3441"/>
                    </a:cubicBezTo>
                    <a:cubicBezTo>
                      <a:pt x="4295" y="3593"/>
                      <a:pt x="4372" y="3740"/>
                      <a:pt x="4361" y="3893"/>
                    </a:cubicBezTo>
                    <a:cubicBezTo>
                      <a:pt x="4341" y="3950"/>
                      <a:pt x="4320" y="3969"/>
                      <a:pt x="4297" y="3969"/>
                    </a:cubicBezTo>
                    <a:cubicBezTo>
                      <a:pt x="4255" y="3969"/>
                      <a:pt x="4208" y="3901"/>
                      <a:pt x="4167" y="3901"/>
                    </a:cubicBezTo>
                    <a:cubicBezTo>
                      <a:pt x="4163" y="3901"/>
                      <a:pt x="4158" y="3902"/>
                      <a:pt x="4154" y="3904"/>
                    </a:cubicBezTo>
                    <a:cubicBezTo>
                      <a:pt x="3822" y="3866"/>
                      <a:pt x="3593" y="3697"/>
                      <a:pt x="3446" y="3403"/>
                    </a:cubicBezTo>
                    <a:cubicBezTo>
                      <a:pt x="3261" y="3038"/>
                      <a:pt x="3016" y="2700"/>
                      <a:pt x="2869" y="2319"/>
                    </a:cubicBezTo>
                    <a:cubicBezTo>
                      <a:pt x="2728" y="1944"/>
                      <a:pt x="2352" y="1753"/>
                      <a:pt x="2189" y="1399"/>
                    </a:cubicBezTo>
                    <a:cubicBezTo>
                      <a:pt x="1573" y="779"/>
                      <a:pt x="887" y="278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4" name="Google Shape;1114;p28"/>
              <p:cNvSpPr/>
              <p:nvPr/>
            </p:nvSpPr>
            <p:spPr>
              <a:xfrm>
                <a:off x="5873729" y="2812217"/>
                <a:ext cx="1361854" cy="2000414"/>
              </a:xfrm>
              <a:custGeom>
                <a:rect b="b" l="l" r="r" t="t"/>
                <a:pathLst>
                  <a:path extrusionOk="0" h="33595" w="22871">
                    <a:moveTo>
                      <a:pt x="16310" y="1"/>
                    </a:moveTo>
                    <a:cubicBezTo>
                      <a:pt x="16197" y="1"/>
                      <a:pt x="16168" y="148"/>
                      <a:pt x="16126" y="233"/>
                    </a:cubicBezTo>
                    <a:cubicBezTo>
                      <a:pt x="15859" y="804"/>
                      <a:pt x="15423" y="1229"/>
                      <a:pt x="14928" y="1594"/>
                    </a:cubicBezTo>
                    <a:cubicBezTo>
                      <a:pt x="14460" y="1931"/>
                      <a:pt x="13959" y="2214"/>
                      <a:pt x="13545" y="2628"/>
                    </a:cubicBezTo>
                    <a:cubicBezTo>
                      <a:pt x="13289" y="2884"/>
                      <a:pt x="13099" y="3156"/>
                      <a:pt x="13099" y="3542"/>
                    </a:cubicBezTo>
                    <a:cubicBezTo>
                      <a:pt x="13099" y="4294"/>
                      <a:pt x="13251" y="5001"/>
                      <a:pt x="13594" y="5676"/>
                    </a:cubicBezTo>
                    <a:cubicBezTo>
                      <a:pt x="13812" y="6096"/>
                      <a:pt x="14089" y="6537"/>
                      <a:pt x="13959" y="7037"/>
                    </a:cubicBezTo>
                    <a:cubicBezTo>
                      <a:pt x="13806" y="7625"/>
                      <a:pt x="13632" y="8213"/>
                      <a:pt x="13316" y="8747"/>
                    </a:cubicBezTo>
                    <a:cubicBezTo>
                      <a:pt x="13343" y="8877"/>
                      <a:pt x="13388" y="8943"/>
                      <a:pt x="13454" y="8943"/>
                    </a:cubicBezTo>
                    <a:cubicBezTo>
                      <a:pt x="13495" y="8943"/>
                      <a:pt x="13546" y="8916"/>
                      <a:pt x="13605" y="8861"/>
                    </a:cubicBezTo>
                    <a:cubicBezTo>
                      <a:pt x="13785" y="8703"/>
                      <a:pt x="13888" y="8496"/>
                      <a:pt x="13883" y="8251"/>
                    </a:cubicBezTo>
                    <a:cubicBezTo>
                      <a:pt x="13904" y="8197"/>
                      <a:pt x="13921" y="8148"/>
                      <a:pt x="13942" y="8094"/>
                    </a:cubicBezTo>
                    <a:cubicBezTo>
                      <a:pt x="14204" y="7419"/>
                      <a:pt x="14460" y="6738"/>
                      <a:pt x="14089" y="6025"/>
                    </a:cubicBezTo>
                    <a:cubicBezTo>
                      <a:pt x="13855" y="5584"/>
                      <a:pt x="13991" y="5192"/>
                      <a:pt x="14160" y="4784"/>
                    </a:cubicBezTo>
                    <a:cubicBezTo>
                      <a:pt x="14411" y="4169"/>
                      <a:pt x="14868" y="3711"/>
                      <a:pt x="15314" y="3248"/>
                    </a:cubicBezTo>
                    <a:cubicBezTo>
                      <a:pt x="15240" y="3153"/>
                      <a:pt x="15187" y="3101"/>
                      <a:pt x="15117" y="3101"/>
                    </a:cubicBezTo>
                    <a:cubicBezTo>
                      <a:pt x="15064" y="3101"/>
                      <a:pt x="15001" y="3131"/>
                      <a:pt x="14912" y="3194"/>
                    </a:cubicBezTo>
                    <a:cubicBezTo>
                      <a:pt x="14264" y="3635"/>
                      <a:pt x="13883" y="4256"/>
                      <a:pt x="13725" y="4963"/>
                    </a:cubicBezTo>
                    <a:cubicBezTo>
                      <a:pt x="13654" y="4615"/>
                      <a:pt x="13507" y="4218"/>
                      <a:pt x="13436" y="3804"/>
                    </a:cubicBezTo>
                    <a:cubicBezTo>
                      <a:pt x="13376" y="3477"/>
                      <a:pt x="13469" y="3189"/>
                      <a:pt x="13703" y="2965"/>
                    </a:cubicBezTo>
                    <a:cubicBezTo>
                      <a:pt x="13899" y="2780"/>
                      <a:pt x="14100" y="2601"/>
                      <a:pt x="14302" y="2421"/>
                    </a:cubicBezTo>
                    <a:cubicBezTo>
                      <a:pt x="14503" y="2243"/>
                      <a:pt x="14712" y="2132"/>
                      <a:pt x="14940" y="2132"/>
                    </a:cubicBezTo>
                    <a:cubicBezTo>
                      <a:pt x="15082" y="2132"/>
                      <a:pt x="15231" y="2176"/>
                      <a:pt x="15391" y="2274"/>
                    </a:cubicBezTo>
                    <a:cubicBezTo>
                      <a:pt x="15582" y="2390"/>
                      <a:pt x="15786" y="2505"/>
                      <a:pt x="16022" y="2505"/>
                    </a:cubicBezTo>
                    <a:cubicBezTo>
                      <a:pt x="16042" y="2505"/>
                      <a:pt x="16062" y="2504"/>
                      <a:pt x="16082" y="2503"/>
                    </a:cubicBezTo>
                    <a:cubicBezTo>
                      <a:pt x="16561" y="2742"/>
                      <a:pt x="17067" y="2944"/>
                      <a:pt x="17497" y="3270"/>
                    </a:cubicBezTo>
                    <a:cubicBezTo>
                      <a:pt x="17977" y="3635"/>
                      <a:pt x="18423" y="4043"/>
                      <a:pt x="18897" y="4419"/>
                    </a:cubicBezTo>
                    <a:cubicBezTo>
                      <a:pt x="19354" y="4784"/>
                      <a:pt x="19866" y="5078"/>
                      <a:pt x="20247" y="5530"/>
                    </a:cubicBezTo>
                    <a:cubicBezTo>
                      <a:pt x="21597" y="7130"/>
                      <a:pt x="22239" y="8997"/>
                      <a:pt x="22310" y="11071"/>
                    </a:cubicBezTo>
                    <a:cubicBezTo>
                      <a:pt x="22343" y="12062"/>
                      <a:pt x="22353" y="13064"/>
                      <a:pt x="22174" y="14049"/>
                    </a:cubicBezTo>
                    <a:cubicBezTo>
                      <a:pt x="21978" y="15100"/>
                      <a:pt x="21684" y="16118"/>
                      <a:pt x="21178" y="17071"/>
                    </a:cubicBezTo>
                    <a:cubicBezTo>
                      <a:pt x="20078" y="19123"/>
                      <a:pt x="18379" y="20446"/>
                      <a:pt x="16153" y="21029"/>
                    </a:cubicBezTo>
                    <a:cubicBezTo>
                      <a:pt x="14340" y="21502"/>
                      <a:pt x="12467" y="21627"/>
                      <a:pt x="10600" y="21774"/>
                    </a:cubicBezTo>
                    <a:cubicBezTo>
                      <a:pt x="9163" y="21883"/>
                      <a:pt x="7736" y="22041"/>
                      <a:pt x="6354" y="22536"/>
                    </a:cubicBezTo>
                    <a:cubicBezTo>
                      <a:pt x="3544" y="23544"/>
                      <a:pt x="1732" y="25427"/>
                      <a:pt x="991" y="28329"/>
                    </a:cubicBezTo>
                    <a:cubicBezTo>
                      <a:pt x="915" y="28623"/>
                      <a:pt x="806" y="28911"/>
                      <a:pt x="697" y="29189"/>
                    </a:cubicBezTo>
                    <a:cubicBezTo>
                      <a:pt x="479" y="29739"/>
                      <a:pt x="245" y="30272"/>
                      <a:pt x="126" y="30849"/>
                    </a:cubicBezTo>
                    <a:cubicBezTo>
                      <a:pt x="93" y="31007"/>
                      <a:pt x="0" y="31231"/>
                      <a:pt x="175" y="31296"/>
                    </a:cubicBezTo>
                    <a:cubicBezTo>
                      <a:pt x="202" y="31307"/>
                      <a:pt x="227" y="31312"/>
                      <a:pt x="250" y="31312"/>
                    </a:cubicBezTo>
                    <a:cubicBezTo>
                      <a:pt x="398" y="31312"/>
                      <a:pt x="452" y="31103"/>
                      <a:pt x="523" y="30980"/>
                    </a:cubicBezTo>
                    <a:cubicBezTo>
                      <a:pt x="648" y="30762"/>
                      <a:pt x="703" y="30506"/>
                      <a:pt x="888" y="30321"/>
                    </a:cubicBezTo>
                    <a:cubicBezTo>
                      <a:pt x="964" y="30370"/>
                      <a:pt x="937" y="30436"/>
                      <a:pt x="937" y="30485"/>
                    </a:cubicBezTo>
                    <a:cubicBezTo>
                      <a:pt x="850" y="31628"/>
                      <a:pt x="1378" y="32543"/>
                      <a:pt x="2009" y="33419"/>
                    </a:cubicBezTo>
                    <a:cubicBezTo>
                      <a:pt x="2052" y="33483"/>
                      <a:pt x="2105" y="33594"/>
                      <a:pt x="2194" y="33594"/>
                    </a:cubicBezTo>
                    <a:cubicBezTo>
                      <a:pt x="2218" y="33594"/>
                      <a:pt x="2246" y="33586"/>
                      <a:pt x="2276" y="33566"/>
                    </a:cubicBezTo>
                    <a:cubicBezTo>
                      <a:pt x="2401" y="33484"/>
                      <a:pt x="2320" y="33348"/>
                      <a:pt x="2265" y="33250"/>
                    </a:cubicBezTo>
                    <a:cubicBezTo>
                      <a:pt x="2140" y="33022"/>
                      <a:pt x="2064" y="32777"/>
                      <a:pt x="1987" y="32532"/>
                    </a:cubicBezTo>
                    <a:cubicBezTo>
                      <a:pt x="1862" y="32287"/>
                      <a:pt x="1879" y="32014"/>
                      <a:pt x="1824" y="31753"/>
                    </a:cubicBezTo>
                    <a:cubicBezTo>
                      <a:pt x="1688" y="32014"/>
                      <a:pt x="1715" y="32287"/>
                      <a:pt x="1759" y="32570"/>
                    </a:cubicBezTo>
                    <a:cubicBezTo>
                      <a:pt x="1536" y="32189"/>
                      <a:pt x="1329" y="31818"/>
                      <a:pt x="1209" y="31394"/>
                    </a:cubicBezTo>
                    <a:cubicBezTo>
                      <a:pt x="1051" y="30817"/>
                      <a:pt x="1078" y="30229"/>
                      <a:pt x="1084" y="29641"/>
                    </a:cubicBezTo>
                    <a:cubicBezTo>
                      <a:pt x="1086" y="29526"/>
                      <a:pt x="1067" y="29485"/>
                      <a:pt x="1032" y="29485"/>
                    </a:cubicBezTo>
                    <a:cubicBezTo>
                      <a:pt x="985" y="29485"/>
                      <a:pt x="908" y="29561"/>
                      <a:pt x="817" y="29630"/>
                    </a:cubicBezTo>
                    <a:cubicBezTo>
                      <a:pt x="1002" y="29194"/>
                      <a:pt x="1138" y="28841"/>
                      <a:pt x="1247" y="28432"/>
                    </a:cubicBezTo>
                    <a:cubicBezTo>
                      <a:pt x="1329" y="28645"/>
                      <a:pt x="1329" y="28846"/>
                      <a:pt x="1487" y="29026"/>
                    </a:cubicBezTo>
                    <a:cubicBezTo>
                      <a:pt x="1465" y="28813"/>
                      <a:pt x="1438" y="28639"/>
                      <a:pt x="1427" y="28470"/>
                    </a:cubicBezTo>
                    <a:cubicBezTo>
                      <a:pt x="1372" y="27670"/>
                      <a:pt x="1688" y="26984"/>
                      <a:pt x="2080" y="26315"/>
                    </a:cubicBezTo>
                    <a:cubicBezTo>
                      <a:pt x="2946" y="24845"/>
                      <a:pt x="4176" y="23794"/>
                      <a:pt x="5728" y="23108"/>
                    </a:cubicBezTo>
                    <a:cubicBezTo>
                      <a:pt x="7372" y="22379"/>
                      <a:pt x="9119" y="22172"/>
                      <a:pt x="10878" y="22063"/>
                    </a:cubicBezTo>
                    <a:cubicBezTo>
                      <a:pt x="12451" y="21970"/>
                      <a:pt x="14008" y="21763"/>
                      <a:pt x="15554" y="21480"/>
                    </a:cubicBezTo>
                    <a:cubicBezTo>
                      <a:pt x="17236" y="21170"/>
                      <a:pt x="18728" y="20457"/>
                      <a:pt x="19931" y="19210"/>
                    </a:cubicBezTo>
                    <a:cubicBezTo>
                      <a:pt x="20611" y="18502"/>
                      <a:pt x="21129" y="17675"/>
                      <a:pt x="21602" y="16815"/>
                    </a:cubicBezTo>
                    <a:cubicBezTo>
                      <a:pt x="22108" y="15955"/>
                      <a:pt x="22451" y="15024"/>
                      <a:pt x="22609" y="14044"/>
                    </a:cubicBezTo>
                    <a:cubicBezTo>
                      <a:pt x="22871" y="12454"/>
                      <a:pt x="22789" y="10875"/>
                      <a:pt x="22419" y="9308"/>
                    </a:cubicBezTo>
                    <a:cubicBezTo>
                      <a:pt x="21896" y="7070"/>
                      <a:pt x="20704" y="5279"/>
                      <a:pt x="18907" y="3864"/>
                    </a:cubicBezTo>
                    <a:cubicBezTo>
                      <a:pt x="17879" y="3052"/>
                      <a:pt x="16730" y="2459"/>
                      <a:pt x="15543" y="1936"/>
                    </a:cubicBezTo>
                    <a:cubicBezTo>
                      <a:pt x="15249" y="1811"/>
                      <a:pt x="15238" y="1784"/>
                      <a:pt x="15499" y="1583"/>
                    </a:cubicBezTo>
                    <a:cubicBezTo>
                      <a:pt x="15848" y="1316"/>
                      <a:pt x="16142" y="995"/>
                      <a:pt x="16349" y="603"/>
                    </a:cubicBezTo>
                    <a:cubicBezTo>
                      <a:pt x="16436" y="434"/>
                      <a:pt x="16561" y="254"/>
                      <a:pt x="16430" y="42"/>
                    </a:cubicBezTo>
                    <a:cubicBezTo>
                      <a:pt x="16382" y="13"/>
                      <a:pt x="16343" y="1"/>
                      <a:pt x="163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5" name="Google Shape;1115;p28"/>
              <p:cNvSpPr/>
              <p:nvPr/>
            </p:nvSpPr>
            <p:spPr>
              <a:xfrm>
                <a:off x="5516154" y="1920095"/>
                <a:ext cx="391687" cy="498273"/>
              </a:xfrm>
              <a:custGeom>
                <a:rect b="b" l="l" r="r" t="t"/>
                <a:pathLst>
                  <a:path extrusionOk="0" h="8368" w="6578">
                    <a:moveTo>
                      <a:pt x="6427" y="0"/>
                    </a:moveTo>
                    <a:cubicBezTo>
                      <a:pt x="6384" y="0"/>
                      <a:pt x="6338" y="21"/>
                      <a:pt x="6299" y="42"/>
                    </a:cubicBezTo>
                    <a:cubicBezTo>
                      <a:pt x="6000" y="184"/>
                      <a:pt x="5701" y="309"/>
                      <a:pt x="5374" y="374"/>
                    </a:cubicBezTo>
                    <a:cubicBezTo>
                      <a:pt x="5026" y="440"/>
                      <a:pt x="4688" y="559"/>
                      <a:pt x="4383" y="739"/>
                    </a:cubicBezTo>
                    <a:cubicBezTo>
                      <a:pt x="3430" y="1316"/>
                      <a:pt x="2543" y="1991"/>
                      <a:pt x="1585" y="2557"/>
                    </a:cubicBezTo>
                    <a:cubicBezTo>
                      <a:pt x="1465" y="2633"/>
                      <a:pt x="1340" y="2759"/>
                      <a:pt x="1427" y="2944"/>
                    </a:cubicBezTo>
                    <a:cubicBezTo>
                      <a:pt x="1452" y="2959"/>
                      <a:pt x="1480" y="2966"/>
                      <a:pt x="1508" y="2966"/>
                    </a:cubicBezTo>
                    <a:cubicBezTo>
                      <a:pt x="1530" y="2966"/>
                      <a:pt x="1553" y="2962"/>
                      <a:pt x="1574" y="2955"/>
                    </a:cubicBezTo>
                    <a:cubicBezTo>
                      <a:pt x="1615" y="2950"/>
                      <a:pt x="1675" y="2911"/>
                      <a:pt x="1682" y="2911"/>
                    </a:cubicBezTo>
                    <a:cubicBezTo>
                      <a:pt x="1683" y="2911"/>
                      <a:pt x="1683" y="2911"/>
                      <a:pt x="1683" y="2911"/>
                    </a:cubicBezTo>
                    <a:cubicBezTo>
                      <a:pt x="1574" y="3368"/>
                      <a:pt x="1612" y="3896"/>
                      <a:pt x="1079" y="4152"/>
                    </a:cubicBezTo>
                    <a:cubicBezTo>
                      <a:pt x="921" y="4229"/>
                      <a:pt x="834" y="4376"/>
                      <a:pt x="834" y="4555"/>
                    </a:cubicBezTo>
                    <a:cubicBezTo>
                      <a:pt x="839" y="5062"/>
                      <a:pt x="796" y="5573"/>
                      <a:pt x="866" y="6074"/>
                    </a:cubicBezTo>
                    <a:cubicBezTo>
                      <a:pt x="899" y="6270"/>
                      <a:pt x="943" y="6471"/>
                      <a:pt x="855" y="6667"/>
                    </a:cubicBezTo>
                    <a:cubicBezTo>
                      <a:pt x="834" y="6716"/>
                      <a:pt x="806" y="6765"/>
                      <a:pt x="785" y="6814"/>
                    </a:cubicBezTo>
                    <a:cubicBezTo>
                      <a:pt x="817" y="7043"/>
                      <a:pt x="632" y="7168"/>
                      <a:pt x="534" y="7332"/>
                    </a:cubicBezTo>
                    <a:cubicBezTo>
                      <a:pt x="355" y="7626"/>
                      <a:pt x="55" y="7849"/>
                      <a:pt x="1" y="8219"/>
                    </a:cubicBezTo>
                    <a:cubicBezTo>
                      <a:pt x="123" y="8320"/>
                      <a:pt x="255" y="8367"/>
                      <a:pt x="381" y="8367"/>
                    </a:cubicBezTo>
                    <a:cubicBezTo>
                      <a:pt x="514" y="8367"/>
                      <a:pt x="640" y="8314"/>
                      <a:pt x="741" y="8214"/>
                    </a:cubicBezTo>
                    <a:cubicBezTo>
                      <a:pt x="1100" y="7860"/>
                      <a:pt x="1411" y="7462"/>
                      <a:pt x="1650" y="7005"/>
                    </a:cubicBezTo>
                    <a:cubicBezTo>
                      <a:pt x="1824" y="6678"/>
                      <a:pt x="1569" y="6090"/>
                      <a:pt x="2200" y="6020"/>
                    </a:cubicBezTo>
                    <a:cubicBezTo>
                      <a:pt x="2216" y="6020"/>
                      <a:pt x="2227" y="5960"/>
                      <a:pt x="2249" y="5933"/>
                    </a:cubicBezTo>
                    <a:cubicBezTo>
                      <a:pt x="2298" y="5889"/>
                      <a:pt x="2255" y="5780"/>
                      <a:pt x="2358" y="5775"/>
                    </a:cubicBezTo>
                    <a:cubicBezTo>
                      <a:pt x="2897" y="5758"/>
                      <a:pt x="2968" y="5317"/>
                      <a:pt x="3038" y="4942"/>
                    </a:cubicBezTo>
                    <a:cubicBezTo>
                      <a:pt x="3098" y="4649"/>
                      <a:pt x="3188" y="4476"/>
                      <a:pt x="3441" y="4476"/>
                    </a:cubicBezTo>
                    <a:cubicBezTo>
                      <a:pt x="3489" y="4476"/>
                      <a:pt x="3543" y="4482"/>
                      <a:pt x="3605" y="4495"/>
                    </a:cubicBezTo>
                    <a:cubicBezTo>
                      <a:pt x="3649" y="4505"/>
                      <a:pt x="3691" y="4510"/>
                      <a:pt x="3727" y="4510"/>
                    </a:cubicBezTo>
                    <a:cubicBezTo>
                      <a:pt x="3883" y="4510"/>
                      <a:pt x="3960" y="4420"/>
                      <a:pt x="3899" y="4196"/>
                    </a:cubicBezTo>
                    <a:cubicBezTo>
                      <a:pt x="3850" y="3896"/>
                      <a:pt x="3583" y="3668"/>
                      <a:pt x="3610" y="3341"/>
                    </a:cubicBezTo>
                    <a:cubicBezTo>
                      <a:pt x="3665" y="3251"/>
                      <a:pt x="3733" y="3224"/>
                      <a:pt x="3804" y="3224"/>
                    </a:cubicBezTo>
                    <a:cubicBezTo>
                      <a:pt x="3875" y="3224"/>
                      <a:pt x="3950" y="3251"/>
                      <a:pt x="4018" y="3270"/>
                    </a:cubicBezTo>
                    <a:cubicBezTo>
                      <a:pt x="4258" y="3336"/>
                      <a:pt x="4492" y="3407"/>
                      <a:pt x="4721" y="3505"/>
                    </a:cubicBezTo>
                    <a:cubicBezTo>
                      <a:pt x="4862" y="3567"/>
                      <a:pt x="5008" y="3630"/>
                      <a:pt x="5174" y="3630"/>
                    </a:cubicBezTo>
                    <a:cubicBezTo>
                      <a:pt x="5181" y="3630"/>
                      <a:pt x="5187" y="3630"/>
                      <a:pt x="5194" y="3630"/>
                    </a:cubicBezTo>
                    <a:cubicBezTo>
                      <a:pt x="5265" y="3624"/>
                      <a:pt x="5341" y="3619"/>
                      <a:pt x="5374" y="3543"/>
                    </a:cubicBezTo>
                    <a:cubicBezTo>
                      <a:pt x="5407" y="3461"/>
                      <a:pt x="5347" y="3412"/>
                      <a:pt x="5287" y="3379"/>
                    </a:cubicBezTo>
                    <a:cubicBezTo>
                      <a:pt x="4655" y="2998"/>
                      <a:pt x="4073" y="2535"/>
                      <a:pt x="3349" y="2329"/>
                    </a:cubicBezTo>
                    <a:cubicBezTo>
                      <a:pt x="3360" y="2301"/>
                      <a:pt x="3398" y="2301"/>
                      <a:pt x="3409" y="2274"/>
                    </a:cubicBezTo>
                    <a:cubicBezTo>
                      <a:pt x="3430" y="2231"/>
                      <a:pt x="3452" y="2193"/>
                      <a:pt x="3474" y="2149"/>
                    </a:cubicBezTo>
                    <a:cubicBezTo>
                      <a:pt x="3425" y="1986"/>
                      <a:pt x="3577" y="1986"/>
                      <a:pt x="3659" y="1948"/>
                    </a:cubicBezTo>
                    <a:cubicBezTo>
                      <a:pt x="4013" y="1790"/>
                      <a:pt x="4383" y="1675"/>
                      <a:pt x="4753" y="1561"/>
                    </a:cubicBezTo>
                    <a:cubicBezTo>
                      <a:pt x="5488" y="1343"/>
                      <a:pt x="6016" y="859"/>
                      <a:pt x="6468" y="276"/>
                    </a:cubicBezTo>
                    <a:cubicBezTo>
                      <a:pt x="6517" y="205"/>
                      <a:pt x="6577" y="135"/>
                      <a:pt x="6523" y="53"/>
                    </a:cubicBezTo>
                    <a:cubicBezTo>
                      <a:pt x="6496" y="14"/>
                      <a:pt x="6462" y="0"/>
                      <a:pt x="64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6" name="Google Shape;1116;p28"/>
              <p:cNvSpPr/>
              <p:nvPr/>
            </p:nvSpPr>
            <p:spPr>
              <a:xfrm>
                <a:off x="6052010" y="2714859"/>
                <a:ext cx="1399784" cy="1632843"/>
              </a:xfrm>
              <a:custGeom>
                <a:rect b="b" l="l" r="r" t="t"/>
                <a:pathLst>
                  <a:path extrusionOk="0" h="27422" w="23508">
                    <a:moveTo>
                      <a:pt x="18744" y="0"/>
                    </a:moveTo>
                    <a:cubicBezTo>
                      <a:pt x="18782" y="87"/>
                      <a:pt x="18804" y="136"/>
                      <a:pt x="18821" y="191"/>
                    </a:cubicBezTo>
                    <a:cubicBezTo>
                      <a:pt x="19006" y="485"/>
                      <a:pt x="19365" y="594"/>
                      <a:pt x="19561" y="860"/>
                    </a:cubicBezTo>
                    <a:cubicBezTo>
                      <a:pt x="19806" y="1203"/>
                      <a:pt x="20018" y="1574"/>
                      <a:pt x="20236" y="1933"/>
                    </a:cubicBezTo>
                    <a:cubicBezTo>
                      <a:pt x="21532" y="4061"/>
                      <a:pt x="22479" y="6321"/>
                      <a:pt x="22865" y="8792"/>
                    </a:cubicBezTo>
                    <a:cubicBezTo>
                      <a:pt x="23083" y="10197"/>
                      <a:pt x="23219" y="11607"/>
                      <a:pt x="23148" y="13033"/>
                    </a:cubicBezTo>
                    <a:cubicBezTo>
                      <a:pt x="23051" y="15042"/>
                      <a:pt x="22582" y="16920"/>
                      <a:pt x="21581" y="18679"/>
                    </a:cubicBezTo>
                    <a:cubicBezTo>
                      <a:pt x="20497" y="20573"/>
                      <a:pt x="19169" y="22223"/>
                      <a:pt x="17247" y="23317"/>
                    </a:cubicBezTo>
                    <a:cubicBezTo>
                      <a:pt x="15418" y="24362"/>
                      <a:pt x="13426" y="24896"/>
                      <a:pt x="11330" y="24950"/>
                    </a:cubicBezTo>
                    <a:cubicBezTo>
                      <a:pt x="9370" y="24999"/>
                      <a:pt x="7404" y="24928"/>
                      <a:pt x="5461" y="25315"/>
                    </a:cubicBezTo>
                    <a:cubicBezTo>
                      <a:pt x="4095" y="25581"/>
                      <a:pt x="2712" y="25788"/>
                      <a:pt x="1432" y="26398"/>
                    </a:cubicBezTo>
                    <a:cubicBezTo>
                      <a:pt x="926" y="26643"/>
                      <a:pt x="463" y="26942"/>
                      <a:pt x="1" y="27422"/>
                    </a:cubicBezTo>
                    <a:cubicBezTo>
                      <a:pt x="158" y="27351"/>
                      <a:pt x="218" y="27329"/>
                      <a:pt x="284" y="27302"/>
                    </a:cubicBezTo>
                    <a:cubicBezTo>
                      <a:pt x="708" y="27013"/>
                      <a:pt x="1133" y="26725"/>
                      <a:pt x="1617" y="26540"/>
                    </a:cubicBezTo>
                    <a:cubicBezTo>
                      <a:pt x="2706" y="26131"/>
                      <a:pt x="3828" y="25886"/>
                      <a:pt x="4976" y="25690"/>
                    </a:cubicBezTo>
                    <a:cubicBezTo>
                      <a:pt x="6363" y="25453"/>
                      <a:pt x="7753" y="25240"/>
                      <a:pt x="9154" y="25240"/>
                    </a:cubicBezTo>
                    <a:cubicBezTo>
                      <a:pt x="9360" y="25240"/>
                      <a:pt x="9566" y="25245"/>
                      <a:pt x="9773" y="25255"/>
                    </a:cubicBezTo>
                    <a:cubicBezTo>
                      <a:pt x="10019" y="25267"/>
                      <a:pt x="10265" y="25273"/>
                      <a:pt x="10510" y="25273"/>
                    </a:cubicBezTo>
                    <a:cubicBezTo>
                      <a:pt x="11549" y="25273"/>
                      <a:pt x="12577" y="25163"/>
                      <a:pt x="13594" y="24961"/>
                    </a:cubicBezTo>
                    <a:cubicBezTo>
                      <a:pt x="16327" y="24416"/>
                      <a:pt x="18674" y="23202"/>
                      <a:pt x="20405" y="20949"/>
                    </a:cubicBezTo>
                    <a:cubicBezTo>
                      <a:pt x="22022" y="18836"/>
                      <a:pt x="23165" y="16539"/>
                      <a:pt x="23372" y="13822"/>
                    </a:cubicBezTo>
                    <a:cubicBezTo>
                      <a:pt x="23508" y="12026"/>
                      <a:pt x="23377" y="10257"/>
                      <a:pt x="23105" y="8482"/>
                    </a:cubicBezTo>
                    <a:cubicBezTo>
                      <a:pt x="22936" y="7404"/>
                      <a:pt x="22561" y="6381"/>
                      <a:pt x="22201" y="5357"/>
                    </a:cubicBezTo>
                    <a:cubicBezTo>
                      <a:pt x="21613" y="3664"/>
                      <a:pt x="20808" y="2085"/>
                      <a:pt x="19632" y="713"/>
                    </a:cubicBezTo>
                    <a:cubicBezTo>
                      <a:pt x="19392" y="436"/>
                      <a:pt x="19158" y="131"/>
                      <a:pt x="187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7" name="Google Shape;1117;p28"/>
              <p:cNvSpPr/>
              <p:nvPr/>
            </p:nvSpPr>
            <p:spPr>
              <a:xfrm>
                <a:off x="5715872" y="-494325"/>
                <a:ext cx="1325531" cy="1313801"/>
              </a:xfrm>
              <a:custGeom>
                <a:rect b="b" l="l" r="r" t="t"/>
                <a:pathLst>
                  <a:path extrusionOk="0" h="22064" w="22261">
                    <a:moveTo>
                      <a:pt x="22032" y="0"/>
                    </a:moveTo>
                    <a:cubicBezTo>
                      <a:pt x="21945" y="0"/>
                      <a:pt x="21889" y="98"/>
                      <a:pt x="21847" y="179"/>
                    </a:cubicBezTo>
                    <a:cubicBezTo>
                      <a:pt x="21433" y="957"/>
                      <a:pt x="20840" y="1567"/>
                      <a:pt x="20241" y="2209"/>
                    </a:cubicBezTo>
                    <a:cubicBezTo>
                      <a:pt x="19697" y="2792"/>
                      <a:pt x="19130" y="3325"/>
                      <a:pt x="18499" y="3821"/>
                    </a:cubicBezTo>
                    <a:cubicBezTo>
                      <a:pt x="17688" y="4452"/>
                      <a:pt x="16811" y="4958"/>
                      <a:pt x="15929" y="5476"/>
                    </a:cubicBezTo>
                    <a:cubicBezTo>
                      <a:pt x="14977" y="6031"/>
                      <a:pt x="14073" y="6684"/>
                      <a:pt x="13305" y="7473"/>
                    </a:cubicBezTo>
                    <a:cubicBezTo>
                      <a:pt x="12124" y="8687"/>
                      <a:pt x="11182" y="10108"/>
                      <a:pt x="10186" y="11475"/>
                    </a:cubicBezTo>
                    <a:cubicBezTo>
                      <a:pt x="8939" y="13173"/>
                      <a:pt x="7453" y="14654"/>
                      <a:pt x="5918" y="16075"/>
                    </a:cubicBezTo>
                    <a:cubicBezTo>
                      <a:pt x="4257" y="17605"/>
                      <a:pt x="2412" y="18922"/>
                      <a:pt x="746" y="20446"/>
                    </a:cubicBezTo>
                    <a:cubicBezTo>
                      <a:pt x="496" y="20675"/>
                      <a:pt x="294" y="20926"/>
                      <a:pt x="185" y="21247"/>
                    </a:cubicBezTo>
                    <a:cubicBezTo>
                      <a:pt x="185" y="21524"/>
                      <a:pt x="44" y="21769"/>
                      <a:pt x="0" y="22063"/>
                    </a:cubicBezTo>
                    <a:cubicBezTo>
                      <a:pt x="49" y="22031"/>
                      <a:pt x="71" y="22025"/>
                      <a:pt x="82" y="22009"/>
                    </a:cubicBezTo>
                    <a:cubicBezTo>
                      <a:pt x="115" y="21971"/>
                      <a:pt x="147" y="21933"/>
                      <a:pt x="158" y="21889"/>
                    </a:cubicBezTo>
                    <a:cubicBezTo>
                      <a:pt x="349" y="21132"/>
                      <a:pt x="871" y="20664"/>
                      <a:pt x="1432" y="20147"/>
                    </a:cubicBezTo>
                    <a:cubicBezTo>
                      <a:pt x="2210" y="19428"/>
                      <a:pt x="3087" y="18830"/>
                      <a:pt x="3882" y="18133"/>
                    </a:cubicBezTo>
                    <a:cubicBezTo>
                      <a:pt x="4932" y="17224"/>
                      <a:pt x="6054" y="16396"/>
                      <a:pt x="7034" y="15411"/>
                    </a:cubicBezTo>
                    <a:cubicBezTo>
                      <a:pt x="8455" y="13968"/>
                      <a:pt x="9810" y="12466"/>
                      <a:pt x="11030" y="10843"/>
                    </a:cubicBezTo>
                    <a:cubicBezTo>
                      <a:pt x="11585" y="10114"/>
                      <a:pt x="11999" y="9281"/>
                      <a:pt x="12657" y="8628"/>
                    </a:cubicBezTo>
                    <a:cubicBezTo>
                      <a:pt x="13098" y="8187"/>
                      <a:pt x="13392" y="7615"/>
                      <a:pt x="13910" y="7245"/>
                    </a:cubicBezTo>
                    <a:cubicBezTo>
                      <a:pt x="14982" y="6466"/>
                      <a:pt x="15984" y="5584"/>
                      <a:pt x="17214" y="5035"/>
                    </a:cubicBezTo>
                    <a:cubicBezTo>
                      <a:pt x="17846" y="4751"/>
                      <a:pt x="18281" y="4185"/>
                      <a:pt x="18869" y="3842"/>
                    </a:cubicBezTo>
                    <a:cubicBezTo>
                      <a:pt x="19375" y="3548"/>
                      <a:pt x="19822" y="3205"/>
                      <a:pt x="20148" y="2705"/>
                    </a:cubicBezTo>
                    <a:cubicBezTo>
                      <a:pt x="20372" y="2356"/>
                      <a:pt x="20671" y="2106"/>
                      <a:pt x="20894" y="2008"/>
                    </a:cubicBezTo>
                    <a:lnTo>
                      <a:pt x="20894" y="2008"/>
                    </a:lnTo>
                    <a:cubicBezTo>
                      <a:pt x="20491" y="3211"/>
                      <a:pt x="19392" y="3842"/>
                      <a:pt x="18581" y="4724"/>
                    </a:cubicBezTo>
                    <a:cubicBezTo>
                      <a:pt x="19147" y="4359"/>
                      <a:pt x="19631" y="3886"/>
                      <a:pt x="20214" y="3554"/>
                    </a:cubicBezTo>
                    <a:cubicBezTo>
                      <a:pt x="20306" y="3380"/>
                      <a:pt x="20486" y="3276"/>
                      <a:pt x="20589" y="3096"/>
                    </a:cubicBezTo>
                    <a:cubicBezTo>
                      <a:pt x="21112" y="2187"/>
                      <a:pt x="21749" y="1344"/>
                      <a:pt x="22097" y="336"/>
                    </a:cubicBezTo>
                    <a:cubicBezTo>
                      <a:pt x="22130" y="238"/>
                      <a:pt x="22261" y="113"/>
                      <a:pt x="22114" y="26"/>
                    </a:cubicBezTo>
                    <a:cubicBezTo>
                      <a:pt x="22084" y="8"/>
                      <a:pt x="22057" y="0"/>
                      <a:pt x="220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8" name="Google Shape;1118;p28"/>
              <p:cNvSpPr/>
              <p:nvPr/>
            </p:nvSpPr>
            <p:spPr>
              <a:xfrm>
                <a:off x="6105840" y="2574091"/>
                <a:ext cx="427652" cy="270453"/>
              </a:xfrm>
              <a:custGeom>
                <a:rect b="b" l="l" r="r" t="t"/>
                <a:pathLst>
                  <a:path extrusionOk="0" h="4542" w="7182">
                    <a:moveTo>
                      <a:pt x="1595" y="4169"/>
                    </a:moveTo>
                    <a:cubicBezTo>
                      <a:pt x="1727" y="4174"/>
                      <a:pt x="1861" y="4174"/>
                      <a:pt x="1987" y="4199"/>
                    </a:cubicBezTo>
                    <a:cubicBezTo>
                      <a:pt x="2012" y="4204"/>
                      <a:pt x="2037" y="4210"/>
                      <a:pt x="2063" y="4216"/>
                    </a:cubicBezTo>
                    <a:lnTo>
                      <a:pt x="2063" y="4216"/>
                    </a:lnTo>
                    <a:cubicBezTo>
                      <a:pt x="1907" y="4201"/>
                      <a:pt x="1750" y="4186"/>
                      <a:pt x="1595" y="4169"/>
                    </a:cubicBezTo>
                    <a:close/>
                    <a:moveTo>
                      <a:pt x="2573" y="4168"/>
                    </a:moveTo>
                    <a:cubicBezTo>
                      <a:pt x="2579" y="4168"/>
                      <a:pt x="2602" y="4208"/>
                      <a:pt x="2564" y="4221"/>
                    </a:cubicBezTo>
                    <a:cubicBezTo>
                      <a:pt x="2535" y="4250"/>
                      <a:pt x="2497" y="4257"/>
                      <a:pt x="2458" y="4257"/>
                    </a:cubicBezTo>
                    <a:cubicBezTo>
                      <a:pt x="2451" y="4257"/>
                      <a:pt x="2444" y="4257"/>
                      <a:pt x="2437" y="4256"/>
                    </a:cubicBezTo>
                    <a:lnTo>
                      <a:pt x="2437" y="4256"/>
                    </a:lnTo>
                    <a:cubicBezTo>
                      <a:pt x="2480" y="4248"/>
                      <a:pt x="2523" y="4234"/>
                      <a:pt x="2564" y="4210"/>
                    </a:cubicBezTo>
                    <a:cubicBezTo>
                      <a:pt x="2575" y="4204"/>
                      <a:pt x="2581" y="4199"/>
                      <a:pt x="2575" y="4183"/>
                    </a:cubicBezTo>
                    <a:cubicBezTo>
                      <a:pt x="2571" y="4172"/>
                      <a:pt x="2572" y="4168"/>
                      <a:pt x="2573" y="4168"/>
                    </a:cubicBezTo>
                    <a:close/>
                    <a:moveTo>
                      <a:pt x="6766" y="1"/>
                    </a:moveTo>
                    <a:cubicBezTo>
                      <a:pt x="6714" y="1"/>
                      <a:pt x="6657" y="5"/>
                      <a:pt x="6593" y="12"/>
                    </a:cubicBezTo>
                    <a:cubicBezTo>
                      <a:pt x="5684" y="121"/>
                      <a:pt x="4851" y="437"/>
                      <a:pt x="4072" y="922"/>
                    </a:cubicBezTo>
                    <a:cubicBezTo>
                      <a:pt x="3234" y="1444"/>
                      <a:pt x="2559" y="2152"/>
                      <a:pt x="1857" y="2816"/>
                    </a:cubicBezTo>
                    <a:cubicBezTo>
                      <a:pt x="1514" y="3143"/>
                      <a:pt x="1187" y="3513"/>
                      <a:pt x="991" y="3959"/>
                    </a:cubicBezTo>
                    <a:cubicBezTo>
                      <a:pt x="1089" y="4057"/>
                      <a:pt x="1198" y="4108"/>
                      <a:pt x="1313" y="4136"/>
                    </a:cubicBezTo>
                    <a:lnTo>
                      <a:pt x="1313" y="4136"/>
                    </a:lnTo>
                    <a:cubicBezTo>
                      <a:pt x="1040" y="4100"/>
                      <a:pt x="769" y="4054"/>
                      <a:pt x="501" y="3981"/>
                    </a:cubicBezTo>
                    <a:cubicBezTo>
                      <a:pt x="401" y="3951"/>
                      <a:pt x="299" y="3905"/>
                      <a:pt x="196" y="3905"/>
                    </a:cubicBezTo>
                    <a:cubicBezTo>
                      <a:pt x="131" y="3905"/>
                      <a:pt x="66" y="3923"/>
                      <a:pt x="0" y="3976"/>
                    </a:cubicBezTo>
                    <a:cubicBezTo>
                      <a:pt x="403" y="4209"/>
                      <a:pt x="821" y="4395"/>
                      <a:pt x="1294" y="4395"/>
                    </a:cubicBezTo>
                    <a:cubicBezTo>
                      <a:pt x="1307" y="4395"/>
                      <a:pt x="1321" y="4395"/>
                      <a:pt x="1334" y="4395"/>
                    </a:cubicBezTo>
                    <a:cubicBezTo>
                      <a:pt x="1495" y="4392"/>
                      <a:pt x="1654" y="4387"/>
                      <a:pt x="1812" y="4387"/>
                    </a:cubicBezTo>
                    <a:cubicBezTo>
                      <a:pt x="1944" y="4387"/>
                      <a:pt x="2074" y="4390"/>
                      <a:pt x="2205" y="4400"/>
                    </a:cubicBezTo>
                    <a:cubicBezTo>
                      <a:pt x="2537" y="4422"/>
                      <a:pt x="2869" y="4427"/>
                      <a:pt x="3191" y="4542"/>
                    </a:cubicBezTo>
                    <a:cubicBezTo>
                      <a:pt x="3327" y="4498"/>
                      <a:pt x="3332" y="4368"/>
                      <a:pt x="3376" y="4264"/>
                    </a:cubicBezTo>
                    <a:cubicBezTo>
                      <a:pt x="3773" y="3262"/>
                      <a:pt x="4312" y="2370"/>
                      <a:pt x="5210" y="1733"/>
                    </a:cubicBezTo>
                    <a:cubicBezTo>
                      <a:pt x="5412" y="1591"/>
                      <a:pt x="5559" y="1384"/>
                      <a:pt x="5722" y="1199"/>
                    </a:cubicBezTo>
                    <a:cubicBezTo>
                      <a:pt x="6087" y="791"/>
                      <a:pt x="6490" y="437"/>
                      <a:pt x="7083" y="432"/>
                    </a:cubicBezTo>
                    <a:cubicBezTo>
                      <a:pt x="7181" y="142"/>
                      <a:pt x="7079" y="1"/>
                      <a:pt x="67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9" name="Google Shape;1119;p28"/>
              <p:cNvSpPr/>
              <p:nvPr/>
            </p:nvSpPr>
            <p:spPr>
              <a:xfrm>
                <a:off x="6234222" y="3480266"/>
                <a:ext cx="232464" cy="299035"/>
              </a:xfrm>
              <a:custGeom>
                <a:rect b="b" l="l" r="r" t="t"/>
                <a:pathLst>
                  <a:path extrusionOk="0" h="5022" w="3904">
                    <a:moveTo>
                      <a:pt x="3622" y="1"/>
                    </a:moveTo>
                    <a:cubicBezTo>
                      <a:pt x="3496" y="1"/>
                      <a:pt x="3369" y="152"/>
                      <a:pt x="3267" y="250"/>
                    </a:cubicBezTo>
                    <a:cubicBezTo>
                      <a:pt x="2232" y="1230"/>
                      <a:pt x="1225" y="2242"/>
                      <a:pt x="392" y="3407"/>
                    </a:cubicBezTo>
                    <a:cubicBezTo>
                      <a:pt x="0" y="3957"/>
                      <a:pt x="60" y="4453"/>
                      <a:pt x="561" y="4904"/>
                    </a:cubicBezTo>
                    <a:cubicBezTo>
                      <a:pt x="636" y="4971"/>
                      <a:pt x="716" y="5021"/>
                      <a:pt x="806" y="5021"/>
                    </a:cubicBezTo>
                    <a:cubicBezTo>
                      <a:pt x="841" y="5021"/>
                      <a:pt x="877" y="5014"/>
                      <a:pt x="915" y="4997"/>
                    </a:cubicBezTo>
                    <a:cubicBezTo>
                      <a:pt x="1035" y="4937"/>
                      <a:pt x="1007" y="4823"/>
                      <a:pt x="1002" y="4714"/>
                    </a:cubicBezTo>
                    <a:cubicBezTo>
                      <a:pt x="996" y="4616"/>
                      <a:pt x="969" y="4518"/>
                      <a:pt x="991" y="4409"/>
                    </a:cubicBezTo>
                    <a:lnTo>
                      <a:pt x="991" y="4409"/>
                    </a:lnTo>
                    <a:cubicBezTo>
                      <a:pt x="1125" y="4836"/>
                      <a:pt x="1243" y="4993"/>
                      <a:pt x="1525" y="4993"/>
                    </a:cubicBezTo>
                    <a:cubicBezTo>
                      <a:pt x="1610" y="4993"/>
                      <a:pt x="1710" y="4979"/>
                      <a:pt x="1829" y="4953"/>
                    </a:cubicBezTo>
                    <a:cubicBezTo>
                      <a:pt x="2042" y="4910"/>
                      <a:pt x="2249" y="4850"/>
                      <a:pt x="2428" y="4736"/>
                    </a:cubicBezTo>
                    <a:cubicBezTo>
                      <a:pt x="2473" y="4707"/>
                      <a:pt x="2514" y="4689"/>
                      <a:pt x="2552" y="4689"/>
                    </a:cubicBezTo>
                    <a:cubicBezTo>
                      <a:pt x="2593" y="4689"/>
                      <a:pt x="2631" y="4710"/>
                      <a:pt x="2668" y="4757"/>
                    </a:cubicBezTo>
                    <a:cubicBezTo>
                      <a:pt x="2782" y="4556"/>
                      <a:pt x="2733" y="4322"/>
                      <a:pt x="2809" y="4115"/>
                    </a:cubicBezTo>
                    <a:cubicBezTo>
                      <a:pt x="2793" y="4112"/>
                      <a:pt x="2777" y="4111"/>
                      <a:pt x="2761" y="4111"/>
                    </a:cubicBezTo>
                    <a:cubicBezTo>
                      <a:pt x="2561" y="4111"/>
                      <a:pt x="2435" y="4323"/>
                      <a:pt x="2238" y="4333"/>
                    </a:cubicBezTo>
                    <a:cubicBezTo>
                      <a:pt x="2213" y="4334"/>
                      <a:pt x="2188" y="4335"/>
                      <a:pt x="2165" y="4335"/>
                    </a:cubicBezTo>
                    <a:cubicBezTo>
                      <a:pt x="2080" y="4335"/>
                      <a:pt x="2006" y="4320"/>
                      <a:pt x="1955" y="4235"/>
                    </a:cubicBezTo>
                    <a:cubicBezTo>
                      <a:pt x="1889" y="4126"/>
                      <a:pt x="1933" y="4033"/>
                      <a:pt x="2020" y="3952"/>
                    </a:cubicBezTo>
                    <a:cubicBezTo>
                      <a:pt x="2074" y="3903"/>
                      <a:pt x="2140" y="3865"/>
                      <a:pt x="2210" y="3832"/>
                    </a:cubicBezTo>
                    <a:lnTo>
                      <a:pt x="2210" y="3832"/>
                    </a:lnTo>
                    <a:cubicBezTo>
                      <a:pt x="2172" y="3925"/>
                      <a:pt x="2031" y="3995"/>
                      <a:pt x="2118" y="4110"/>
                    </a:cubicBezTo>
                    <a:cubicBezTo>
                      <a:pt x="2151" y="4154"/>
                      <a:pt x="2191" y="4169"/>
                      <a:pt x="2235" y="4169"/>
                    </a:cubicBezTo>
                    <a:cubicBezTo>
                      <a:pt x="2293" y="4169"/>
                      <a:pt x="2356" y="4142"/>
                      <a:pt x="2412" y="4121"/>
                    </a:cubicBezTo>
                    <a:cubicBezTo>
                      <a:pt x="2608" y="4039"/>
                      <a:pt x="2809" y="3974"/>
                      <a:pt x="2962" y="3816"/>
                    </a:cubicBezTo>
                    <a:cubicBezTo>
                      <a:pt x="2951" y="3641"/>
                      <a:pt x="3054" y="3494"/>
                      <a:pt x="3092" y="3331"/>
                    </a:cubicBezTo>
                    <a:cubicBezTo>
                      <a:pt x="2994" y="3108"/>
                      <a:pt x="3256" y="3005"/>
                      <a:pt x="3256" y="2787"/>
                    </a:cubicBezTo>
                    <a:cubicBezTo>
                      <a:pt x="3272" y="2019"/>
                      <a:pt x="3506" y="1284"/>
                      <a:pt x="3702" y="544"/>
                    </a:cubicBezTo>
                    <a:cubicBezTo>
                      <a:pt x="3746" y="370"/>
                      <a:pt x="3903" y="146"/>
                      <a:pt x="3708" y="27"/>
                    </a:cubicBezTo>
                    <a:cubicBezTo>
                      <a:pt x="3679" y="8"/>
                      <a:pt x="3651" y="1"/>
                      <a:pt x="362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0" name="Google Shape;1120;p28"/>
              <p:cNvSpPr/>
              <p:nvPr/>
            </p:nvSpPr>
            <p:spPr>
              <a:xfrm>
                <a:off x="5991750" y="2013464"/>
                <a:ext cx="169227" cy="452542"/>
              </a:xfrm>
              <a:custGeom>
                <a:rect b="b" l="l" r="r" t="t"/>
                <a:pathLst>
                  <a:path extrusionOk="0" h="7600" w="2842">
                    <a:moveTo>
                      <a:pt x="941" y="0"/>
                    </a:moveTo>
                    <a:cubicBezTo>
                      <a:pt x="915" y="0"/>
                      <a:pt x="888" y="11"/>
                      <a:pt x="860" y="37"/>
                    </a:cubicBezTo>
                    <a:cubicBezTo>
                      <a:pt x="779" y="118"/>
                      <a:pt x="871" y="211"/>
                      <a:pt x="920" y="292"/>
                    </a:cubicBezTo>
                    <a:cubicBezTo>
                      <a:pt x="1013" y="450"/>
                      <a:pt x="1116" y="608"/>
                      <a:pt x="1274" y="782"/>
                    </a:cubicBezTo>
                    <a:cubicBezTo>
                      <a:pt x="1215" y="731"/>
                      <a:pt x="1170" y="706"/>
                      <a:pt x="1127" y="706"/>
                    </a:cubicBezTo>
                    <a:cubicBezTo>
                      <a:pt x="1111" y="706"/>
                      <a:pt x="1095" y="710"/>
                      <a:pt x="1078" y="717"/>
                    </a:cubicBezTo>
                    <a:cubicBezTo>
                      <a:pt x="1045" y="875"/>
                      <a:pt x="1268" y="984"/>
                      <a:pt x="1154" y="1174"/>
                    </a:cubicBezTo>
                    <a:cubicBezTo>
                      <a:pt x="528" y="2198"/>
                      <a:pt x="272" y="3336"/>
                      <a:pt x="147" y="4512"/>
                    </a:cubicBezTo>
                    <a:cubicBezTo>
                      <a:pt x="44" y="5459"/>
                      <a:pt x="0" y="6395"/>
                      <a:pt x="365" y="7315"/>
                    </a:cubicBezTo>
                    <a:cubicBezTo>
                      <a:pt x="442" y="7508"/>
                      <a:pt x="517" y="7599"/>
                      <a:pt x="628" y="7599"/>
                    </a:cubicBezTo>
                    <a:cubicBezTo>
                      <a:pt x="690" y="7599"/>
                      <a:pt x="763" y="7571"/>
                      <a:pt x="855" y="7517"/>
                    </a:cubicBezTo>
                    <a:cubicBezTo>
                      <a:pt x="838" y="7141"/>
                      <a:pt x="893" y="6744"/>
                      <a:pt x="550" y="6455"/>
                    </a:cubicBezTo>
                    <a:cubicBezTo>
                      <a:pt x="430" y="6352"/>
                      <a:pt x="397" y="6199"/>
                      <a:pt x="387" y="6041"/>
                    </a:cubicBezTo>
                    <a:cubicBezTo>
                      <a:pt x="343" y="5497"/>
                      <a:pt x="599" y="5072"/>
                      <a:pt x="953" y="4593"/>
                    </a:cubicBezTo>
                    <a:lnTo>
                      <a:pt x="953" y="4593"/>
                    </a:lnTo>
                    <a:cubicBezTo>
                      <a:pt x="779" y="4942"/>
                      <a:pt x="626" y="5208"/>
                      <a:pt x="512" y="5497"/>
                    </a:cubicBezTo>
                    <a:cubicBezTo>
                      <a:pt x="419" y="5731"/>
                      <a:pt x="387" y="5976"/>
                      <a:pt x="474" y="6221"/>
                    </a:cubicBezTo>
                    <a:cubicBezTo>
                      <a:pt x="506" y="6319"/>
                      <a:pt x="544" y="6444"/>
                      <a:pt x="670" y="6444"/>
                    </a:cubicBezTo>
                    <a:cubicBezTo>
                      <a:pt x="806" y="6439"/>
                      <a:pt x="800" y="6297"/>
                      <a:pt x="822" y="6199"/>
                    </a:cubicBezTo>
                    <a:cubicBezTo>
                      <a:pt x="893" y="5840"/>
                      <a:pt x="1002" y="5497"/>
                      <a:pt x="1181" y="5176"/>
                    </a:cubicBezTo>
                    <a:cubicBezTo>
                      <a:pt x="1535" y="4533"/>
                      <a:pt x="1916" y="3918"/>
                      <a:pt x="2395" y="3363"/>
                    </a:cubicBezTo>
                    <a:cubicBezTo>
                      <a:pt x="2651" y="3063"/>
                      <a:pt x="2640" y="2987"/>
                      <a:pt x="2368" y="2704"/>
                    </a:cubicBezTo>
                    <a:cubicBezTo>
                      <a:pt x="2167" y="2492"/>
                      <a:pt x="2009" y="2252"/>
                      <a:pt x="1895" y="1986"/>
                    </a:cubicBezTo>
                    <a:lnTo>
                      <a:pt x="1895" y="1986"/>
                    </a:lnTo>
                    <a:cubicBezTo>
                      <a:pt x="2101" y="2230"/>
                      <a:pt x="2254" y="2508"/>
                      <a:pt x="2477" y="2742"/>
                    </a:cubicBezTo>
                    <a:cubicBezTo>
                      <a:pt x="2549" y="2819"/>
                      <a:pt x="2608" y="2857"/>
                      <a:pt x="2659" y="2857"/>
                    </a:cubicBezTo>
                    <a:cubicBezTo>
                      <a:pt x="2731" y="2857"/>
                      <a:pt x="2787" y="2779"/>
                      <a:pt x="2842" y="2622"/>
                    </a:cubicBezTo>
                    <a:cubicBezTo>
                      <a:pt x="2629" y="2557"/>
                      <a:pt x="2738" y="2285"/>
                      <a:pt x="2564" y="2192"/>
                    </a:cubicBezTo>
                    <a:cubicBezTo>
                      <a:pt x="2542" y="2201"/>
                      <a:pt x="2518" y="2209"/>
                      <a:pt x="2495" y="2209"/>
                    </a:cubicBezTo>
                    <a:cubicBezTo>
                      <a:pt x="2473" y="2209"/>
                      <a:pt x="2453" y="2201"/>
                      <a:pt x="2439" y="2176"/>
                    </a:cubicBezTo>
                    <a:cubicBezTo>
                      <a:pt x="2254" y="1888"/>
                      <a:pt x="2101" y="1583"/>
                      <a:pt x="1895" y="1310"/>
                    </a:cubicBezTo>
                    <a:cubicBezTo>
                      <a:pt x="1851" y="1251"/>
                      <a:pt x="1856" y="1202"/>
                      <a:pt x="1933" y="1174"/>
                    </a:cubicBezTo>
                    <a:cubicBezTo>
                      <a:pt x="2270" y="1071"/>
                      <a:pt x="2052" y="929"/>
                      <a:pt x="1938" y="848"/>
                    </a:cubicBezTo>
                    <a:cubicBezTo>
                      <a:pt x="1682" y="668"/>
                      <a:pt x="1459" y="461"/>
                      <a:pt x="1274" y="216"/>
                    </a:cubicBezTo>
                    <a:cubicBezTo>
                      <a:pt x="1236" y="167"/>
                      <a:pt x="1192" y="129"/>
                      <a:pt x="1138" y="102"/>
                    </a:cubicBezTo>
                    <a:cubicBezTo>
                      <a:pt x="1075" y="67"/>
                      <a:pt x="1010" y="0"/>
                      <a:pt x="94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1" name="Google Shape;1121;p28"/>
              <p:cNvSpPr/>
              <p:nvPr/>
            </p:nvSpPr>
            <p:spPr>
              <a:xfrm>
                <a:off x="6219633" y="3264649"/>
                <a:ext cx="420507" cy="561986"/>
              </a:xfrm>
              <a:custGeom>
                <a:rect b="b" l="l" r="r" t="t"/>
                <a:pathLst>
                  <a:path extrusionOk="0" h="9438" w="7062">
                    <a:moveTo>
                      <a:pt x="4834" y="0"/>
                    </a:moveTo>
                    <a:lnTo>
                      <a:pt x="4834" y="0"/>
                    </a:lnTo>
                    <a:cubicBezTo>
                      <a:pt x="4856" y="131"/>
                      <a:pt x="4873" y="256"/>
                      <a:pt x="4889" y="376"/>
                    </a:cubicBezTo>
                    <a:cubicBezTo>
                      <a:pt x="4938" y="539"/>
                      <a:pt x="4938" y="702"/>
                      <a:pt x="4905" y="866"/>
                    </a:cubicBezTo>
                    <a:cubicBezTo>
                      <a:pt x="4785" y="1476"/>
                      <a:pt x="4606" y="2063"/>
                      <a:pt x="4415" y="2651"/>
                    </a:cubicBezTo>
                    <a:cubicBezTo>
                      <a:pt x="4328" y="2935"/>
                      <a:pt x="4170" y="3130"/>
                      <a:pt x="3925" y="3321"/>
                    </a:cubicBezTo>
                    <a:cubicBezTo>
                      <a:pt x="2494" y="4470"/>
                      <a:pt x="1252" y="5798"/>
                      <a:pt x="251" y="7339"/>
                    </a:cubicBezTo>
                    <a:cubicBezTo>
                      <a:pt x="0" y="7725"/>
                      <a:pt x="588" y="8819"/>
                      <a:pt x="1051" y="8847"/>
                    </a:cubicBezTo>
                    <a:cubicBezTo>
                      <a:pt x="1058" y="8847"/>
                      <a:pt x="1068" y="8849"/>
                      <a:pt x="1077" y="8849"/>
                    </a:cubicBezTo>
                    <a:cubicBezTo>
                      <a:pt x="1081" y="8849"/>
                      <a:pt x="1085" y="8848"/>
                      <a:pt x="1089" y="8847"/>
                    </a:cubicBezTo>
                    <a:cubicBezTo>
                      <a:pt x="1196" y="8786"/>
                      <a:pt x="1305" y="8768"/>
                      <a:pt x="1417" y="8768"/>
                    </a:cubicBezTo>
                    <a:cubicBezTo>
                      <a:pt x="1571" y="8768"/>
                      <a:pt x="1727" y="8802"/>
                      <a:pt x="1882" y="8802"/>
                    </a:cubicBezTo>
                    <a:cubicBezTo>
                      <a:pt x="1935" y="8802"/>
                      <a:pt x="1989" y="8798"/>
                      <a:pt x="2042" y="8787"/>
                    </a:cubicBezTo>
                    <a:cubicBezTo>
                      <a:pt x="2363" y="8721"/>
                      <a:pt x="2728" y="8727"/>
                      <a:pt x="2913" y="8378"/>
                    </a:cubicBezTo>
                    <a:cubicBezTo>
                      <a:pt x="2907" y="8297"/>
                      <a:pt x="2896" y="8221"/>
                      <a:pt x="2885" y="8117"/>
                    </a:cubicBezTo>
                    <a:cubicBezTo>
                      <a:pt x="2575" y="8368"/>
                      <a:pt x="2232" y="8466"/>
                      <a:pt x="1867" y="8515"/>
                    </a:cubicBezTo>
                    <a:cubicBezTo>
                      <a:pt x="1833" y="8519"/>
                      <a:pt x="1800" y="8521"/>
                      <a:pt x="1769" y="8521"/>
                    </a:cubicBezTo>
                    <a:cubicBezTo>
                      <a:pt x="1546" y="8521"/>
                      <a:pt x="1413" y="8415"/>
                      <a:pt x="1356" y="8166"/>
                    </a:cubicBezTo>
                    <a:cubicBezTo>
                      <a:pt x="1323" y="8030"/>
                      <a:pt x="1318" y="7872"/>
                      <a:pt x="1209" y="7758"/>
                    </a:cubicBezTo>
                    <a:cubicBezTo>
                      <a:pt x="1084" y="7850"/>
                      <a:pt x="1143" y="7959"/>
                      <a:pt x="1127" y="8057"/>
                    </a:cubicBezTo>
                    <a:cubicBezTo>
                      <a:pt x="1089" y="8232"/>
                      <a:pt x="1307" y="8476"/>
                      <a:pt x="1100" y="8553"/>
                    </a:cubicBezTo>
                    <a:cubicBezTo>
                      <a:pt x="1069" y="8564"/>
                      <a:pt x="1041" y="8569"/>
                      <a:pt x="1016" y="8569"/>
                    </a:cubicBezTo>
                    <a:cubicBezTo>
                      <a:pt x="835" y="8569"/>
                      <a:pt x="778" y="8306"/>
                      <a:pt x="659" y="8177"/>
                    </a:cubicBezTo>
                    <a:cubicBezTo>
                      <a:pt x="610" y="8128"/>
                      <a:pt x="572" y="8063"/>
                      <a:pt x="545" y="8003"/>
                    </a:cubicBezTo>
                    <a:cubicBezTo>
                      <a:pt x="436" y="7758"/>
                      <a:pt x="387" y="7546"/>
                      <a:pt x="572" y="7284"/>
                    </a:cubicBezTo>
                    <a:cubicBezTo>
                      <a:pt x="1443" y="6016"/>
                      <a:pt x="2521" y="4932"/>
                      <a:pt x="3626" y="3876"/>
                    </a:cubicBezTo>
                    <a:cubicBezTo>
                      <a:pt x="3718" y="3795"/>
                      <a:pt x="3833" y="3735"/>
                      <a:pt x="3936" y="3659"/>
                    </a:cubicBezTo>
                    <a:lnTo>
                      <a:pt x="3936" y="3659"/>
                    </a:lnTo>
                    <a:cubicBezTo>
                      <a:pt x="4002" y="3789"/>
                      <a:pt x="3942" y="3882"/>
                      <a:pt x="3909" y="3980"/>
                    </a:cubicBezTo>
                    <a:cubicBezTo>
                      <a:pt x="3691" y="4660"/>
                      <a:pt x="3544" y="5363"/>
                      <a:pt x="3414" y="6065"/>
                    </a:cubicBezTo>
                    <a:cubicBezTo>
                      <a:pt x="3365" y="6342"/>
                      <a:pt x="3533" y="6707"/>
                      <a:pt x="3087" y="6811"/>
                    </a:cubicBezTo>
                    <a:cubicBezTo>
                      <a:pt x="3147" y="6936"/>
                      <a:pt x="3245" y="6936"/>
                      <a:pt x="3337" y="6952"/>
                    </a:cubicBezTo>
                    <a:cubicBezTo>
                      <a:pt x="3484" y="7072"/>
                      <a:pt x="3435" y="7246"/>
                      <a:pt x="3473" y="7399"/>
                    </a:cubicBezTo>
                    <a:cubicBezTo>
                      <a:pt x="3544" y="7665"/>
                      <a:pt x="3566" y="7976"/>
                      <a:pt x="3816" y="8144"/>
                    </a:cubicBezTo>
                    <a:cubicBezTo>
                      <a:pt x="4105" y="8346"/>
                      <a:pt x="4317" y="8613"/>
                      <a:pt x="4513" y="8885"/>
                    </a:cubicBezTo>
                    <a:cubicBezTo>
                      <a:pt x="4810" y="9291"/>
                      <a:pt x="5199" y="9437"/>
                      <a:pt x="5650" y="9437"/>
                    </a:cubicBezTo>
                    <a:cubicBezTo>
                      <a:pt x="5713" y="9437"/>
                      <a:pt x="5777" y="9434"/>
                      <a:pt x="5842" y="9429"/>
                    </a:cubicBezTo>
                    <a:cubicBezTo>
                      <a:pt x="6065" y="9407"/>
                      <a:pt x="6288" y="9358"/>
                      <a:pt x="6435" y="9168"/>
                    </a:cubicBezTo>
                    <a:cubicBezTo>
                      <a:pt x="6772" y="8721"/>
                      <a:pt x="7061" y="8259"/>
                      <a:pt x="7034" y="7665"/>
                    </a:cubicBezTo>
                    <a:cubicBezTo>
                      <a:pt x="6981" y="7631"/>
                      <a:pt x="6938" y="7617"/>
                      <a:pt x="6901" y="7617"/>
                    </a:cubicBezTo>
                    <a:cubicBezTo>
                      <a:pt x="6760" y="7617"/>
                      <a:pt x="6708" y="7815"/>
                      <a:pt x="6587" y="7867"/>
                    </a:cubicBezTo>
                    <a:cubicBezTo>
                      <a:pt x="6341" y="7971"/>
                      <a:pt x="6100" y="8045"/>
                      <a:pt x="5865" y="8045"/>
                    </a:cubicBezTo>
                    <a:cubicBezTo>
                      <a:pt x="5611" y="8045"/>
                      <a:pt x="5363" y="7959"/>
                      <a:pt x="5123" y="7736"/>
                    </a:cubicBezTo>
                    <a:cubicBezTo>
                      <a:pt x="4998" y="7621"/>
                      <a:pt x="4869" y="7455"/>
                      <a:pt x="4638" y="7455"/>
                    </a:cubicBezTo>
                    <a:cubicBezTo>
                      <a:pt x="4607" y="7455"/>
                      <a:pt x="4575" y="7458"/>
                      <a:pt x="4540" y="7464"/>
                    </a:cubicBezTo>
                    <a:cubicBezTo>
                      <a:pt x="4796" y="7899"/>
                      <a:pt x="5194" y="8112"/>
                      <a:pt x="5580" y="8308"/>
                    </a:cubicBezTo>
                    <a:cubicBezTo>
                      <a:pt x="5676" y="8356"/>
                      <a:pt x="5769" y="8376"/>
                      <a:pt x="5861" y="8376"/>
                    </a:cubicBezTo>
                    <a:cubicBezTo>
                      <a:pt x="6130" y="8376"/>
                      <a:pt x="6386" y="8206"/>
                      <a:pt x="6658" y="8085"/>
                    </a:cubicBezTo>
                    <a:lnTo>
                      <a:pt x="6658" y="8085"/>
                    </a:lnTo>
                    <a:cubicBezTo>
                      <a:pt x="6642" y="8340"/>
                      <a:pt x="6489" y="8504"/>
                      <a:pt x="6413" y="8694"/>
                    </a:cubicBezTo>
                    <a:cubicBezTo>
                      <a:pt x="6271" y="9046"/>
                      <a:pt x="6006" y="9221"/>
                      <a:pt x="5671" y="9221"/>
                    </a:cubicBezTo>
                    <a:cubicBezTo>
                      <a:pt x="5571" y="9221"/>
                      <a:pt x="5464" y="9205"/>
                      <a:pt x="5352" y="9173"/>
                    </a:cubicBezTo>
                    <a:cubicBezTo>
                      <a:pt x="4622" y="8961"/>
                      <a:pt x="4399" y="8210"/>
                      <a:pt x="3860" y="7791"/>
                    </a:cubicBezTo>
                    <a:cubicBezTo>
                      <a:pt x="3855" y="7785"/>
                      <a:pt x="3849" y="7769"/>
                      <a:pt x="3849" y="7758"/>
                    </a:cubicBezTo>
                    <a:cubicBezTo>
                      <a:pt x="3795" y="7339"/>
                      <a:pt x="3675" y="6914"/>
                      <a:pt x="3708" y="6506"/>
                    </a:cubicBezTo>
                    <a:cubicBezTo>
                      <a:pt x="3806" y="5461"/>
                      <a:pt x="4040" y="4437"/>
                      <a:pt x="4437" y="3468"/>
                    </a:cubicBezTo>
                    <a:cubicBezTo>
                      <a:pt x="4769" y="2662"/>
                      <a:pt x="5036" y="1835"/>
                      <a:pt x="5210" y="980"/>
                    </a:cubicBezTo>
                    <a:cubicBezTo>
                      <a:pt x="5303" y="517"/>
                      <a:pt x="5156" y="136"/>
                      <a:pt x="48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2" name="Google Shape;1122;p28"/>
              <p:cNvSpPr/>
              <p:nvPr/>
            </p:nvSpPr>
            <p:spPr>
              <a:xfrm>
                <a:off x="6565477" y="-269479"/>
                <a:ext cx="610455" cy="608490"/>
              </a:xfrm>
              <a:custGeom>
                <a:rect b="b" l="l" r="r" t="t"/>
                <a:pathLst>
                  <a:path extrusionOk="0" h="10219" w="10252">
                    <a:moveTo>
                      <a:pt x="5815" y="1"/>
                    </a:moveTo>
                    <a:lnTo>
                      <a:pt x="5815" y="1"/>
                    </a:lnTo>
                    <a:cubicBezTo>
                      <a:pt x="5826" y="83"/>
                      <a:pt x="5821" y="143"/>
                      <a:pt x="5842" y="164"/>
                    </a:cubicBezTo>
                    <a:cubicBezTo>
                      <a:pt x="6360" y="681"/>
                      <a:pt x="6860" y="1237"/>
                      <a:pt x="7612" y="1395"/>
                    </a:cubicBezTo>
                    <a:cubicBezTo>
                      <a:pt x="8281" y="1536"/>
                      <a:pt x="8913" y="1787"/>
                      <a:pt x="9566" y="1983"/>
                    </a:cubicBezTo>
                    <a:cubicBezTo>
                      <a:pt x="9953" y="2097"/>
                      <a:pt x="10023" y="2364"/>
                      <a:pt x="9713" y="2630"/>
                    </a:cubicBezTo>
                    <a:cubicBezTo>
                      <a:pt x="8984" y="3262"/>
                      <a:pt x="8292" y="3953"/>
                      <a:pt x="7481" y="4470"/>
                    </a:cubicBezTo>
                    <a:cubicBezTo>
                      <a:pt x="6964" y="4803"/>
                      <a:pt x="6550" y="5173"/>
                      <a:pt x="6349" y="5766"/>
                    </a:cubicBezTo>
                    <a:cubicBezTo>
                      <a:pt x="6213" y="6158"/>
                      <a:pt x="5929" y="6403"/>
                      <a:pt x="5505" y="6479"/>
                    </a:cubicBezTo>
                    <a:cubicBezTo>
                      <a:pt x="5178" y="6534"/>
                      <a:pt x="4852" y="6599"/>
                      <a:pt x="4563" y="6768"/>
                    </a:cubicBezTo>
                    <a:cubicBezTo>
                      <a:pt x="3442" y="7432"/>
                      <a:pt x="2325" y="8113"/>
                      <a:pt x="1329" y="8956"/>
                    </a:cubicBezTo>
                    <a:cubicBezTo>
                      <a:pt x="1010" y="9218"/>
                      <a:pt x="696" y="9475"/>
                      <a:pt x="256" y="9475"/>
                    </a:cubicBezTo>
                    <a:cubicBezTo>
                      <a:pt x="238" y="9475"/>
                      <a:pt x="220" y="9474"/>
                      <a:pt x="202" y="9474"/>
                    </a:cubicBezTo>
                    <a:cubicBezTo>
                      <a:pt x="189" y="9474"/>
                      <a:pt x="176" y="9473"/>
                      <a:pt x="162" y="9473"/>
                    </a:cubicBezTo>
                    <a:cubicBezTo>
                      <a:pt x="107" y="9473"/>
                      <a:pt x="50" y="9480"/>
                      <a:pt x="28" y="9550"/>
                    </a:cubicBezTo>
                    <a:cubicBezTo>
                      <a:pt x="1" y="9659"/>
                      <a:pt x="77" y="9729"/>
                      <a:pt x="148" y="9789"/>
                    </a:cubicBezTo>
                    <a:cubicBezTo>
                      <a:pt x="514" y="10073"/>
                      <a:pt x="914" y="10219"/>
                      <a:pt x="1314" y="10219"/>
                    </a:cubicBezTo>
                    <a:cubicBezTo>
                      <a:pt x="1733" y="10219"/>
                      <a:pt x="2150" y="10058"/>
                      <a:pt x="2527" y="9729"/>
                    </a:cubicBezTo>
                    <a:cubicBezTo>
                      <a:pt x="3006" y="9305"/>
                      <a:pt x="3480" y="8902"/>
                      <a:pt x="4095" y="8679"/>
                    </a:cubicBezTo>
                    <a:cubicBezTo>
                      <a:pt x="4269" y="8619"/>
                      <a:pt x="4519" y="8543"/>
                      <a:pt x="4525" y="8260"/>
                    </a:cubicBezTo>
                    <a:lnTo>
                      <a:pt x="4525" y="8260"/>
                    </a:lnTo>
                    <a:cubicBezTo>
                      <a:pt x="3893" y="8450"/>
                      <a:pt x="3256" y="8635"/>
                      <a:pt x="2783" y="9125"/>
                    </a:cubicBezTo>
                    <a:cubicBezTo>
                      <a:pt x="2402" y="9517"/>
                      <a:pt x="1890" y="9637"/>
                      <a:pt x="1411" y="9811"/>
                    </a:cubicBezTo>
                    <a:cubicBezTo>
                      <a:pt x="1329" y="9840"/>
                      <a:pt x="1237" y="9855"/>
                      <a:pt x="1140" y="9855"/>
                    </a:cubicBezTo>
                    <a:cubicBezTo>
                      <a:pt x="986" y="9855"/>
                      <a:pt x="819" y="9817"/>
                      <a:pt x="665" y="9740"/>
                    </a:cubicBezTo>
                    <a:cubicBezTo>
                      <a:pt x="888" y="9604"/>
                      <a:pt x="1122" y="9523"/>
                      <a:pt x="1280" y="9365"/>
                    </a:cubicBezTo>
                    <a:cubicBezTo>
                      <a:pt x="2026" y="8608"/>
                      <a:pt x="2979" y="8145"/>
                      <a:pt x="3801" y="7503"/>
                    </a:cubicBezTo>
                    <a:cubicBezTo>
                      <a:pt x="4117" y="7263"/>
                      <a:pt x="4465" y="7089"/>
                      <a:pt x="4868" y="6997"/>
                    </a:cubicBezTo>
                    <a:cubicBezTo>
                      <a:pt x="5723" y="6801"/>
                      <a:pt x="6496" y="6463"/>
                      <a:pt x="6746" y="5483"/>
                    </a:cubicBezTo>
                    <a:cubicBezTo>
                      <a:pt x="6795" y="5298"/>
                      <a:pt x="6953" y="5146"/>
                      <a:pt x="7127" y="5037"/>
                    </a:cubicBezTo>
                    <a:cubicBezTo>
                      <a:pt x="8134" y="4432"/>
                      <a:pt x="8945" y="3583"/>
                      <a:pt x="9849" y="2854"/>
                    </a:cubicBezTo>
                    <a:cubicBezTo>
                      <a:pt x="9925" y="2794"/>
                      <a:pt x="9985" y="2718"/>
                      <a:pt x="10034" y="2641"/>
                    </a:cubicBezTo>
                    <a:cubicBezTo>
                      <a:pt x="10252" y="2315"/>
                      <a:pt x="10154" y="1917"/>
                      <a:pt x="9784" y="1814"/>
                    </a:cubicBezTo>
                    <a:cubicBezTo>
                      <a:pt x="9196" y="1645"/>
                      <a:pt x="8657" y="1340"/>
                      <a:pt x="8047" y="1253"/>
                    </a:cubicBezTo>
                    <a:cubicBezTo>
                      <a:pt x="7416" y="1161"/>
                      <a:pt x="6844" y="943"/>
                      <a:pt x="6436" y="415"/>
                    </a:cubicBezTo>
                    <a:cubicBezTo>
                      <a:pt x="6202" y="349"/>
                      <a:pt x="6093" y="83"/>
                      <a:pt x="58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3" name="Google Shape;1123;p28"/>
              <p:cNvSpPr/>
              <p:nvPr/>
            </p:nvSpPr>
            <p:spPr>
              <a:xfrm>
                <a:off x="5313876" y="2034960"/>
                <a:ext cx="187448" cy="369596"/>
              </a:xfrm>
              <a:custGeom>
                <a:rect b="b" l="l" r="r" t="t"/>
                <a:pathLst>
                  <a:path extrusionOk="0" h="6207" w="3148">
                    <a:moveTo>
                      <a:pt x="988" y="0"/>
                    </a:moveTo>
                    <a:cubicBezTo>
                      <a:pt x="980" y="0"/>
                      <a:pt x="972" y="1"/>
                      <a:pt x="964" y="2"/>
                    </a:cubicBezTo>
                    <a:cubicBezTo>
                      <a:pt x="823" y="24"/>
                      <a:pt x="785" y="160"/>
                      <a:pt x="774" y="274"/>
                    </a:cubicBezTo>
                    <a:cubicBezTo>
                      <a:pt x="741" y="601"/>
                      <a:pt x="610" y="895"/>
                      <a:pt x="398" y="1140"/>
                    </a:cubicBezTo>
                    <a:cubicBezTo>
                      <a:pt x="169" y="1407"/>
                      <a:pt x="77" y="1723"/>
                      <a:pt x="1" y="2055"/>
                    </a:cubicBezTo>
                    <a:cubicBezTo>
                      <a:pt x="52" y="2045"/>
                      <a:pt x="109" y="2023"/>
                      <a:pt x="152" y="2023"/>
                    </a:cubicBezTo>
                    <a:cubicBezTo>
                      <a:pt x="205" y="2023"/>
                      <a:pt x="237" y="2056"/>
                      <a:pt x="213" y="2185"/>
                    </a:cubicBezTo>
                    <a:cubicBezTo>
                      <a:pt x="191" y="2300"/>
                      <a:pt x="191" y="2419"/>
                      <a:pt x="186" y="2534"/>
                    </a:cubicBezTo>
                    <a:cubicBezTo>
                      <a:pt x="176" y="2717"/>
                      <a:pt x="130" y="2915"/>
                      <a:pt x="378" y="2915"/>
                    </a:cubicBezTo>
                    <a:cubicBezTo>
                      <a:pt x="402" y="2915"/>
                      <a:pt x="428" y="2913"/>
                      <a:pt x="458" y="2909"/>
                    </a:cubicBezTo>
                    <a:cubicBezTo>
                      <a:pt x="468" y="2908"/>
                      <a:pt x="477" y="2908"/>
                      <a:pt x="485" y="2908"/>
                    </a:cubicBezTo>
                    <a:cubicBezTo>
                      <a:pt x="595" y="2908"/>
                      <a:pt x="633" y="3000"/>
                      <a:pt x="638" y="3111"/>
                    </a:cubicBezTo>
                    <a:cubicBezTo>
                      <a:pt x="659" y="3710"/>
                      <a:pt x="1155" y="3857"/>
                      <a:pt x="1558" y="4091"/>
                    </a:cubicBezTo>
                    <a:cubicBezTo>
                      <a:pt x="1567" y="4096"/>
                      <a:pt x="1575" y="4099"/>
                      <a:pt x="1582" y="4099"/>
                    </a:cubicBezTo>
                    <a:cubicBezTo>
                      <a:pt x="1625" y="4099"/>
                      <a:pt x="1601" y="3988"/>
                      <a:pt x="1652" y="3988"/>
                    </a:cubicBezTo>
                    <a:cubicBezTo>
                      <a:pt x="1660" y="3988"/>
                      <a:pt x="1670" y="3991"/>
                      <a:pt x="1683" y="3998"/>
                    </a:cubicBezTo>
                    <a:cubicBezTo>
                      <a:pt x="1732" y="4227"/>
                      <a:pt x="1721" y="4455"/>
                      <a:pt x="1688" y="4689"/>
                    </a:cubicBezTo>
                    <a:cubicBezTo>
                      <a:pt x="1813" y="4842"/>
                      <a:pt x="1819" y="5032"/>
                      <a:pt x="1852" y="5212"/>
                    </a:cubicBezTo>
                    <a:cubicBezTo>
                      <a:pt x="1982" y="5980"/>
                      <a:pt x="1982" y="5980"/>
                      <a:pt x="2723" y="6143"/>
                    </a:cubicBezTo>
                    <a:cubicBezTo>
                      <a:pt x="2792" y="6160"/>
                      <a:pt x="2871" y="6207"/>
                      <a:pt x="2941" y="6207"/>
                    </a:cubicBezTo>
                    <a:cubicBezTo>
                      <a:pt x="2981" y="6207"/>
                      <a:pt x="3018" y="6192"/>
                      <a:pt x="3049" y="6148"/>
                    </a:cubicBezTo>
                    <a:cubicBezTo>
                      <a:pt x="3147" y="6018"/>
                      <a:pt x="3049" y="5876"/>
                      <a:pt x="2973" y="5762"/>
                    </a:cubicBezTo>
                    <a:cubicBezTo>
                      <a:pt x="2772" y="5452"/>
                      <a:pt x="2494" y="5207"/>
                      <a:pt x="2222" y="4967"/>
                    </a:cubicBezTo>
                    <a:cubicBezTo>
                      <a:pt x="1944" y="4717"/>
                      <a:pt x="1868" y="4412"/>
                      <a:pt x="1895" y="4074"/>
                    </a:cubicBezTo>
                    <a:cubicBezTo>
                      <a:pt x="1911" y="3851"/>
                      <a:pt x="1944" y="3622"/>
                      <a:pt x="1906" y="3405"/>
                    </a:cubicBezTo>
                    <a:cubicBezTo>
                      <a:pt x="1841" y="3002"/>
                      <a:pt x="1988" y="2545"/>
                      <a:pt x="1656" y="2191"/>
                    </a:cubicBezTo>
                    <a:cubicBezTo>
                      <a:pt x="1394" y="1918"/>
                      <a:pt x="1307" y="1586"/>
                      <a:pt x="1454" y="1243"/>
                    </a:cubicBezTo>
                    <a:cubicBezTo>
                      <a:pt x="1645" y="808"/>
                      <a:pt x="1438" y="498"/>
                      <a:pt x="1215" y="176"/>
                    </a:cubicBezTo>
                    <a:cubicBezTo>
                      <a:pt x="1159" y="96"/>
                      <a:pt x="1089" y="0"/>
                      <a:pt x="9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4" name="Google Shape;1124;p28"/>
              <p:cNvSpPr/>
              <p:nvPr/>
            </p:nvSpPr>
            <p:spPr>
              <a:xfrm>
                <a:off x="5218602" y="1976724"/>
                <a:ext cx="352387" cy="432833"/>
              </a:xfrm>
              <a:custGeom>
                <a:rect b="b" l="l" r="r" t="t"/>
                <a:pathLst>
                  <a:path extrusionOk="0" h="7269" w="5918">
                    <a:moveTo>
                      <a:pt x="1878" y="0"/>
                    </a:moveTo>
                    <a:cubicBezTo>
                      <a:pt x="1884" y="17"/>
                      <a:pt x="1889" y="38"/>
                      <a:pt x="1895" y="55"/>
                    </a:cubicBezTo>
                    <a:cubicBezTo>
                      <a:pt x="1933" y="131"/>
                      <a:pt x="1922" y="213"/>
                      <a:pt x="1960" y="289"/>
                    </a:cubicBezTo>
                    <a:cubicBezTo>
                      <a:pt x="2145" y="659"/>
                      <a:pt x="2123" y="719"/>
                      <a:pt x="1742" y="915"/>
                    </a:cubicBezTo>
                    <a:cubicBezTo>
                      <a:pt x="1590" y="991"/>
                      <a:pt x="1410" y="1029"/>
                      <a:pt x="1312" y="1187"/>
                    </a:cubicBezTo>
                    <a:cubicBezTo>
                      <a:pt x="887" y="1291"/>
                      <a:pt x="583" y="1557"/>
                      <a:pt x="381" y="1933"/>
                    </a:cubicBezTo>
                    <a:cubicBezTo>
                      <a:pt x="283" y="2113"/>
                      <a:pt x="0" y="2358"/>
                      <a:pt x="125" y="2445"/>
                    </a:cubicBezTo>
                    <a:cubicBezTo>
                      <a:pt x="161" y="2468"/>
                      <a:pt x="194" y="2478"/>
                      <a:pt x="224" y="2478"/>
                    </a:cubicBezTo>
                    <a:cubicBezTo>
                      <a:pt x="379" y="2478"/>
                      <a:pt x="473" y="2216"/>
                      <a:pt x="610" y="2107"/>
                    </a:cubicBezTo>
                    <a:cubicBezTo>
                      <a:pt x="833" y="1775"/>
                      <a:pt x="1138" y="1563"/>
                      <a:pt x="1519" y="1438"/>
                    </a:cubicBezTo>
                    <a:cubicBezTo>
                      <a:pt x="1851" y="1334"/>
                      <a:pt x="2189" y="1214"/>
                      <a:pt x="2276" y="1024"/>
                    </a:cubicBezTo>
                    <a:lnTo>
                      <a:pt x="2276" y="1024"/>
                    </a:lnTo>
                    <a:cubicBezTo>
                      <a:pt x="2210" y="1263"/>
                      <a:pt x="1971" y="1628"/>
                      <a:pt x="1878" y="2053"/>
                    </a:cubicBezTo>
                    <a:cubicBezTo>
                      <a:pt x="1780" y="2265"/>
                      <a:pt x="1590" y="2412"/>
                      <a:pt x="1514" y="2646"/>
                    </a:cubicBezTo>
                    <a:cubicBezTo>
                      <a:pt x="1470" y="2793"/>
                      <a:pt x="1361" y="2951"/>
                      <a:pt x="1601" y="3033"/>
                    </a:cubicBezTo>
                    <a:cubicBezTo>
                      <a:pt x="1655" y="2880"/>
                      <a:pt x="2014" y="2842"/>
                      <a:pt x="1775" y="2575"/>
                    </a:cubicBezTo>
                    <a:cubicBezTo>
                      <a:pt x="1769" y="2570"/>
                      <a:pt x="1808" y="2521"/>
                      <a:pt x="1829" y="2494"/>
                    </a:cubicBezTo>
                    <a:cubicBezTo>
                      <a:pt x="2161" y="2107"/>
                      <a:pt x="2455" y="1704"/>
                      <a:pt x="2477" y="1160"/>
                    </a:cubicBezTo>
                    <a:cubicBezTo>
                      <a:pt x="2481" y="1118"/>
                      <a:pt x="2495" y="1033"/>
                      <a:pt x="2559" y="1033"/>
                    </a:cubicBezTo>
                    <a:cubicBezTo>
                      <a:pt x="2579" y="1033"/>
                      <a:pt x="2604" y="1041"/>
                      <a:pt x="2635" y="1062"/>
                    </a:cubicBezTo>
                    <a:cubicBezTo>
                      <a:pt x="2858" y="1198"/>
                      <a:pt x="3060" y="1824"/>
                      <a:pt x="2983" y="2074"/>
                    </a:cubicBezTo>
                    <a:cubicBezTo>
                      <a:pt x="2842" y="2510"/>
                      <a:pt x="2836" y="2929"/>
                      <a:pt x="3212" y="3272"/>
                    </a:cubicBezTo>
                    <a:cubicBezTo>
                      <a:pt x="3283" y="3332"/>
                      <a:pt x="3370" y="3403"/>
                      <a:pt x="3364" y="3501"/>
                    </a:cubicBezTo>
                    <a:cubicBezTo>
                      <a:pt x="3332" y="4007"/>
                      <a:pt x="3501" y="4497"/>
                      <a:pt x="3419" y="5009"/>
                    </a:cubicBezTo>
                    <a:cubicBezTo>
                      <a:pt x="3364" y="5357"/>
                      <a:pt x="3419" y="5706"/>
                      <a:pt x="3724" y="5972"/>
                    </a:cubicBezTo>
                    <a:cubicBezTo>
                      <a:pt x="3947" y="6163"/>
                      <a:pt x="4138" y="6386"/>
                      <a:pt x="4350" y="6593"/>
                    </a:cubicBezTo>
                    <a:cubicBezTo>
                      <a:pt x="4491" y="6734"/>
                      <a:pt x="4589" y="6892"/>
                      <a:pt x="4633" y="7126"/>
                    </a:cubicBezTo>
                    <a:cubicBezTo>
                      <a:pt x="4470" y="7077"/>
                      <a:pt x="4339" y="7018"/>
                      <a:pt x="4203" y="7001"/>
                    </a:cubicBezTo>
                    <a:cubicBezTo>
                      <a:pt x="3658" y="6925"/>
                      <a:pt x="3658" y="6930"/>
                      <a:pt x="3582" y="6370"/>
                    </a:cubicBezTo>
                    <a:cubicBezTo>
                      <a:pt x="3533" y="6000"/>
                      <a:pt x="3441" y="5776"/>
                      <a:pt x="3288" y="5667"/>
                    </a:cubicBezTo>
                    <a:lnTo>
                      <a:pt x="3288" y="5667"/>
                    </a:lnTo>
                    <a:cubicBezTo>
                      <a:pt x="3337" y="6010"/>
                      <a:pt x="3375" y="6353"/>
                      <a:pt x="3441" y="6691"/>
                    </a:cubicBezTo>
                    <a:cubicBezTo>
                      <a:pt x="3511" y="7072"/>
                      <a:pt x="3755" y="7268"/>
                      <a:pt x="4128" y="7268"/>
                    </a:cubicBezTo>
                    <a:cubicBezTo>
                      <a:pt x="4133" y="7268"/>
                      <a:pt x="4138" y="7268"/>
                      <a:pt x="4143" y="7268"/>
                    </a:cubicBezTo>
                    <a:lnTo>
                      <a:pt x="4998" y="7268"/>
                    </a:lnTo>
                    <a:cubicBezTo>
                      <a:pt x="5248" y="6920"/>
                      <a:pt x="5493" y="6577"/>
                      <a:pt x="5744" y="6228"/>
                    </a:cubicBezTo>
                    <a:cubicBezTo>
                      <a:pt x="5825" y="6114"/>
                      <a:pt x="5918" y="6000"/>
                      <a:pt x="5782" y="5863"/>
                    </a:cubicBezTo>
                    <a:lnTo>
                      <a:pt x="5782" y="5863"/>
                    </a:lnTo>
                    <a:cubicBezTo>
                      <a:pt x="5488" y="6255"/>
                      <a:pt x="5199" y="6647"/>
                      <a:pt x="4851" y="7116"/>
                    </a:cubicBezTo>
                    <a:cubicBezTo>
                      <a:pt x="4753" y="6647"/>
                      <a:pt x="4421" y="6424"/>
                      <a:pt x="4187" y="6114"/>
                    </a:cubicBezTo>
                    <a:cubicBezTo>
                      <a:pt x="4204" y="6108"/>
                      <a:pt x="4223" y="6105"/>
                      <a:pt x="4241" y="6105"/>
                    </a:cubicBezTo>
                    <a:cubicBezTo>
                      <a:pt x="4290" y="6105"/>
                      <a:pt x="4338" y="6122"/>
                      <a:pt x="4378" y="6122"/>
                    </a:cubicBezTo>
                    <a:cubicBezTo>
                      <a:pt x="4415" y="6122"/>
                      <a:pt x="4445" y="6109"/>
                      <a:pt x="4464" y="6059"/>
                    </a:cubicBezTo>
                    <a:cubicBezTo>
                      <a:pt x="4524" y="5918"/>
                      <a:pt x="4404" y="5820"/>
                      <a:pt x="4323" y="5727"/>
                    </a:cubicBezTo>
                    <a:cubicBezTo>
                      <a:pt x="4257" y="5654"/>
                      <a:pt x="4167" y="5564"/>
                      <a:pt x="4077" y="5564"/>
                    </a:cubicBezTo>
                    <a:cubicBezTo>
                      <a:pt x="4048" y="5564"/>
                      <a:pt x="4019" y="5574"/>
                      <a:pt x="3991" y="5597"/>
                    </a:cubicBezTo>
                    <a:cubicBezTo>
                      <a:pt x="3876" y="5685"/>
                      <a:pt x="3797" y="5720"/>
                      <a:pt x="3741" y="5720"/>
                    </a:cubicBezTo>
                    <a:cubicBezTo>
                      <a:pt x="3583" y="5720"/>
                      <a:pt x="3613" y="5445"/>
                      <a:pt x="3593" y="5325"/>
                    </a:cubicBezTo>
                    <a:cubicBezTo>
                      <a:pt x="3555" y="5052"/>
                      <a:pt x="3577" y="4758"/>
                      <a:pt x="3604" y="4481"/>
                    </a:cubicBezTo>
                    <a:cubicBezTo>
                      <a:pt x="3762" y="3016"/>
                      <a:pt x="3599" y="1644"/>
                      <a:pt x="2510" y="523"/>
                    </a:cubicBezTo>
                    <a:cubicBezTo>
                      <a:pt x="2248" y="256"/>
                      <a:pt x="2063" y="55"/>
                      <a:pt x="187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5" name="Google Shape;1125;p28"/>
              <p:cNvSpPr/>
              <p:nvPr/>
            </p:nvSpPr>
            <p:spPr>
              <a:xfrm>
                <a:off x="6004671" y="1790523"/>
                <a:ext cx="283256" cy="677741"/>
              </a:xfrm>
              <a:custGeom>
                <a:rect b="b" l="l" r="r" t="t"/>
                <a:pathLst>
                  <a:path extrusionOk="0" h="11382" w="4757">
                    <a:moveTo>
                      <a:pt x="4728" y="1"/>
                    </a:moveTo>
                    <a:cubicBezTo>
                      <a:pt x="4696" y="1"/>
                      <a:pt x="4637" y="74"/>
                      <a:pt x="4605" y="74"/>
                    </a:cubicBezTo>
                    <a:cubicBezTo>
                      <a:pt x="4604" y="74"/>
                      <a:pt x="4602" y="74"/>
                      <a:pt x="4601" y="73"/>
                    </a:cubicBezTo>
                    <a:cubicBezTo>
                      <a:pt x="4508" y="433"/>
                      <a:pt x="4416" y="792"/>
                      <a:pt x="4323" y="1157"/>
                    </a:cubicBezTo>
                    <a:cubicBezTo>
                      <a:pt x="4111" y="1973"/>
                      <a:pt x="4106" y="2828"/>
                      <a:pt x="3844" y="3639"/>
                    </a:cubicBezTo>
                    <a:cubicBezTo>
                      <a:pt x="3556" y="4516"/>
                      <a:pt x="3485" y="5490"/>
                      <a:pt x="2712" y="6149"/>
                    </a:cubicBezTo>
                    <a:cubicBezTo>
                      <a:pt x="2657" y="6192"/>
                      <a:pt x="2652" y="6296"/>
                      <a:pt x="2625" y="6366"/>
                    </a:cubicBezTo>
                    <a:cubicBezTo>
                      <a:pt x="2574" y="6479"/>
                      <a:pt x="2521" y="6543"/>
                      <a:pt x="2460" y="6543"/>
                    </a:cubicBezTo>
                    <a:cubicBezTo>
                      <a:pt x="2408" y="6543"/>
                      <a:pt x="2352" y="6498"/>
                      <a:pt x="2287" y="6399"/>
                    </a:cubicBezTo>
                    <a:cubicBezTo>
                      <a:pt x="2124" y="6143"/>
                      <a:pt x="1950" y="5887"/>
                      <a:pt x="1776" y="5642"/>
                    </a:cubicBezTo>
                    <a:cubicBezTo>
                      <a:pt x="1741" y="5588"/>
                      <a:pt x="1686" y="5528"/>
                      <a:pt x="1622" y="5528"/>
                    </a:cubicBezTo>
                    <a:cubicBezTo>
                      <a:pt x="1596" y="5528"/>
                      <a:pt x="1569" y="5537"/>
                      <a:pt x="1541" y="5561"/>
                    </a:cubicBezTo>
                    <a:cubicBezTo>
                      <a:pt x="1454" y="5626"/>
                      <a:pt x="1520" y="5713"/>
                      <a:pt x="1558" y="5784"/>
                    </a:cubicBezTo>
                    <a:cubicBezTo>
                      <a:pt x="1732" y="6051"/>
                      <a:pt x="1863" y="6350"/>
                      <a:pt x="2124" y="6541"/>
                    </a:cubicBezTo>
                    <a:cubicBezTo>
                      <a:pt x="2353" y="6709"/>
                      <a:pt x="2287" y="6862"/>
                      <a:pt x="2146" y="7031"/>
                    </a:cubicBezTo>
                    <a:cubicBezTo>
                      <a:pt x="1362" y="7945"/>
                      <a:pt x="692" y="8925"/>
                      <a:pt x="458" y="10199"/>
                    </a:cubicBezTo>
                    <a:cubicBezTo>
                      <a:pt x="1" y="9377"/>
                      <a:pt x="725" y="8843"/>
                      <a:pt x="861" y="8114"/>
                    </a:cubicBezTo>
                    <a:lnTo>
                      <a:pt x="861" y="8114"/>
                    </a:lnTo>
                    <a:cubicBezTo>
                      <a:pt x="425" y="8511"/>
                      <a:pt x="170" y="8936"/>
                      <a:pt x="88" y="9426"/>
                    </a:cubicBezTo>
                    <a:cubicBezTo>
                      <a:pt x="33" y="9785"/>
                      <a:pt x="28" y="10172"/>
                      <a:pt x="415" y="10400"/>
                    </a:cubicBezTo>
                    <a:cubicBezTo>
                      <a:pt x="502" y="10449"/>
                      <a:pt x="507" y="10531"/>
                      <a:pt x="502" y="10613"/>
                    </a:cubicBezTo>
                    <a:cubicBezTo>
                      <a:pt x="480" y="10841"/>
                      <a:pt x="556" y="11054"/>
                      <a:pt x="638" y="11261"/>
                    </a:cubicBezTo>
                    <a:cubicBezTo>
                      <a:pt x="694" y="11319"/>
                      <a:pt x="753" y="11381"/>
                      <a:pt x="794" y="11381"/>
                    </a:cubicBezTo>
                    <a:cubicBezTo>
                      <a:pt x="830" y="11381"/>
                      <a:pt x="853" y="11336"/>
                      <a:pt x="850" y="11206"/>
                    </a:cubicBezTo>
                    <a:cubicBezTo>
                      <a:pt x="845" y="11032"/>
                      <a:pt x="807" y="10858"/>
                      <a:pt x="801" y="10684"/>
                    </a:cubicBezTo>
                    <a:cubicBezTo>
                      <a:pt x="768" y="9584"/>
                      <a:pt x="1079" y="8588"/>
                      <a:pt x="1830" y="7776"/>
                    </a:cubicBezTo>
                    <a:cubicBezTo>
                      <a:pt x="3044" y="6459"/>
                      <a:pt x="3910" y="4973"/>
                      <a:pt x="4214" y="3193"/>
                    </a:cubicBezTo>
                    <a:cubicBezTo>
                      <a:pt x="4356" y="2376"/>
                      <a:pt x="4476" y="1554"/>
                      <a:pt x="4612" y="732"/>
                    </a:cubicBezTo>
                    <a:cubicBezTo>
                      <a:pt x="4645" y="525"/>
                      <a:pt x="4710" y="324"/>
                      <a:pt x="4743" y="117"/>
                    </a:cubicBezTo>
                    <a:cubicBezTo>
                      <a:pt x="4757" y="28"/>
                      <a:pt x="4748" y="1"/>
                      <a:pt x="47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6" name="Google Shape;1126;p28"/>
              <p:cNvSpPr/>
              <p:nvPr/>
            </p:nvSpPr>
            <p:spPr>
              <a:xfrm>
                <a:off x="6282812" y="2594873"/>
                <a:ext cx="244789" cy="627009"/>
              </a:xfrm>
              <a:custGeom>
                <a:rect b="b" l="l" r="r" t="t"/>
                <a:pathLst>
                  <a:path extrusionOk="0" h="10530" w="4111">
                    <a:moveTo>
                      <a:pt x="3902" y="0"/>
                    </a:moveTo>
                    <a:cubicBezTo>
                      <a:pt x="3819" y="0"/>
                      <a:pt x="3734" y="31"/>
                      <a:pt x="3648" y="66"/>
                    </a:cubicBezTo>
                    <a:cubicBezTo>
                      <a:pt x="3273" y="224"/>
                      <a:pt x="2941" y="447"/>
                      <a:pt x="2696" y="774"/>
                    </a:cubicBezTo>
                    <a:cubicBezTo>
                      <a:pt x="2461" y="1090"/>
                      <a:pt x="2162" y="1329"/>
                      <a:pt x="1857" y="1569"/>
                    </a:cubicBezTo>
                    <a:cubicBezTo>
                      <a:pt x="1732" y="1661"/>
                      <a:pt x="1623" y="1770"/>
                      <a:pt x="1520" y="1885"/>
                    </a:cubicBezTo>
                    <a:cubicBezTo>
                      <a:pt x="926" y="2560"/>
                      <a:pt x="480" y="3327"/>
                      <a:pt x="219" y="4193"/>
                    </a:cubicBezTo>
                    <a:cubicBezTo>
                      <a:pt x="126" y="4862"/>
                      <a:pt x="1" y="5527"/>
                      <a:pt x="186" y="6202"/>
                    </a:cubicBezTo>
                    <a:cubicBezTo>
                      <a:pt x="480" y="7258"/>
                      <a:pt x="1171" y="8053"/>
                      <a:pt x="1928" y="8793"/>
                    </a:cubicBezTo>
                    <a:cubicBezTo>
                      <a:pt x="2211" y="9071"/>
                      <a:pt x="2532" y="9316"/>
                      <a:pt x="2766" y="9637"/>
                    </a:cubicBezTo>
                    <a:cubicBezTo>
                      <a:pt x="3131" y="9833"/>
                      <a:pt x="3234" y="10285"/>
                      <a:pt x="3605" y="10530"/>
                    </a:cubicBezTo>
                    <a:cubicBezTo>
                      <a:pt x="3572" y="10127"/>
                      <a:pt x="3381" y="9860"/>
                      <a:pt x="3142" y="9604"/>
                    </a:cubicBezTo>
                    <a:cubicBezTo>
                      <a:pt x="2559" y="8989"/>
                      <a:pt x="1906" y="8455"/>
                      <a:pt x="1362" y="7797"/>
                    </a:cubicBezTo>
                    <a:cubicBezTo>
                      <a:pt x="404" y="6632"/>
                      <a:pt x="44" y="5407"/>
                      <a:pt x="643" y="3953"/>
                    </a:cubicBezTo>
                    <a:cubicBezTo>
                      <a:pt x="1030" y="3011"/>
                      <a:pt x="1525" y="2168"/>
                      <a:pt x="2336" y="1536"/>
                    </a:cubicBezTo>
                    <a:cubicBezTo>
                      <a:pt x="2494" y="1411"/>
                      <a:pt x="2647" y="1269"/>
                      <a:pt x="2761" y="1106"/>
                    </a:cubicBezTo>
                    <a:cubicBezTo>
                      <a:pt x="3098" y="616"/>
                      <a:pt x="3567" y="300"/>
                      <a:pt x="4111" y="83"/>
                    </a:cubicBezTo>
                    <a:cubicBezTo>
                      <a:pt x="4043" y="23"/>
                      <a:pt x="3974" y="0"/>
                      <a:pt x="39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7" name="Google Shape;1127;p28"/>
              <p:cNvSpPr/>
              <p:nvPr/>
            </p:nvSpPr>
            <p:spPr>
              <a:xfrm>
                <a:off x="6666289" y="2931249"/>
                <a:ext cx="165059" cy="195665"/>
              </a:xfrm>
              <a:custGeom>
                <a:rect b="b" l="l" r="r" t="t"/>
                <a:pathLst>
                  <a:path extrusionOk="0" h="3286" w="2772">
                    <a:moveTo>
                      <a:pt x="1601" y="1"/>
                    </a:moveTo>
                    <a:cubicBezTo>
                      <a:pt x="1540" y="1"/>
                      <a:pt x="1480" y="21"/>
                      <a:pt x="1406" y="52"/>
                    </a:cubicBezTo>
                    <a:cubicBezTo>
                      <a:pt x="948" y="237"/>
                      <a:pt x="671" y="634"/>
                      <a:pt x="300" y="923"/>
                    </a:cubicBezTo>
                    <a:cubicBezTo>
                      <a:pt x="121" y="1064"/>
                      <a:pt x="1" y="1304"/>
                      <a:pt x="17" y="1543"/>
                    </a:cubicBezTo>
                    <a:cubicBezTo>
                      <a:pt x="50" y="2148"/>
                      <a:pt x="251" y="2719"/>
                      <a:pt x="458" y="3286"/>
                    </a:cubicBezTo>
                    <a:cubicBezTo>
                      <a:pt x="475" y="2502"/>
                      <a:pt x="921" y="1946"/>
                      <a:pt x="1416" y="1429"/>
                    </a:cubicBezTo>
                    <a:cubicBezTo>
                      <a:pt x="1519" y="1323"/>
                      <a:pt x="1642" y="1176"/>
                      <a:pt x="1803" y="1176"/>
                    </a:cubicBezTo>
                    <a:cubicBezTo>
                      <a:pt x="1864" y="1176"/>
                      <a:pt x="1931" y="1197"/>
                      <a:pt x="2004" y="1249"/>
                    </a:cubicBezTo>
                    <a:cubicBezTo>
                      <a:pt x="2298" y="1037"/>
                      <a:pt x="2418" y="656"/>
                      <a:pt x="2772" y="504"/>
                    </a:cubicBezTo>
                    <a:cubicBezTo>
                      <a:pt x="2429" y="351"/>
                      <a:pt x="2091" y="199"/>
                      <a:pt x="1754" y="41"/>
                    </a:cubicBezTo>
                    <a:cubicBezTo>
                      <a:pt x="1697" y="13"/>
                      <a:pt x="1649" y="1"/>
                      <a:pt x="160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8" name="Google Shape;1128;p28"/>
              <p:cNvSpPr/>
              <p:nvPr/>
            </p:nvSpPr>
            <p:spPr>
              <a:xfrm>
                <a:off x="5855270" y="1799693"/>
                <a:ext cx="290461" cy="356079"/>
              </a:xfrm>
              <a:custGeom>
                <a:rect b="b" l="l" r="r" t="t"/>
                <a:pathLst>
                  <a:path extrusionOk="0" h="5980" w="4878">
                    <a:moveTo>
                      <a:pt x="185" y="1"/>
                    </a:moveTo>
                    <a:cubicBezTo>
                      <a:pt x="0" y="240"/>
                      <a:pt x="245" y="235"/>
                      <a:pt x="354" y="268"/>
                    </a:cubicBezTo>
                    <a:cubicBezTo>
                      <a:pt x="675" y="366"/>
                      <a:pt x="1018" y="333"/>
                      <a:pt x="1350" y="436"/>
                    </a:cubicBezTo>
                    <a:cubicBezTo>
                      <a:pt x="1301" y="513"/>
                      <a:pt x="1241" y="529"/>
                      <a:pt x="1192" y="562"/>
                    </a:cubicBezTo>
                    <a:cubicBezTo>
                      <a:pt x="1045" y="638"/>
                      <a:pt x="893" y="719"/>
                      <a:pt x="898" y="921"/>
                    </a:cubicBezTo>
                    <a:cubicBezTo>
                      <a:pt x="904" y="1128"/>
                      <a:pt x="1056" y="1220"/>
                      <a:pt x="1225" y="1291"/>
                    </a:cubicBezTo>
                    <a:cubicBezTo>
                      <a:pt x="1388" y="1367"/>
                      <a:pt x="1568" y="1405"/>
                      <a:pt x="1710" y="1509"/>
                    </a:cubicBezTo>
                    <a:cubicBezTo>
                      <a:pt x="1846" y="1607"/>
                      <a:pt x="2042" y="1689"/>
                      <a:pt x="2009" y="1901"/>
                    </a:cubicBezTo>
                    <a:cubicBezTo>
                      <a:pt x="1990" y="1914"/>
                      <a:pt x="1972" y="1920"/>
                      <a:pt x="1955" y="1920"/>
                    </a:cubicBezTo>
                    <a:cubicBezTo>
                      <a:pt x="1881" y="1920"/>
                      <a:pt x="1819" y="1820"/>
                      <a:pt x="1755" y="1820"/>
                    </a:cubicBezTo>
                    <a:cubicBezTo>
                      <a:pt x="1724" y="1820"/>
                      <a:pt x="1694" y="1842"/>
                      <a:pt x="1661" y="1906"/>
                    </a:cubicBezTo>
                    <a:cubicBezTo>
                      <a:pt x="2292" y="2658"/>
                      <a:pt x="2885" y="3441"/>
                      <a:pt x="3370" y="4307"/>
                    </a:cubicBezTo>
                    <a:cubicBezTo>
                      <a:pt x="3473" y="4389"/>
                      <a:pt x="3577" y="4465"/>
                      <a:pt x="3675" y="4547"/>
                    </a:cubicBezTo>
                    <a:cubicBezTo>
                      <a:pt x="3571" y="4209"/>
                      <a:pt x="3299" y="3975"/>
                      <a:pt x="3141" y="3583"/>
                    </a:cubicBezTo>
                    <a:lnTo>
                      <a:pt x="3141" y="3583"/>
                    </a:lnTo>
                    <a:cubicBezTo>
                      <a:pt x="3631" y="3921"/>
                      <a:pt x="3876" y="4411"/>
                      <a:pt x="4355" y="4655"/>
                    </a:cubicBezTo>
                    <a:cubicBezTo>
                      <a:pt x="4330" y="4662"/>
                      <a:pt x="4304" y="4663"/>
                      <a:pt x="4277" y="4663"/>
                    </a:cubicBezTo>
                    <a:cubicBezTo>
                      <a:pt x="4231" y="4663"/>
                      <a:pt x="4185" y="4658"/>
                      <a:pt x="4142" y="4658"/>
                    </a:cubicBezTo>
                    <a:cubicBezTo>
                      <a:pt x="4079" y="4658"/>
                      <a:pt x="4025" y="4671"/>
                      <a:pt x="3996" y="4737"/>
                    </a:cubicBezTo>
                    <a:cubicBezTo>
                      <a:pt x="3936" y="4862"/>
                      <a:pt x="4110" y="4917"/>
                      <a:pt x="4165" y="5009"/>
                    </a:cubicBezTo>
                    <a:cubicBezTo>
                      <a:pt x="4328" y="5282"/>
                      <a:pt x="4530" y="5532"/>
                      <a:pt x="4638" y="5831"/>
                    </a:cubicBezTo>
                    <a:cubicBezTo>
                      <a:pt x="4667" y="5897"/>
                      <a:pt x="4687" y="5979"/>
                      <a:pt x="4762" y="5979"/>
                    </a:cubicBezTo>
                    <a:cubicBezTo>
                      <a:pt x="4774" y="5979"/>
                      <a:pt x="4787" y="5977"/>
                      <a:pt x="4802" y="5973"/>
                    </a:cubicBezTo>
                    <a:cubicBezTo>
                      <a:pt x="4878" y="5946"/>
                      <a:pt x="4851" y="5853"/>
                      <a:pt x="4856" y="5782"/>
                    </a:cubicBezTo>
                    <a:cubicBezTo>
                      <a:pt x="4791" y="5478"/>
                      <a:pt x="4535" y="5260"/>
                      <a:pt x="4437" y="4944"/>
                    </a:cubicBezTo>
                    <a:cubicBezTo>
                      <a:pt x="4807" y="4939"/>
                      <a:pt x="4736" y="4792"/>
                      <a:pt x="4546" y="4601"/>
                    </a:cubicBezTo>
                    <a:cubicBezTo>
                      <a:pt x="4148" y="4215"/>
                      <a:pt x="3756" y="3817"/>
                      <a:pt x="3326" y="3392"/>
                    </a:cubicBezTo>
                    <a:cubicBezTo>
                      <a:pt x="3430" y="3392"/>
                      <a:pt x="3462" y="3392"/>
                      <a:pt x="3495" y="3387"/>
                    </a:cubicBezTo>
                    <a:cubicBezTo>
                      <a:pt x="3499" y="3387"/>
                      <a:pt x="3504" y="3387"/>
                      <a:pt x="3508" y="3387"/>
                    </a:cubicBezTo>
                    <a:cubicBezTo>
                      <a:pt x="3595" y="3387"/>
                      <a:pt x="3699" y="3449"/>
                      <a:pt x="3781" y="3449"/>
                    </a:cubicBezTo>
                    <a:cubicBezTo>
                      <a:pt x="3832" y="3449"/>
                      <a:pt x="3874" y="3425"/>
                      <a:pt x="3898" y="3349"/>
                    </a:cubicBezTo>
                    <a:cubicBezTo>
                      <a:pt x="3947" y="3191"/>
                      <a:pt x="3740" y="3109"/>
                      <a:pt x="3626" y="3022"/>
                    </a:cubicBezTo>
                    <a:cubicBezTo>
                      <a:pt x="3359" y="2826"/>
                      <a:pt x="3081" y="2652"/>
                      <a:pt x="2820" y="2462"/>
                    </a:cubicBezTo>
                    <a:cubicBezTo>
                      <a:pt x="2608" y="2309"/>
                      <a:pt x="2597" y="2244"/>
                      <a:pt x="2711" y="2064"/>
                    </a:cubicBezTo>
                    <a:cubicBezTo>
                      <a:pt x="2782" y="1961"/>
                      <a:pt x="2711" y="1901"/>
                      <a:pt x="2640" y="1868"/>
                    </a:cubicBezTo>
                    <a:cubicBezTo>
                      <a:pt x="2276" y="1672"/>
                      <a:pt x="2020" y="1335"/>
                      <a:pt x="1671" y="1122"/>
                    </a:cubicBezTo>
                    <a:cubicBezTo>
                      <a:pt x="1579" y="1019"/>
                      <a:pt x="1328" y="1084"/>
                      <a:pt x="1372" y="839"/>
                    </a:cubicBezTo>
                    <a:cubicBezTo>
                      <a:pt x="1399" y="768"/>
                      <a:pt x="1465" y="790"/>
                      <a:pt x="1514" y="768"/>
                    </a:cubicBezTo>
                    <a:cubicBezTo>
                      <a:pt x="1748" y="681"/>
                      <a:pt x="1818" y="464"/>
                      <a:pt x="1802" y="268"/>
                    </a:cubicBezTo>
                    <a:cubicBezTo>
                      <a:pt x="1789" y="136"/>
                      <a:pt x="1702" y="110"/>
                      <a:pt x="1601" y="110"/>
                    </a:cubicBezTo>
                    <a:cubicBezTo>
                      <a:pt x="1536" y="110"/>
                      <a:pt x="1465" y="121"/>
                      <a:pt x="1405" y="121"/>
                    </a:cubicBezTo>
                    <a:cubicBezTo>
                      <a:pt x="1378" y="121"/>
                      <a:pt x="1351" y="122"/>
                      <a:pt x="1324" y="122"/>
                    </a:cubicBezTo>
                    <a:cubicBezTo>
                      <a:pt x="938" y="122"/>
                      <a:pt x="562" y="52"/>
                      <a:pt x="1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9" name="Google Shape;1129;p28"/>
              <p:cNvSpPr/>
              <p:nvPr/>
            </p:nvSpPr>
            <p:spPr>
              <a:xfrm>
                <a:off x="5575462" y="1721270"/>
                <a:ext cx="353757" cy="393592"/>
              </a:xfrm>
              <a:custGeom>
                <a:rect b="b" l="l" r="r" t="t"/>
                <a:pathLst>
                  <a:path extrusionOk="0" h="6610" w="5941">
                    <a:moveTo>
                      <a:pt x="5635" y="0"/>
                    </a:moveTo>
                    <a:lnTo>
                      <a:pt x="5635" y="0"/>
                    </a:lnTo>
                    <a:cubicBezTo>
                      <a:pt x="5118" y="22"/>
                      <a:pt x="4792" y="354"/>
                      <a:pt x="4449" y="659"/>
                    </a:cubicBezTo>
                    <a:cubicBezTo>
                      <a:pt x="4483" y="677"/>
                      <a:pt x="4513" y="684"/>
                      <a:pt x="4540" y="684"/>
                    </a:cubicBezTo>
                    <a:cubicBezTo>
                      <a:pt x="4647" y="684"/>
                      <a:pt x="4708" y="570"/>
                      <a:pt x="4786" y="518"/>
                    </a:cubicBezTo>
                    <a:cubicBezTo>
                      <a:pt x="4917" y="436"/>
                      <a:pt x="4999" y="284"/>
                      <a:pt x="5222" y="278"/>
                    </a:cubicBezTo>
                    <a:lnTo>
                      <a:pt x="5222" y="278"/>
                    </a:lnTo>
                    <a:cubicBezTo>
                      <a:pt x="4498" y="920"/>
                      <a:pt x="4160" y="1726"/>
                      <a:pt x="3932" y="2608"/>
                    </a:cubicBezTo>
                    <a:cubicBezTo>
                      <a:pt x="3741" y="3327"/>
                      <a:pt x="3333" y="3915"/>
                      <a:pt x="2728" y="4377"/>
                    </a:cubicBezTo>
                    <a:cubicBezTo>
                      <a:pt x="2157" y="4807"/>
                      <a:pt x="1558" y="5199"/>
                      <a:pt x="943" y="5559"/>
                    </a:cubicBezTo>
                    <a:cubicBezTo>
                      <a:pt x="638" y="5738"/>
                      <a:pt x="360" y="5951"/>
                      <a:pt x="181" y="6266"/>
                    </a:cubicBezTo>
                    <a:cubicBezTo>
                      <a:pt x="121" y="6370"/>
                      <a:pt x="1" y="6473"/>
                      <a:pt x="126" y="6609"/>
                    </a:cubicBezTo>
                    <a:cubicBezTo>
                      <a:pt x="279" y="6544"/>
                      <a:pt x="404" y="6462"/>
                      <a:pt x="420" y="6283"/>
                    </a:cubicBezTo>
                    <a:cubicBezTo>
                      <a:pt x="475" y="6092"/>
                      <a:pt x="611" y="5978"/>
                      <a:pt x="769" y="5864"/>
                    </a:cubicBezTo>
                    <a:cubicBezTo>
                      <a:pt x="1101" y="5619"/>
                      <a:pt x="1465" y="5423"/>
                      <a:pt x="1814" y="5216"/>
                    </a:cubicBezTo>
                    <a:cubicBezTo>
                      <a:pt x="2304" y="4927"/>
                      <a:pt x="2728" y="4562"/>
                      <a:pt x="3202" y="4263"/>
                    </a:cubicBezTo>
                    <a:cubicBezTo>
                      <a:pt x="3910" y="3817"/>
                      <a:pt x="4775" y="3838"/>
                      <a:pt x="5494" y="3414"/>
                    </a:cubicBezTo>
                    <a:lnTo>
                      <a:pt x="5494" y="3414"/>
                    </a:lnTo>
                    <a:cubicBezTo>
                      <a:pt x="5260" y="3681"/>
                      <a:pt x="5086" y="3975"/>
                      <a:pt x="4819" y="4214"/>
                    </a:cubicBezTo>
                    <a:cubicBezTo>
                      <a:pt x="4367" y="4628"/>
                      <a:pt x="3812" y="4791"/>
                      <a:pt x="3256" y="4982"/>
                    </a:cubicBezTo>
                    <a:cubicBezTo>
                      <a:pt x="2973" y="5080"/>
                      <a:pt x="2690" y="5194"/>
                      <a:pt x="2413" y="5314"/>
                    </a:cubicBezTo>
                    <a:cubicBezTo>
                      <a:pt x="2364" y="5336"/>
                      <a:pt x="2266" y="5385"/>
                      <a:pt x="2342" y="5466"/>
                    </a:cubicBezTo>
                    <a:cubicBezTo>
                      <a:pt x="2364" y="5493"/>
                      <a:pt x="2434" y="5483"/>
                      <a:pt x="2478" y="5488"/>
                    </a:cubicBezTo>
                    <a:cubicBezTo>
                      <a:pt x="2799" y="5292"/>
                      <a:pt x="3158" y="5178"/>
                      <a:pt x="3518" y="5074"/>
                    </a:cubicBezTo>
                    <a:cubicBezTo>
                      <a:pt x="4008" y="4933"/>
                      <a:pt x="4465" y="4742"/>
                      <a:pt x="4846" y="4394"/>
                    </a:cubicBezTo>
                    <a:cubicBezTo>
                      <a:pt x="5320" y="3964"/>
                      <a:pt x="5821" y="3550"/>
                      <a:pt x="5940" y="2864"/>
                    </a:cubicBezTo>
                    <a:cubicBezTo>
                      <a:pt x="5924" y="2853"/>
                      <a:pt x="5913" y="2842"/>
                      <a:pt x="5897" y="2837"/>
                    </a:cubicBezTo>
                    <a:cubicBezTo>
                      <a:pt x="5879" y="2833"/>
                      <a:pt x="5862" y="2831"/>
                      <a:pt x="5845" y="2831"/>
                    </a:cubicBezTo>
                    <a:cubicBezTo>
                      <a:pt x="5741" y="2831"/>
                      <a:pt x="5660" y="2899"/>
                      <a:pt x="5576" y="2951"/>
                    </a:cubicBezTo>
                    <a:cubicBezTo>
                      <a:pt x="5118" y="3240"/>
                      <a:pt x="4634" y="3468"/>
                      <a:pt x="4100" y="3588"/>
                    </a:cubicBezTo>
                    <a:cubicBezTo>
                      <a:pt x="3964" y="3615"/>
                      <a:pt x="3839" y="3681"/>
                      <a:pt x="3692" y="3751"/>
                    </a:cubicBezTo>
                    <a:cubicBezTo>
                      <a:pt x="3834" y="3528"/>
                      <a:pt x="3953" y="3310"/>
                      <a:pt x="4046" y="3087"/>
                    </a:cubicBezTo>
                    <a:cubicBezTo>
                      <a:pt x="4258" y="2592"/>
                      <a:pt x="4340" y="2053"/>
                      <a:pt x="4574" y="1563"/>
                    </a:cubicBezTo>
                    <a:cubicBezTo>
                      <a:pt x="4628" y="1459"/>
                      <a:pt x="4634" y="1345"/>
                      <a:pt x="4666" y="1236"/>
                    </a:cubicBezTo>
                    <a:cubicBezTo>
                      <a:pt x="4993" y="833"/>
                      <a:pt x="5358" y="463"/>
                      <a:pt x="56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0" name="Google Shape;1130;p28"/>
              <p:cNvSpPr/>
              <p:nvPr/>
            </p:nvSpPr>
            <p:spPr>
              <a:xfrm>
                <a:off x="5928512" y="1302661"/>
                <a:ext cx="374121" cy="443610"/>
              </a:xfrm>
              <a:custGeom>
                <a:rect b="b" l="l" r="r" t="t"/>
                <a:pathLst>
                  <a:path extrusionOk="0" h="7450" w="6283">
                    <a:moveTo>
                      <a:pt x="90" y="0"/>
                    </a:moveTo>
                    <a:cubicBezTo>
                      <a:pt x="63" y="0"/>
                      <a:pt x="35" y="18"/>
                      <a:pt x="6" y="68"/>
                    </a:cubicBezTo>
                    <a:cubicBezTo>
                      <a:pt x="0" y="176"/>
                      <a:pt x="93" y="220"/>
                      <a:pt x="153" y="291"/>
                    </a:cubicBezTo>
                    <a:cubicBezTo>
                      <a:pt x="844" y="1102"/>
                      <a:pt x="1694" y="1761"/>
                      <a:pt x="2434" y="2528"/>
                    </a:cubicBezTo>
                    <a:cubicBezTo>
                      <a:pt x="2951" y="3018"/>
                      <a:pt x="3452" y="3530"/>
                      <a:pt x="3926" y="4063"/>
                    </a:cubicBezTo>
                    <a:cubicBezTo>
                      <a:pt x="4557" y="4771"/>
                      <a:pt x="5123" y="5533"/>
                      <a:pt x="5608" y="6350"/>
                    </a:cubicBezTo>
                    <a:cubicBezTo>
                      <a:pt x="5766" y="6622"/>
                      <a:pt x="5934" y="6883"/>
                      <a:pt x="5973" y="7199"/>
                    </a:cubicBezTo>
                    <a:cubicBezTo>
                      <a:pt x="6060" y="7265"/>
                      <a:pt x="6038" y="7406"/>
                      <a:pt x="6174" y="7450"/>
                    </a:cubicBezTo>
                    <a:cubicBezTo>
                      <a:pt x="6283" y="7286"/>
                      <a:pt x="6239" y="7123"/>
                      <a:pt x="6196" y="6954"/>
                    </a:cubicBezTo>
                    <a:cubicBezTo>
                      <a:pt x="5885" y="5680"/>
                      <a:pt x="5074" y="4706"/>
                      <a:pt x="4241" y="3764"/>
                    </a:cubicBezTo>
                    <a:cubicBezTo>
                      <a:pt x="3022" y="2398"/>
                      <a:pt x="1487" y="1374"/>
                      <a:pt x="196" y="73"/>
                    </a:cubicBezTo>
                    <a:cubicBezTo>
                      <a:pt x="164" y="38"/>
                      <a:pt x="128" y="0"/>
                      <a:pt x="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1" name="Google Shape;1131;p28"/>
              <p:cNvSpPr/>
              <p:nvPr/>
            </p:nvSpPr>
            <p:spPr>
              <a:xfrm>
                <a:off x="6551544" y="3303830"/>
                <a:ext cx="193581" cy="296355"/>
              </a:xfrm>
              <a:custGeom>
                <a:rect b="b" l="l" r="r" t="t"/>
                <a:pathLst>
                  <a:path extrusionOk="0" h="4977" w="3251">
                    <a:moveTo>
                      <a:pt x="2901" y="0"/>
                    </a:moveTo>
                    <a:cubicBezTo>
                      <a:pt x="2777" y="0"/>
                      <a:pt x="2777" y="113"/>
                      <a:pt x="2777" y="191"/>
                    </a:cubicBezTo>
                    <a:cubicBezTo>
                      <a:pt x="2788" y="567"/>
                      <a:pt x="2598" y="861"/>
                      <a:pt x="2423" y="1166"/>
                    </a:cubicBezTo>
                    <a:cubicBezTo>
                      <a:pt x="2086" y="1759"/>
                      <a:pt x="1639" y="2266"/>
                      <a:pt x="1209" y="2794"/>
                    </a:cubicBezTo>
                    <a:cubicBezTo>
                      <a:pt x="1253" y="2625"/>
                      <a:pt x="1335" y="2483"/>
                      <a:pt x="1416" y="2342"/>
                    </a:cubicBezTo>
                    <a:cubicBezTo>
                      <a:pt x="1558" y="2097"/>
                      <a:pt x="1699" y="1852"/>
                      <a:pt x="1765" y="1574"/>
                    </a:cubicBezTo>
                    <a:cubicBezTo>
                      <a:pt x="1797" y="1433"/>
                      <a:pt x="1857" y="1242"/>
                      <a:pt x="1596" y="1220"/>
                    </a:cubicBezTo>
                    <a:cubicBezTo>
                      <a:pt x="1433" y="1536"/>
                      <a:pt x="1275" y="1846"/>
                      <a:pt x="1111" y="2157"/>
                    </a:cubicBezTo>
                    <a:cubicBezTo>
                      <a:pt x="768" y="2815"/>
                      <a:pt x="583" y="3485"/>
                      <a:pt x="981" y="4193"/>
                    </a:cubicBezTo>
                    <a:cubicBezTo>
                      <a:pt x="1019" y="4264"/>
                      <a:pt x="1041" y="4334"/>
                      <a:pt x="948" y="4432"/>
                    </a:cubicBezTo>
                    <a:cubicBezTo>
                      <a:pt x="839" y="4242"/>
                      <a:pt x="719" y="4084"/>
                      <a:pt x="562" y="3964"/>
                    </a:cubicBezTo>
                    <a:cubicBezTo>
                      <a:pt x="499" y="3917"/>
                      <a:pt x="436" y="3889"/>
                      <a:pt x="371" y="3889"/>
                    </a:cubicBezTo>
                    <a:cubicBezTo>
                      <a:pt x="317" y="3889"/>
                      <a:pt x="262" y="3909"/>
                      <a:pt x="208" y="3953"/>
                    </a:cubicBezTo>
                    <a:cubicBezTo>
                      <a:pt x="23" y="4111"/>
                      <a:pt x="1" y="4601"/>
                      <a:pt x="170" y="4808"/>
                    </a:cubicBezTo>
                    <a:cubicBezTo>
                      <a:pt x="333" y="4634"/>
                      <a:pt x="257" y="4362"/>
                      <a:pt x="404" y="4171"/>
                    </a:cubicBezTo>
                    <a:cubicBezTo>
                      <a:pt x="627" y="4313"/>
                      <a:pt x="676" y="4530"/>
                      <a:pt x="719" y="4748"/>
                    </a:cubicBezTo>
                    <a:cubicBezTo>
                      <a:pt x="741" y="4841"/>
                      <a:pt x="741" y="4950"/>
                      <a:pt x="850" y="4971"/>
                    </a:cubicBezTo>
                    <a:cubicBezTo>
                      <a:pt x="867" y="4975"/>
                      <a:pt x="883" y="4977"/>
                      <a:pt x="898" y="4977"/>
                    </a:cubicBezTo>
                    <a:cubicBezTo>
                      <a:pt x="992" y="4977"/>
                      <a:pt x="1060" y="4909"/>
                      <a:pt x="1111" y="4830"/>
                    </a:cubicBezTo>
                    <a:cubicBezTo>
                      <a:pt x="1280" y="4547"/>
                      <a:pt x="1411" y="4258"/>
                      <a:pt x="1193" y="3948"/>
                    </a:cubicBezTo>
                    <a:cubicBezTo>
                      <a:pt x="997" y="3670"/>
                      <a:pt x="1041" y="3431"/>
                      <a:pt x="1269" y="3202"/>
                    </a:cubicBezTo>
                    <a:cubicBezTo>
                      <a:pt x="1384" y="3088"/>
                      <a:pt x="1487" y="2957"/>
                      <a:pt x="1596" y="2832"/>
                    </a:cubicBezTo>
                    <a:cubicBezTo>
                      <a:pt x="2162" y="2200"/>
                      <a:pt x="2690" y="1547"/>
                      <a:pt x="3082" y="790"/>
                    </a:cubicBezTo>
                    <a:cubicBezTo>
                      <a:pt x="3251" y="475"/>
                      <a:pt x="3229" y="213"/>
                      <a:pt x="2919" y="1"/>
                    </a:cubicBezTo>
                    <a:cubicBezTo>
                      <a:pt x="2913" y="0"/>
                      <a:pt x="2907" y="0"/>
                      <a:pt x="29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2" name="Google Shape;1132;p28"/>
              <p:cNvSpPr/>
              <p:nvPr/>
            </p:nvSpPr>
            <p:spPr>
              <a:xfrm>
                <a:off x="5482749" y="1730381"/>
                <a:ext cx="264916" cy="140050"/>
              </a:xfrm>
              <a:custGeom>
                <a:rect b="b" l="l" r="r" t="t"/>
                <a:pathLst>
                  <a:path extrusionOk="0" h="2352" w="4449">
                    <a:moveTo>
                      <a:pt x="3618" y="859"/>
                    </a:moveTo>
                    <a:cubicBezTo>
                      <a:pt x="3624" y="859"/>
                      <a:pt x="3622" y="893"/>
                      <a:pt x="3609" y="893"/>
                    </a:cubicBezTo>
                    <a:cubicBezTo>
                      <a:pt x="3607" y="893"/>
                      <a:pt x="3604" y="892"/>
                      <a:pt x="3601" y="889"/>
                    </a:cubicBezTo>
                    <a:lnTo>
                      <a:pt x="3601" y="889"/>
                    </a:lnTo>
                    <a:cubicBezTo>
                      <a:pt x="3601" y="889"/>
                      <a:pt x="3601" y="889"/>
                      <a:pt x="3601" y="889"/>
                    </a:cubicBezTo>
                    <a:cubicBezTo>
                      <a:pt x="3605" y="889"/>
                      <a:pt x="3608" y="884"/>
                      <a:pt x="3610" y="871"/>
                    </a:cubicBezTo>
                    <a:cubicBezTo>
                      <a:pt x="3613" y="863"/>
                      <a:pt x="3616" y="859"/>
                      <a:pt x="3618" y="859"/>
                    </a:cubicBezTo>
                    <a:close/>
                    <a:moveTo>
                      <a:pt x="4084" y="1"/>
                    </a:moveTo>
                    <a:cubicBezTo>
                      <a:pt x="4008" y="1"/>
                      <a:pt x="3924" y="25"/>
                      <a:pt x="3855" y="43"/>
                    </a:cubicBezTo>
                    <a:cubicBezTo>
                      <a:pt x="3191" y="223"/>
                      <a:pt x="2516" y="370"/>
                      <a:pt x="1923" y="800"/>
                    </a:cubicBezTo>
                    <a:cubicBezTo>
                      <a:pt x="1912" y="555"/>
                      <a:pt x="1721" y="414"/>
                      <a:pt x="1683" y="190"/>
                    </a:cubicBezTo>
                    <a:cubicBezTo>
                      <a:pt x="1669" y="115"/>
                      <a:pt x="1633" y="86"/>
                      <a:pt x="1594" y="86"/>
                    </a:cubicBezTo>
                    <a:cubicBezTo>
                      <a:pt x="1545" y="86"/>
                      <a:pt x="1490" y="131"/>
                      <a:pt x="1460" y="185"/>
                    </a:cubicBezTo>
                    <a:cubicBezTo>
                      <a:pt x="1090" y="887"/>
                      <a:pt x="409" y="1350"/>
                      <a:pt x="61" y="2069"/>
                    </a:cubicBezTo>
                    <a:cubicBezTo>
                      <a:pt x="88" y="2172"/>
                      <a:pt x="1" y="2335"/>
                      <a:pt x="202" y="2352"/>
                    </a:cubicBezTo>
                    <a:cubicBezTo>
                      <a:pt x="295" y="2314"/>
                      <a:pt x="360" y="2248"/>
                      <a:pt x="404" y="2161"/>
                    </a:cubicBezTo>
                    <a:cubicBezTo>
                      <a:pt x="660" y="1644"/>
                      <a:pt x="1052" y="1230"/>
                      <a:pt x="1460" y="838"/>
                    </a:cubicBezTo>
                    <a:lnTo>
                      <a:pt x="1460" y="838"/>
                    </a:lnTo>
                    <a:cubicBezTo>
                      <a:pt x="1493" y="1007"/>
                      <a:pt x="1395" y="1230"/>
                      <a:pt x="1601" y="1312"/>
                    </a:cubicBezTo>
                    <a:cubicBezTo>
                      <a:pt x="1634" y="1325"/>
                      <a:pt x="1665" y="1331"/>
                      <a:pt x="1695" y="1331"/>
                    </a:cubicBezTo>
                    <a:cubicBezTo>
                      <a:pt x="1837" y="1331"/>
                      <a:pt x="1942" y="1196"/>
                      <a:pt x="2037" y="1083"/>
                    </a:cubicBezTo>
                    <a:cubicBezTo>
                      <a:pt x="2157" y="947"/>
                      <a:pt x="2315" y="882"/>
                      <a:pt x="2483" y="816"/>
                    </a:cubicBezTo>
                    <a:cubicBezTo>
                      <a:pt x="2886" y="664"/>
                      <a:pt x="3300" y="533"/>
                      <a:pt x="3714" y="430"/>
                    </a:cubicBezTo>
                    <a:lnTo>
                      <a:pt x="3714" y="430"/>
                    </a:lnTo>
                    <a:cubicBezTo>
                      <a:pt x="3605" y="550"/>
                      <a:pt x="3382" y="642"/>
                      <a:pt x="3578" y="871"/>
                    </a:cubicBezTo>
                    <a:cubicBezTo>
                      <a:pt x="3583" y="876"/>
                      <a:pt x="3587" y="880"/>
                      <a:pt x="3590" y="883"/>
                    </a:cubicBezTo>
                    <a:lnTo>
                      <a:pt x="3590" y="883"/>
                    </a:lnTo>
                    <a:cubicBezTo>
                      <a:pt x="3276" y="969"/>
                      <a:pt x="2950" y="1024"/>
                      <a:pt x="2658" y="1181"/>
                    </a:cubicBezTo>
                    <a:cubicBezTo>
                      <a:pt x="2532" y="1247"/>
                      <a:pt x="2407" y="1317"/>
                      <a:pt x="2353" y="1453"/>
                    </a:cubicBezTo>
                    <a:cubicBezTo>
                      <a:pt x="2316" y="1539"/>
                      <a:pt x="2319" y="1603"/>
                      <a:pt x="2384" y="1603"/>
                    </a:cubicBezTo>
                    <a:cubicBezTo>
                      <a:pt x="2406" y="1603"/>
                      <a:pt x="2435" y="1595"/>
                      <a:pt x="2473" y="1579"/>
                    </a:cubicBezTo>
                    <a:cubicBezTo>
                      <a:pt x="3059" y="1363"/>
                      <a:pt x="3641" y="1127"/>
                      <a:pt x="4285" y="1127"/>
                    </a:cubicBezTo>
                    <a:cubicBezTo>
                      <a:pt x="4293" y="1127"/>
                      <a:pt x="4300" y="1127"/>
                      <a:pt x="4307" y="1127"/>
                    </a:cubicBezTo>
                    <a:cubicBezTo>
                      <a:pt x="4405" y="1127"/>
                      <a:pt x="4411" y="1018"/>
                      <a:pt x="4449" y="953"/>
                    </a:cubicBezTo>
                    <a:cubicBezTo>
                      <a:pt x="4226" y="806"/>
                      <a:pt x="4264" y="474"/>
                      <a:pt x="4280" y="354"/>
                    </a:cubicBezTo>
                    <a:cubicBezTo>
                      <a:pt x="4314" y="70"/>
                      <a:pt x="4211" y="1"/>
                      <a:pt x="408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3" name="Google Shape;1133;p28"/>
              <p:cNvSpPr/>
              <p:nvPr/>
            </p:nvSpPr>
            <p:spPr>
              <a:xfrm>
                <a:off x="6910726" y="6459"/>
                <a:ext cx="338156" cy="209777"/>
              </a:xfrm>
              <a:custGeom>
                <a:rect b="b" l="l" r="r" t="t"/>
                <a:pathLst>
                  <a:path extrusionOk="0" h="3523" w="5679">
                    <a:moveTo>
                      <a:pt x="3787" y="1"/>
                    </a:moveTo>
                    <a:cubicBezTo>
                      <a:pt x="3567" y="1"/>
                      <a:pt x="3388" y="113"/>
                      <a:pt x="3300" y="321"/>
                    </a:cubicBezTo>
                    <a:cubicBezTo>
                      <a:pt x="2973" y="1116"/>
                      <a:pt x="2494" y="1775"/>
                      <a:pt x="1819" y="2324"/>
                    </a:cubicBezTo>
                    <a:cubicBezTo>
                      <a:pt x="1258" y="2787"/>
                      <a:pt x="757" y="3299"/>
                      <a:pt x="1" y="3419"/>
                    </a:cubicBezTo>
                    <a:cubicBezTo>
                      <a:pt x="55" y="3498"/>
                      <a:pt x="122" y="3523"/>
                      <a:pt x="202" y="3523"/>
                    </a:cubicBezTo>
                    <a:cubicBezTo>
                      <a:pt x="226" y="3523"/>
                      <a:pt x="252" y="3520"/>
                      <a:pt x="278" y="3517"/>
                    </a:cubicBezTo>
                    <a:cubicBezTo>
                      <a:pt x="708" y="3457"/>
                      <a:pt x="1106" y="3342"/>
                      <a:pt x="1427" y="3032"/>
                    </a:cubicBezTo>
                    <a:cubicBezTo>
                      <a:pt x="1705" y="2776"/>
                      <a:pt x="1955" y="2471"/>
                      <a:pt x="2271" y="2286"/>
                    </a:cubicBezTo>
                    <a:cubicBezTo>
                      <a:pt x="2902" y="1911"/>
                      <a:pt x="3207" y="1312"/>
                      <a:pt x="3485" y="691"/>
                    </a:cubicBezTo>
                    <a:cubicBezTo>
                      <a:pt x="3602" y="435"/>
                      <a:pt x="3705" y="310"/>
                      <a:pt x="3852" y="310"/>
                    </a:cubicBezTo>
                    <a:cubicBezTo>
                      <a:pt x="3951" y="310"/>
                      <a:pt x="4069" y="367"/>
                      <a:pt x="4225" y="479"/>
                    </a:cubicBezTo>
                    <a:cubicBezTo>
                      <a:pt x="4356" y="571"/>
                      <a:pt x="4476" y="691"/>
                      <a:pt x="4585" y="811"/>
                    </a:cubicBezTo>
                    <a:cubicBezTo>
                      <a:pt x="4824" y="1078"/>
                      <a:pt x="5026" y="1388"/>
                      <a:pt x="5390" y="1508"/>
                    </a:cubicBezTo>
                    <a:cubicBezTo>
                      <a:pt x="5455" y="1521"/>
                      <a:pt x="5492" y="1635"/>
                      <a:pt x="5550" y="1635"/>
                    </a:cubicBezTo>
                    <a:cubicBezTo>
                      <a:pt x="5566" y="1635"/>
                      <a:pt x="5583" y="1627"/>
                      <a:pt x="5603" y="1606"/>
                    </a:cubicBezTo>
                    <a:cubicBezTo>
                      <a:pt x="5679" y="1524"/>
                      <a:pt x="5614" y="1377"/>
                      <a:pt x="5526" y="1334"/>
                    </a:cubicBezTo>
                    <a:cubicBezTo>
                      <a:pt x="5200" y="1176"/>
                      <a:pt x="5047" y="860"/>
                      <a:pt x="4840" y="599"/>
                    </a:cubicBezTo>
                    <a:cubicBezTo>
                      <a:pt x="4634" y="337"/>
                      <a:pt x="4372" y="174"/>
                      <a:pt x="4078" y="60"/>
                    </a:cubicBezTo>
                    <a:cubicBezTo>
                      <a:pt x="3976" y="20"/>
                      <a:pt x="3878" y="1"/>
                      <a:pt x="37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4" name="Google Shape;1134;p28"/>
              <p:cNvSpPr/>
              <p:nvPr/>
            </p:nvSpPr>
            <p:spPr>
              <a:xfrm>
                <a:off x="5154411" y="1868350"/>
                <a:ext cx="204894" cy="179111"/>
              </a:xfrm>
              <a:custGeom>
                <a:rect b="b" l="l" r="r" t="t"/>
                <a:pathLst>
                  <a:path extrusionOk="0" h="3008" w="3441">
                    <a:moveTo>
                      <a:pt x="172" y="1"/>
                    </a:moveTo>
                    <a:cubicBezTo>
                      <a:pt x="141" y="1"/>
                      <a:pt x="112" y="11"/>
                      <a:pt x="87" y="40"/>
                    </a:cubicBezTo>
                    <a:cubicBezTo>
                      <a:pt x="0" y="149"/>
                      <a:pt x="104" y="242"/>
                      <a:pt x="180" y="301"/>
                    </a:cubicBezTo>
                    <a:cubicBezTo>
                      <a:pt x="964" y="927"/>
                      <a:pt x="1361" y="1875"/>
                      <a:pt x="2096" y="2533"/>
                    </a:cubicBezTo>
                    <a:cubicBezTo>
                      <a:pt x="2183" y="2702"/>
                      <a:pt x="2385" y="2795"/>
                      <a:pt x="2390" y="3007"/>
                    </a:cubicBezTo>
                    <a:cubicBezTo>
                      <a:pt x="2499" y="2964"/>
                      <a:pt x="2602" y="2915"/>
                      <a:pt x="2711" y="2876"/>
                    </a:cubicBezTo>
                    <a:cubicBezTo>
                      <a:pt x="3408" y="2604"/>
                      <a:pt x="3441" y="2474"/>
                      <a:pt x="2973" y="1875"/>
                    </a:cubicBezTo>
                    <a:lnTo>
                      <a:pt x="2973" y="1875"/>
                    </a:lnTo>
                    <a:cubicBezTo>
                      <a:pt x="2967" y="1918"/>
                      <a:pt x="2967" y="1962"/>
                      <a:pt x="2962" y="2005"/>
                    </a:cubicBezTo>
                    <a:cubicBezTo>
                      <a:pt x="2938" y="2031"/>
                      <a:pt x="2916" y="2040"/>
                      <a:pt x="2893" y="2040"/>
                    </a:cubicBezTo>
                    <a:cubicBezTo>
                      <a:pt x="2854" y="2040"/>
                      <a:pt x="2815" y="2010"/>
                      <a:pt x="2777" y="1989"/>
                    </a:cubicBezTo>
                    <a:cubicBezTo>
                      <a:pt x="2428" y="1804"/>
                      <a:pt x="2167" y="1515"/>
                      <a:pt x="1922" y="1216"/>
                    </a:cubicBezTo>
                    <a:cubicBezTo>
                      <a:pt x="1492" y="693"/>
                      <a:pt x="964" y="318"/>
                      <a:pt x="349" y="62"/>
                    </a:cubicBezTo>
                    <a:cubicBezTo>
                      <a:pt x="292" y="37"/>
                      <a:pt x="229" y="1"/>
                      <a:pt x="17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5" name="Google Shape;1135;p28"/>
              <p:cNvSpPr/>
              <p:nvPr/>
            </p:nvSpPr>
            <p:spPr>
              <a:xfrm>
                <a:off x="5658470" y="825934"/>
                <a:ext cx="242527" cy="446409"/>
              </a:xfrm>
              <a:custGeom>
                <a:rect b="b" l="l" r="r" t="t"/>
                <a:pathLst>
                  <a:path extrusionOk="0" h="7497" w="4073">
                    <a:moveTo>
                      <a:pt x="665" y="0"/>
                    </a:moveTo>
                    <a:cubicBezTo>
                      <a:pt x="1" y="1437"/>
                      <a:pt x="93" y="2815"/>
                      <a:pt x="1019" y="4110"/>
                    </a:cubicBezTo>
                    <a:cubicBezTo>
                      <a:pt x="1824" y="5248"/>
                      <a:pt x="2712" y="6310"/>
                      <a:pt x="3697" y="7295"/>
                    </a:cubicBezTo>
                    <a:cubicBezTo>
                      <a:pt x="3784" y="7377"/>
                      <a:pt x="3866" y="7464"/>
                      <a:pt x="3980" y="7497"/>
                    </a:cubicBezTo>
                    <a:cubicBezTo>
                      <a:pt x="4073" y="7284"/>
                      <a:pt x="3888" y="7181"/>
                      <a:pt x="3790" y="7061"/>
                    </a:cubicBezTo>
                    <a:cubicBezTo>
                      <a:pt x="2978" y="6097"/>
                      <a:pt x="2135" y="5167"/>
                      <a:pt x="1372" y="4159"/>
                    </a:cubicBezTo>
                    <a:cubicBezTo>
                      <a:pt x="540" y="3054"/>
                      <a:pt x="158" y="1895"/>
                      <a:pt x="621" y="534"/>
                    </a:cubicBezTo>
                    <a:cubicBezTo>
                      <a:pt x="676" y="376"/>
                      <a:pt x="795" y="191"/>
                      <a:pt x="6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6" name="Google Shape;1136;p28"/>
              <p:cNvSpPr/>
              <p:nvPr/>
            </p:nvSpPr>
            <p:spPr>
              <a:xfrm>
                <a:off x="5112550" y="1843697"/>
                <a:ext cx="221805" cy="175539"/>
              </a:xfrm>
              <a:custGeom>
                <a:rect b="b" l="l" r="r" t="t"/>
                <a:pathLst>
                  <a:path extrusionOk="0" h="2948" w="3725">
                    <a:moveTo>
                      <a:pt x="220" y="1"/>
                    </a:moveTo>
                    <a:cubicBezTo>
                      <a:pt x="167" y="1"/>
                      <a:pt x="124" y="17"/>
                      <a:pt x="99" y="62"/>
                    </a:cubicBezTo>
                    <a:cubicBezTo>
                      <a:pt x="1" y="236"/>
                      <a:pt x="240" y="345"/>
                      <a:pt x="377" y="443"/>
                    </a:cubicBezTo>
                    <a:cubicBezTo>
                      <a:pt x="926" y="841"/>
                      <a:pt x="1378" y="1325"/>
                      <a:pt x="1754" y="1886"/>
                    </a:cubicBezTo>
                    <a:cubicBezTo>
                      <a:pt x="2032" y="2305"/>
                      <a:pt x="2325" y="2724"/>
                      <a:pt x="2799" y="2947"/>
                    </a:cubicBezTo>
                    <a:cubicBezTo>
                      <a:pt x="2848" y="2915"/>
                      <a:pt x="2854" y="2871"/>
                      <a:pt x="2815" y="2833"/>
                    </a:cubicBezTo>
                    <a:cubicBezTo>
                      <a:pt x="2325" y="2387"/>
                      <a:pt x="1966" y="1831"/>
                      <a:pt x="1585" y="1298"/>
                    </a:cubicBezTo>
                    <a:cubicBezTo>
                      <a:pt x="1356" y="982"/>
                      <a:pt x="1013" y="786"/>
                      <a:pt x="785" y="470"/>
                    </a:cubicBezTo>
                    <a:lnTo>
                      <a:pt x="785" y="470"/>
                    </a:lnTo>
                    <a:cubicBezTo>
                      <a:pt x="1482" y="726"/>
                      <a:pt x="2086" y="1091"/>
                      <a:pt x="2554" y="1684"/>
                    </a:cubicBezTo>
                    <a:cubicBezTo>
                      <a:pt x="2826" y="2033"/>
                      <a:pt x="3148" y="2343"/>
                      <a:pt x="3556" y="2550"/>
                    </a:cubicBezTo>
                    <a:cubicBezTo>
                      <a:pt x="3589" y="2565"/>
                      <a:pt x="3628" y="2598"/>
                      <a:pt x="3663" y="2598"/>
                    </a:cubicBezTo>
                    <a:cubicBezTo>
                      <a:pt x="3679" y="2598"/>
                      <a:pt x="3695" y="2591"/>
                      <a:pt x="3708" y="2572"/>
                    </a:cubicBezTo>
                    <a:cubicBezTo>
                      <a:pt x="3725" y="2545"/>
                      <a:pt x="3681" y="2468"/>
                      <a:pt x="3665" y="2419"/>
                    </a:cubicBezTo>
                    <a:cubicBezTo>
                      <a:pt x="3403" y="2153"/>
                      <a:pt x="3104" y="1913"/>
                      <a:pt x="2881" y="1619"/>
                    </a:cubicBezTo>
                    <a:cubicBezTo>
                      <a:pt x="2287" y="835"/>
                      <a:pt x="1493" y="383"/>
                      <a:pt x="578" y="100"/>
                    </a:cubicBezTo>
                    <a:cubicBezTo>
                      <a:pt x="469" y="67"/>
                      <a:pt x="325" y="1"/>
                      <a:pt x="2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7" name="Google Shape;1137;p28"/>
              <p:cNvSpPr/>
              <p:nvPr/>
            </p:nvSpPr>
            <p:spPr>
              <a:xfrm>
                <a:off x="5985557" y="4690959"/>
                <a:ext cx="188698" cy="251161"/>
              </a:xfrm>
              <a:custGeom>
                <a:rect b="b" l="l" r="r" t="t"/>
                <a:pathLst>
                  <a:path extrusionOk="0" h="4218" w="3169">
                    <a:moveTo>
                      <a:pt x="77" y="1"/>
                    </a:moveTo>
                    <a:cubicBezTo>
                      <a:pt x="1" y="284"/>
                      <a:pt x="251" y="414"/>
                      <a:pt x="256" y="627"/>
                    </a:cubicBezTo>
                    <a:cubicBezTo>
                      <a:pt x="1242" y="1618"/>
                      <a:pt x="2184" y="2636"/>
                      <a:pt x="2597" y="4029"/>
                    </a:cubicBezTo>
                    <a:cubicBezTo>
                      <a:pt x="2635" y="4162"/>
                      <a:pt x="2700" y="4218"/>
                      <a:pt x="2774" y="4218"/>
                    </a:cubicBezTo>
                    <a:cubicBezTo>
                      <a:pt x="2850" y="4218"/>
                      <a:pt x="2934" y="4160"/>
                      <a:pt x="3011" y="4067"/>
                    </a:cubicBezTo>
                    <a:cubicBezTo>
                      <a:pt x="3169" y="3882"/>
                      <a:pt x="3136" y="3670"/>
                      <a:pt x="3066" y="3469"/>
                    </a:cubicBezTo>
                    <a:cubicBezTo>
                      <a:pt x="2940" y="3109"/>
                      <a:pt x="2804" y="2750"/>
                      <a:pt x="2668" y="2391"/>
                    </a:cubicBezTo>
                    <a:cubicBezTo>
                      <a:pt x="2325" y="1917"/>
                      <a:pt x="2080" y="1367"/>
                      <a:pt x="1645" y="959"/>
                    </a:cubicBezTo>
                    <a:lnTo>
                      <a:pt x="1645" y="959"/>
                    </a:lnTo>
                    <a:cubicBezTo>
                      <a:pt x="1960" y="1982"/>
                      <a:pt x="2772" y="2799"/>
                      <a:pt x="2880" y="4013"/>
                    </a:cubicBezTo>
                    <a:cubicBezTo>
                      <a:pt x="2663" y="3822"/>
                      <a:pt x="2635" y="3648"/>
                      <a:pt x="2592" y="3485"/>
                    </a:cubicBezTo>
                    <a:cubicBezTo>
                      <a:pt x="2472" y="3049"/>
                      <a:pt x="2276" y="2663"/>
                      <a:pt x="1988" y="2309"/>
                    </a:cubicBezTo>
                    <a:cubicBezTo>
                      <a:pt x="1367" y="1541"/>
                      <a:pt x="545" y="937"/>
                      <a:pt x="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8" name="Google Shape;1138;p28"/>
              <p:cNvSpPr/>
              <p:nvPr/>
            </p:nvSpPr>
            <p:spPr>
              <a:xfrm>
                <a:off x="6616092" y="3297518"/>
                <a:ext cx="109265" cy="184709"/>
              </a:xfrm>
              <a:custGeom>
                <a:rect b="b" l="l" r="r" t="t"/>
                <a:pathLst>
                  <a:path extrusionOk="0" h="3102" w="1835">
                    <a:moveTo>
                      <a:pt x="1771" y="1"/>
                    </a:moveTo>
                    <a:cubicBezTo>
                      <a:pt x="1757" y="1"/>
                      <a:pt x="1738" y="5"/>
                      <a:pt x="1715" y="14"/>
                    </a:cubicBezTo>
                    <a:cubicBezTo>
                      <a:pt x="1640" y="45"/>
                      <a:pt x="1569" y="115"/>
                      <a:pt x="1482" y="115"/>
                    </a:cubicBezTo>
                    <a:cubicBezTo>
                      <a:pt x="1461" y="115"/>
                      <a:pt x="1439" y="111"/>
                      <a:pt x="1416" y="101"/>
                    </a:cubicBezTo>
                    <a:cubicBezTo>
                      <a:pt x="1312" y="281"/>
                      <a:pt x="1225" y="466"/>
                      <a:pt x="1105" y="635"/>
                    </a:cubicBezTo>
                    <a:cubicBezTo>
                      <a:pt x="1060" y="698"/>
                      <a:pt x="1007" y="747"/>
                      <a:pt x="959" y="747"/>
                    </a:cubicBezTo>
                    <a:cubicBezTo>
                      <a:pt x="915" y="747"/>
                      <a:pt x="875" y="706"/>
                      <a:pt x="849" y="597"/>
                    </a:cubicBezTo>
                    <a:cubicBezTo>
                      <a:pt x="735" y="842"/>
                      <a:pt x="572" y="1060"/>
                      <a:pt x="512" y="1326"/>
                    </a:cubicBezTo>
                    <a:cubicBezTo>
                      <a:pt x="675" y="1397"/>
                      <a:pt x="648" y="1528"/>
                      <a:pt x="604" y="1658"/>
                    </a:cubicBezTo>
                    <a:cubicBezTo>
                      <a:pt x="517" y="1952"/>
                      <a:pt x="376" y="2219"/>
                      <a:pt x="212" y="2481"/>
                    </a:cubicBezTo>
                    <a:cubicBezTo>
                      <a:pt x="93" y="2666"/>
                      <a:pt x="0" y="2862"/>
                      <a:pt x="17" y="3101"/>
                    </a:cubicBezTo>
                    <a:cubicBezTo>
                      <a:pt x="55" y="3090"/>
                      <a:pt x="87" y="3090"/>
                      <a:pt x="98" y="3074"/>
                    </a:cubicBezTo>
                    <a:cubicBezTo>
                      <a:pt x="795" y="2154"/>
                      <a:pt x="1710" y="1359"/>
                      <a:pt x="1835" y="107"/>
                    </a:cubicBezTo>
                    <a:cubicBezTo>
                      <a:pt x="1822" y="56"/>
                      <a:pt x="1823" y="1"/>
                      <a:pt x="17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9" name="Google Shape;1139;p28"/>
              <p:cNvSpPr/>
              <p:nvPr/>
            </p:nvSpPr>
            <p:spPr>
              <a:xfrm>
                <a:off x="5844254" y="1794870"/>
                <a:ext cx="146898" cy="126593"/>
              </a:xfrm>
              <a:custGeom>
                <a:rect b="b" l="l" r="r" t="t"/>
                <a:pathLst>
                  <a:path extrusionOk="0" h="2126" w="2467">
                    <a:moveTo>
                      <a:pt x="152" y="0"/>
                    </a:moveTo>
                    <a:cubicBezTo>
                      <a:pt x="60" y="71"/>
                      <a:pt x="33" y="169"/>
                      <a:pt x="11" y="278"/>
                    </a:cubicBezTo>
                    <a:cubicBezTo>
                      <a:pt x="0" y="458"/>
                      <a:pt x="93" y="583"/>
                      <a:pt x="207" y="708"/>
                    </a:cubicBezTo>
                    <a:cubicBezTo>
                      <a:pt x="561" y="1089"/>
                      <a:pt x="1007" y="1345"/>
                      <a:pt x="1432" y="1633"/>
                    </a:cubicBezTo>
                    <a:lnTo>
                      <a:pt x="1426" y="1628"/>
                    </a:lnTo>
                    <a:lnTo>
                      <a:pt x="1426" y="1628"/>
                    </a:lnTo>
                    <a:cubicBezTo>
                      <a:pt x="1562" y="1748"/>
                      <a:pt x="1704" y="1868"/>
                      <a:pt x="1846" y="1987"/>
                    </a:cubicBezTo>
                    <a:cubicBezTo>
                      <a:pt x="1872" y="1961"/>
                      <a:pt x="1894" y="1951"/>
                      <a:pt x="1913" y="1951"/>
                    </a:cubicBezTo>
                    <a:cubicBezTo>
                      <a:pt x="1958" y="1951"/>
                      <a:pt x="1986" y="2006"/>
                      <a:pt x="2009" y="2036"/>
                    </a:cubicBezTo>
                    <a:cubicBezTo>
                      <a:pt x="2056" y="2101"/>
                      <a:pt x="2095" y="2125"/>
                      <a:pt x="2133" y="2125"/>
                    </a:cubicBezTo>
                    <a:cubicBezTo>
                      <a:pt x="2188" y="2125"/>
                      <a:pt x="2239" y="2075"/>
                      <a:pt x="2303" y="2020"/>
                    </a:cubicBezTo>
                    <a:cubicBezTo>
                      <a:pt x="2466" y="1884"/>
                      <a:pt x="2297" y="1846"/>
                      <a:pt x="2254" y="1780"/>
                    </a:cubicBezTo>
                    <a:cubicBezTo>
                      <a:pt x="2042" y="1486"/>
                      <a:pt x="1704" y="1394"/>
                      <a:pt x="1388" y="1274"/>
                    </a:cubicBezTo>
                    <a:cubicBezTo>
                      <a:pt x="1258" y="1225"/>
                      <a:pt x="1160" y="1149"/>
                      <a:pt x="1149" y="1002"/>
                    </a:cubicBezTo>
                    <a:cubicBezTo>
                      <a:pt x="1138" y="855"/>
                      <a:pt x="1252" y="806"/>
                      <a:pt x="1356" y="746"/>
                    </a:cubicBezTo>
                    <a:cubicBezTo>
                      <a:pt x="1486" y="664"/>
                      <a:pt x="1666" y="643"/>
                      <a:pt x="1742" y="436"/>
                    </a:cubicBezTo>
                    <a:cubicBezTo>
                      <a:pt x="1350" y="387"/>
                      <a:pt x="974" y="338"/>
                      <a:pt x="599" y="278"/>
                    </a:cubicBezTo>
                    <a:cubicBezTo>
                      <a:pt x="495" y="262"/>
                      <a:pt x="299" y="311"/>
                      <a:pt x="370" y="82"/>
                    </a:cubicBezTo>
                    <a:cubicBezTo>
                      <a:pt x="357" y="74"/>
                      <a:pt x="341" y="71"/>
                      <a:pt x="325" y="71"/>
                    </a:cubicBezTo>
                    <a:cubicBezTo>
                      <a:pt x="294" y="71"/>
                      <a:pt x="261" y="80"/>
                      <a:pt x="231" y="80"/>
                    </a:cubicBezTo>
                    <a:cubicBezTo>
                      <a:pt x="195" y="80"/>
                      <a:pt x="165" y="66"/>
                      <a:pt x="1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0" name="Google Shape;1140;p28"/>
              <p:cNvSpPr/>
              <p:nvPr/>
            </p:nvSpPr>
            <p:spPr>
              <a:xfrm>
                <a:off x="6028013" y="4533400"/>
                <a:ext cx="133619" cy="235739"/>
              </a:xfrm>
              <a:custGeom>
                <a:rect b="b" l="l" r="r" t="t"/>
                <a:pathLst>
                  <a:path extrusionOk="0" h="3959" w="2244">
                    <a:moveTo>
                      <a:pt x="93" y="1"/>
                    </a:moveTo>
                    <a:cubicBezTo>
                      <a:pt x="61" y="23"/>
                      <a:pt x="33" y="39"/>
                      <a:pt x="1" y="61"/>
                    </a:cubicBezTo>
                    <a:cubicBezTo>
                      <a:pt x="453" y="1498"/>
                      <a:pt x="1721" y="2489"/>
                      <a:pt x="2118" y="3959"/>
                    </a:cubicBezTo>
                    <a:cubicBezTo>
                      <a:pt x="2151" y="3942"/>
                      <a:pt x="2184" y="3926"/>
                      <a:pt x="2216" y="3915"/>
                    </a:cubicBezTo>
                    <a:cubicBezTo>
                      <a:pt x="2227" y="3812"/>
                      <a:pt x="2233" y="3714"/>
                      <a:pt x="2244" y="3616"/>
                    </a:cubicBezTo>
                    <a:cubicBezTo>
                      <a:pt x="2151" y="3191"/>
                      <a:pt x="1988" y="2794"/>
                      <a:pt x="1770" y="2413"/>
                    </a:cubicBezTo>
                    <a:cubicBezTo>
                      <a:pt x="1384" y="1743"/>
                      <a:pt x="899" y="1139"/>
                      <a:pt x="447" y="513"/>
                    </a:cubicBezTo>
                    <a:cubicBezTo>
                      <a:pt x="327" y="344"/>
                      <a:pt x="213" y="170"/>
                      <a:pt x="9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1" name="Google Shape;1141;p28"/>
              <p:cNvSpPr/>
              <p:nvPr/>
            </p:nvSpPr>
            <p:spPr>
              <a:xfrm>
                <a:off x="6025453" y="4347675"/>
                <a:ext cx="64249" cy="208169"/>
              </a:xfrm>
              <a:custGeom>
                <a:rect b="b" l="l" r="r" t="t"/>
                <a:pathLst>
                  <a:path extrusionOk="0" h="3496" w="1079">
                    <a:moveTo>
                      <a:pt x="365" y="1"/>
                    </a:moveTo>
                    <a:lnTo>
                      <a:pt x="365" y="1"/>
                    </a:lnTo>
                    <a:cubicBezTo>
                      <a:pt x="0" y="670"/>
                      <a:pt x="44" y="1498"/>
                      <a:pt x="452" y="2276"/>
                    </a:cubicBezTo>
                    <a:cubicBezTo>
                      <a:pt x="632" y="2614"/>
                      <a:pt x="751" y="2962"/>
                      <a:pt x="566" y="3343"/>
                    </a:cubicBezTo>
                    <a:cubicBezTo>
                      <a:pt x="504" y="3475"/>
                      <a:pt x="563" y="3485"/>
                      <a:pt x="631" y="3485"/>
                    </a:cubicBezTo>
                    <a:cubicBezTo>
                      <a:pt x="644" y="3485"/>
                      <a:pt x="657" y="3485"/>
                      <a:pt x="670" y="3485"/>
                    </a:cubicBezTo>
                    <a:cubicBezTo>
                      <a:pt x="695" y="3485"/>
                      <a:pt x="719" y="3486"/>
                      <a:pt x="735" y="3496"/>
                    </a:cubicBezTo>
                    <a:cubicBezTo>
                      <a:pt x="882" y="3457"/>
                      <a:pt x="915" y="3338"/>
                      <a:pt x="953" y="3207"/>
                    </a:cubicBezTo>
                    <a:cubicBezTo>
                      <a:pt x="1078" y="2804"/>
                      <a:pt x="1018" y="2412"/>
                      <a:pt x="817" y="2058"/>
                    </a:cubicBezTo>
                    <a:cubicBezTo>
                      <a:pt x="566" y="1623"/>
                      <a:pt x="474" y="1149"/>
                      <a:pt x="425" y="659"/>
                    </a:cubicBezTo>
                    <a:cubicBezTo>
                      <a:pt x="311" y="458"/>
                      <a:pt x="398" y="235"/>
                      <a:pt x="3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2" name="Google Shape;1142;p28"/>
              <p:cNvSpPr/>
              <p:nvPr/>
            </p:nvSpPr>
            <p:spPr>
              <a:xfrm>
                <a:off x="6073388" y="1453193"/>
                <a:ext cx="189710" cy="227581"/>
              </a:xfrm>
              <a:custGeom>
                <a:rect b="b" l="l" r="r" t="t"/>
                <a:pathLst>
                  <a:path extrusionOk="0" h="3822" w="3186">
                    <a:moveTo>
                      <a:pt x="1" y="0"/>
                    </a:moveTo>
                    <a:cubicBezTo>
                      <a:pt x="34" y="44"/>
                      <a:pt x="61" y="98"/>
                      <a:pt x="99" y="142"/>
                    </a:cubicBezTo>
                    <a:cubicBezTo>
                      <a:pt x="1024" y="1291"/>
                      <a:pt x="2070" y="2330"/>
                      <a:pt x="2919" y="3539"/>
                    </a:cubicBezTo>
                    <a:cubicBezTo>
                      <a:pt x="2990" y="3642"/>
                      <a:pt x="3088" y="3729"/>
                      <a:pt x="3175" y="3822"/>
                    </a:cubicBezTo>
                    <a:cubicBezTo>
                      <a:pt x="3186" y="3670"/>
                      <a:pt x="3099" y="3555"/>
                      <a:pt x="3028" y="3435"/>
                    </a:cubicBezTo>
                    <a:cubicBezTo>
                      <a:pt x="2554" y="2679"/>
                      <a:pt x="2015" y="1966"/>
                      <a:pt x="1405" y="1312"/>
                    </a:cubicBezTo>
                    <a:cubicBezTo>
                      <a:pt x="970" y="844"/>
                      <a:pt x="540" y="365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3" name="Google Shape;1143;p28"/>
              <p:cNvSpPr/>
              <p:nvPr/>
            </p:nvSpPr>
            <p:spPr>
              <a:xfrm>
                <a:off x="5157984" y="1697571"/>
                <a:ext cx="138442" cy="189710"/>
              </a:xfrm>
              <a:custGeom>
                <a:rect b="b" l="l" r="r" t="t"/>
                <a:pathLst>
                  <a:path extrusionOk="0" h="3186" w="2325">
                    <a:moveTo>
                      <a:pt x="114" y="0"/>
                    </a:moveTo>
                    <a:cubicBezTo>
                      <a:pt x="75" y="0"/>
                      <a:pt x="37" y="20"/>
                      <a:pt x="0" y="77"/>
                    </a:cubicBezTo>
                    <a:cubicBezTo>
                      <a:pt x="1094" y="867"/>
                      <a:pt x="1867" y="1896"/>
                      <a:pt x="2281" y="3186"/>
                    </a:cubicBezTo>
                    <a:cubicBezTo>
                      <a:pt x="2292" y="3153"/>
                      <a:pt x="2325" y="3120"/>
                      <a:pt x="2319" y="3093"/>
                    </a:cubicBezTo>
                    <a:cubicBezTo>
                      <a:pt x="2118" y="1759"/>
                      <a:pt x="1405" y="769"/>
                      <a:pt x="272" y="66"/>
                    </a:cubicBezTo>
                    <a:cubicBezTo>
                      <a:pt x="222" y="38"/>
                      <a:pt x="168" y="0"/>
                      <a:pt x="1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4" name="Google Shape;1144;p28"/>
              <p:cNvSpPr/>
              <p:nvPr/>
            </p:nvSpPr>
            <p:spPr>
              <a:xfrm>
                <a:off x="5254865" y="2025671"/>
                <a:ext cx="104442" cy="76575"/>
              </a:xfrm>
              <a:custGeom>
                <a:rect b="b" l="l" r="r" t="t"/>
                <a:pathLst>
                  <a:path extrusionOk="0" h="1286" w="1754">
                    <a:moveTo>
                      <a:pt x="1754" y="0"/>
                    </a:moveTo>
                    <a:lnTo>
                      <a:pt x="1754" y="0"/>
                    </a:lnTo>
                    <a:cubicBezTo>
                      <a:pt x="1618" y="158"/>
                      <a:pt x="1482" y="294"/>
                      <a:pt x="1291" y="365"/>
                    </a:cubicBezTo>
                    <a:cubicBezTo>
                      <a:pt x="1046" y="469"/>
                      <a:pt x="785" y="545"/>
                      <a:pt x="545" y="670"/>
                    </a:cubicBezTo>
                    <a:cubicBezTo>
                      <a:pt x="295" y="801"/>
                      <a:pt x="12" y="931"/>
                      <a:pt x="1" y="1285"/>
                    </a:cubicBezTo>
                    <a:cubicBezTo>
                      <a:pt x="137" y="1225"/>
                      <a:pt x="284" y="1182"/>
                      <a:pt x="409" y="1100"/>
                    </a:cubicBezTo>
                    <a:cubicBezTo>
                      <a:pt x="556" y="1004"/>
                      <a:pt x="694" y="950"/>
                      <a:pt x="823" y="950"/>
                    </a:cubicBezTo>
                    <a:cubicBezTo>
                      <a:pt x="986" y="950"/>
                      <a:pt x="1136" y="1036"/>
                      <a:pt x="1269" y="1231"/>
                    </a:cubicBezTo>
                    <a:cubicBezTo>
                      <a:pt x="1547" y="866"/>
                      <a:pt x="1656" y="441"/>
                      <a:pt x="17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5" name="Google Shape;1145;p28"/>
              <p:cNvSpPr/>
              <p:nvPr/>
            </p:nvSpPr>
            <p:spPr>
              <a:xfrm>
                <a:off x="6543148" y="3607516"/>
                <a:ext cx="86936" cy="80267"/>
              </a:xfrm>
              <a:custGeom>
                <a:rect b="b" l="l" r="r" t="t"/>
                <a:pathLst>
                  <a:path extrusionOk="0" h="1348" w="1460">
                    <a:moveTo>
                      <a:pt x="318" y="0"/>
                    </a:moveTo>
                    <a:cubicBezTo>
                      <a:pt x="299" y="0"/>
                      <a:pt x="279" y="8"/>
                      <a:pt x="256" y="29"/>
                    </a:cubicBezTo>
                    <a:cubicBezTo>
                      <a:pt x="76" y="198"/>
                      <a:pt x="0" y="878"/>
                      <a:pt x="142" y="1085"/>
                    </a:cubicBezTo>
                    <a:cubicBezTo>
                      <a:pt x="240" y="1233"/>
                      <a:pt x="581" y="1347"/>
                      <a:pt x="838" y="1347"/>
                    </a:cubicBezTo>
                    <a:cubicBezTo>
                      <a:pt x="922" y="1347"/>
                      <a:pt x="996" y="1335"/>
                      <a:pt x="1051" y="1308"/>
                    </a:cubicBezTo>
                    <a:cubicBezTo>
                      <a:pt x="1274" y="1194"/>
                      <a:pt x="1459" y="791"/>
                      <a:pt x="1367" y="628"/>
                    </a:cubicBezTo>
                    <a:cubicBezTo>
                      <a:pt x="1364" y="628"/>
                      <a:pt x="1362" y="628"/>
                      <a:pt x="1359" y="628"/>
                    </a:cubicBezTo>
                    <a:cubicBezTo>
                      <a:pt x="1144" y="628"/>
                      <a:pt x="1159" y="852"/>
                      <a:pt x="1046" y="955"/>
                    </a:cubicBezTo>
                    <a:cubicBezTo>
                      <a:pt x="937" y="1055"/>
                      <a:pt x="838" y="1185"/>
                      <a:pt x="689" y="1185"/>
                    </a:cubicBezTo>
                    <a:cubicBezTo>
                      <a:pt x="644" y="1185"/>
                      <a:pt x="595" y="1173"/>
                      <a:pt x="539" y="1145"/>
                    </a:cubicBezTo>
                    <a:cubicBezTo>
                      <a:pt x="300" y="1025"/>
                      <a:pt x="294" y="835"/>
                      <a:pt x="349" y="612"/>
                    </a:cubicBezTo>
                    <a:cubicBezTo>
                      <a:pt x="392" y="432"/>
                      <a:pt x="490" y="263"/>
                      <a:pt x="441" y="67"/>
                    </a:cubicBezTo>
                    <a:cubicBezTo>
                      <a:pt x="399" y="44"/>
                      <a:pt x="363" y="0"/>
                      <a:pt x="3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6" name="Google Shape;1146;p28"/>
              <p:cNvSpPr/>
              <p:nvPr/>
            </p:nvSpPr>
            <p:spPr>
              <a:xfrm>
                <a:off x="5272074" y="1765037"/>
                <a:ext cx="121591" cy="150768"/>
              </a:xfrm>
              <a:custGeom>
                <a:rect b="b" l="l" r="r" t="t"/>
                <a:pathLst>
                  <a:path extrusionOk="0" h="2532" w="2042">
                    <a:moveTo>
                      <a:pt x="77" y="0"/>
                    </a:moveTo>
                    <a:cubicBezTo>
                      <a:pt x="0" y="185"/>
                      <a:pt x="158" y="267"/>
                      <a:pt x="256" y="365"/>
                    </a:cubicBezTo>
                    <a:cubicBezTo>
                      <a:pt x="447" y="567"/>
                      <a:pt x="670" y="746"/>
                      <a:pt x="757" y="1029"/>
                    </a:cubicBezTo>
                    <a:cubicBezTo>
                      <a:pt x="882" y="1448"/>
                      <a:pt x="1144" y="1802"/>
                      <a:pt x="1345" y="2183"/>
                    </a:cubicBezTo>
                    <a:cubicBezTo>
                      <a:pt x="1454" y="2389"/>
                      <a:pt x="1627" y="2531"/>
                      <a:pt x="1860" y="2531"/>
                    </a:cubicBezTo>
                    <a:cubicBezTo>
                      <a:pt x="1917" y="2531"/>
                      <a:pt x="1978" y="2523"/>
                      <a:pt x="2042" y="2505"/>
                    </a:cubicBezTo>
                    <a:cubicBezTo>
                      <a:pt x="1465" y="2249"/>
                      <a:pt x="1252" y="1693"/>
                      <a:pt x="980" y="1198"/>
                    </a:cubicBezTo>
                    <a:cubicBezTo>
                      <a:pt x="735" y="752"/>
                      <a:pt x="485" y="316"/>
                      <a:pt x="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7" name="Google Shape;1147;p28"/>
              <p:cNvSpPr/>
              <p:nvPr/>
            </p:nvSpPr>
            <p:spPr>
              <a:xfrm>
                <a:off x="6338904" y="3696776"/>
                <a:ext cx="75563" cy="48351"/>
              </a:xfrm>
              <a:custGeom>
                <a:rect b="b" l="l" r="r" t="t"/>
                <a:pathLst>
                  <a:path extrusionOk="0" h="812" w="1269">
                    <a:moveTo>
                      <a:pt x="665" y="0"/>
                    </a:moveTo>
                    <a:lnTo>
                      <a:pt x="665" y="0"/>
                    </a:lnTo>
                    <a:cubicBezTo>
                      <a:pt x="496" y="82"/>
                      <a:pt x="360" y="142"/>
                      <a:pt x="229" y="218"/>
                    </a:cubicBezTo>
                    <a:cubicBezTo>
                      <a:pt x="66" y="316"/>
                      <a:pt x="1" y="474"/>
                      <a:pt x="88" y="637"/>
                    </a:cubicBezTo>
                    <a:cubicBezTo>
                      <a:pt x="147" y="756"/>
                      <a:pt x="242" y="812"/>
                      <a:pt x="363" y="812"/>
                    </a:cubicBezTo>
                    <a:cubicBezTo>
                      <a:pt x="407" y="812"/>
                      <a:pt x="455" y="804"/>
                      <a:pt x="507" y="789"/>
                    </a:cubicBezTo>
                    <a:cubicBezTo>
                      <a:pt x="719" y="730"/>
                      <a:pt x="877" y="593"/>
                      <a:pt x="1051" y="479"/>
                    </a:cubicBezTo>
                    <a:cubicBezTo>
                      <a:pt x="1089" y="370"/>
                      <a:pt x="1269" y="338"/>
                      <a:pt x="1204" y="180"/>
                    </a:cubicBezTo>
                    <a:lnTo>
                      <a:pt x="1204" y="180"/>
                    </a:lnTo>
                    <a:cubicBezTo>
                      <a:pt x="910" y="201"/>
                      <a:pt x="692" y="457"/>
                      <a:pt x="387" y="463"/>
                    </a:cubicBezTo>
                    <a:cubicBezTo>
                      <a:pt x="420" y="272"/>
                      <a:pt x="648" y="223"/>
                      <a:pt x="6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8" name="Google Shape;1148;p28"/>
              <p:cNvSpPr/>
              <p:nvPr/>
            </p:nvSpPr>
            <p:spPr>
              <a:xfrm>
                <a:off x="5393310" y="1850605"/>
                <a:ext cx="47041" cy="62939"/>
              </a:xfrm>
              <a:custGeom>
                <a:rect b="b" l="l" r="r" t="t"/>
                <a:pathLst>
                  <a:path extrusionOk="0" h="1057" w="790">
                    <a:moveTo>
                      <a:pt x="271" y="1"/>
                    </a:moveTo>
                    <a:cubicBezTo>
                      <a:pt x="231" y="1"/>
                      <a:pt x="195" y="41"/>
                      <a:pt x="153" y="104"/>
                    </a:cubicBezTo>
                    <a:cubicBezTo>
                      <a:pt x="0" y="349"/>
                      <a:pt x="22" y="823"/>
                      <a:pt x="213" y="1057"/>
                    </a:cubicBezTo>
                    <a:cubicBezTo>
                      <a:pt x="409" y="861"/>
                      <a:pt x="115" y="578"/>
                      <a:pt x="343" y="382"/>
                    </a:cubicBezTo>
                    <a:lnTo>
                      <a:pt x="343" y="382"/>
                    </a:lnTo>
                    <a:cubicBezTo>
                      <a:pt x="447" y="452"/>
                      <a:pt x="485" y="594"/>
                      <a:pt x="621" y="638"/>
                    </a:cubicBezTo>
                    <a:cubicBezTo>
                      <a:pt x="658" y="651"/>
                      <a:pt x="692" y="662"/>
                      <a:pt x="719" y="662"/>
                    </a:cubicBezTo>
                    <a:cubicBezTo>
                      <a:pt x="760" y="662"/>
                      <a:pt x="787" y="637"/>
                      <a:pt x="790" y="556"/>
                    </a:cubicBezTo>
                    <a:cubicBezTo>
                      <a:pt x="654" y="403"/>
                      <a:pt x="512" y="251"/>
                      <a:pt x="387" y="88"/>
                    </a:cubicBezTo>
                    <a:cubicBezTo>
                      <a:pt x="341" y="27"/>
                      <a:pt x="304" y="1"/>
                      <a:pt x="27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9" name="Google Shape;1149;p28"/>
              <p:cNvSpPr/>
              <p:nvPr/>
            </p:nvSpPr>
            <p:spPr>
              <a:xfrm>
                <a:off x="6636814" y="3651520"/>
                <a:ext cx="27629" cy="68953"/>
              </a:xfrm>
              <a:custGeom>
                <a:rect b="b" l="l" r="r" t="t"/>
                <a:pathLst>
                  <a:path extrusionOk="0" h="1158" w="464">
                    <a:moveTo>
                      <a:pt x="124" y="0"/>
                    </a:moveTo>
                    <a:cubicBezTo>
                      <a:pt x="111" y="0"/>
                      <a:pt x="97" y="3"/>
                      <a:pt x="82" y="9"/>
                    </a:cubicBezTo>
                    <a:cubicBezTo>
                      <a:pt x="6" y="41"/>
                      <a:pt x="1" y="118"/>
                      <a:pt x="28" y="188"/>
                    </a:cubicBezTo>
                    <a:cubicBezTo>
                      <a:pt x="137" y="504"/>
                      <a:pt x="44" y="836"/>
                      <a:pt x="82" y="1157"/>
                    </a:cubicBezTo>
                    <a:cubicBezTo>
                      <a:pt x="387" y="983"/>
                      <a:pt x="463" y="608"/>
                      <a:pt x="295" y="101"/>
                    </a:cubicBezTo>
                    <a:cubicBezTo>
                      <a:pt x="235" y="78"/>
                      <a:pt x="194" y="0"/>
                      <a:pt x="1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0" name="Google Shape;1150;p28"/>
              <p:cNvSpPr/>
              <p:nvPr/>
            </p:nvSpPr>
            <p:spPr>
              <a:xfrm>
                <a:off x="5456787" y="1857274"/>
                <a:ext cx="32869" cy="45016"/>
              </a:xfrm>
              <a:custGeom>
                <a:rect b="b" l="l" r="r" t="t"/>
                <a:pathLst>
                  <a:path extrusionOk="0" h="756" w="552">
                    <a:moveTo>
                      <a:pt x="103" y="1"/>
                    </a:moveTo>
                    <a:cubicBezTo>
                      <a:pt x="34" y="1"/>
                      <a:pt x="0" y="73"/>
                      <a:pt x="7" y="232"/>
                    </a:cubicBezTo>
                    <a:cubicBezTo>
                      <a:pt x="12" y="346"/>
                      <a:pt x="12" y="466"/>
                      <a:pt x="12" y="580"/>
                    </a:cubicBezTo>
                    <a:cubicBezTo>
                      <a:pt x="86" y="584"/>
                      <a:pt x="137" y="755"/>
                      <a:pt x="189" y="755"/>
                    </a:cubicBezTo>
                    <a:cubicBezTo>
                      <a:pt x="206" y="755"/>
                      <a:pt x="223" y="736"/>
                      <a:pt x="241" y="683"/>
                    </a:cubicBezTo>
                    <a:cubicBezTo>
                      <a:pt x="283" y="566"/>
                      <a:pt x="335" y="537"/>
                      <a:pt x="394" y="537"/>
                    </a:cubicBezTo>
                    <a:cubicBezTo>
                      <a:pt x="442" y="537"/>
                      <a:pt x="495" y="556"/>
                      <a:pt x="551" y="564"/>
                    </a:cubicBezTo>
                    <a:cubicBezTo>
                      <a:pt x="475" y="302"/>
                      <a:pt x="475" y="302"/>
                      <a:pt x="290" y="95"/>
                    </a:cubicBezTo>
                    <a:cubicBezTo>
                      <a:pt x="213" y="34"/>
                      <a:pt x="150" y="1"/>
                      <a:pt x="1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1" name="Google Shape;1151;p28"/>
              <p:cNvSpPr/>
              <p:nvPr/>
            </p:nvSpPr>
            <p:spPr>
              <a:xfrm>
                <a:off x="7282235" y="259947"/>
                <a:ext cx="45433" cy="47338"/>
              </a:xfrm>
              <a:custGeom>
                <a:rect b="b" l="l" r="r" t="t"/>
                <a:pathLst>
                  <a:path extrusionOk="0" h="795" w="763">
                    <a:moveTo>
                      <a:pt x="763" y="0"/>
                    </a:moveTo>
                    <a:cubicBezTo>
                      <a:pt x="507" y="267"/>
                      <a:pt x="251" y="528"/>
                      <a:pt x="1" y="795"/>
                    </a:cubicBezTo>
                    <a:cubicBezTo>
                      <a:pt x="409" y="724"/>
                      <a:pt x="665" y="457"/>
                      <a:pt x="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2" name="Google Shape;1152;p28"/>
              <p:cNvSpPr/>
              <p:nvPr/>
            </p:nvSpPr>
            <p:spPr>
              <a:xfrm>
                <a:off x="8214252" y="3561248"/>
                <a:ext cx="23699" cy="49661"/>
              </a:xfrm>
              <a:custGeom>
                <a:rect b="b" l="l" r="r" t="t"/>
                <a:pathLst>
                  <a:path extrusionOk="0" h="834" w="398">
                    <a:moveTo>
                      <a:pt x="397" y="0"/>
                    </a:moveTo>
                    <a:lnTo>
                      <a:pt x="397" y="0"/>
                    </a:lnTo>
                    <a:cubicBezTo>
                      <a:pt x="142" y="218"/>
                      <a:pt x="87" y="490"/>
                      <a:pt x="0" y="833"/>
                    </a:cubicBezTo>
                    <a:cubicBezTo>
                      <a:pt x="251" y="567"/>
                      <a:pt x="354" y="322"/>
                      <a:pt x="397" y="0"/>
                    </a:cubicBezTo>
                    <a:close/>
                  </a:path>
                </a:pathLst>
              </a:custGeom>
              <a:solidFill>
                <a:srgbClr val="4F4F4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3" name="Google Shape;1153;p28"/>
              <p:cNvSpPr/>
              <p:nvPr/>
            </p:nvSpPr>
            <p:spPr>
              <a:xfrm>
                <a:off x="5927559" y="1849652"/>
                <a:ext cx="27272" cy="16911"/>
              </a:xfrm>
              <a:custGeom>
                <a:rect b="b" l="l" r="r" t="t"/>
                <a:pathLst>
                  <a:path extrusionOk="0" h="284" w="458">
                    <a:moveTo>
                      <a:pt x="158" y="0"/>
                    </a:moveTo>
                    <a:cubicBezTo>
                      <a:pt x="109" y="38"/>
                      <a:pt x="16" y="76"/>
                      <a:pt x="11" y="120"/>
                    </a:cubicBezTo>
                    <a:cubicBezTo>
                      <a:pt x="0" y="202"/>
                      <a:pt x="98" y="207"/>
                      <a:pt x="163" y="218"/>
                    </a:cubicBezTo>
                    <a:cubicBezTo>
                      <a:pt x="261" y="245"/>
                      <a:pt x="359" y="262"/>
                      <a:pt x="457" y="283"/>
                    </a:cubicBezTo>
                    <a:cubicBezTo>
                      <a:pt x="414" y="125"/>
                      <a:pt x="202" y="158"/>
                      <a:pt x="158" y="0"/>
                    </a:cubicBezTo>
                    <a:close/>
                  </a:path>
                </a:pathLst>
              </a:custGeom>
              <a:solidFill>
                <a:srgbClr val="2323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4" name="Google Shape;1154;p28"/>
              <p:cNvSpPr/>
              <p:nvPr/>
            </p:nvSpPr>
            <p:spPr>
              <a:xfrm>
                <a:off x="6766505" y="578936"/>
                <a:ext cx="1788791" cy="2144335"/>
              </a:xfrm>
              <a:custGeom>
                <a:rect b="b" l="l" r="r" t="t"/>
                <a:pathLst>
                  <a:path extrusionOk="0" h="36012" w="30041">
                    <a:moveTo>
                      <a:pt x="15832" y="1"/>
                    </a:moveTo>
                    <a:cubicBezTo>
                      <a:pt x="15774" y="1"/>
                      <a:pt x="15736" y="72"/>
                      <a:pt x="15695" y="109"/>
                    </a:cubicBezTo>
                    <a:cubicBezTo>
                      <a:pt x="15211" y="506"/>
                      <a:pt x="14650" y="735"/>
                      <a:pt x="14035" y="827"/>
                    </a:cubicBezTo>
                    <a:cubicBezTo>
                      <a:pt x="13458" y="920"/>
                      <a:pt x="12875" y="1002"/>
                      <a:pt x="12298" y="1094"/>
                    </a:cubicBezTo>
                    <a:cubicBezTo>
                      <a:pt x="12021" y="1143"/>
                      <a:pt x="11770" y="1219"/>
                      <a:pt x="11536" y="1415"/>
                    </a:cubicBezTo>
                    <a:cubicBezTo>
                      <a:pt x="11237" y="1671"/>
                      <a:pt x="10992" y="2009"/>
                      <a:pt x="10567" y="2096"/>
                    </a:cubicBezTo>
                    <a:cubicBezTo>
                      <a:pt x="10330" y="2141"/>
                      <a:pt x="10098" y="2168"/>
                      <a:pt x="9869" y="2168"/>
                    </a:cubicBezTo>
                    <a:cubicBezTo>
                      <a:pt x="9486" y="2168"/>
                      <a:pt x="9113" y="2092"/>
                      <a:pt x="8749" y="1894"/>
                    </a:cubicBezTo>
                    <a:cubicBezTo>
                      <a:pt x="7987" y="1475"/>
                      <a:pt x="7181" y="1154"/>
                      <a:pt x="6315" y="985"/>
                    </a:cubicBezTo>
                    <a:cubicBezTo>
                      <a:pt x="6187" y="960"/>
                      <a:pt x="6070" y="947"/>
                      <a:pt x="5962" y="947"/>
                    </a:cubicBezTo>
                    <a:cubicBezTo>
                      <a:pt x="5580" y="947"/>
                      <a:pt x="5304" y="1111"/>
                      <a:pt x="5041" y="1497"/>
                    </a:cubicBezTo>
                    <a:cubicBezTo>
                      <a:pt x="4938" y="1649"/>
                      <a:pt x="4840" y="1813"/>
                      <a:pt x="4715" y="1954"/>
                    </a:cubicBezTo>
                    <a:cubicBezTo>
                      <a:pt x="4268" y="2477"/>
                      <a:pt x="3642" y="2466"/>
                      <a:pt x="3032" y="2510"/>
                    </a:cubicBezTo>
                    <a:cubicBezTo>
                      <a:pt x="3022" y="2510"/>
                      <a:pt x="3011" y="2511"/>
                      <a:pt x="3000" y="2511"/>
                    </a:cubicBezTo>
                    <a:cubicBezTo>
                      <a:pt x="2957" y="2511"/>
                      <a:pt x="2909" y="2505"/>
                      <a:pt x="2863" y="2505"/>
                    </a:cubicBezTo>
                    <a:cubicBezTo>
                      <a:pt x="2785" y="2505"/>
                      <a:pt x="2715" y="2522"/>
                      <a:pt x="2690" y="2613"/>
                    </a:cubicBezTo>
                    <a:cubicBezTo>
                      <a:pt x="2651" y="2771"/>
                      <a:pt x="2777" y="2918"/>
                      <a:pt x="2924" y="2967"/>
                    </a:cubicBezTo>
                    <a:cubicBezTo>
                      <a:pt x="3669" y="3250"/>
                      <a:pt x="4415" y="3544"/>
                      <a:pt x="5216" y="3647"/>
                    </a:cubicBezTo>
                    <a:cubicBezTo>
                      <a:pt x="5771" y="3718"/>
                      <a:pt x="6332" y="3783"/>
                      <a:pt x="6887" y="3876"/>
                    </a:cubicBezTo>
                    <a:cubicBezTo>
                      <a:pt x="7045" y="3898"/>
                      <a:pt x="7203" y="3990"/>
                      <a:pt x="7235" y="4181"/>
                    </a:cubicBezTo>
                    <a:cubicBezTo>
                      <a:pt x="7257" y="4301"/>
                      <a:pt x="7186" y="4388"/>
                      <a:pt x="7094" y="4448"/>
                    </a:cubicBezTo>
                    <a:cubicBezTo>
                      <a:pt x="7047" y="4480"/>
                      <a:pt x="7005" y="4493"/>
                      <a:pt x="6965" y="4493"/>
                    </a:cubicBezTo>
                    <a:cubicBezTo>
                      <a:pt x="6877" y="4493"/>
                      <a:pt x="6800" y="4431"/>
                      <a:pt x="6718" y="4371"/>
                    </a:cubicBezTo>
                    <a:cubicBezTo>
                      <a:pt x="6639" y="4307"/>
                      <a:pt x="6549" y="4263"/>
                      <a:pt x="6463" y="4263"/>
                    </a:cubicBezTo>
                    <a:cubicBezTo>
                      <a:pt x="6388" y="4263"/>
                      <a:pt x="6316" y="4296"/>
                      <a:pt x="6255" y="4377"/>
                    </a:cubicBezTo>
                    <a:cubicBezTo>
                      <a:pt x="6114" y="4556"/>
                      <a:pt x="6152" y="4774"/>
                      <a:pt x="6310" y="4921"/>
                    </a:cubicBezTo>
                    <a:cubicBezTo>
                      <a:pt x="6462" y="5063"/>
                      <a:pt x="6631" y="5193"/>
                      <a:pt x="6860" y="5215"/>
                    </a:cubicBezTo>
                    <a:cubicBezTo>
                      <a:pt x="6983" y="5226"/>
                      <a:pt x="7106" y="5231"/>
                      <a:pt x="7227" y="5231"/>
                    </a:cubicBezTo>
                    <a:cubicBezTo>
                      <a:pt x="7798" y="5231"/>
                      <a:pt x="8352" y="5118"/>
                      <a:pt x="8890" y="4916"/>
                    </a:cubicBezTo>
                    <a:cubicBezTo>
                      <a:pt x="9373" y="4732"/>
                      <a:pt x="9827" y="4485"/>
                      <a:pt x="10342" y="4485"/>
                    </a:cubicBezTo>
                    <a:cubicBezTo>
                      <a:pt x="10558" y="4485"/>
                      <a:pt x="10785" y="4529"/>
                      <a:pt x="11030" y="4638"/>
                    </a:cubicBezTo>
                    <a:cubicBezTo>
                      <a:pt x="11814" y="4987"/>
                      <a:pt x="11966" y="5346"/>
                      <a:pt x="11394" y="5977"/>
                    </a:cubicBezTo>
                    <a:cubicBezTo>
                      <a:pt x="10850" y="6576"/>
                      <a:pt x="10458" y="7208"/>
                      <a:pt x="10828" y="8101"/>
                    </a:cubicBezTo>
                    <a:cubicBezTo>
                      <a:pt x="11128" y="8825"/>
                      <a:pt x="11171" y="9630"/>
                      <a:pt x="10954" y="10382"/>
                    </a:cubicBezTo>
                    <a:cubicBezTo>
                      <a:pt x="10752" y="11095"/>
                      <a:pt x="10703" y="11753"/>
                      <a:pt x="11003" y="12439"/>
                    </a:cubicBezTo>
                    <a:cubicBezTo>
                      <a:pt x="11122" y="12706"/>
                      <a:pt x="11149" y="13006"/>
                      <a:pt x="11139" y="13305"/>
                    </a:cubicBezTo>
                    <a:cubicBezTo>
                      <a:pt x="11126" y="13645"/>
                      <a:pt x="11063" y="13777"/>
                      <a:pt x="10836" y="13777"/>
                    </a:cubicBezTo>
                    <a:cubicBezTo>
                      <a:pt x="10766" y="13777"/>
                      <a:pt x="10679" y="13764"/>
                      <a:pt x="10572" y="13740"/>
                    </a:cubicBezTo>
                    <a:cubicBezTo>
                      <a:pt x="10164" y="13648"/>
                      <a:pt x="9756" y="13561"/>
                      <a:pt x="9353" y="13474"/>
                    </a:cubicBezTo>
                    <a:cubicBezTo>
                      <a:pt x="9331" y="13501"/>
                      <a:pt x="9309" y="13528"/>
                      <a:pt x="9288" y="13555"/>
                    </a:cubicBezTo>
                    <a:cubicBezTo>
                      <a:pt x="9957" y="14013"/>
                      <a:pt x="10317" y="14731"/>
                      <a:pt x="10850" y="15308"/>
                    </a:cubicBezTo>
                    <a:cubicBezTo>
                      <a:pt x="11258" y="15744"/>
                      <a:pt x="11716" y="16136"/>
                      <a:pt x="12048" y="16642"/>
                    </a:cubicBezTo>
                    <a:cubicBezTo>
                      <a:pt x="12500" y="17339"/>
                      <a:pt x="12821" y="18101"/>
                      <a:pt x="13104" y="18874"/>
                    </a:cubicBezTo>
                    <a:cubicBezTo>
                      <a:pt x="13333" y="19506"/>
                      <a:pt x="13436" y="20164"/>
                      <a:pt x="13403" y="20845"/>
                    </a:cubicBezTo>
                    <a:cubicBezTo>
                      <a:pt x="13392" y="21003"/>
                      <a:pt x="13354" y="21133"/>
                      <a:pt x="13196" y="21177"/>
                    </a:cubicBezTo>
                    <a:cubicBezTo>
                      <a:pt x="13173" y="21184"/>
                      <a:pt x="13153" y="21188"/>
                      <a:pt x="13134" y="21188"/>
                    </a:cubicBezTo>
                    <a:cubicBezTo>
                      <a:pt x="13016" y="21188"/>
                      <a:pt x="12977" y="21053"/>
                      <a:pt x="12930" y="20959"/>
                    </a:cubicBezTo>
                    <a:cubicBezTo>
                      <a:pt x="12755" y="20622"/>
                      <a:pt x="12521" y="20328"/>
                      <a:pt x="12266" y="20050"/>
                    </a:cubicBezTo>
                    <a:cubicBezTo>
                      <a:pt x="12138" y="19908"/>
                      <a:pt x="11989" y="19801"/>
                      <a:pt x="11816" y="19801"/>
                    </a:cubicBezTo>
                    <a:cubicBezTo>
                      <a:pt x="11724" y="19801"/>
                      <a:pt x="11626" y="19831"/>
                      <a:pt x="11520" y="19903"/>
                    </a:cubicBezTo>
                    <a:cubicBezTo>
                      <a:pt x="11322" y="20033"/>
                      <a:pt x="11099" y="20074"/>
                      <a:pt x="10865" y="20074"/>
                    </a:cubicBezTo>
                    <a:cubicBezTo>
                      <a:pt x="10835" y="20074"/>
                      <a:pt x="10804" y="20073"/>
                      <a:pt x="10774" y="20072"/>
                    </a:cubicBezTo>
                    <a:cubicBezTo>
                      <a:pt x="10661" y="20067"/>
                      <a:pt x="10546" y="20057"/>
                      <a:pt x="10433" y="20057"/>
                    </a:cubicBezTo>
                    <a:cubicBezTo>
                      <a:pt x="10311" y="20057"/>
                      <a:pt x="10190" y="20068"/>
                      <a:pt x="10072" y="20104"/>
                    </a:cubicBezTo>
                    <a:cubicBezTo>
                      <a:pt x="9990" y="20128"/>
                      <a:pt x="9911" y="20139"/>
                      <a:pt x="9835" y="20139"/>
                    </a:cubicBezTo>
                    <a:cubicBezTo>
                      <a:pt x="9606" y="20139"/>
                      <a:pt x="9402" y="20041"/>
                      <a:pt x="9222" y="19881"/>
                    </a:cubicBezTo>
                    <a:cubicBezTo>
                      <a:pt x="8274" y="19053"/>
                      <a:pt x="7224" y="18667"/>
                      <a:pt x="6080" y="18667"/>
                    </a:cubicBezTo>
                    <a:cubicBezTo>
                      <a:pt x="5661" y="18667"/>
                      <a:pt x="5229" y="18719"/>
                      <a:pt x="4785" y="18820"/>
                    </a:cubicBezTo>
                    <a:cubicBezTo>
                      <a:pt x="4399" y="18907"/>
                      <a:pt x="4323" y="19037"/>
                      <a:pt x="4426" y="19429"/>
                    </a:cubicBezTo>
                    <a:cubicBezTo>
                      <a:pt x="4459" y="19538"/>
                      <a:pt x="4513" y="19647"/>
                      <a:pt x="4568" y="19751"/>
                    </a:cubicBezTo>
                    <a:cubicBezTo>
                      <a:pt x="4726" y="20050"/>
                      <a:pt x="4894" y="20349"/>
                      <a:pt x="5052" y="20654"/>
                    </a:cubicBezTo>
                    <a:cubicBezTo>
                      <a:pt x="5172" y="20872"/>
                      <a:pt x="5139" y="21041"/>
                      <a:pt x="4916" y="21193"/>
                    </a:cubicBezTo>
                    <a:cubicBezTo>
                      <a:pt x="4535" y="21455"/>
                      <a:pt x="4404" y="21896"/>
                      <a:pt x="4519" y="22342"/>
                    </a:cubicBezTo>
                    <a:cubicBezTo>
                      <a:pt x="4660" y="22886"/>
                      <a:pt x="5079" y="23202"/>
                      <a:pt x="5471" y="23534"/>
                    </a:cubicBezTo>
                    <a:cubicBezTo>
                      <a:pt x="6043" y="24019"/>
                      <a:pt x="6631" y="24481"/>
                      <a:pt x="7213" y="24961"/>
                    </a:cubicBezTo>
                    <a:cubicBezTo>
                      <a:pt x="6955" y="25006"/>
                      <a:pt x="6708" y="25025"/>
                      <a:pt x="6464" y="25025"/>
                    </a:cubicBezTo>
                    <a:cubicBezTo>
                      <a:pt x="6357" y="25025"/>
                      <a:pt x="6252" y="25022"/>
                      <a:pt x="6146" y="25015"/>
                    </a:cubicBezTo>
                    <a:cubicBezTo>
                      <a:pt x="6128" y="25014"/>
                      <a:pt x="6110" y="25013"/>
                      <a:pt x="6092" y="25013"/>
                    </a:cubicBezTo>
                    <a:cubicBezTo>
                      <a:pt x="5874" y="25013"/>
                      <a:pt x="5709" y="25106"/>
                      <a:pt x="5613" y="25287"/>
                    </a:cubicBezTo>
                    <a:cubicBezTo>
                      <a:pt x="5286" y="25875"/>
                      <a:pt x="4747" y="26153"/>
                      <a:pt x="4149" y="26376"/>
                    </a:cubicBezTo>
                    <a:cubicBezTo>
                      <a:pt x="3169" y="26735"/>
                      <a:pt x="2793" y="27301"/>
                      <a:pt x="2782" y="28358"/>
                    </a:cubicBezTo>
                    <a:cubicBezTo>
                      <a:pt x="2777" y="29065"/>
                      <a:pt x="2548" y="29381"/>
                      <a:pt x="1867" y="29533"/>
                    </a:cubicBezTo>
                    <a:cubicBezTo>
                      <a:pt x="1432" y="29631"/>
                      <a:pt x="986" y="29664"/>
                      <a:pt x="550" y="29746"/>
                    </a:cubicBezTo>
                    <a:cubicBezTo>
                      <a:pt x="76" y="29833"/>
                      <a:pt x="0" y="29942"/>
                      <a:pt x="142" y="30421"/>
                    </a:cubicBezTo>
                    <a:cubicBezTo>
                      <a:pt x="370" y="31210"/>
                      <a:pt x="762" y="31945"/>
                      <a:pt x="1345" y="32506"/>
                    </a:cubicBezTo>
                    <a:cubicBezTo>
                      <a:pt x="1971" y="33105"/>
                      <a:pt x="2499" y="33763"/>
                      <a:pt x="2945" y="34498"/>
                    </a:cubicBezTo>
                    <a:cubicBezTo>
                      <a:pt x="3103" y="34520"/>
                      <a:pt x="3174" y="34656"/>
                      <a:pt x="3277" y="34743"/>
                    </a:cubicBezTo>
                    <a:cubicBezTo>
                      <a:pt x="3724" y="35124"/>
                      <a:pt x="4132" y="35538"/>
                      <a:pt x="4649" y="35832"/>
                    </a:cubicBezTo>
                    <a:cubicBezTo>
                      <a:pt x="4832" y="35935"/>
                      <a:pt x="5004" y="36012"/>
                      <a:pt x="5169" y="36012"/>
                    </a:cubicBezTo>
                    <a:cubicBezTo>
                      <a:pt x="5327" y="36012"/>
                      <a:pt x="5480" y="35940"/>
                      <a:pt x="5629" y="35750"/>
                    </a:cubicBezTo>
                    <a:cubicBezTo>
                      <a:pt x="5733" y="35614"/>
                      <a:pt x="5901" y="35533"/>
                      <a:pt x="6038" y="35424"/>
                    </a:cubicBezTo>
                    <a:cubicBezTo>
                      <a:pt x="5809" y="34335"/>
                      <a:pt x="5569" y="33241"/>
                      <a:pt x="5074" y="32234"/>
                    </a:cubicBezTo>
                    <a:cubicBezTo>
                      <a:pt x="4720" y="31520"/>
                      <a:pt x="4508" y="30780"/>
                      <a:pt x="4388" y="29991"/>
                    </a:cubicBezTo>
                    <a:cubicBezTo>
                      <a:pt x="4192" y="28619"/>
                      <a:pt x="4524" y="27470"/>
                      <a:pt x="5635" y="26605"/>
                    </a:cubicBezTo>
                    <a:cubicBezTo>
                      <a:pt x="6034" y="26295"/>
                      <a:pt x="6472" y="26126"/>
                      <a:pt x="6930" y="26126"/>
                    </a:cubicBezTo>
                    <a:cubicBezTo>
                      <a:pt x="7189" y="26126"/>
                      <a:pt x="7456" y="26180"/>
                      <a:pt x="7725" y="26294"/>
                    </a:cubicBezTo>
                    <a:cubicBezTo>
                      <a:pt x="9478" y="27040"/>
                      <a:pt x="10850" y="28270"/>
                      <a:pt x="12026" y="29746"/>
                    </a:cubicBezTo>
                    <a:cubicBezTo>
                      <a:pt x="12129" y="29882"/>
                      <a:pt x="12195" y="30067"/>
                      <a:pt x="12429" y="30170"/>
                    </a:cubicBezTo>
                    <a:cubicBezTo>
                      <a:pt x="12276" y="29648"/>
                      <a:pt x="12053" y="29223"/>
                      <a:pt x="11835" y="28799"/>
                    </a:cubicBezTo>
                    <a:cubicBezTo>
                      <a:pt x="11487" y="28123"/>
                      <a:pt x="11035" y="27497"/>
                      <a:pt x="10817" y="26752"/>
                    </a:cubicBezTo>
                    <a:cubicBezTo>
                      <a:pt x="10725" y="26436"/>
                      <a:pt x="10545" y="26153"/>
                      <a:pt x="10338" y="25891"/>
                    </a:cubicBezTo>
                    <a:cubicBezTo>
                      <a:pt x="9402" y="24677"/>
                      <a:pt x="8934" y="23208"/>
                      <a:pt x="8139" y="21912"/>
                    </a:cubicBezTo>
                    <a:cubicBezTo>
                      <a:pt x="7987" y="21656"/>
                      <a:pt x="8134" y="21406"/>
                      <a:pt x="8422" y="21313"/>
                    </a:cubicBezTo>
                    <a:cubicBezTo>
                      <a:pt x="8526" y="21279"/>
                      <a:pt x="8627" y="21264"/>
                      <a:pt x="8727" y="21264"/>
                    </a:cubicBezTo>
                    <a:cubicBezTo>
                      <a:pt x="8929" y="21264"/>
                      <a:pt x="9123" y="21327"/>
                      <a:pt x="9309" y="21422"/>
                    </a:cubicBezTo>
                    <a:cubicBezTo>
                      <a:pt x="10360" y="21955"/>
                      <a:pt x="11509" y="22211"/>
                      <a:pt x="12576" y="22723"/>
                    </a:cubicBezTo>
                    <a:cubicBezTo>
                      <a:pt x="13550" y="23191"/>
                      <a:pt x="14345" y="23812"/>
                      <a:pt x="15058" y="24579"/>
                    </a:cubicBezTo>
                    <a:cubicBezTo>
                      <a:pt x="15222" y="24759"/>
                      <a:pt x="15390" y="24922"/>
                      <a:pt x="15619" y="24988"/>
                    </a:cubicBezTo>
                    <a:cubicBezTo>
                      <a:pt x="16806" y="25331"/>
                      <a:pt x="18003" y="25592"/>
                      <a:pt x="19212" y="25837"/>
                    </a:cubicBezTo>
                    <a:cubicBezTo>
                      <a:pt x="19247" y="25844"/>
                      <a:pt x="19276" y="25848"/>
                      <a:pt x="19301" y="25848"/>
                    </a:cubicBezTo>
                    <a:cubicBezTo>
                      <a:pt x="19426" y="25848"/>
                      <a:pt x="19438" y="25762"/>
                      <a:pt x="19397" y="25630"/>
                    </a:cubicBezTo>
                    <a:cubicBezTo>
                      <a:pt x="19364" y="25532"/>
                      <a:pt x="19294" y="25450"/>
                      <a:pt x="19239" y="25358"/>
                    </a:cubicBezTo>
                    <a:cubicBezTo>
                      <a:pt x="18777" y="24612"/>
                      <a:pt x="18216" y="23921"/>
                      <a:pt x="17802" y="23142"/>
                    </a:cubicBezTo>
                    <a:cubicBezTo>
                      <a:pt x="17334" y="22271"/>
                      <a:pt x="17094" y="21324"/>
                      <a:pt x="16773" y="20404"/>
                    </a:cubicBezTo>
                    <a:cubicBezTo>
                      <a:pt x="16463" y="19500"/>
                      <a:pt x="16376" y="18548"/>
                      <a:pt x="16653" y="17600"/>
                    </a:cubicBezTo>
                    <a:cubicBezTo>
                      <a:pt x="16795" y="17116"/>
                      <a:pt x="16768" y="16620"/>
                      <a:pt x="16648" y="16136"/>
                    </a:cubicBezTo>
                    <a:cubicBezTo>
                      <a:pt x="16414" y="15134"/>
                      <a:pt x="16038" y="14247"/>
                      <a:pt x="14988" y="13795"/>
                    </a:cubicBezTo>
                    <a:cubicBezTo>
                      <a:pt x="14416" y="13550"/>
                      <a:pt x="14280" y="12510"/>
                      <a:pt x="14547" y="12042"/>
                    </a:cubicBezTo>
                    <a:cubicBezTo>
                      <a:pt x="14628" y="11907"/>
                      <a:pt x="14719" y="11823"/>
                      <a:pt x="14840" y="11823"/>
                    </a:cubicBezTo>
                    <a:cubicBezTo>
                      <a:pt x="14905" y="11823"/>
                      <a:pt x="14978" y="11847"/>
                      <a:pt x="15064" y="11900"/>
                    </a:cubicBezTo>
                    <a:cubicBezTo>
                      <a:pt x="15434" y="12134"/>
                      <a:pt x="15706" y="12450"/>
                      <a:pt x="15929" y="12815"/>
                    </a:cubicBezTo>
                    <a:cubicBezTo>
                      <a:pt x="16163" y="13196"/>
                      <a:pt x="16501" y="13436"/>
                      <a:pt x="16931" y="13539"/>
                    </a:cubicBezTo>
                    <a:cubicBezTo>
                      <a:pt x="16981" y="13552"/>
                      <a:pt x="17029" y="13563"/>
                      <a:pt x="17070" y="13563"/>
                    </a:cubicBezTo>
                    <a:cubicBezTo>
                      <a:pt x="17161" y="13563"/>
                      <a:pt x="17214" y="13510"/>
                      <a:pt x="17165" y="13321"/>
                    </a:cubicBezTo>
                    <a:cubicBezTo>
                      <a:pt x="17122" y="13136"/>
                      <a:pt x="17056" y="12940"/>
                      <a:pt x="17078" y="12733"/>
                    </a:cubicBezTo>
                    <a:cubicBezTo>
                      <a:pt x="17105" y="12516"/>
                      <a:pt x="17203" y="12379"/>
                      <a:pt x="17426" y="12363"/>
                    </a:cubicBezTo>
                    <a:cubicBezTo>
                      <a:pt x="17938" y="12330"/>
                      <a:pt x="18156" y="12053"/>
                      <a:pt x="18052" y="11547"/>
                    </a:cubicBezTo>
                    <a:cubicBezTo>
                      <a:pt x="17987" y="11236"/>
                      <a:pt x="17916" y="10931"/>
                      <a:pt x="17818" y="10627"/>
                    </a:cubicBezTo>
                    <a:cubicBezTo>
                      <a:pt x="17720" y="10305"/>
                      <a:pt x="17824" y="9979"/>
                      <a:pt x="18058" y="9755"/>
                    </a:cubicBezTo>
                    <a:cubicBezTo>
                      <a:pt x="18133" y="9685"/>
                      <a:pt x="18208" y="9658"/>
                      <a:pt x="18282" y="9658"/>
                    </a:cubicBezTo>
                    <a:cubicBezTo>
                      <a:pt x="18448" y="9658"/>
                      <a:pt x="18608" y="9796"/>
                      <a:pt x="18755" y="9886"/>
                    </a:cubicBezTo>
                    <a:cubicBezTo>
                      <a:pt x="19392" y="10262"/>
                      <a:pt x="20110" y="10327"/>
                      <a:pt x="20813" y="10441"/>
                    </a:cubicBezTo>
                    <a:cubicBezTo>
                      <a:pt x="20829" y="10444"/>
                      <a:pt x="20845" y="10446"/>
                      <a:pt x="20861" y="10446"/>
                    </a:cubicBezTo>
                    <a:cubicBezTo>
                      <a:pt x="20961" y="10446"/>
                      <a:pt x="21052" y="10393"/>
                      <a:pt x="21150" y="10360"/>
                    </a:cubicBezTo>
                    <a:cubicBezTo>
                      <a:pt x="21733" y="10169"/>
                      <a:pt x="22233" y="9815"/>
                      <a:pt x="22805" y="9587"/>
                    </a:cubicBezTo>
                    <a:cubicBezTo>
                      <a:pt x="23409" y="9347"/>
                      <a:pt x="23986" y="9075"/>
                      <a:pt x="24204" y="8324"/>
                    </a:cubicBezTo>
                    <a:cubicBezTo>
                      <a:pt x="24479" y="7375"/>
                      <a:pt x="25644" y="6682"/>
                      <a:pt x="26675" y="6682"/>
                    </a:cubicBezTo>
                    <a:cubicBezTo>
                      <a:pt x="26809" y="6682"/>
                      <a:pt x="26940" y="6693"/>
                      <a:pt x="27068" y="6718"/>
                    </a:cubicBezTo>
                    <a:cubicBezTo>
                      <a:pt x="27638" y="6828"/>
                      <a:pt x="28215" y="6875"/>
                      <a:pt x="28796" y="6875"/>
                    </a:cubicBezTo>
                    <a:cubicBezTo>
                      <a:pt x="29130" y="6875"/>
                      <a:pt x="29465" y="6860"/>
                      <a:pt x="29801" y="6832"/>
                    </a:cubicBezTo>
                    <a:cubicBezTo>
                      <a:pt x="29964" y="6816"/>
                      <a:pt x="30040" y="6778"/>
                      <a:pt x="29910" y="6593"/>
                    </a:cubicBezTo>
                    <a:cubicBezTo>
                      <a:pt x="29643" y="6228"/>
                      <a:pt x="29332" y="5912"/>
                      <a:pt x="28919" y="5711"/>
                    </a:cubicBezTo>
                    <a:cubicBezTo>
                      <a:pt x="28347" y="5438"/>
                      <a:pt x="27781" y="5144"/>
                      <a:pt x="27198" y="4889"/>
                    </a:cubicBezTo>
                    <a:cubicBezTo>
                      <a:pt x="26621" y="4633"/>
                      <a:pt x="26022" y="4431"/>
                      <a:pt x="25386" y="4350"/>
                    </a:cubicBezTo>
                    <a:cubicBezTo>
                      <a:pt x="24280" y="4203"/>
                      <a:pt x="23192" y="3958"/>
                      <a:pt x="22135" y="3631"/>
                    </a:cubicBezTo>
                    <a:cubicBezTo>
                      <a:pt x="21368" y="3391"/>
                      <a:pt x="20682" y="2912"/>
                      <a:pt x="19909" y="2657"/>
                    </a:cubicBezTo>
                    <a:cubicBezTo>
                      <a:pt x="18880" y="2308"/>
                      <a:pt x="17944" y="1845"/>
                      <a:pt x="17279" y="920"/>
                    </a:cubicBezTo>
                    <a:cubicBezTo>
                      <a:pt x="16947" y="463"/>
                      <a:pt x="16332" y="365"/>
                      <a:pt x="15897" y="27"/>
                    </a:cubicBezTo>
                    <a:cubicBezTo>
                      <a:pt x="15873" y="8"/>
                      <a:pt x="15851" y="1"/>
                      <a:pt x="158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5" name="Google Shape;1155;p28"/>
              <p:cNvSpPr/>
              <p:nvPr/>
            </p:nvSpPr>
            <p:spPr>
              <a:xfrm>
                <a:off x="5943398" y="1002369"/>
                <a:ext cx="608550" cy="1353279"/>
              </a:xfrm>
              <a:custGeom>
                <a:rect b="b" l="l" r="r" t="t"/>
                <a:pathLst>
                  <a:path extrusionOk="0" h="22727" w="10220">
                    <a:moveTo>
                      <a:pt x="366" y="1"/>
                    </a:moveTo>
                    <a:cubicBezTo>
                      <a:pt x="282" y="1"/>
                      <a:pt x="204" y="76"/>
                      <a:pt x="137" y="162"/>
                    </a:cubicBezTo>
                    <a:cubicBezTo>
                      <a:pt x="1" y="336"/>
                      <a:pt x="17" y="532"/>
                      <a:pt x="115" y="728"/>
                    </a:cubicBezTo>
                    <a:cubicBezTo>
                      <a:pt x="377" y="1256"/>
                      <a:pt x="654" y="1773"/>
                      <a:pt x="1117" y="2171"/>
                    </a:cubicBezTo>
                    <a:cubicBezTo>
                      <a:pt x="1378" y="2394"/>
                      <a:pt x="1585" y="2661"/>
                      <a:pt x="1765" y="2955"/>
                    </a:cubicBezTo>
                    <a:cubicBezTo>
                      <a:pt x="2042" y="3412"/>
                      <a:pt x="2369" y="3826"/>
                      <a:pt x="2826" y="4125"/>
                    </a:cubicBezTo>
                    <a:cubicBezTo>
                      <a:pt x="3022" y="4250"/>
                      <a:pt x="3186" y="4430"/>
                      <a:pt x="3327" y="4615"/>
                    </a:cubicBezTo>
                    <a:cubicBezTo>
                      <a:pt x="3583" y="4942"/>
                      <a:pt x="3882" y="5225"/>
                      <a:pt x="4220" y="5464"/>
                    </a:cubicBezTo>
                    <a:cubicBezTo>
                      <a:pt x="4764" y="5846"/>
                      <a:pt x="5243" y="6292"/>
                      <a:pt x="5733" y="6738"/>
                    </a:cubicBezTo>
                    <a:cubicBezTo>
                      <a:pt x="6468" y="7413"/>
                      <a:pt x="7035" y="8225"/>
                      <a:pt x="7666" y="8987"/>
                    </a:cubicBezTo>
                    <a:cubicBezTo>
                      <a:pt x="7987" y="9379"/>
                      <a:pt x="8200" y="9831"/>
                      <a:pt x="8303" y="10342"/>
                    </a:cubicBezTo>
                    <a:cubicBezTo>
                      <a:pt x="8401" y="10854"/>
                      <a:pt x="8423" y="11366"/>
                      <a:pt x="8461" y="11883"/>
                    </a:cubicBezTo>
                    <a:cubicBezTo>
                      <a:pt x="8564" y="13228"/>
                      <a:pt x="8553" y="14567"/>
                      <a:pt x="8428" y="15906"/>
                    </a:cubicBezTo>
                    <a:cubicBezTo>
                      <a:pt x="8265" y="17605"/>
                      <a:pt x="7944" y="19287"/>
                      <a:pt x="7671" y="20969"/>
                    </a:cubicBezTo>
                    <a:cubicBezTo>
                      <a:pt x="7617" y="21323"/>
                      <a:pt x="7677" y="21622"/>
                      <a:pt x="7878" y="21900"/>
                    </a:cubicBezTo>
                    <a:cubicBezTo>
                      <a:pt x="8042" y="22123"/>
                      <a:pt x="8210" y="22330"/>
                      <a:pt x="8330" y="22575"/>
                    </a:cubicBezTo>
                    <a:cubicBezTo>
                      <a:pt x="8444" y="22674"/>
                      <a:pt x="8703" y="22727"/>
                      <a:pt x="8948" y="22727"/>
                    </a:cubicBezTo>
                    <a:cubicBezTo>
                      <a:pt x="9158" y="22727"/>
                      <a:pt x="9358" y="22688"/>
                      <a:pt x="9446" y="22608"/>
                    </a:cubicBezTo>
                    <a:cubicBezTo>
                      <a:pt x="9484" y="22569"/>
                      <a:pt x="9528" y="22504"/>
                      <a:pt x="9522" y="22455"/>
                    </a:cubicBezTo>
                    <a:cubicBezTo>
                      <a:pt x="9484" y="22172"/>
                      <a:pt x="9397" y="21845"/>
                      <a:pt x="9163" y="21726"/>
                    </a:cubicBezTo>
                    <a:cubicBezTo>
                      <a:pt x="8880" y="21579"/>
                      <a:pt x="8853" y="21361"/>
                      <a:pt x="8831" y="21132"/>
                    </a:cubicBezTo>
                    <a:cubicBezTo>
                      <a:pt x="8787" y="20729"/>
                      <a:pt x="8847" y="20332"/>
                      <a:pt x="8962" y="19951"/>
                    </a:cubicBezTo>
                    <a:cubicBezTo>
                      <a:pt x="9332" y="18693"/>
                      <a:pt x="9806" y="17463"/>
                      <a:pt x="9904" y="16135"/>
                    </a:cubicBezTo>
                    <a:cubicBezTo>
                      <a:pt x="9974" y="15204"/>
                      <a:pt x="10094" y="14273"/>
                      <a:pt x="10159" y="13336"/>
                    </a:cubicBezTo>
                    <a:cubicBezTo>
                      <a:pt x="10219" y="12482"/>
                      <a:pt x="10105" y="11632"/>
                      <a:pt x="9963" y="10783"/>
                    </a:cubicBezTo>
                    <a:cubicBezTo>
                      <a:pt x="9724" y="9319"/>
                      <a:pt x="9011" y="8110"/>
                      <a:pt x="7955" y="7114"/>
                    </a:cubicBezTo>
                    <a:cubicBezTo>
                      <a:pt x="6931" y="6150"/>
                      <a:pt x="5772" y="5339"/>
                      <a:pt x="4688" y="4446"/>
                    </a:cubicBezTo>
                    <a:cubicBezTo>
                      <a:pt x="3828" y="3739"/>
                      <a:pt x="2952" y="3047"/>
                      <a:pt x="2178" y="2236"/>
                    </a:cubicBezTo>
                    <a:cubicBezTo>
                      <a:pt x="1982" y="2035"/>
                      <a:pt x="1748" y="1882"/>
                      <a:pt x="1514" y="1719"/>
                    </a:cubicBezTo>
                    <a:cubicBezTo>
                      <a:pt x="959" y="1343"/>
                      <a:pt x="698" y="772"/>
                      <a:pt x="551" y="135"/>
                    </a:cubicBezTo>
                    <a:cubicBezTo>
                      <a:pt x="488" y="38"/>
                      <a:pt x="426" y="1"/>
                      <a:pt x="3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6" name="Google Shape;1156;p28"/>
              <p:cNvSpPr/>
              <p:nvPr/>
            </p:nvSpPr>
            <p:spPr>
              <a:xfrm>
                <a:off x="5786851" y="-61007"/>
                <a:ext cx="845122" cy="1034118"/>
              </a:xfrm>
              <a:custGeom>
                <a:rect b="b" l="l" r="r" t="t"/>
                <a:pathLst>
                  <a:path extrusionOk="0" h="17367" w="14193">
                    <a:moveTo>
                      <a:pt x="14193" y="0"/>
                    </a:moveTo>
                    <a:lnTo>
                      <a:pt x="14193" y="0"/>
                    </a:lnTo>
                    <a:cubicBezTo>
                      <a:pt x="13981" y="17"/>
                      <a:pt x="13839" y="109"/>
                      <a:pt x="13719" y="245"/>
                    </a:cubicBezTo>
                    <a:cubicBezTo>
                      <a:pt x="13529" y="648"/>
                      <a:pt x="13175" y="915"/>
                      <a:pt x="12903" y="1247"/>
                    </a:cubicBezTo>
                    <a:cubicBezTo>
                      <a:pt x="12304" y="1960"/>
                      <a:pt x="11672" y="2641"/>
                      <a:pt x="11123" y="3398"/>
                    </a:cubicBezTo>
                    <a:cubicBezTo>
                      <a:pt x="10758" y="3904"/>
                      <a:pt x="10486" y="4475"/>
                      <a:pt x="10094" y="4954"/>
                    </a:cubicBezTo>
                    <a:cubicBezTo>
                      <a:pt x="9261" y="5989"/>
                      <a:pt x="8488" y="7072"/>
                      <a:pt x="7475" y="7954"/>
                    </a:cubicBezTo>
                    <a:cubicBezTo>
                      <a:pt x="7382" y="8036"/>
                      <a:pt x="7306" y="8150"/>
                      <a:pt x="7219" y="8243"/>
                    </a:cubicBezTo>
                    <a:cubicBezTo>
                      <a:pt x="6816" y="8646"/>
                      <a:pt x="6364" y="8999"/>
                      <a:pt x="5929" y="9370"/>
                    </a:cubicBezTo>
                    <a:cubicBezTo>
                      <a:pt x="5869" y="9468"/>
                      <a:pt x="5826" y="9582"/>
                      <a:pt x="5744" y="9658"/>
                    </a:cubicBezTo>
                    <a:cubicBezTo>
                      <a:pt x="5303" y="10094"/>
                      <a:pt x="4900" y="10578"/>
                      <a:pt x="4350" y="10899"/>
                    </a:cubicBezTo>
                    <a:cubicBezTo>
                      <a:pt x="4187" y="10997"/>
                      <a:pt x="4045" y="11117"/>
                      <a:pt x="3953" y="11286"/>
                    </a:cubicBezTo>
                    <a:cubicBezTo>
                      <a:pt x="3975" y="11340"/>
                      <a:pt x="3947" y="11373"/>
                      <a:pt x="3909" y="11406"/>
                    </a:cubicBezTo>
                    <a:cubicBezTo>
                      <a:pt x="3163" y="12032"/>
                      <a:pt x="2505" y="12739"/>
                      <a:pt x="1846" y="13469"/>
                    </a:cubicBezTo>
                    <a:cubicBezTo>
                      <a:pt x="1258" y="14117"/>
                      <a:pt x="773" y="14835"/>
                      <a:pt x="235" y="15516"/>
                    </a:cubicBezTo>
                    <a:cubicBezTo>
                      <a:pt x="0" y="15815"/>
                      <a:pt x="60" y="16077"/>
                      <a:pt x="371" y="16305"/>
                    </a:cubicBezTo>
                    <a:cubicBezTo>
                      <a:pt x="654" y="16512"/>
                      <a:pt x="942" y="16719"/>
                      <a:pt x="1334" y="16850"/>
                    </a:cubicBezTo>
                    <a:cubicBezTo>
                      <a:pt x="1193" y="16871"/>
                      <a:pt x="1100" y="16866"/>
                      <a:pt x="1046" y="16953"/>
                    </a:cubicBezTo>
                    <a:cubicBezTo>
                      <a:pt x="1176" y="17133"/>
                      <a:pt x="1367" y="17236"/>
                      <a:pt x="1574" y="17318"/>
                    </a:cubicBezTo>
                    <a:cubicBezTo>
                      <a:pt x="1656" y="17349"/>
                      <a:pt x="1731" y="17366"/>
                      <a:pt x="1796" y="17366"/>
                    </a:cubicBezTo>
                    <a:cubicBezTo>
                      <a:pt x="1945" y="17366"/>
                      <a:pt x="2047" y="17277"/>
                      <a:pt x="2096" y="17073"/>
                    </a:cubicBezTo>
                    <a:cubicBezTo>
                      <a:pt x="2068" y="17054"/>
                      <a:pt x="2042" y="17046"/>
                      <a:pt x="2017" y="17046"/>
                    </a:cubicBezTo>
                    <a:cubicBezTo>
                      <a:pt x="1965" y="17046"/>
                      <a:pt x="1919" y="17080"/>
                      <a:pt x="1879" y="17105"/>
                    </a:cubicBezTo>
                    <a:cubicBezTo>
                      <a:pt x="1933" y="16860"/>
                      <a:pt x="2271" y="16850"/>
                      <a:pt x="2325" y="16588"/>
                    </a:cubicBezTo>
                    <a:cubicBezTo>
                      <a:pt x="2145" y="16376"/>
                      <a:pt x="2064" y="16087"/>
                      <a:pt x="1830" y="15913"/>
                    </a:cubicBezTo>
                    <a:cubicBezTo>
                      <a:pt x="1661" y="15793"/>
                      <a:pt x="1683" y="15674"/>
                      <a:pt x="1802" y="15499"/>
                    </a:cubicBezTo>
                    <a:cubicBezTo>
                      <a:pt x="2341" y="14716"/>
                      <a:pt x="3082" y="14122"/>
                      <a:pt x="3740" y="13447"/>
                    </a:cubicBezTo>
                    <a:cubicBezTo>
                      <a:pt x="4192" y="12984"/>
                      <a:pt x="4639" y="12516"/>
                      <a:pt x="5129" y="12092"/>
                    </a:cubicBezTo>
                    <a:cubicBezTo>
                      <a:pt x="6054" y="11302"/>
                      <a:pt x="7094" y="10638"/>
                      <a:pt x="7823" y="9636"/>
                    </a:cubicBezTo>
                    <a:cubicBezTo>
                      <a:pt x="7938" y="9473"/>
                      <a:pt x="8036" y="9293"/>
                      <a:pt x="8172" y="9152"/>
                    </a:cubicBezTo>
                    <a:cubicBezTo>
                      <a:pt x="8939" y="8341"/>
                      <a:pt x="9484" y="7382"/>
                      <a:pt x="10066" y="6441"/>
                    </a:cubicBezTo>
                    <a:cubicBezTo>
                      <a:pt x="10567" y="5630"/>
                      <a:pt x="10976" y="4775"/>
                      <a:pt x="11449" y="3947"/>
                    </a:cubicBezTo>
                    <a:cubicBezTo>
                      <a:pt x="11721" y="3474"/>
                      <a:pt x="12108" y="3060"/>
                      <a:pt x="12386" y="2592"/>
                    </a:cubicBezTo>
                    <a:cubicBezTo>
                      <a:pt x="12739" y="2004"/>
                      <a:pt x="13104" y="1438"/>
                      <a:pt x="13551" y="915"/>
                    </a:cubicBezTo>
                    <a:cubicBezTo>
                      <a:pt x="13790" y="643"/>
                      <a:pt x="14089" y="398"/>
                      <a:pt x="141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7" name="Google Shape;1157;p28"/>
              <p:cNvSpPr/>
              <p:nvPr/>
            </p:nvSpPr>
            <p:spPr>
              <a:xfrm>
                <a:off x="6772639" y="2814658"/>
                <a:ext cx="494104" cy="998808"/>
              </a:xfrm>
              <a:custGeom>
                <a:rect b="b" l="l" r="r" t="t"/>
                <a:pathLst>
                  <a:path extrusionOk="0" h="16774" w="8298">
                    <a:moveTo>
                      <a:pt x="1334" y="1"/>
                    </a:moveTo>
                    <a:cubicBezTo>
                      <a:pt x="1231" y="839"/>
                      <a:pt x="540" y="1259"/>
                      <a:pt x="1" y="1803"/>
                    </a:cubicBezTo>
                    <a:cubicBezTo>
                      <a:pt x="88" y="1846"/>
                      <a:pt x="137" y="1879"/>
                      <a:pt x="191" y="1901"/>
                    </a:cubicBezTo>
                    <a:cubicBezTo>
                      <a:pt x="1999" y="2630"/>
                      <a:pt x="3648" y="3594"/>
                      <a:pt x="4998" y="5037"/>
                    </a:cubicBezTo>
                    <a:cubicBezTo>
                      <a:pt x="5978" y="6087"/>
                      <a:pt x="6664" y="7307"/>
                      <a:pt x="7072" y="8679"/>
                    </a:cubicBezTo>
                    <a:cubicBezTo>
                      <a:pt x="7301" y="9457"/>
                      <a:pt x="7437" y="10252"/>
                      <a:pt x="7513" y="11063"/>
                    </a:cubicBezTo>
                    <a:cubicBezTo>
                      <a:pt x="7617" y="12168"/>
                      <a:pt x="7573" y="13268"/>
                      <a:pt x="7350" y="14351"/>
                    </a:cubicBezTo>
                    <a:cubicBezTo>
                      <a:pt x="7170" y="15195"/>
                      <a:pt x="6844" y="15990"/>
                      <a:pt x="6506" y="16774"/>
                    </a:cubicBezTo>
                    <a:cubicBezTo>
                      <a:pt x="6713" y="16632"/>
                      <a:pt x="6746" y="16382"/>
                      <a:pt x="6871" y="16186"/>
                    </a:cubicBezTo>
                    <a:cubicBezTo>
                      <a:pt x="7786" y="14700"/>
                      <a:pt x="8020" y="13028"/>
                      <a:pt x="8194" y="11341"/>
                    </a:cubicBezTo>
                    <a:cubicBezTo>
                      <a:pt x="8297" y="10372"/>
                      <a:pt x="8031" y="9435"/>
                      <a:pt x="7856" y="8488"/>
                    </a:cubicBezTo>
                    <a:cubicBezTo>
                      <a:pt x="7481" y="6496"/>
                      <a:pt x="6501" y="4830"/>
                      <a:pt x="5151" y="3360"/>
                    </a:cubicBezTo>
                    <a:cubicBezTo>
                      <a:pt x="4470" y="2614"/>
                      <a:pt x="3790" y="1868"/>
                      <a:pt x="3022" y="1210"/>
                    </a:cubicBezTo>
                    <a:cubicBezTo>
                      <a:pt x="2489" y="758"/>
                      <a:pt x="1982" y="290"/>
                      <a:pt x="13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8" name="Google Shape;1158;p28"/>
              <p:cNvSpPr/>
              <p:nvPr/>
            </p:nvSpPr>
            <p:spPr>
              <a:xfrm>
                <a:off x="6230292" y="1031189"/>
                <a:ext cx="977431" cy="457365"/>
              </a:xfrm>
              <a:custGeom>
                <a:rect b="b" l="l" r="r" t="t"/>
                <a:pathLst>
                  <a:path extrusionOk="0" h="7681" w="16415">
                    <a:moveTo>
                      <a:pt x="706" y="1"/>
                    </a:moveTo>
                    <a:cubicBezTo>
                      <a:pt x="592" y="1"/>
                      <a:pt x="478" y="28"/>
                      <a:pt x="376" y="97"/>
                    </a:cubicBezTo>
                    <a:cubicBezTo>
                      <a:pt x="224" y="206"/>
                      <a:pt x="17" y="320"/>
                      <a:pt x="6" y="500"/>
                    </a:cubicBezTo>
                    <a:cubicBezTo>
                      <a:pt x="1" y="696"/>
                      <a:pt x="257" y="712"/>
                      <a:pt x="404" y="789"/>
                    </a:cubicBezTo>
                    <a:cubicBezTo>
                      <a:pt x="643" y="799"/>
                      <a:pt x="861" y="887"/>
                      <a:pt x="1090" y="936"/>
                    </a:cubicBezTo>
                    <a:cubicBezTo>
                      <a:pt x="2750" y="1279"/>
                      <a:pt x="4400" y="1665"/>
                      <a:pt x="6038" y="2090"/>
                    </a:cubicBezTo>
                    <a:cubicBezTo>
                      <a:pt x="7448" y="2454"/>
                      <a:pt x="8826" y="2901"/>
                      <a:pt x="10148" y="3511"/>
                    </a:cubicBezTo>
                    <a:cubicBezTo>
                      <a:pt x="11964" y="4351"/>
                      <a:pt x="13673" y="5367"/>
                      <a:pt x="15275" y="6565"/>
                    </a:cubicBezTo>
                    <a:lnTo>
                      <a:pt x="15275" y="6565"/>
                    </a:lnTo>
                    <a:cubicBezTo>
                      <a:pt x="14588" y="6052"/>
                      <a:pt x="13865" y="5590"/>
                      <a:pt x="13132" y="5144"/>
                    </a:cubicBezTo>
                    <a:cubicBezTo>
                      <a:pt x="13041" y="5086"/>
                      <a:pt x="12950" y="5000"/>
                      <a:pt x="12835" y="5000"/>
                    </a:cubicBezTo>
                    <a:cubicBezTo>
                      <a:pt x="12799" y="5000"/>
                      <a:pt x="12760" y="5008"/>
                      <a:pt x="12718" y="5029"/>
                    </a:cubicBezTo>
                    <a:cubicBezTo>
                      <a:pt x="12745" y="5073"/>
                      <a:pt x="12762" y="5122"/>
                      <a:pt x="12794" y="5144"/>
                    </a:cubicBezTo>
                    <a:cubicBezTo>
                      <a:pt x="13671" y="5775"/>
                      <a:pt x="14542" y="6412"/>
                      <a:pt x="15424" y="7033"/>
                    </a:cubicBezTo>
                    <a:cubicBezTo>
                      <a:pt x="15745" y="7261"/>
                      <a:pt x="16082" y="7463"/>
                      <a:pt x="16414" y="7681"/>
                    </a:cubicBezTo>
                    <a:cubicBezTo>
                      <a:pt x="16338" y="7506"/>
                      <a:pt x="16218" y="7398"/>
                      <a:pt x="16126" y="7261"/>
                    </a:cubicBezTo>
                    <a:cubicBezTo>
                      <a:pt x="15435" y="6265"/>
                      <a:pt x="14694" y="5323"/>
                      <a:pt x="13790" y="4507"/>
                    </a:cubicBezTo>
                    <a:cubicBezTo>
                      <a:pt x="13056" y="3843"/>
                      <a:pt x="12255" y="3304"/>
                      <a:pt x="11401" y="2836"/>
                    </a:cubicBezTo>
                    <a:cubicBezTo>
                      <a:pt x="9522" y="1801"/>
                      <a:pt x="7503" y="1170"/>
                      <a:pt x="5434" y="647"/>
                    </a:cubicBezTo>
                    <a:cubicBezTo>
                      <a:pt x="4309" y="360"/>
                      <a:pt x="3198" y="68"/>
                      <a:pt x="2037" y="68"/>
                    </a:cubicBezTo>
                    <a:cubicBezTo>
                      <a:pt x="1900" y="68"/>
                      <a:pt x="1762" y="72"/>
                      <a:pt x="1623" y="81"/>
                    </a:cubicBezTo>
                    <a:cubicBezTo>
                      <a:pt x="1552" y="86"/>
                      <a:pt x="1481" y="89"/>
                      <a:pt x="1410" y="89"/>
                    </a:cubicBezTo>
                    <a:cubicBezTo>
                      <a:pt x="1249" y="89"/>
                      <a:pt x="1089" y="73"/>
                      <a:pt x="926" y="32"/>
                    </a:cubicBezTo>
                    <a:cubicBezTo>
                      <a:pt x="855" y="13"/>
                      <a:pt x="781" y="1"/>
                      <a:pt x="7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9" name="Google Shape;1159;p28"/>
              <p:cNvSpPr/>
              <p:nvPr/>
            </p:nvSpPr>
            <p:spPr>
              <a:xfrm>
                <a:off x="6156097" y="443230"/>
                <a:ext cx="848040" cy="441705"/>
              </a:xfrm>
              <a:custGeom>
                <a:rect b="b" l="l" r="r" t="t"/>
                <a:pathLst>
                  <a:path extrusionOk="0" h="7418" w="14242">
                    <a:moveTo>
                      <a:pt x="14091" y="0"/>
                    </a:moveTo>
                    <a:cubicBezTo>
                      <a:pt x="14030" y="0"/>
                      <a:pt x="13968" y="21"/>
                      <a:pt x="13910" y="36"/>
                    </a:cubicBezTo>
                    <a:cubicBezTo>
                      <a:pt x="12979" y="254"/>
                      <a:pt x="12048" y="466"/>
                      <a:pt x="11188" y="907"/>
                    </a:cubicBezTo>
                    <a:cubicBezTo>
                      <a:pt x="10643" y="1185"/>
                      <a:pt x="10088" y="1441"/>
                      <a:pt x="9549" y="1729"/>
                    </a:cubicBezTo>
                    <a:cubicBezTo>
                      <a:pt x="7932" y="2584"/>
                      <a:pt x="6408" y="3596"/>
                      <a:pt x="4873" y="4582"/>
                    </a:cubicBezTo>
                    <a:cubicBezTo>
                      <a:pt x="3669" y="5349"/>
                      <a:pt x="2439" y="6073"/>
                      <a:pt x="1154" y="6694"/>
                    </a:cubicBezTo>
                    <a:cubicBezTo>
                      <a:pt x="879" y="6827"/>
                      <a:pt x="599" y="7000"/>
                      <a:pt x="270" y="7000"/>
                    </a:cubicBezTo>
                    <a:cubicBezTo>
                      <a:pt x="235" y="7000"/>
                      <a:pt x="200" y="6998"/>
                      <a:pt x="163" y="6993"/>
                    </a:cubicBezTo>
                    <a:cubicBezTo>
                      <a:pt x="0" y="7097"/>
                      <a:pt x="0" y="7097"/>
                      <a:pt x="27" y="7124"/>
                    </a:cubicBezTo>
                    <a:cubicBezTo>
                      <a:pt x="255" y="7310"/>
                      <a:pt x="495" y="7418"/>
                      <a:pt x="750" y="7418"/>
                    </a:cubicBezTo>
                    <a:cubicBezTo>
                      <a:pt x="898" y="7418"/>
                      <a:pt x="1051" y="7382"/>
                      <a:pt x="1209" y="7304"/>
                    </a:cubicBezTo>
                    <a:cubicBezTo>
                      <a:pt x="1465" y="7184"/>
                      <a:pt x="1704" y="7026"/>
                      <a:pt x="1960" y="6923"/>
                    </a:cubicBezTo>
                    <a:cubicBezTo>
                      <a:pt x="3049" y="6471"/>
                      <a:pt x="4105" y="5959"/>
                      <a:pt x="5107" y="5338"/>
                    </a:cubicBezTo>
                    <a:cubicBezTo>
                      <a:pt x="6059" y="4740"/>
                      <a:pt x="7012" y="4141"/>
                      <a:pt x="7986" y="3575"/>
                    </a:cubicBezTo>
                    <a:cubicBezTo>
                      <a:pt x="9582" y="2649"/>
                      <a:pt x="11226" y="1811"/>
                      <a:pt x="12853" y="945"/>
                    </a:cubicBezTo>
                    <a:cubicBezTo>
                      <a:pt x="13332" y="689"/>
                      <a:pt x="13844" y="455"/>
                      <a:pt x="14242" y="63"/>
                    </a:cubicBezTo>
                    <a:cubicBezTo>
                      <a:pt x="14194" y="16"/>
                      <a:pt x="14143" y="0"/>
                      <a:pt x="1409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0" name="Google Shape;1160;p28"/>
              <p:cNvSpPr/>
              <p:nvPr/>
            </p:nvSpPr>
            <p:spPr>
              <a:xfrm>
                <a:off x="5888616" y="915312"/>
                <a:ext cx="568655" cy="1431640"/>
              </a:xfrm>
              <a:custGeom>
                <a:rect b="b" l="l" r="r" t="t"/>
                <a:pathLst>
                  <a:path extrusionOk="0" h="24043" w="9550">
                    <a:moveTo>
                      <a:pt x="1467" y="1"/>
                    </a:moveTo>
                    <a:cubicBezTo>
                      <a:pt x="1190" y="1"/>
                      <a:pt x="905" y="59"/>
                      <a:pt x="616" y="192"/>
                    </a:cubicBezTo>
                    <a:cubicBezTo>
                      <a:pt x="360" y="361"/>
                      <a:pt x="99" y="519"/>
                      <a:pt x="1" y="846"/>
                    </a:cubicBezTo>
                    <a:cubicBezTo>
                      <a:pt x="4" y="846"/>
                      <a:pt x="7" y="846"/>
                      <a:pt x="9" y="846"/>
                    </a:cubicBezTo>
                    <a:cubicBezTo>
                      <a:pt x="177" y="846"/>
                      <a:pt x="248" y="687"/>
                      <a:pt x="387" y="677"/>
                    </a:cubicBezTo>
                    <a:cubicBezTo>
                      <a:pt x="654" y="388"/>
                      <a:pt x="1008" y="274"/>
                      <a:pt x="1373" y="268"/>
                    </a:cubicBezTo>
                    <a:cubicBezTo>
                      <a:pt x="1385" y="268"/>
                      <a:pt x="1398" y="268"/>
                      <a:pt x="1411" y="268"/>
                    </a:cubicBezTo>
                    <a:cubicBezTo>
                      <a:pt x="2493" y="268"/>
                      <a:pt x="3144" y="959"/>
                      <a:pt x="3774" y="1804"/>
                    </a:cubicBezTo>
                    <a:cubicBezTo>
                      <a:pt x="3659" y="1793"/>
                      <a:pt x="3616" y="1798"/>
                      <a:pt x="3572" y="1787"/>
                    </a:cubicBezTo>
                    <a:cubicBezTo>
                      <a:pt x="2881" y="1575"/>
                      <a:pt x="2184" y="1368"/>
                      <a:pt x="1465" y="1238"/>
                    </a:cubicBezTo>
                    <a:cubicBezTo>
                      <a:pt x="1374" y="1222"/>
                      <a:pt x="1281" y="1206"/>
                      <a:pt x="1194" y="1206"/>
                    </a:cubicBezTo>
                    <a:cubicBezTo>
                      <a:pt x="1072" y="1206"/>
                      <a:pt x="962" y="1236"/>
                      <a:pt x="883" y="1341"/>
                    </a:cubicBezTo>
                    <a:cubicBezTo>
                      <a:pt x="719" y="1553"/>
                      <a:pt x="578" y="1842"/>
                      <a:pt x="709" y="2103"/>
                    </a:cubicBezTo>
                    <a:cubicBezTo>
                      <a:pt x="948" y="2571"/>
                      <a:pt x="1128" y="3088"/>
                      <a:pt x="1514" y="3464"/>
                    </a:cubicBezTo>
                    <a:cubicBezTo>
                      <a:pt x="1950" y="3894"/>
                      <a:pt x="2374" y="4335"/>
                      <a:pt x="2696" y="4858"/>
                    </a:cubicBezTo>
                    <a:cubicBezTo>
                      <a:pt x="3011" y="5364"/>
                      <a:pt x="3567" y="5614"/>
                      <a:pt x="3953" y="6039"/>
                    </a:cubicBezTo>
                    <a:cubicBezTo>
                      <a:pt x="4465" y="6600"/>
                      <a:pt x="5069" y="7035"/>
                      <a:pt x="5679" y="7487"/>
                    </a:cubicBezTo>
                    <a:cubicBezTo>
                      <a:pt x="6686" y="8233"/>
                      <a:pt x="7503" y="9175"/>
                      <a:pt x="8276" y="10160"/>
                    </a:cubicBezTo>
                    <a:cubicBezTo>
                      <a:pt x="8847" y="10884"/>
                      <a:pt x="9234" y="11652"/>
                      <a:pt x="9234" y="12561"/>
                    </a:cubicBezTo>
                    <a:cubicBezTo>
                      <a:pt x="9245" y="14134"/>
                      <a:pt x="9272" y="15713"/>
                      <a:pt x="9130" y="17292"/>
                    </a:cubicBezTo>
                    <a:cubicBezTo>
                      <a:pt x="8978" y="18941"/>
                      <a:pt x="8613" y="20558"/>
                      <a:pt x="8423" y="22202"/>
                    </a:cubicBezTo>
                    <a:cubicBezTo>
                      <a:pt x="8368" y="22703"/>
                      <a:pt x="8368" y="23166"/>
                      <a:pt x="8755" y="23547"/>
                    </a:cubicBezTo>
                    <a:cubicBezTo>
                      <a:pt x="8891" y="23737"/>
                      <a:pt x="9054" y="23906"/>
                      <a:pt x="9250" y="24042"/>
                    </a:cubicBezTo>
                    <a:lnTo>
                      <a:pt x="9250" y="24037"/>
                    </a:lnTo>
                    <a:cubicBezTo>
                      <a:pt x="9332" y="23776"/>
                      <a:pt x="9103" y="23650"/>
                      <a:pt x="8994" y="23476"/>
                    </a:cubicBezTo>
                    <a:cubicBezTo>
                      <a:pt x="8836" y="23231"/>
                      <a:pt x="8613" y="23019"/>
                      <a:pt x="8651" y="22698"/>
                    </a:cubicBezTo>
                    <a:cubicBezTo>
                      <a:pt x="8787" y="21522"/>
                      <a:pt x="9060" y="20368"/>
                      <a:pt x="9207" y="19197"/>
                    </a:cubicBezTo>
                    <a:cubicBezTo>
                      <a:pt x="9337" y="18136"/>
                      <a:pt x="9506" y="17085"/>
                      <a:pt x="9528" y="16012"/>
                    </a:cubicBezTo>
                    <a:cubicBezTo>
                      <a:pt x="9539" y="15310"/>
                      <a:pt x="9550" y="14597"/>
                      <a:pt x="9517" y="13895"/>
                    </a:cubicBezTo>
                    <a:cubicBezTo>
                      <a:pt x="9484" y="13274"/>
                      <a:pt x="9468" y="12654"/>
                      <a:pt x="9365" y="12038"/>
                    </a:cubicBezTo>
                    <a:cubicBezTo>
                      <a:pt x="9223" y="11216"/>
                      <a:pt x="8766" y="10585"/>
                      <a:pt x="8265" y="9948"/>
                    </a:cubicBezTo>
                    <a:cubicBezTo>
                      <a:pt x="7492" y="8946"/>
                      <a:pt x="6648" y="8021"/>
                      <a:pt x="5679" y="7215"/>
                    </a:cubicBezTo>
                    <a:cubicBezTo>
                      <a:pt x="5260" y="6872"/>
                      <a:pt x="4775" y="6600"/>
                      <a:pt x="4443" y="6170"/>
                    </a:cubicBezTo>
                    <a:cubicBezTo>
                      <a:pt x="4193" y="5832"/>
                      <a:pt x="3893" y="5560"/>
                      <a:pt x="3556" y="5315"/>
                    </a:cubicBezTo>
                    <a:cubicBezTo>
                      <a:pt x="3392" y="5195"/>
                      <a:pt x="3267" y="5048"/>
                      <a:pt x="3137" y="4901"/>
                    </a:cubicBezTo>
                    <a:cubicBezTo>
                      <a:pt x="2788" y="4498"/>
                      <a:pt x="2614" y="3970"/>
                      <a:pt x="2184" y="3638"/>
                    </a:cubicBezTo>
                    <a:cubicBezTo>
                      <a:pt x="1661" y="3235"/>
                      <a:pt x="1389" y="2658"/>
                      <a:pt x="1084" y="2098"/>
                    </a:cubicBezTo>
                    <a:cubicBezTo>
                      <a:pt x="992" y="1929"/>
                      <a:pt x="1035" y="1776"/>
                      <a:pt x="1133" y="1635"/>
                    </a:cubicBezTo>
                    <a:cubicBezTo>
                      <a:pt x="1184" y="1566"/>
                      <a:pt x="1243" y="1533"/>
                      <a:pt x="1307" y="1533"/>
                    </a:cubicBezTo>
                    <a:cubicBezTo>
                      <a:pt x="1359" y="1533"/>
                      <a:pt x="1414" y="1555"/>
                      <a:pt x="1471" y="1597"/>
                    </a:cubicBezTo>
                    <a:cubicBezTo>
                      <a:pt x="2178" y="1689"/>
                      <a:pt x="2870" y="1885"/>
                      <a:pt x="3561" y="2054"/>
                    </a:cubicBezTo>
                    <a:cubicBezTo>
                      <a:pt x="3746" y="2103"/>
                      <a:pt x="3904" y="2141"/>
                      <a:pt x="3964" y="2375"/>
                    </a:cubicBezTo>
                    <a:cubicBezTo>
                      <a:pt x="3991" y="2482"/>
                      <a:pt x="4044" y="2531"/>
                      <a:pt x="4104" y="2531"/>
                    </a:cubicBezTo>
                    <a:cubicBezTo>
                      <a:pt x="4164" y="2531"/>
                      <a:pt x="4231" y="2484"/>
                      <a:pt x="4291" y="2397"/>
                    </a:cubicBezTo>
                    <a:cubicBezTo>
                      <a:pt x="4400" y="2228"/>
                      <a:pt x="4378" y="2076"/>
                      <a:pt x="4214" y="1967"/>
                    </a:cubicBezTo>
                    <a:cubicBezTo>
                      <a:pt x="4078" y="1874"/>
                      <a:pt x="4013" y="1744"/>
                      <a:pt x="3931" y="1613"/>
                    </a:cubicBezTo>
                    <a:cubicBezTo>
                      <a:pt x="3420" y="822"/>
                      <a:pt x="2505" y="1"/>
                      <a:pt x="14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1" name="Google Shape;1161;p28"/>
              <p:cNvSpPr/>
              <p:nvPr/>
            </p:nvSpPr>
            <p:spPr>
              <a:xfrm>
                <a:off x="6124955" y="407681"/>
                <a:ext cx="685006" cy="405144"/>
              </a:xfrm>
              <a:custGeom>
                <a:rect b="b" l="l" r="r" t="t"/>
                <a:pathLst>
                  <a:path extrusionOk="0" h="6804" w="11504">
                    <a:moveTo>
                      <a:pt x="11359" y="1"/>
                    </a:moveTo>
                    <a:cubicBezTo>
                      <a:pt x="11300" y="1"/>
                      <a:pt x="11226" y="24"/>
                      <a:pt x="11172" y="40"/>
                    </a:cubicBezTo>
                    <a:cubicBezTo>
                      <a:pt x="10769" y="165"/>
                      <a:pt x="10371" y="295"/>
                      <a:pt x="9985" y="481"/>
                    </a:cubicBezTo>
                    <a:cubicBezTo>
                      <a:pt x="8907" y="998"/>
                      <a:pt x="7856" y="1586"/>
                      <a:pt x="6784" y="2119"/>
                    </a:cubicBezTo>
                    <a:cubicBezTo>
                      <a:pt x="4933" y="3045"/>
                      <a:pt x="3136" y="4057"/>
                      <a:pt x="1498" y="5337"/>
                    </a:cubicBezTo>
                    <a:cubicBezTo>
                      <a:pt x="1024" y="5707"/>
                      <a:pt x="561" y="6088"/>
                      <a:pt x="148" y="6523"/>
                    </a:cubicBezTo>
                    <a:cubicBezTo>
                      <a:pt x="88" y="6589"/>
                      <a:pt x="1" y="6665"/>
                      <a:pt x="77" y="6763"/>
                    </a:cubicBezTo>
                    <a:cubicBezTo>
                      <a:pt x="98" y="6792"/>
                      <a:pt x="121" y="6804"/>
                      <a:pt x="145" y="6804"/>
                    </a:cubicBezTo>
                    <a:cubicBezTo>
                      <a:pt x="183" y="6804"/>
                      <a:pt x="223" y="6775"/>
                      <a:pt x="256" y="6741"/>
                    </a:cubicBezTo>
                    <a:cubicBezTo>
                      <a:pt x="300" y="6621"/>
                      <a:pt x="414" y="6572"/>
                      <a:pt x="512" y="6512"/>
                    </a:cubicBezTo>
                    <a:cubicBezTo>
                      <a:pt x="1813" y="5750"/>
                      <a:pt x="3104" y="4977"/>
                      <a:pt x="4416" y="4237"/>
                    </a:cubicBezTo>
                    <a:cubicBezTo>
                      <a:pt x="6642" y="2968"/>
                      <a:pt x="8891" y="1727"/>
                      <a:pt x="11030" y="312"/>
                    </a:cubicBezTo>
                    <a:cubicBezTo>
                      <a:pt x="11068" y="284"/>
                      <a:pt x="11106" y="257"/>
                      <a:pt x="11146" y="257"/>
                    </a:cubicBezTo>
                    <a:cubicBezTo>
                      <a:pt x="11170" y="257"/>
                      <a:pt x="11195" y="266"/>
                      <a:pt x="11221" y="290"/>
                    </a:cubicBezTo>
                    <a:cubicBezTo>
                      <a:pt x="11357" y="274"/>
                      <a:pt x="11504" y="214"/>
                      <a:pt x="11460" y="61"/>
                    </a:cubicBezTo>
                    <a:cubicBezTo>
                      <a:pt x="11446" y="16"/>
                      <a:pt x="11407" y="1"/>
                      <a:pt x="11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2" name="Google Shape;1162;p28"/>
              <p:cNvSpPr/>
              <p:nvPr/>
            </p:nvSpPr>
            <p:spPr>
              <a:xfrm>
                <a:off x="6165803" y="421853"/>
                <a:ext cx="907049" cy="442062"/>
              </a:xfrm>
              <a:custGeom>
                <a:rect b="b" l="l" r="r" t="t"/>
                <a:pathLst>
                  <a:path extrusionOk="0" h="7424" w="15233">
                    <a:moveTo>
                      <a:pt x="15106" y="0"/>
                    </a:moveTo>
                    <a:cubicBezTo>
                      <a:pt x="14967" y="0"/>
                      <a:pt x="14849" y="62"/>
                      <a:pt x="14726" y="62"/>
                    </a:cubicBezTo>
                    <a:cubicBezTo>
                      <a:pt x="14699" y="62"/>
                      <a:pt x="14672" y="59"/>
                      <a:pt x="14645" y="52"/>
                    </a:cubicBezTo>
                    <a:cubicBezTo>
                      <a:pt x="14592" y="27"/>
                      <a:pt x="14538" y="18"/>
                      <a:pt x="14483" y="18"/>
                    </a:cubicBezTo>
                    <a:cubicBezTo>
                      <a:pt x="14410" y="18"/>
                      <a:pt x="14336" y="34"/>
                      <a:pt x="14264" y="47"/>
                    </a:cubicBezTo>
                    <a:cubicBezTo>
                      <a:pt x="13180" y="232"/>
                      <a:pt x="12108" y="471"/>
                      <a:pt x="11112" y="950"/>
                    </a:cubicBezTo>
                    <a:cubicBezTo>
                      <a:pt x="9070" y="1925"/>
                      <a:pt x="7121" y="3063"/>
                      <a:pt x="5232" y="4304"/>
                    </a:cubicBezTo>
                    <a:cubicBezTo>
                      <a:pt x="3735" y="5289"/>
                      <a:pt x="2184" y="6176"/>
                      <a:pt x="632" y="7069"/>
                    </a:cubicBezTo>
                    <a:cubicBezTo>
                      <a:pt x="441" y="7200"/>
                      <a:pt x="229" y="7298"/>
                      <a:pt x="0" y="7352"/>
                    </a:cubicBezTo>
                    <a:cubicBezTo>
                      <a:pt x="49" y="7406"/>
                      <a:pt x="102" y="7424"/>
                      <a:pt x="157" y="7424"/>
                    </a:cubicBezTo>
                    <a:cubicBezTo>
                      <a:pt x="213" y="7424"/>
                      <a:pt x="272" y="7404"/>
                      <a:pt x="327" y="7385"/>
                    </a:cubicBezTo>
                    <a:cubicBezTo>
                      <a:pt x="648" y="7276"/>
                      <a:pt x="980" y="7189"/>
                      <a:pt x="1280" y="7026"/>
                    </a:cubicBezTo>
                    <a:cubicBezTo>
                      <a:pt x="2521" y="6351"/>
                      <a:pt x="3746" y="5654"/>
                      <a:pt x="4933" y="4892"/>
                    </a:cubicBezTo>
                    <a:cubicBezTo>
                      <a:pt x="6326" y="3999"/>
                      <a:pt x="7715" y="3090"/>
                      <a:pt x="9174" y="2295"/>
                    </a:cubicBezTo>
                    <a:cubicBezTo>
                      <a:pt x="10731" y="1451"/>
                      <a:pt x="12315" y="700"/>
                      <a:pt x="14079" y="422"/>
                    </a:cubicBezTo>
                    <a:cubicBezTo>
                      <a:pt x="14454" y="292"/>
                      <a:pt x="14830" y="161"/>
                      <a:pt x="15233" y="19"/>
                    </a:cubicBezTo>
                    <a:cubicBezTo>
                      <a:pt x="15188" y="6"/>
                      <a:pt x="15146" y="0"/>
                      <a:pt x="151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3" name="Google Shape;1163;p28"/>
              <p:cNvSpPr/>
              <p:nvPr/>
            </p:nvSpPr>
            <p:spPr>
              <a:xfrm>
                <a:off x="6203377" y="404466"/>
                <a:ext cx="853935" cy="438370"/>
              </a:xfrm>
              <a:custGeom>
                <a:rect b="b" l="l" r="r" t="t"/>
                <a:pathLst>
                  <a:path extrusionOk="0" h="7362" w="14341">
                    <a:moveTo>
                      <a:pt x="14235" y="0"/>
                    </a:moveTo>
                    <a:cubicBezTo>
                      <a:pt x="14232" y="0"/>
                      <a:pt x="14229" y="1"/>
                      <a:pt x="14226" y="1"/>
                    </a:cubicBezTo>
                    <a:cubicBezTo>
                      <a:pt x="13371" y="115"/>
                      <a:pt x="12511" y="230"/>
                      <a:pt x="11700" y="551"/>
                    </a:cubicBezTo>
                    <a:cubicBezTo>
                      <a:pt x="10698" y="943"/>
                      <a:pt x="9795" y="1531"/>
                      <a:pt x="8842" y="2010"/>
                    </a:cubicBezTo>
                    <a:cubicBezTo>
                      <a:pt x="7911" y="2483"/>
                      <a:pt x="7007" y="3012"/>
                      <a:pt x="6109" y="3540"/>
                    </a:cubicBezTo>
                    <a:cubicBezTo>
                      <a:pt x="4427" y="4530"/>
                      <a:pt x="2843" y="5674"/>
                      <a:pt x="1122" y="6594"/>
                    </a:cubicBezTo>
                    <a:cubicBezTo>
                      <a:pt x="725" y="6806"/>
                      <a:pt x="300" y="6997"/>
                      <a:pt x="1" y="7361"/>
                    </a:cubicBezTo>
                    <a:cubicBezTo>
                      <a:pt x="192" y="7361"/>
                      <a:pt x="344" y="7263"/>
                      <a:pt x="491" y="7176"/>
                    </a:cubicBezTo>
                    <a:cubicBezTo>
                      <a:pt x="1732" y="6441"/>
                      <a:pt x="2995" y="5734"/>
                      <a:pt x="4215" y="4950"/>
                    </a:cubicBezTo>
                    <a:cubicBezTo>
                      <a:pt x="5891" y="3866"/>
                      <a:pt x="7557" y="2756"/>
                      <a:pt x="9359" y="1874"/>
                    </a:cubicBezTo>
                    <a:cubicBezTo>
                      <a:pt x="10339" y="1389"/>
                      <a:pt x="11324" y="926"/>
                      <a:pt x="12402" y="687"/>
                    </a:cubicBezTo>
                    <a:cubicBezTo>
                      <a:pt x="12941" y="567"/>
                      <a:pt x="13486" y="486"/>
                      <a:pt x="14014" y="344"/>
                    </a:cubicBezTo>
                    <a:cubicBezTo>
                      <a:pt x="14101" y="230"/>
                      <a:pt x="14275" y="202"/>
                      <a:pt x="14340" y="39"/>
                    </a:cubicBezTo>
                    <a:cubicBezTo>
                      <a:pt x="14296" y="24"/>
                      <a:pt x="14265" y="0"/>
                      <a:pt x="142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4" name="Google Shape;1164;p28"/>
              <p:cNvSpPr/>
              <p:nvPr/>
            </p:nvSpPr>
            <p:spPr>
              <a:xfrm>
                <a:off x="6139841" y="-46418"/>
                <a:ext cx="469810" cy="549541"/>
              </a:xfrm>
              <a:custGeom>
                <a:rect b="b" l="l" r="r" t="t"/>
                <a:pathLst>
                  <a:path extrusionOk="0" h="9229" w="7890">
                    <a:moveTo>
                      <a:pt x="7791" y="0"/>
                    </a:moveTo>
                    <a:lnTo>
                      <a:pt x="7791" y="0"/>
                    </a:lnTo>
                    <a:cubicBezTo>
                      <a:pt x="7688" y="109"/>
                      <a:pt x="7595" y="235"/>
                      <a:pt x="7476" y="327"/>
                    </a:cubicBezTo>
                    <a:cubicBezTo>
                      <a:pt x="6583" y="1035"/>
                      <a:pt x="5902" y="1933"/>
                      <a:pt x="5195" y="2815"/>
                    </a:cubicBezTo>
                    <a:cubicBezTo>
                      <a:pt x="4715" y="3414"/>
                      <a:pt x="4416" y="4132"/>
                      <a:pt x="3926" y="4720"/>
                    </a:cubicBezTo>
                    <a:cubicBezTo>
                      <a:pt x="3115" y="5689"/>
                      <a:pt x="2375" y="6718"/>
                      <a:pt x="1444" y="7595"/>
                    </a:cubicBezTo>
                    <a:cubicBezTo>
                      <a:pt x="1155" y="7862"/>
                      <a:pt x="905" y="8177"/>
                      <a:pt x="600" y="8439"/>
                    </a:cubicBezTo>
                    <a:cubicBezTo>
                      <a:pt x="366" y="8635"/>
                      <a:pt x="132" y="8836"/>
                      <a:pt x="1" y="9125"/>
                    </a:cubicBezTo>
                    <a:cubicBezTo>
                      <a:pt x="22" y="9202"/>
                      <a:pt x="44" y="9229"/>
                      <a:pt x="66" y="9229"/>
                    </a:cubicBezTo>
                    <a:cubicBezTo>
                      <a:pt x="105" y="9229"/>
                      <a:pt x="144" y="9144"/>
                      <a:pt x="175" y="9119"/>
                    </a:cubicBezTo>
                    <a:cubicBezTo>
                      <a:pt x="937" y="8477"/>
                      <a:pt x="1623" y="7753"/>
                      <a:pt x="2326" y="7050"/>
                    </a:cubicBezTo>
                    <a:cubicBezTo>
                      <a:pt x="3197" y="6174"/>
                      <a:pt x="3932" y="5189"/>
                      <a:pt x="4617" y="4171"/>
                    </a:cubicBezTo>
                    <a:cubicBezTo>
                      <a:pt x="4993" y="3615"/>
                      <a:pt x="5352" y="3049"/>
                      <a:pt x="5777" y="2532"/>
                    </a:cubicBezTo>
                    <a:cubicBezTo>
                      <a:pt x="6430" y="1748"/>
                      <a:pt x="7094" y="975"/>
                      <a:pt x="7753" y="202"/>
                    </a:cubicBezTo>
                    <a:cubicBezTo>
                      <a:pt x="7802" y="142"/>
                      <a:pt x="7889" y="88"/>
                      <a:pt x="77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5" name="Google Shape;1165;p28"/>
              <p:cNvSpPr/>
              <p:nvPr/>
            </p:nvSpPr>
            <p:spPr>
              <a:xfrm>
                <a:off x="6254289" y="1078112"/>
                <a:ext cx="903834" cy="359235"/>
              </a:xfrm>
              <a:custGeom>
                <a:rect b="b" l="l" r="r" t="t"/>
                <a:pathLst>
                  <a:path extrusionOk="0" h="6033" w="15179">
                    <a:moveTo>
                      <a:pt x="1" y="1"/>
                    </a:moveTo>
                    <a:cubicBezTo>
                      <a:pt x="235" y="71"/>
                      <a:pt x="469" y="158"/>
                      <a:pt x="703" y="213"/>
                    </a:cubicBezTo>
                    <a:cubicBezTo>
                      <a:pt x="2358" y="621"/>
                      <a:pt x="4013" y="1002"/>
                      <a:pt x="5657" y="1427"/>
                    </a:cubicBezTo>
                    <a:cubicBezTo>
                      <a:pt x="8014" y="2031"/>
                      <a:pt x="10268" y="2902"/>
                      <a:pt x="12315" y="4241"/>
                    </a:cubicBezTo>
                    <a:cubicBezTo>
                      <a:pt x="12435" y="4263"/>
                      <a:pt x="12527" y="4329"/>
                      <a:pt x="12631" y="4394"/>
                    </a:cubicBezTo>
                    <a:cubicBezTo>
                      <a:pt x="13464" y="4933"/>
                      <a:pt x="14302" y="5466"/>
                      <a:pt x="15179" y="6033"/>
                    </a:cubicBezTo>
                    <a:cubicBezTo>
                      <a:pt x="15146" y="5956"/>
                      <a:pt x="15140" y="5918"/>
                      <a:pt x="15119" y="5902"/>
                    </a:cubicBezTo>
                    <a:cubicBezTo>
                      <a:pt x="14830" y="5684"/>
                      <a:pt x="14547" y="5455"/>
                      <a:pt x="14253" y="5243"/>
                    </a:cubicBezTo>
                    <a:cubicBezTo>
                      <a:pt x="12320" y="3844"/>
                      <a:pt x="10235" y="2728"/>
                      <a:pt x="7987" y="1922"/>
                    </a:cubicBezTo>
                    <a:cubicBezTo>
                      <a:pt x="6060" y="1236"/>
                      <a:pt x="4062" y="828"/>
                      <a:pt x="2080" y="354"/>
                    </a:cubicBezTo>
                    <a:cubicBezTo>
                      <a:pt x="1394" y="197"/>
                      <a:pt x="708" y="50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6" name="Google Shape;1166;p28"/>
              <p:cNvSpPr/>
              <p:nvPr/>
            </p:nvSpPr>
            <p:spPr>
              <a:xfrm>
                <a:off x="6137936" y="418042"/>
                <a:ext cx="655174" cy="391092"/>
              </a:xfrm>
              <a:custGeom>
                <a:rect b="b" l="l" r="r" t="t"/>
                <a:pathLst>
                  <a:path extrusionOk="0" h="6568" w="11003">
                    <a:moveTo>
                      <a:pt x="10921" y="1"/>
                    </a:moveTo>
                    <a:cubicBezTo>
                      <a:pt x="10865" y="1"/>
                      <a:pt x="10804" y="96"/>
                      <a:pt x="10779" y="111"/>
                    </a:cubicBezTo>
                    <a:cubicBezTo>
                      <a:pt x="9783" y="660"/>
                      <a:pt x="8825" y="1281"/>
                      <a:pt x="7845" y="1858"/>
                    </a:cubicBezTo>
                    <a:cubicBezTo>
                      <a:pt x="6517" y="2642"/>
                      <a:pt x="5178" y="3404"/>
                      <a:pt x="3838" y="4155"/>
                    </a:cubicBezTo>
                    <a:cubicBezTo>
                      <a:pt x="2630" y="4836"/>
                      <a:pt x="1443" y="5549"/>
                      <a:pt x="262" y="6279"/>
                    </a:cubicBezTo>
                    <a:cubicBezTo>
                      <a:pt x="158" y="6338"/>
                      <a:pt x="0" y="6382"/>
                      <a:pt x="38" y="6567"/>
                    </a:cubicBezTo>
                    <a:cubicBezTo>
                      <a:pt x="1742" y="5685"/>
                      <a:pt x="3376" y="4678"/>
                      <a:pt x="5058" y="3758"/>
                    </a:cubicBezTo>
                    <a:cubicBezTo>
                      <a:pt x="6522" y="2958"/>
                      <a:pt x="7965" y="2114"/>
                      <a:pt x="9386" y="1243"/>
                    </a:cubicBezTo>
                    <a:cubicBezTo>
                      <a:pt x="9946" y="900"/>
                      <a:pt x="10464" y="492"/>
                      <a:pt x="11003" y="116"/>
                    </a:cubicBezTo>
                    <a:cubicBezTo>
                      <a:pt x="10981" y="29"/>
                      <a:pt x="10952" y="1"/>
                      <a:pt x="1092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7" name="Google Shape;1167;p28"/>
              <p:cNvSpPr/>
              <p:nvPr/>
            </p:nvSpPr>
            <p:spPr>
              <a:xfrm>
                <a:off x="6603111" y="2452260"/>
                <a:ext cx="318030" cy="269441"/>
              </a:xfrm>
              <a:custGeom>
                <a:rect b="b" l="l" r="r" t="t"/>
                <a:pathLst>
                  <a:path extrusionOk="0" h="4525" w="5341">
                    <a:moveTo>
                      <a:pt x="360" y="1"/>
                    </a:moveTo>
                    <a:cubicBezTo>
                      <a:pt x="28" y="158"/>
                      <a:pt x="0" y="295"/>
                      <a:pt x="235" y="599"/>
                    </a:cubicBezTo>
                    <a:cubicBezTo>
                      <a:pt x="338" y="725"/>
                      <a:pt x="485" y="768"/>
                      <a:pt x="616" y="850"/>
                    </a:cubicBezTo>
                    <a:cubicBezTo>
                      <a:pt x="1677" y="1503"/>
                      <a:pt x="2521" y="2407"/>
                      <a:pt x="3392" y="3278"/>
                    </a:cubicBezTo>
                    <a:cubicBezTo>
                      <a:pt x="3947" y="3833"/>
                      <a:pt x="4611" y="4203"/>
                      <a:pt x="5341" y="4525"/>
                    </a:cubicBezTo>
                    <a:cubicBezTo>
                      <a:pt x="5303" y="4405"/>
                      <a:pt x="5270" y="4323"/>
                      <a:pt x="5243" y="4236"/>
                    </a:cubicBezTo>
                    <a:cubicBezTo>
                      <a:pt x="5167" y="4024"/>
                      <a:pt x="4954" y="3991"/>
                      <a:pt x="4791" y="3893"/>
                    </a:cubicBezTo>
                    <a:cubicBezTo>
                      <a:pt x="4448" y="3686"/>
                      <a:pt x="4078" y="3501"/>
                      <a:pt x="3855" y="3158"/>
                    </a:cubicBezTo>
                    <a:cubicBezTo>
                      <a:pt x="3201" y="2173"/>
                      <a:pt x="2320" y="1411"/>
                      <a:pt x="1394" y="703"/>
                    </a:cubicBezTo>
                    <a:cubicBezTo>
                      <a:pt x="1067" y="447"/>
                      <a:pt x="784" y="115"/>
                      <a:pt x="36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8" name="Google Shape;1168;p28"/>
              <p:cNvSpPr/>
              <p:nvPr/>
            </p:nvSpPr>
            <p:spPr>
              <a:xfrm>
                <a:off x="6282157" y="1238887"/>
                <a:ext cx="367988" cy="299333"/>
              </a:xfrm>
              <a:custGeom>
                <a:rect b="b" l="l" r="r" t="t"/>
                <a:pathLst>
                  <a:path extrusionOk="0" h="5027" w="6180">
                    <a:moveTo>
                      <a:pt x="703" y="425"/>
                    </a:moveTo>
                    <a:lnTo>
                      <a:pt x="703" y="425"/>
                    </a:lnTo>
                    <a:cubicBezTo>
                      <a:pt x="769" y="490"/>
                      <a:pt x="839" y="550"/>
                      <a:pt x="912" y="606"/>
                    </a:cubicBezTo>
                    <a:lnTo>
                      <a:pt x="912" y="606"/>
                    </a:lnTo>
                    <a:cubicBezTo>
                      <a:pt x="828" y="556"/>
                      <a:pt x="745" y="508"/>
                      <a:pt x="703" y="425"/>
                    </a:cubicBezTo>
                    <a:close/>
                    <a:moveTo>
                      <a:pt x="321" y="1"/>
                    </a:moveTo>
                    <a:cubicBezTo>
                      <a:pt x="262" y="1"/>
                      <a:pt x="203" y="13"/>
                      <a:pt x="142" y="44"/>
                    </a:cubicBezTo>
                    <a:cubicBezTo>
                      <a:pt x="50" y="88"/>
                      <a:pt x="1" y="164"/>
                      <a:pt x="99" y="229"/>
                    </a:cubicBezTo>
                    <a:cubicBezTo>
                      <a:pt x="447" y="458"/>
                      <a:pt x="725" y="801"/>
                      <a:pt x="1155" y="915"/>
                    </a:cubicBezTo>
                    <a:cubicBezTo>
                      <a:pt x="1149" y="831"/>
                      <a:pt x="1117" y="770"/>
                      <a:pt x="1072" y="722"/>
                    </a:cubicBezTo>
                    <a:lnTo>
                      <a:pt x="1072" y="722"/>
                    </a:lnTo>
                    <a:cubicBezTo>
                      <a:pt x="1397" y="946"/>
                      <a:pt x="1758" y="1125"/>
                      <a:pt x="2080" y="1362"/>
                    </a:cubicBezTo>
                    <a:cubicBezTo>
                      <a:pt x="3474" y="2402"/>
                      <a:pt x="4704" y="3610"/>
                      <a:pt x="5908" y="4851"/>
                    </a:cubicBezTo>
                    <a:cubicBezTo>
                      <a:pt x="5972" y="4916"/>
                      <a:pt x="6013" y="5027"/>
                      <a:pt x="6116" y="5027"/>
                    </a:cubicBezTo>
                    <a:cubicBezTo>
                      <a:pt x="6135" y="5027"/>
                      <a:pt x="6156" y="5023"/>
                      <a:pt x="6180" y="5015"/>
                    </a:cubicBezTo>
                    <a:cubicBezTo>
                      <a:pt x="6163" y="4879"/>
                      <a:pt x="6087" y="4775"/>
                      <a:pt x="6011" y="4672"/>
                    </a:cubicBezTo>
                    <a:cubicBezTo>
                      <a:pt x="5184" y="3474"/>
                      <a:pt x="4193" y="2429"/>
                      <a:pt x="3055" y="1520"/>
                    </a:cubicBezTo>
                    <a:cubicBezTo>
                      <a:pt x="2293" y="915"/>
                      <a:pt x="1503" y="344"/>
                      <a:pt x="551" y="44"/>
                    </a:cubicBezTo>
                    <a:cubicBezTo>
                      <a:pt x="472" y="20"/>
                      <a:pt x="396" y="1"/>
                      <a:pt x="32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9" name="Google Shape;1169;p28"/>
              <p:cNvSpPr/>
              <p:nvPr/>
            </p:nvSpPr>
            <p:spPr>
              <a:xfrm>
                <a:off x="6624488" y="2447913"/>
                <a:ext cx="298618" cy="256639"/>
              </a:xfrm>
              <a:custGeom>
                <a:rect b="b" l="l" r="r" t="t"/>
                <a:pathLst>
                  <a:path extrusionOk="0" h="4310" w="5015">
                    <a:moveTo>
                      <a:pt x="47" y="0"/>
                    </a:moveTo>
                    <a:cubicBezTo>
                      <a:pt x="25" y="0"/>
                      <a:pt x="7" y="17"/>
                      <a:pt x="1" y="74"/>
                    </a:cubicBezTo>
                    <a:cubicBezTo>
                      <a:pt x="311" y="313"/>
                      <a:pt x="616" y="547"/>
                      <a:pt x="921" y="781"/>
                    </a:cubicBezTo>
                    <a:cubicBezTo>
                      <a:pt x="1699" y="1380"/>
                      <a:pt x="2494" y="1984"/>
                      <a:pt x="3049" y="2779"/>
                    </a:cubicBezTo>
                    <a:cubicBezTo>
                      <a:pt x="3539" y="3482"/>
                      <a:pt x="4160" y="3939"/>
                      <a:pt x="4884" y="4309"/>
                    </a:cubicBezTo>
                    <a:cubicBezTo>
                      <a:pt x="5015" y="4140"/>
                      <a:pt x="4824" y="4091"/>
                      <a:pt x="4753" y="4020"/>
                    </a:cubicBezTo>
                    <a:cubicBezTo>
                      <a:pt x="4421" y="3661"/>
                      <a:pt x="3959" y="3416"/>
                      <a:pt x="3703" y="2992"/>
                    </a:cubicBezTo>
                    <a:cubicBezTo>
                      <a:pt x="3256" y="2224"/>
                      <a:pt x="2603" y="1658"/>
                      <a:pt x="1955" y="1081"/>
                    </a:cubicBezTo>
                    <a:cubicBezTo>
                      <a:pt x="1422" y="613"/>
                      <a:pt x="817" y="253"/>
                      <a:pt x="137" y="41"/>
                    </a:cubicBezTo>
                    <a:cubicBezTo>
                      <a:pt x="114" y="35"/>
                      <a:pt x="77" y="0"/>
                      <a:pt x="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0" name="Google Shape;1170;p28"/>
              <p:cNvSpPr/>
              <p:nvPr/>
            </p:nvSpPr>
            <p:spPr>
              <a:xfrm>
                <a:off x="5772560" y="610972"/>
                <a:ext cx="256163" cy="337203"/>
              </a:xfrm>
              <a:custGeom>
                <a:rect b="b" l="l" r="r" t="t"/>
                <a:pathLst>
                  <a:path extrusionOk="0" h="5663" w="4302">
                    <a:moveTo>
                      <a:pt x="4193" y="1"/>
                    </a:moveTo>
                    <a:lnTo>
                      <a:pt x="4193" y="1"/>
                    </a:lnTo>
                    <a:cubicBezTo>
                      <a:pt x="3539" y="567"/>
                      <a:pt x="2783" y="992"/>
                      <a:pt x="2222" y="1694"/>
                    </a:cubicBezTo>
                    <a:cubicBezTo>
                      <a:pt x="1612" y="2451"/>
                      <a:pt x="948" y="3158"/>
                      <a:pt x="387" y="3959"/>
                    </a:cubicBezTo>
                    <a:cubicBezTo>
                      <a:pt x="28" y="4476"/>
                      <a:pt x="1" y="4884"/>
                      <a:pt x="458" y="5200"/>
                    </a:cubicBezTo>
                    <a:cubicBezTo>
                      <a:pt x="714" y="5379"/>
                      <a:pt x="981" y="5559"/>
                      <a:pt x="1286" y="5663"/>
                    </a:cubicBezTo>
                    <a:cubicBezTo>
                      <a:pt x="1316" y="5655"/>
                      <a:pt x="1349" y="5654"/>
                      <a:pt x="1382" y="5654"/>
                    </a:cubicBezTo>
                    <a:cubicBezTo>
                      <a:pt x="1414" y="5654"/>
                      <a:pt x="1446" y="5655"/>
                      <a:pt x="1479" y="5655"/>
                    </a:cubicBezTo>
                    <a:cubicBezTo>
                      <a:pt x="1573" y="5655"/>
                      <a:pt x="1671" y="5643"/>
                      <a:pt x="1759" y="5548"/>
                    </a:cubicBezTo>
                    <a:cubicBezTo>
                      <a:pt x="1346" y="5412"/>
                      <a:pt x="1008" y="5200"/>
                      <a:pt x="681" y="4971"/>
                    </a:cubicBezTo>
                    <a:cubicBezTo>
                      <a:pt x="371" y="4753"/>
                      <a:pt x="311" y="4519"/>
                      <a:pt x="567" y="4242"/>
                    </a:cubicBezTo>
                    <a:cubicBezTo>
                      <a:pt x="807" y="3975"/>
                      <a:pt x="997" y="3681"/>
                      <a:pt x="1177" y="3382"/>
                    </a:cubicBezTo>
                    <a:cubicBezTo>
                      <a:pt x="1596" y="2685"/>
                      <a:pt x="2320" y="2255"/>
                      <a:pt x="2734" y="1558"/>
                    </a:cubicBezTo>
                    <a:cubicBezTo>
                      <a:pt x="2924" y="1237"/>
                      <a:pt x="3207" y="1008"/>
                      <a:pt x="3512" y="801"/>
                    </a:cubicBezTo>
                    <a:cubicBezTo>
                      <a:pt x="3757" y="632"/>
                      <a:pt x="3942" y="404"/>
                      <a:pt x="4155" y="197"/>
                    </a:cubicBezTo>
                    <a:cubicBezTo>
                      <a:pt x="4209" y="148"/>
                      <a:pt x="4302" y="88"/>
                      <a:pt x="419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1" name="Google Shape;1171;p28"/>
              <p:cNvSpPr/>
              <p:nvPr/>
            </p:nvSpPr>
            <p:spPr>
              <a:xfrm>
                <a:off x="6311691" y="1257167"/>
                <a:ext cx="372156" cy="325294"/>
              </a:xfrm>
              <a:custGeom>
                <a:rect b="b" l="l" r="r" t="t"/>
                <a:pathLst>
                  <a:path extrusionOk="0" h="5463" w="6250">
                    <a:moveTo>
                      <a:pt x="61" y="1"/>
                    </a:moveTo>
                    <a:cubicBezTo>
                      <a:pt x="42" y="1"/>
                      <a:pt x="22" y="6"/>
                      <a:pt x="0" y="20"/>
                    </a:cubicBezTo>
                    <a:cubicBezTo>
                      <a:pt x="223" y="222"/>
                      <a:pt x="441" y="412"/>
                      <a:pt x="659" y="608"/>
                    </a:cubicBezTo>
                    <a:cubicBezTo>
                      <a:pt x="1350" y="1082"/>
                      <a:pt x="2036" y="1572"/>
                      <a:pt x="2641" y="2160"/>
                    </a:cubicBezTo>
                    <a:cubicBezTo>
                      <a:pt x="3452" y="2895"/>
                      <a:pt x="4214" y="3679"/>
                      <a:pt x="4982" y="4457"/>
                    </a:cubicBezTo>
                    <a:cubicBezTo>
                      <a:pt x="5286" y="4773"/>
                      <a:pt x="5640" y="5029"/>
                      <a:pt x="5951" y="5339"/>
                    </a:cubicBezTo>
                    <a:cubicBezTo>
                      <a:pt x="5998" y="5386"/>
                      <a:pt x="6061" y="5462"/>
                      <a:pt x="6128" y="5462"/>
                    </a:cubicBezTo>
                    <a:cubicBezTo>
                      <a:pt x="6169" y="5462"/>
                      <a:pt x="6210" y="5433"/>
                      <a:pt x="6250" y="5350"/>
                    </a:cubicBezTo>
                    <a:cubicBezTo>
                      <a:pt x="6065" y="5132"/>
                      <a:pt x="5874" y="4920"/>
                      <a:pt x="5684" y="4708"/>
                    </a:cubicBezTo>
                    <a:cubicBezTo>
                      <a:pt x="4987" y="4011"/>
                      <a:pt x="4296" y="3314"/>
                      <a:pt x="3588" y="2628"/>
                    </a:cubicBezTo>
                    <a:cubicBezTo>
                      <a:pt x="2553" y="1643"/>
                      <a:pt x="1416" y="810"/>
                      <a:pt x="202" y="69"/>
                    </a:cubicBezTo>
                    <a:cubicBezTo>
                      <a:pt x="162" y="45"/>
                      <a:pt x="115" y="1"/>
                      <a:pt x="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2" name="Google Shape;1172;p28"/>
              <p:cNvSpPr/>
              <p:nvPr/>
            </p:nvSpPr>
            <p:spPr>
              <a:xfrm>
                <a:off x="6855944" y="-91316"/>
                <a:ext cx="167976" cy="120936"/>
              </a:xfrm>
              <a:custGeom>
                <a:rect b="b" l="l" r="r" t="t"/>
                <a:pathLst>
                  <a:path extrusionOk="0" h="2031" w="2821">
                    <a:moveTo>
                      <a:pt x="1995" y="0"/>
                    </a:moveTo>
                    <a:cubicBezTo>
                      <a:pt x="1777" y="0"/>
                      <a:pt x="1562" y="59"/>
                      <a:pt x="1422" y="183"/>
                    </a:cubicBezTo>
                    <a:cubicBezTo>
                      <a:pt x="1552" y="401"/>
                      <a:pt x="1792" y="362"/>
                      <a:pt x="1988" y="417"/>
                    </a:cubicBezTo>
                    <a:cubicBezTo>
                      <a:pt x="2140" y="460"/>
                      <a:pt x="2216" y="531"/>
                      <a:pt x="2064" y="646"/>
                    </a:cubicBezTo>
                    <a:cubicBezTo>
                      <a:pt x="1634" y="950"/>
                      <a:pt x="1198" y="1250"/>
                      <a:pt x="790" y="1587"/>
                    </a:cubicBezTo>
                    <a:cubicBezTo>
                      <a:pt x="743" y="1629"/>
                      <a:pt x="679" y="1656"/>
                      <a:pt x="615" y="1656"/>
                    </a:cubicBezTo>
                    <a:cubicBezTo>
                      <a:pt x="561" y="1656"/>
                      <a:pt x="508" y="1637"/>
                      <a:pt x="463" y="1593"/>
                    </a:cubicBezTo>
                    <a:cubicBezTo>
                      <a:pt x="349" y="1478"/>
                      <a:pt x="458" y="1375"/>
                      <a:pt x="518" y="1277"/>
                    </a:cubicBezTo>
                    <a:cubicBezTo>
                      <a:pt x="649" y="1076"/>
                      <a:pt x="866" y="923"/>
                      <a:pt x="926" y="667"/>
                    </a:cubicBezTo>
                    <a:cubicBezTo>
                      <a:pt x="887" y="643"/>
                      <a:pt x="852" y="633"/>
                      <a:pt x="820" y="633"/>
                    </a:cubicBezTo>
                    <a:cubicBezTo>
                      <a:pt x="731" y="633"/>
                      <a:pt x="665" y="711"/>
                      <a:pt x="605" y="771"/>
                    </a:cubicBezTo>
                    <a:cubicBezTo>
                      <a:pt x="463" y="907"/>
                      <a:pt x="333" y="1065"/>
                      <a:pt x="213" y="1223"/>
                    </a:cubicBezTo>
                    <a:cubicBezTo>
                      <a:pt x="72" y="1397"/>
                      <a:pt x="1" y="1609"/>
                      <a:pt x="131" y="1805"/>
                    </a:cubicBezTo>
                    <a:cubicBezTo>
                      <a:pt x="230" y="1960"/>
                      <a:pt x="377" y="2031"/>
                      <a:pt x="539" y="2031"/>
                    </a:cubicBezTo>
                    <a:cubicBezTo>
                      <a:pt x="610" y="2031"/>
                      <a:pt x="684" y="2017"/>
                      <a:pt x="757" y="1990"/>
                    </a:cubicBezTo>
                    <a:cubicBezTo>
                      <a:pt x="1482" y="1740"/>
                      <a:pt x="2091" y="1304"/>
                      <a:pt x="2663" y="809"/>
                    </a:cubicBezTo>
                    <a:cubicBezTo>
                      <a:pt x="2821" y="673"/>
                      <a:pt x="2821" y="471"/>
                      <a:pt x="2706" y="297"/>
                    </a:cubicBezTo>
                    <a:cubicBezTo>
                      <a:pt x="2579" y="104"/>
                      <a:pt x="2285" y="0"/>
                      <a:pt x="19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3" name="Google Shape;1173;p28"/>
              <p:cNvSpPr/>
              <p:nvPr/>
            </p:nvSpPr>
            <p:spPr>
              <a:xfrm>
                <a:off x="6468893" y="1385728"/>
                <a:ext cx="272359" cy="251339"/>
              </a:xfrm>
              <a:custGeom>
                <a:rect b="b" l="l" r="r" t="t"/>
                <a:pathLst>
                  <a:path extrusionOk="0" h="4221" w="4574">
                    <a:moveTo>
                      <a:pt x="1" y="1"/>
                    </a:moveTo>
                    <a:lnTo>
                      <a:pt x="1" y="1"/>
                    </a:lnTo>
                    <a:cubicBezTo>
                      <a:pt x="33" y="50"/>
                      <a:pt x="60" y="104"/>
                      <a:pt x="99" y="142"/>
                    </a:cubicBezTo>
                    <a:cubicBezTo>
                      <a:pt x="654" y="687"/>
                      <a:pt x="1177" y="1253"/>
                      <a:pt x="1672" y="1846"/>
                    </a:cubicBezTo>
                    <a:cubicBezTo>
                      <a:pt x="2146" y="2413"/>
                      <a:pt x="2652" y="2946"/>
                      <a:pt x="3164" y="3485"/>
                    </a:cubicBezTo>
                    <a:cubicBezTo>
                      <a:pt x="3264" y="3590"/>
                      <a:pt x="3338" y="3643"/>
                      <a:pt x="3398" y="3643"/>
                    </a:cubicBezTo>
                    <a:cubicBezTo>
                      <a:pt x="3478" y="3643"/>
                      <a:pt x="3532" y="3549"/>
                      <a:pt x="3588" y="3360"/>
                    </a:cubicBezTo>
                    <a:cubicBezTo>
                      <a:pt x="3991" y="3578"/>
                      <a:pt x="4220" y="4002"/>
                      <a:pt x="4574" y="4220"/>
                    </a:cubicBezTo>
                    <a:cubicBezTo>
                      <a:pt x="4263" y="3888"/>
                      <a:pt x="3937" y="3540"/>
                      <a:pt x="3610" y="3191"/>
                    </a:cubicBezTo>
                    <a:cubicBezTo>
                      <a:pt x="3569" y="3228"/>
                      <a:pt x="3536" y="3242"/>
                      <a:pt x="3507" y="3242"/>
                    </a:cubicBezTo>
                    <a:cubicBezTo>
                      <a:pt x="3429" y="3242"/>
                      <a:pt x="3388" y="3136"/>
                      <a:pt x="3332" y="3088"/>
                    </a:cubicBezTo>
                    <a:cubicBezTo>
                      <a:pt x="2576" y="2429"/>
                      <a:pt x="1901" y="1694"/>
                      <a:pt x="1160" y="1014"/>
                    </a:cubicBezTo>
                    <a:cubicBezTo>
                      <a:pt x="785" y="671"/>
                      <a:pt x="458" y="257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4" name="Google Shape;1174;p28"/>
              <p:cNvSpPr/>
              <p:nvPr/>
            </p:nvSpPr>
            <p:spPr>
              <a:xfrm>
                <a:off x="5705154" y="2055503"/>
                <a:ext cx="154996" cy="89675"/>
              </a:xfrm>
              <a:custGeom>
                <a:rect b="b" l="l" r="r" t="t"/>
                <a:pathLst>
                  <a:path extrusionOk="0" h="1506" w="2603">
                    <a:moveTo>
                      <a:pt x="235" y="0"/>
                    </a:moveTo>
                    <a:cubicBezTo>
                      <a:pt x="175" y="11"/>
                      <a:pt x="120" y="17"/>
                      <a:pt x="1" y="38"/>
                    </a:cubicBezTo>
                    <a:cubicBezTo>
                      <a:pt x="828" y="349"/>
                      <a:pt x="1503" y="784"/>
                      <a:pt x="2205" y="1269"/>
                    </a:cubicBezTo>
                    <a:cubicBezTo>
                      <a:pt x="2154" y="1280"/>
                      <a:pt x="2106" y="1285"/>
                      <a:pt x="2061" y="1285"/>
                    </a:cubicBezTo>
                    <a:cubicBezTo>
                      <a:pt x="1875" y="1285"/>
                      <a:pt x="1733" y="1201"/>
                      <a:pt x="1585" y="1149"/>
                    </a:cubicBezTo>
                    <a:cubicBezTo>
                      <a:pt x="1247" y="1036"/>
                      <a:pt x="925" y="860"/>
                      <a:pt x="556" y="860"/>
                    </a:cubicBezTo>
                    <a:cubicBezTo>
                      <a:pt x="551" y="860"/>
                      <a:pt x="545" y="860"/>
                      <a:pt x="539" y="860"/>
                    </a:cubicBezTo>
                    <a:cubicBezTo>
                      <a:pt x="387" y="866"/>
                      <a:pt x="256" y="893"/>
                      <a:pt x="436" y="1067"/>
                    </a:cubicBezTo>
                    <a:cubicBezTo>
                      <a:pt x="817" y="1089"/>
                      <a:pt x="1176" y="1187"/>
                      <a:pt x="1525" y="1329"/>
                    </a:cubicBezTo>
                    <a:cubicBezTo>
                      <a:pt x="1739" y="1417"/>
                      <a:pt x="1953" y="1505"/>
                      <a:pt x="2187" y="1505"/>
                    </a:cubicBezTo>
                    <a:cubicBezTo>
                      <a:pt x="2227" y="1505"/>
                      <a:pt x="2268" y="1503"/>
                      <a:pt x="2309" y="1497"/>
                    </a:cubicBezTo>
                    <a:cubicBezTo>
                      <a:pt x="2328" y="1495"/>
                      <a:pt x="2350" y="1495"/>
                      <a:pt x="2372" y="1495"/>
                    </a:cubicBezTo>
                    <a:cubicBezTo>
                      <a:pt x="2377" y="1495"/>
                      <a:pt x="2382" y="1495"/>
                      <a:pt x="2388" y="1495"/>
                    </a:cubicBezTo>
                    <a:cubicBezTo>
                      <a:pt x="2470" y="1495"/>
                      <a:pt x="2555" y="1492"/>
                      <a:pt x="2576" y="1394"/>
                    </a:cubicBezTo>
                    <a:cubicBezTo>
                      <a:pt x="2603" y="1274"/>
                      <a:pt x="2472" y="1209"/>
                      <a:pt x="2385" y="1165"/>
                    </a:cubicBezTo>
                    <a:cubicBezTo>
                      <a:pt x="1998" y="986"/>
                      <a:pt x="1677" y="708"/>
                      <a:pt x="1318" y="485"/>
                    </a:cubicBezTo>
                    <a:cubicBezTo>
                      <a:pt x="980" y="272"/>
                      <a:pt x="616" y="109"/>
                      <a:pt x="2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5" name="Google Shape;1175;p28"/>
              <p:cNvSpPr/>
              <p:nvPr/>
            </p:nvSpPr>
            <p:spPr>
              <a:xfrm>
                <a:off x="6409883" y="2317388"/>
                <a:ext cx="29594" cy="29594"/>
              </a:xfrm>
              <a:custGeom>
                <a:rect b="b" l="l" r="r" t="t"/>
                <a:pathLst>
                  <a:path extrusionOk="0" h="497" w="497">
                    <a:moveTo>
                      <a:pt x="1" y="1"/>
                    </a:moveTo>
                    <a:cubicBezTo>
                      <a:pt x="82" y="251"/>
                      <a:pt x="246" y="415"/>
                      <a:pt x="496" y="496"/>
                    </a:cubicBezTo>
                    <a:cubicBezTo>
                      <a:pt x="355" y="306"/>
                      <a:pt x="191" y="137"/>
                      <a:pt x="1" y="1"/>
                    </a:cubicBezTo>
                    <a:close/>
                  </a:path>
                </a:pathLst>
              </a:custGeom>
              <a:solidFill>
                <a:srgbClr val="31313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6" name="Google Shape;1176;p28"/>
              <p:cNvSpPr/>
              <p:nvPr/>
            </p:nvSpPr>
            <p:spPr>
              <a:xfrm>
                <a:off x="5493169" y="1747828"/>
                <a:ext cx="225021" cy="153745"/>
              </a:xfrm>
              <a:custGeom>
                <a:rect b="b" l="l" r="r" t="t"/>
                <a:pathLst>
                  <a:path extrusionOk="0" h="2582" w="3779">
                    <a:moveTo>
                      <a:pt x="3718" y="1"/>
                    </a:moveTo>
                    <a:cubicBezTo>
                      <a:pt x="3446" y="72"/>
                      <a:pt x="3169" y="121"/>
                      <a:pt x="2913" y="224"/>
                    </a:cubicBezTo>
                    <a:cubicBezTo>
                      <a:pt x="2483" y="398"/>
                      <a:pt x="1960" y="398"/>
                      <a:pt x="1677" y="866"/>
                    </a:cubicBezTo>
                    <a:cubicBezTo>
                      <a:pt x="1644" y="920"/>
                      <a:pt x="1575" y="973"/>
                      <a:pt x="1503" y="973"/>
                    </a:cubicBezTo>
                    <a:cubicBezTo>
                      <a:pt x="1479" y="973"/>
                      <a:pt x="1455" y="967"/>
                      <a:pt x="1432" y="954"/>
                    </a:cubicBezTo>
                    <a:cubicBezTo>
                      <a:pt x="1350" y="910"/>
                      <a:pt x="1394" y="807"/>
                      <a:pt x="1383" y="730"/>
                    </a:cubicBezTo>
                    <a:cubicBezTo>
                      <a:pt x="1367" y="605"/>
                      <a:pt x="1416" y="474"/>
                      <a:pt x="1350" y="349"/>
                    </a:cubicBezTo>
                    <a:cubicBezTo>
                      <a:pt x="822" y="856"/>
                      <a:pt x="327" y="1378"/>
                      <a:pt x="27" y="2059"/>
                    </a:cubicBezTo>
                    <a:cubicBezTo>
                      <a:pt x="109" y="2064"/>
                      <a:pt x="185" y="2075"/>
                      <a:pt x="272" y="2086"/>
                    </a:cubicBezTo>
                    <a:cubicBezTo>
                      <a:pt x="207" y="2260"/>
                      <a:pt x="0" y="2369"/>
                      <a:pt x="65" y="2581"/>
                    </a:cubicBezTo>
                    <a:cubicBezTo>
                      <a:pt x="197" y="2567"/>
                      <a:pt x="250" y="2333"/>
                      <a:pt x="373" y="2333"/>
                    </a:cubicBezTo>
                    <a:cubicBezTo>
                      <a:pt x="434" y="2333"/>
                      <a:pt x="513" y="2390"/>
                      <a:pt x="626" y="2560"/>
                    </a:cubicBezTo>
                    <a:cubicBezTo>
                      <a:pt x="517" y="2059"/>
                      <a:pt x="790" y="1955"/>
                      <a:pt x="1056" y="1841"/>
                    </a:cubicBezTo>
                    <a:cubicBezTo>
                      <a:pt x="1470" y="1661"/>
                      <a:pt x="1911" y="1531"/>
                      <a:pt x="2298" y="1286"/>
                    </a:cubicBezTo>
                    <a:cubicBezTo>
                      <a:pt x="2134" y="1090"/>
                      <a:pt x="2368" y="1057"/>
                      <a:pt x="2445" y="1008"/>
                    </a:cubicBezTo>
                    <a:cubicBezTo>
                      <a:pt x="2787" y="790"/>
                      <a:pt x="3207" y="763"/>
                      <a:pt x="3561" y="627"/>
                    </a:cubicBezTo>
                    <a:cubicBezTo>
                      <a:pt x="3109" y="284"/>
                      <a:pt x="3778" y="251"/>
                      <a:pt x="371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7" name="Google Shape;1177;p28"/>
              <p:cNvSpPr/>
              <p:nvPr/>
            </p:nvSpPr>
            <p:spPr>
              <a:xfrm>
                <a:off x="5549857" y="2080096"/>
                <a:ext cx="79493" cy="237049"/>
              </a:xfrm>
              <a:custGeom>
                <a:rect b="b" l="l" r="r" t="t"/>
                <a:pathLst>
                  <a:path extrusionOk="0" h="3981" w="1335">
                    <a:moveTo>
                      <a:pt x="1335" y="1"/>
                    </a:moveTo>
                    <a:lnTo>
                      <a:pt x="1335" y="1"/>
                    </a:lnTo>
                    <a:cubicBezTo>
                      <a:pt x="1150" y="12"/>
                      <a:pt x="1062" y="126"/>
                      <a:pt x="986" y="240"/>
                    </a:cubicBezTo>
                    <a:cubicBezTo>
                      <a:pt x="872" y="344"/>
                      <a:pt x="845" y="475"/>
                      <a:pt x="834" y="622"/>
                    </a:cubicBezTo>
                    <a:cubicBezTo>
                      <a:pt x="823" y="752"/>
                      <a:pt x="796" y="877"/>
                      <a:pt x="736" y="992"/>
                    </a:cubicBezTo>
                    <a:cubicBezTo>
                      <a:pt x="684" y="1093"/>
                      <a:pt x="634" y="1141"/>
                      <a:pt x="587" y="1141"/>
                    </a:cubicBezTo>
                    <a:cubicBezTo>
                      <a:pt x="536" y="1141"/>
                      <a:pt x="487" y="1084"/>
                      <a:pt x="442" y="975"/>
                    </a:cubicBezTo>
                    <a:cubicBezTo>
                      <a:pt x="251" y="1106"/>
                      <a:pt x="197" y="1324"/>
                      <a:pt x="159" y="1520"/>
                    </a:cubicBezTo>
                    <a:cubicBezTo>
                      <a:pt x="1" y="2347"/>
                      <a:pt x="39" y="3169"/>
                      <a:pt x="289" y="3980"/>
                    </a:cubicBezTo>
                    <a:cubicBezTo>
                      <a:pt x="485" y="3877"/>
                      <a:pt x="447" y="3686"/>
                      <a:pt x="420" y="3540"/>
                    </a:cubicBezTo>
                    <a:cubicBezTo>
                      <a:pt x="317" y="3028"/>
                      <a:pt x="382" y="2511"/>
                      <a:pt x="355" y="1999"/>
                    </a:cubicBezTo>
                    <a:cubicBezTo>
                      <a:pt x="338" y="1759"/>
                      <a:pt x="409" y="1591"/>
                      <a:pt x="627" y="1493"/>
                    </a:cubicBezTo>
                    <a:cubicBezTo>
                      <a:pt x="932" y="1346"/>
                      <a:pt x="1090" y="1079"/>
                      <a:pt x="1122" y="769"/>
                    </a:cubicBezTo>
                    <a:cubicBezTo>
                      <a:pt x="1150" y="502"/>
                      <a:pt x="1193" y="251"/>
                      <a:pt x="13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8" name="Google Shape;1178;p28"/>
              <p:cNvSpPr/>
              <p:nvPr/>
            </p:nvSpPr>
            <p:spPr>
              <a:xfrm>
                <a:off x="5586181" y="1831669"/>
                <a:ext cx="113195" cy="115577"/>
              </a:xfrm>
              <a:custGeom>
                <a:rect b="b" l="l" r="r" t="t"/>
                <a:pathLst>
                  <a:path extrusionOk="0" h="1941" w="1901">
                    <a:moveTo>
                      <a:pt x="1697" y="0"/>
                    </a:moveTo>
                    <a:cubicBezTo>
                      <a:pt x="1637" y="0"/>
                      <a:pt x="1575" y="26"/>
                      <a:pt x="1525" y="57"/>
                    </a:cubicBezTo>
                    <a:cubicBezTo>
                      <a:pt x="1144" y="308"/>
                      <a:pt x="757" y="558"/>
                      <a:pt x="398" y="836"/>
                    </a:cubicBezTo>
                    <a:cubicBezTo>
                      <a:pt x="240" y="956"/>
                      <a:pt x="66" y="1092"/>
                      <a:pt x="1" y="1326"/>
                    </a:cubicBezTo>
                    <a:cubicBezTo>
                      <a:pt x="469" y="956"/>
                      <a:pt x="953" y="618"/>
                      <a:pt x="1476" y="335"/>
                    </a:cubicBezTo>
                    <a:lnTo>
                      <a:pt x="1476" y="335"/>
                    </a:lnTo>
                    <a:cubicBezTo>
                      <a:pt x="1106" y="852"/>
                      <a:pt x="518" y="1217"/>
                      <a:pt x="501" y="1941"/>
                    </a:cubicBezTo>
                    <a:cubicBezTo>
                      <a:pt x="746" y="1478"/>
                      <a:pt x="1079" y="1092"/>
                      <a:pt x="1454" y="732"/>
                    </a:cubicBezTo>
                    <a:cubicBezTo>
                      <a:pt x="1579" y="613"/>
                      <a:pt x="1672" y="455"/>
                      <a:pt x="1759" y="302"/>
                    </a:cubicBezTo>
                    <a:cubicBezTo>
                      <a:pt x="1808" y="231"/>
                      <a:pt x="1901" y="139"/>
                      <a:pt x="1819" y="52"/>
                    </a:cubicBezTo>
                    <a:cubicBezTo>
                      <a:pt x="1784" y="15"/>
                      <a:pt x="1741" y="0"/>
                      <a:pt x="16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9" name="Google Shape;1179;p28"/>
              <p:cNvSpPr/>
              <p:nvPr/>
            </p:nvSpPr>
            <p:spPr>
              <a:xfrm>
                <a:off x="5623456" y="1799693"/>
                <a:ext cx="174765" cy="151482"/>
              </a:xfrm>
              <a:custGeom>
                <a:rect b="b" l="l" r="r" t="t"/>
                <a:pathLst>
                  <a:path extrusionOk="0" h="2544" w="2935">
                    <a:moveTo>
                      <a:pt x="2935" y="1"/>
                    </a:moveTo>
                    <a:cubicBezTo>
                      <a:pt x="2369" y="1329"/>
                      <a:pt x="1160" y="1912"/>
                      <a:pt x="1" y="2543"/>
                    </a:cubicBezTo>
                    <a:cubicBezTo>
                      <a:pt x="1705" y="1890"/>
                      <a:pt x="2674" y="1041"/>
                      <a:pt x="2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0" name="Google Shape;1180;p28"/>
              <p:cNvSpPr/>
              <p:nvPr/>
            </p:nvSpPr>
            <p:spPr>
              <a:xfrm>
                <a:off x="5572544" y="2094387"/>
                <a:ext cx="36084" cy="65857"/>
              </a:xfrm>
              <a:custGeom>
                <a:rect b="b" l="l" r="r" t="t"/>
                <a:pathLst>
                  <a:path extrusionOk="0" h="1106" w="606">
                    <a:moveTo>
                      <a:pt x="605" y="0"/>
                    </a:moveTo>
                    <a:lnTo>
                      <a:pt x="605" y="0"/>
                    </a:lnTo>
                    <a:cubicBezTo>
                      <a:pt x="562" y="6"/>
                      <a:pt x="513" y="11"/>
                      <a:pt x="469" y="17"/>
                    </a:cubicBezTo>
                    <a:cubicBezTo>
                      <a:pt x="377" y="131"/>
                      <a:pt x="235" y="202"/>
                      <a:pt x="175" y="343"/>
                    </a:cubicBezTo>
                    <a:cubicBezTo>
                      <a:pt x="137" y="474"/>
                      <a:pt x="99" y="605"/>
                      <a:pt x="61" y="735"/>
                    </a:cubicBezTo>
                    <a:cubicBezTo>
                      <a:pt x="72" y="861"/>
                      <a:pt x="1" y="986"/>
                      <a:pt x="83" y="1106"/>
                    </a:cubicBezTo>
                    <a:cubicBezTo>
                      <a:pt x="377" y="969"/>
                      <a:pt x="496" y="812"/>
                      <a:pt x="540" y="518"/>
                    </a:cubicBezTo>
                    <a:cubicBezTo>
                      <a:pt x="567" y="343"/>
                      <a:pt x="583" y="175"/>
                      <a:pt x="60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1" name="Google Shape;1181;p28"/>
              <p:cNvSpPr/>
              <p:nvPr/>
            </p:nvSpPr>
            <p:spPr>
              <a:xfrm>
                <a:off x="5473579" y="2116360"/>
                <a:ext cx="31618" cy="39538"/>
              </a:xfrm>
              <a:custGeom>
                <a:rect b="b" l="l" r="r" t="t"/>
                <a:pathLst>
                  <a:path extrusionOk="0" h="664" w="531">
                    <a:moveTo>
                      <a:pt x="328" y="1"/>
                    </a:moveTo>
                    <a:cubicBezTo>
                      <a:pt x="321" y="1"/>
                      <a:pt x="314" y="1"/>
                      <a:pt x="307" y="2"/>
                    </a:cubicBezTo>
                    <a:cubicBezTo>
                      <a:pt x="84" y="18"/>
                      <a:pt x="68" y="258"/>
                      <a:pt x="24" y="432"/>
                    </a:cubicBezTo>
                    <a:cubicBezTo>
                      <a:pt x="0" y="523"/>
                      <a:pt x="90" y="664"/>
                      <a:pt x="130" y="664"/>
                    </a:cubicBezTo>
                    <a:cubicBezTo>
                      <a:pt x="136" y="664"/>
                      <a:pt x="141" y="661"/>
                      <a:pt x="144" y="655"/>
                    </a:cubicBezTo>
                    <a:cubicBezTo>
                      <a:pt x="231" y="502"/>
                      <a:pt x="531" y="600"/>
                      <a:pt x="498" y="279"/>
                    </a:cubicBezTo>
                    <a:cubicBezTo>
                      <a:pt x="477" y="211"/>
                      <a:pt x="507" y="1"/>
                      <a:pt x="3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2" name="Google Shape;1182;p28"/>
              <p:cNvSpPr/>
              <p:nvPr/>
            </p:nvSpPr>
            <p:spPr>
              <a:xfrm>
                <a:off x="5558611" y="1867873"/>
                <a:ext cx="39002" cy="44361"/>
              </a:xfrm>
              <a:custGeom>
                <a:rect b="b" l="l" r="r" t="t"/>
                <a:pathLst>
                  <a:path extrusionOk="0" h="745" w="655">
                    <a:moveTo>
                      <a:pt x="424" y="0"/>
                    </a:moveTo>
                    <a:cubicBezTo>
                      <a:pt x="412" y="0"/>
                      <a:pt x="400" y="2"/>
                      <a:pt x="387" y="5"/>
                    </a:cubicBezTo>
                    <a:cubicBezTo>
                      <a:pt x="273" y="37"/>
                      <a:pt x="110" y="92"/>
                      <a:pt x="115" y="201"/>
                    </a:cubicBezTo>
                    <a:cubicBezTo>
                      <a:pt x="132" y="386"/>
                      <a:pt x="1" y="549"/>
                      <a:pt x="66" y="745"/>
                    </a:cubicBezTo>
                    <a:cubicBezTo>
                      <a:pt x="273" y="669"/>
                      <a:pt x="311" y="456"/>
                      <a:pt x="442" y="331"/>
                    </a:cubicBezTo>
                    <a:cubicBezTo>
                      <a:pt x="507" y="271"/>
                      <a:pt x="654" y="222"/>
                      <a:pt x="567" y="86"/>
                    </a:cubicBezTo>
                    <a:cubicBezTo>
                      <a:pt x="535" y="32"/>
                      <a:pt x="481" y="0"/>
                      <a:pt x="4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3" name="Google Shape;1183;p28"/>
              <p:cNvSpPr/>
              <p:nvPr/>
            </p:nvSpPr>
            <p:spPr>
              <a:xfrm>
                <a:off x="5508711" y="2307324"/>
                <a:ext cx="29534" cy="41681"/>
              </a:xfrm>
              <a:custGeom>
                <a:rect b="b" l="l" r="r" t="t"/>
                <a:pathLst>
                  <a:path extrusionOk="0" h="700" w="496">
                    <a:moveTo>
                      <a:pt x="413" y="0"/>
                    </a:moveTo>
                    <a:cubicBezTo>
                      <a:pt x="375" y="0"/>
                      <a:pt x="324" y="20"/>
                      <a:pt x="300" y="45"/>
                    </a:cubicBezTo>
                    <a:cubicBezTo>
                      <a:pt x="164" y="197"/>
                      <a:pt x="66" y="371"/>
                      <a:pt x="17" y="562"/>
                    </a:cubicBezTo>
                    <a:cubicBezTo>
                      <a:pt x="1" y="629"/>
                      <a:pt x="22" y="699"/>
                      <a:pt x="77" y="699"/>
                    </a:cubicBezTo>
                    <a:cubicBezTo>
                      <a:pt x="98" y="699"/>
                      <a:pt x="123" y="689"/>
                      <a:pt x="153" y="665"/>
                    </a:cubicBezTo>
                    <a:cubicBezTo>
                      <a:pt x="322" y="529"/>
                      <a:pt x="458" y="371"/>
                      <a:pt x="490" y="154"/>
                    </a:cubicBezTo>
                    <a:cubicBezTo>
                      <a:pt x="485" y="88"/>
                      <a:pt x="496" y="17"/>
                      <a:pt x="425" y="1"/>
                    </a:cubicBezTo>
                    <a:cubicBezTo>
                      <a:pt x="421" y="1"/>
                      <a:pt x="417" y="0"/>
                      <a:pt x="41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4" name="Google Shape;1184;p28"/>
              <p:cNvSpPr/>
              <p:nvPr/>
            </p:nvSpPr>
            <p:spPr>
              <a:xfrm>
                <a:off x="5401111" y="2111536"/>
                <a:ext cx="18816" cy="50971"/>
              </a:xfrm>
              <a:custGeom>
                <a:rect b="b" l="l" r="r" t="t"/>
                <a:pathLst>
                  <a:path extrusionOk="0" h="856" w="316">
                    <a:moveTo>
                      <a:pt x="153" y="1"/>
                    </a:moveTo>
                    <a:cubicBezTo>
                      <a:pt x="104" y="279"/>
                      <a:pt x="0" y="578"/>
                      <a:pt x="316" y="856"/>
                    </a:cubicBezTo>
                    <a:cubicBezTo>
                      <a:pt x="256" y="535"/>
                      <a:pt x="201" y="268"/>
                      <a:pt x="15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5" name="Google Shape;1185;p28"/>
              <p:cNvSpPr/>
              <p:nvPr/>
            </p:nvSpPr>
            <p:spPr>
              <a:xfrm>
                <a:off x="5783933" y="1811364"/>
                <a:ext cx="145588" cy="141717"/>
              </a:xfrm>
              <a:custGeom>
                <a:rect b="b" l="l" r="r" t="t"/>
                <a:pathLst>
                  <a:path extrusionOk="0" h="2380" w="2445">
                    <a:moveTo>
                      <a:pt x="1024" y="1"/>
                    </a:moveTo>
                    <a:cubicBezTo>
                      <a:pt x="997" y="50"/>
                      <a:pt x="959" y="99"/>
                      <a:pt x="937" y="153"/>
                    </a:cubicBezTo>
                    <a:cubicBezTo>
                      <a:pt x="626" y="888"/>
                      <a:pt x="550" y="1727"/>
                      <a:pt x="0" y="2380"/>
                    </a:cubicBezTo>
                    <a:cubicBezTo>
                      <a:pt x="659" y="2070"/>
                      <a:pt x="1416" y="2031"/>
                      <a:pt x="2015" y="1580"/>
                    </a:cubicBezTo>
                    <a:cubicBezTo>
                      <a:pt x="2132" y="1489"/>
                      <a:pt x="2255" y="1356"/>
                      <a:pt x="2434" y="1356"/>
                    </a:cubicBezTo>
                    <a:cubicBezTo>
                      <a:pt x="2438" y="1356"/>
                      <a:pt x="2441" y="1356"/>
                      <a:pt x="2445" y="1356"/>
                    </a:cubicBezTo>
                    <a:cubicBezTo>
                      <a:pt x="2369" y="1231"/>
                      <a:pt x="2265" y="1144"/>
                      <a:pt x="2145" y="1062"/>
                    </a:cubicBezTo>
                    <a:cubicBezTo>
                      <a:pt x="1715" y="768"/>
                      <a:pt x="1269" y="485"/>
                      <a:pt x="102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6" name="Google Shape;1186;p28"/>
              <p:cNvSpPr/>
              <p:nvPr/>
            </p:nvSpPr>
            <p:spPr>
              <a:xfrm>
                <a:off x="7496840" y="777820"/>
                <a:ext cx="462665" cy="34417"/>
              </a:xfrm>
              <a:custGeom>
                <a:rect b="b" l="l" r="r" t="t"/>
                <a:pathLst>
                  <a:path extrusionOk="0" h="578" w="7770">
                    <a:moveTo>
                      <a:pt x="2862" y="0"/>
                    </a:moveTo>
                    <a:cubicBezTo>
                      <a:pt x="1911" y="0"/>
                      <a:pt x="958" y="102"/>
                      <a:pt x="1" y="378"/>
                    </a:cubicBezTo>
                    <a:cubicBezTo>
                      <a:pt x="133" y="417"/>
                      <a:pt x="264" y="432"/>
                      <a:pt x="396" y="432"/>
                    </a:cubicBezTo>
                    <a:cubicBezTo>
                      <a:pt x="633" y="432"/>
                      <a:pt x="867" y="384"/>
                      <a:pt x="1095" y="345"/>
                    </a:cubicBezTo>
                    <a:cubicBezTo>
                      <a:pt x="1507" y="270"/>
                      <a:pt x="1919" y="244"/>
                      <a:pt x="2330" y="244"/>
                    </a:cubicBezTo>
                    <a:cubicBezTo>
                      <a:pt x="2963" y="244"/>
                      <a:pt x="3595" y="306"/>
                      <a:pt x="4225" y="345"/>
                    </a:cubicBezTo>
                    <a:cubicBezTo>
                      <a:pt x="4492" y="362"/>
                      <a:pt x="4764" y="351"/>
                      <a:pt x="5031" y="394"/>
                    </a:cubicBezTo>
                    <a:cubicBezTo>
                      <a:pt x="5693" y="498"/>
                      <a:pt x="6356" y="578"/>
                      <a:pt x="7023" y="578"/>
                    </a:cubicBezTo>
                    <a:cubicBezTo>
                      <a:pt x="7271" y="578"/>
                      <a:pt x="7520" y="567"/>
                      <a:pt x="7769" y="541"/>
                    </a:cubicBezTo>
                    <a:cubicBezTo>
                      <a:pt x="6136" y="304"/>
                      <a:pt x="4502" y="0"/>
                      <a:pt x="286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7" name="Google Shape;1187;p28"/>
              <p:cNvSpPr/>
              <p:nvPr/>
            </p:nvSpPr>
            <p:spPr>
              <a:xfrm>
                <a:off x="7551920" y="712617"/>
                <a:ext cx="261343" cy="47874"/>
              </a:xfrm>
              <a:custGeom>
                <a:rect b="b" l="l" r="r" t="t"/>
                <a:pathLst>
                  <a:path extrusionOk="0" h="804" w="4389">
                    <a:moveTo>
                      <a:pt x="644" y="1"/>
                    </a:moveTo>
                    <a:cubicBezTo>
                      <a:pt x="431" y="1"/>
                      <a:pt x="217" y="9"/>
                      <a:pt x="1" y="25"/>
                    </a:cubicBezTo>
                    <a:cubicBezTo>
                      <a:pt x="1482" y="194"/>
                      <a:pt x="2930" y="515"/>
                      <a:pt x="4389" y="804"/>
                    </a:cubicBezTo>
                    <a:cubicBezTo>
                      <a:pt x="3187" y="294"/>
                      <a:pt x="1941" y="1"/>
                      <a:pt x="6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8" name="Google Shape;1188;p28"/>
              <p:cNvSpPr/>
              <p:nvPr/>
            </p:nvSpPr>
            <p:spPr>
              <a:xfrm>
                <a:off x="7526017" y="1618494"/>
                <a:ext cx="110277" cy="189710"/>
              </a:xfrm>
              <a:custGeom>
                <a:rect b="b" l="l" r="r" t="t"/>
                <a:pathLst>
                  <a:path extrusionOk="0" h="3186" w="1852">
                    <a:moveTo>
                      <a:pt x="0" y="1"/>
                    </a:moveTo>
                    <a:cubicBezTo>
                      <a:pt x="0" y="246"/>
                      <a:pt x="1334" y="2543"/>
                      <a:pt x="1851" y="3185"/>
                    </a:cubicBezTo>
                    <a:cubicBezTo>
                      <a:pt x="1519" y="1901"/>
                      <a:pt x="817" y="932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3" name="Google Shape;1193;p29"/>
          <p:cNvGrpSpPr/>
          <p:nvPr/>
        </p:nvGrpSpPr>
        <p:grpSpPr>
          <a:xfrm>
            <a:off x="780861" y="1747575"/>
            <a:ext cx="3759111" cy="2478900"/>
            <a:chOff x="1633125" y="1757300"/>
            <a:chExt cx="5902200" cy="2478900"/>
          </a:xfrm>
        </p:grpSpPr>
        <p:sp>
          <p:nvSpPr>
            <p:cNvPr id="1194" name="Google Shape;1194;p29"/>
            <p:cNvSpPr/>
            <p:nvPr/>
          </p:nvSpPr>
          <p:spPr>
            <a:xfrm flipH="1">
              <a:off x="1633125" y="1757300"/>
              <a:ext cx="5902200" cy="2478900"/>
            </a:xfrm>
            <a:prstGeom prst="roundRect">
              <a:avLst>
                <a:gd fmla="val 20475" name="adj"/>
              </a:avLst>
            </a:prstGeom>
            <a:solidFill>
              <a:schemeClr val="accent1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95" name="Google Shape;1195;p29"/>
            <p:cNvPicPr preferRelativeResize="0"/>
            <p:nvPr/>
          </p:nvPicPr>
          <p:blipFill rotWithShape="1">
            <a:blip r:embed="rId3">
              <a:alphaModFix amt="35000"/>
            </a:blip>
            <a:srcRect b="37449" l="23119" r="20343" t="15517"/>
            <a:stretch/>
          </p:blipFill>
          <p:spPr>
            <a:xfrm flipH="1">
              <a:off x="1633125" y="1777599"/>
              <a:ext cx="5902200" cy="2458500"/>
            </a:xfrm>
            <a:prstGeom prst="roundRect">
              <a:avLst>
                <a:gd fmla="val 21901" name="adj"/>
              </a:avLst>
            </a:prstGeom>
            <a:noFill/>
            <a:ln>
              <a:noFill/>
            </a:ln>
          </p:spPr>
        </p:pic>
      </p:grpSp>
      <p:sp>
        <p:nvSpPr>
          <p:cNvPr id="1196" name="Google Shape;1196;p29"/>
          <p:cNvSpPr txBox="1"/>
          <p:nvPr>
            <p:ph idx="1" type="body"/>
          </p:nvPr>
        </p:nvSpPr>
        <p:spPr>
          <a:xfrm>
            <a:off x="780900" y="1892025"/>
            <a:ext cx="3966900" cy="21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“</a:t>
            </a:r>
            <a:r>
              <a:rPr lang="en" sz="1600"/>
              <a:t>Predator</a:t>
            </a:r>
            <a:r>
              <a:rPr lang="en" sz="1600"/>
              <a:t> Template” (Jones 2002)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Cognitive Universal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Cultural Combination of snakes, raptors, and large </a:t>
            </a:r>
            <a:r>
              <a:rPr lang="en" sz="1600"/>
              <a:t>carnivores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Humans’ natural aptitude for detecting snakes (Kawai, Nobuki, and Hongshen He. 2016)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grpSp>
        <p:nvGrpSpPr>
          <p:cNvPr id="1197" name="Google Shape;1197;p29"/>
          <p:cNvGrpSpPr/>
          <p:nvPr/>
        </p:nvGrpSpPr>
        <p:grpSpPr>
          <a:xfrm>
            <a:off x="1764296" y="329561"/>
            <a:ext cx="5615282" cy="1145545"/>
            <a:chOff x="1778919" y="329561"/>
            <a:chExt cx="5615282" cy="1145545"/>
          </a:xfrm>
        </p:grpSpPr>
        <p:grpSp>
          <p:nvGrpSpPr>
            <p:cNvPr id="1198" name="Google Shape;1198;p29"/>
            <p:cNvGrpSpPr/>
            <p:nvPr/>
          </p:nvGrpSpPr>
          <p:grpSpPr>
            <a:xfrm flipH="1" rot="10800000">
              <a:off x="1778919" y="329561"/>
              <a:ext cx="5615282" cy="1145545"/>
              <a:chOff x="1525600" y="1289175"/>
              <a:chExt cx="6121625" cy="1560900"/>
            </a:xfrm>
          </p:grpSpPr>
          <p:grpSp>
            <p:nvGrpSpPr>
              <p:cNvPr id="1199" name="Google Shape;1199;p29"/>
              <p:cNvGrpSpPr/>
              <p:nvPr/>
            </p:nvGrpSpPr>
            <p:grpSpPr>
              <a:xfrm>
                <a:off x="1525600" y="1289175"/>
                <a:ext cx="6121625" cy="1560900"/>
                <a:chOff x="1525600" y="1289175"/>
                <a:chExt cx="6121625" cy="1560900"/>
              </a:xfrm>
            </p:grpSpPr>
            <p:sp>
              <p:nvSpPr>
                <p:cNvPr id="1200" name="Google Shape;1200;p29"/>
                <p:cNvSpPr/>
                <p:nvPr/>
              </p:nvSpPr>
              <p:spPr>
                <a:xfrm>
                  <a:off x="1525725" y="1289175"/>
                  <a:ext cx="6121500" cy="1560900"/>
                </a:xfrm>
                <a:prstGeom prst="roundRect">
                  <a:avLst>
                    <a:gd fmla="val 28107" name="adj"/>
                  </a:avLst>
                </a:prstGeom>
                <a:solidFill>
                  <a:schemeClr val="accent1"/>
                </a:solidFill>
                <a:ln cap="flat" cmpd="sng" w="762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1201" name="Google Shape;1201;p29"/>
                <p:cNvPicPr preferRelativeResize="0"/>
                <p:nvPr/>
              </p:nvPicPr>
              <p:blipFill rotWithShape="1">
                <a:blip r:embed="rId3">
                  <a:alphaModFix amt="35000"/>
                </a:blip>
                <a:srcRect b="8896" l="18257" r="14795" t="60755"/>
                <a:stretch/>
              </p:blipFill>
              <p:spPr>
                <a:xfrm>
                  <a:off x="1525600" y="1289175"/>
                  <a:ext cx="6121500" cy="1560900"/>
                </a:xfrm>
                <a:prstGeom prst="roundRect">
                  <a:avLst>
                    <a:gd fmla="val 29800" name="adj"/>
                  </a:avLst>
                </a:prstGeom>
                <a:noFill/>
                <a:ln>
                  <a:noFill/>
                </a:ln>
              </p:spPr>
            </p:pic>
            <p:pic>
              <p:nvPicPr>
                <p:cNvPr id="1202" name="Google Shape;1202;p29"/>
                <p:cNvPicPr preferRelativeResize="0"/>
                <p:nvPr/>
              </p:nvPicPr>
              <p:blipFill rotWithShape="1">
                <a:blip r:embed="rId4">
                  <a:alphaModFix amt="17000"/>
                </a:blip>
                <a:srcRect b="18806" l="19601" r="13456" t="50847"/>
                <a:stretch/>
              </p:blipFill>
              <p:spPr>
                <a:xfrm>
                  <a:off x="1525725" y="1289175"/>
                  <a:ext cx="6121500" cy="1560900"/>
                </a:xfrm>
                <a:prstGeom prst="roundRect">
                  <a:avLst>
                    <a:gd fmla="val 29230" name="adj"/>
                  </a:avLst>
                </a:prstGeom>
                <a:noFill/>
                <a:ln>
                  <a:noFill/>
                </a:ln>
              </p:spPr>
            </p:pic>
            <p:sp>
              <p:nvSpPr>
                <p:cNvPr id="1203" name="Google Shape;1203;p29"/>
                <p:cNvSpPr/>
                <p:nvPr/>
              </p:nvSpPr>
              <p:spPr>
                <a:xfrm rot="-261490">
                  <a:off x="6596127" y="2418700"/>
                  <a:ext cx="939047" cy="306100"/>
                </a:xfrm>
                <a:custGeom>
                  <a:rect b="b" l="l" r="r" t="t"/>
                  <a:pathLst>
                    <a:path extrusionOk="0" h="2802" w="8976">
                      <a:moveTo>
                        <a:pt x="8931" y="1"/>
                      </a:moveTo>
                      <a:cubicBezTo>
                        <a:pt x="8782" y="849"/>
                        <a:pt x="8321" y="1623"/>
                        <a:pt x="7636" y="2085"/>
                      </a:cubicBezTo>
                      <a:cubicBezTo>
                        <a:pt x="7294" y="2323"/>
                        <a:pt x="6907" y="2472"/>
                        <a:pt x="6490" y="2546"/>
                      </a:cubicBezTo>
                      <a:cubicBezTo>
                        <a:pt x="6297" y="2576"/>
                        <a:pt x="6088" y="2576"/>
                        <a:pt x="5865" y="2576"/>
                      </a:cubicBezTo>
                      <a:cubicBezTo>
                        <a:pt x="5642" y="2576"/>
                        <a:pt x="5433" y="2591"/>
                        <a:pt x="5210" y="2591"/>
                      </a:cubicBezTo>
                      <a:cubicBezTo>
                        <a:pt x="4994" y="2598"/>
                        <a:pt x="4778" y="2602"/>
                        <a:pt x="4563" y="2602"/>
                      </a:cubicBezTo>
                      <a:cubicBezTo>
                        <a:pt x="4347" y="2602"/>
                        <a:pt x="4131" y="2598"/>
                        <a:pt x="3915" y="2591"/>
                      </a:cubicBezTo>
                      <a:cubicBezTo>
                        <a:pt x="3469" y="2576"/>
                        <a:pt x="3037" y="2531"/>
                        <a:pt x="2605" y="2501"/>
                      </a:cubicBezTo>
                      <a:cubicBezTo>
                        <a:pt x="2281" y="2485"/>
                        <a:pt x="1958" y="2476"/>
                        <a:pt x="1633" y="2476"/>
                      </a:cubicBezTo>
                      <a:cubicBezTo>
                        <a:pt x="1092" y="2476"/>
                        <a:pt x="549" y="2500"/>
                        <a:pt x="0" y="2546"/>
                      </a:cubicBezTo>
                      <a:lnTo>
                        <a:pt x="0" y="2576"/>
                      </a:lnTo>
                      <a:cubicBezTo>
                        <a:pt x="864" y="2680"/>
                        <a:pt x="1742" y="2725"/>
                        <a:pt x="2605" y="2725"/>
                      </a:cubicBezTo>
                      <a:cubicBezTo>
                        <a:pt x="3037" y="2710"/>
                        <a:pt x="3469" y="2680"/>
                        <a:pt x="3900" y="2680"/>
                      </a:cubicBezTo>
                      <a:cubicBezTo>
                        <a:pt x="4347" y="2680"/>
                        <a:pt x="4778" y="2710"/>
                        <a:pt x="5210" y="2740"/>
                      </a:cubicBezTo>
                      <a:cubicBezTo>
                        <a:pt x="5418" y="2755"/>
                        <a:pt x="5642" y="2769"/>
                        <a:pt x="5850" y="2784"/>
                      </a:cubicBezTo>
                      <a:cubicBezTo>
                        <a:pt x="5979" y="2793"/>
                        <a:pt x="6108" y="2801"/>
                        <a:pt x="6237" y="2801"/>
                      </a:cubicBezTo>
                      <a:cubicBezTo>
                        <a:pt x="6331" y="2801"/>
                        <a:pt x="6426" y="2797"/>
                        <a:pt x="6520" y="2784"/>
                      </a:cubicBezTo>
                      <a:cubicBezTo>
                        <a:pt x="6981" y="2740"/>
                        <a:pt x="7413" y="2576"/>
                        <a:pt x="7785" y="2308"/>
                      </a:cubicBezTo>
                      <a:cubicBezTo>
                        <a:pt x="8529" y="1787"/>
                        <a:pt x="8976" y="879"/>
                        <a:pt x="894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4" name="Google Shape;1204;p29"/>
                <p:cNvSpPr/>
                <p:nvPr/>
              </p:nvSpPr>
              <p:spPr>
                <a:xfrm rot="421936">
                  <a:off x="6707323" y="1426692"/>
                  <a:ext cx="814161" cy="167232"/>
                </a:xfrm>
                <a:custGeom>
                  <a:rect b="b" l="l" r="r" t="t"/>
                  <a:pathLst>
                    <a:path extrusionOk="0" h="1344" w="6833">
                      <a:moveTo>
                        <a:pt x="4686" y="0"/>
                      </a:moveTo>
                      <a:cubicBezTo>
                        <a:pt x="4637" y="0"/>
                        <a:pt x="4589" y="1"/>
                        <a:pt x="4540" y="4"/>
                      </a:cubicBezTo>
                      <a:lnTo>
                        <a:pt x="3632" y="48"/>
                      </a:lnTo>
                      <a:cubicBezTo>
                        <a:pt x="2412" y="138"/>
                        <a:pt x="1206" y="242"/>
                        <a:pt x="0" y="420"/>
                      </a:cubicBezTo>
                      <a:cubicBezTo>
                        <a:pt x="155" y="422"/>
                        <a:pt x="310" y="423"/>
                        <a:pt x="465" y="423"/>
                      </a:cubicBezTo>
                      <a:cubicBezTo>
                        <a:pt x="1528" y="423"/>
                        <a:pt x="2582" y="379"/>
                        <a:pt x="3647" y="301"/>
                      </a:cubicBezTo>
                      <a:lnTo>
                        <a:pt x="4555" y="242"/>
                      </a:lnTo>
                      <a:cubicBezTo>
                        <a:pt x="4626" y="234"/>
                        <a:pt x="4698" y="231"/>
                        <a:pt x="4770" y="231"/>
                      </a:cubicBezTo>
                      <a:cubicBezTo>
                        <a:pt x="4986" y="231"/>
                        <a:pt x="5206" y="264"/>
                        <a:pt x="5419" y="331"/>
                      </a:cubicBezTo>
                      <a:cubicBezTo>
                        <a:pt x="5969" y="480"/>
                        <a:pt x="6475" y="852"/>
                        <a:pt x="6833" y="1343"/>
                      </a:cubicBezTo>
                      <a:cubicBezTo>
                        <a:pt x="6565" y="793"/>
                        <a:pt x="6073" y="346"/>
                        <a:pt x="5478" y="138"/>
                      </a:cubicBezTo>
                      <a:cubicBezTo>
                        <a:pt x="5226" y="37"/>
                        <a:pt x="4953" y="0"/>
                        <a:pt x="468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5" name="Google Shape;1205;p29"/>
                <p:cNvSpPr/>
                <p:nvPr/>
              </p:nvSpPr>
              <p:spPr>
                <a:xfrm>
                  <a:off x="6941496" y="1898632"/>
                  <a:ext cx="551951" cy="15873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206" name="Google Shape;1206;p29"/>
                <p:cNvSpPr/>
                <p:nvPr/>
              </p:nvSpPr>
              <p:spPr>
                <a:xfrm>
                  <a:off x="6808035" y="1962365"/>
                  <a:ext cx="694285" cy="15876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207" name="Google Shape;1207;p29"/>
                <p:cNvSpPr/>
                <p:nvPr/>
              </p:nvSpPr>
              <p:spPr>
                <a:xfrm>
                  <a:off x="6629000" y="1563550"/>
                  <a:ext cx="873309" cy="15875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208" name="Google Shape;1208;p29"/>
                <p:cNvSpPr/>
                <p:nvPr/>
              </p:nvSpPr>
              <p:spPr>
                <a:xfrm>
                  <a:off x="6796876" y="1762932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209" name="Google Shape;1209;p29"/>
                <p:cNvSpPr/>
                <p:nvPr/>
              </p:nvSpPr>
              <p:spPr>
                <a:xfrm>
                  <a:off x="6796876" y="1695094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210" name="Google Shape;1210;p29"/>
                <p:cNvSpPr/>
                <p:nvPr/>
              </p:nvSpPr>
              <p:spPr>
                <a:xfrm>
                  <a:off x="6988322" y="2412530"/>
                  <a:ext cx="502836" cy="15874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1211" name="Google Shape;1211;p29"/>
              <p:cNvSpPr/>
              <p:nvPr/>
            </p:nvSpPr>
            <p:spPr>
              <a:xfrm>
                <a:off x="1639251" y="1633965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212" name="Google Shape;1212;p29"/>
              <p:cNvSpPr/>
              <p:nvPr/>
            </p:nvSpPr>
            <p:spPr>
              <a:xfrm rot="-5687871">
                <a:off x="1312547" y="1709608"/>
                <a:ext cx="1274567" cy="661164"/>
              </a:xfrm>
              <a:custGeom>
                <a:rect b="b" l="l" r="r" t="t"/>
                <a:pathLst>
                  <a:path extrusionOk="0" h="6455" w="12817">
                    <a:moveTo>
                      <a:pt x="1961" y="1"/>
                    </a:moveTo>
                    <a:cubicBezTo>
                      <a:pt x="1823" y="1"/>
                      <a:pt x="1675" y="11"/>
                      <a:pt x="1534" y="39"/>
                    </a:cubicBezTo>
                    <a:cubicBezTo>
                      <a:pt x="1311" y="84"/>
                      <a:pt x="1102" y="173"/>
                      <a:pt x="924" y="292"/>
                    </a:cubicBezTo>
                    <a:cubicBezTo>
                      <a:pt x="551" y="545"/>
                      <a:pt x="284" y="932"/>
                      <a:pt x="135" y="1349"/>
                    </a:cubicBezTo>
                    <a:cubicBezTo>
                      <a:pt x="75" y="1543"/>
                      <a:pt x="31" y="1766"/>
                      <a:pt x="16" y="1989"/>
                    </a:cubicBezTo>
                    <a:lnTo>
                      <a:pt x="1" y="2614"/>
                    </a:lnTo>
                    <a:cubicBezTo>
                      <a:pt x="1" y="3031"/>
                      <a:pt x="1" y="3448"/>
                      <a:pt x="1" y="3880"/>
                    </a:cubicBezTo>
                    <a:lnTo>
                      <a:pt x="31" y="3880"/>
                    </a:lnTo>
                    <a:cubicBezTo>
                      <a:pt x="75" y="3463"/>
                      <a:pt x="105" y="3046"/>
                      <a:pt x="150" y="2629"/>
                    </a:cubicBezTo>
                    <a:lnTo>
                      <a:pt x="194" y="1989"/>
                    </a:lnTo>
                    <a:cubicBezTo>
                      <a:pt x="209" y="1796"/>
                      <a:pt x="269" y="1602"/>
                      <a:pt x="328" y="1409"/>
                    </a:cubicBezTo>
                    <a:cubicBezTo>
                      <a:pt x="462" y="1037"/>
                      <a:pt x="715" y="709"/>
                      <a:pt x="1043" y="486"/>
                    </a:cubicBezTo>
                    <a:cubicBezTo>
                      <a:pt x="1206" y="382"/>
                      <a:pt x="1400" y="307"/>
                      <a:pt x="1579" y="263"/>
                    </a:cubicBezTo>
                    <a:cubicBezTo>
                      <a:pt x="1701" y="234"/>
                      <a:pt x="1824" y="224"/>
                      <a:pt x="1950" y="224"/>
                    </a:cubicBezTo>
                    <a:cubicBezTo>
                      <a:pt x="2023" y="224"/>
                      <a:pt x="2098" y="227"/>
                      <a:pt x="2174" y="233"/>
                    </a:cubicBezTo>
                    <a:cubicBezTo>
                      <a:pt x="3022" y="263"/>
                      <a:pt x="3856" y="277"/>
                      <a:pt x="4689" y="307"/>
                    </a:cubicBezTo>
                    <a:cubicBezTo>
                      <a:pt x="5538" y="352"/>
                      <a:pt x="6371" y="411"/>
                      <a:pt x="7205" y="486"/>
                    </a:cubicBezTo>
                    <a:cubicBezTo>
                      <a:pt x="8039" y="560"/>
                      <a:pt x="8887" y="620"/>
                      <a:pt x="9721" y="679"/>
                    </a:cubicBezTo>
                    <a:lnTo>
                      <a:pt x="10033" y="694"/>
                    </a:lnTo>
                    <a:cubicBezTo>
                      <a:pt x="10122" y="709"/>
                      <a:pt x="10227" y="724"/>
                      <a:pt x="10331" y="739"/>
                    </a:cubicBezTo>
                    <a:cubicBezTo>
                      <a:pt x="10524" y="783"/>
                      <a:pt x="10703" y="843"/>
                      <a:pt x="10882" y="932"/>
                    </a:cubicBezTo>
                    <a:cubicBezTo>
                      <a:pt x="11239" y="1111"/>
                      <a:pt x="11566" y="1364"/>
                      <a:pt x="11819" y="1677"/>
                    </a:cubicBezTo>
                    <a:cubicBezTo>
                      <a:pt x="12325" y="2302"/>
                      <a:pt x="12564" y="3120"/>
                      <a:pt x="12534" y="3939"/>
                    </a:cubicBezTo>
                    <a:cubicBezTo>
                      <a:pt x="12519" y="4773"/>
                      <a:pt x="12504" y="5621"/>
                      <a:pt x="12504" y="6455"/>
                    </a:cubicBezTo>
                    <a:lnTo>
                      <a:pt x="12534" y="6455"/>
                    </a:lnTo>
                    <a:cubicBezTo>
                      <a:pt x="12623" y="5621"/>
                      <a:pt x="12683" y="4788"/>
                      <a:pt x="12742" y="3939"/>
                    </a:cubicBezTo>
                    <a:cubicBezTo>
                      <a:pt x="12817" y="3091"/>
                      <a:pt x="12578" y="2183"/>
                      <a:pt x="12028" y="1498"/>
                    </a:cubicBezTo>
                    <a:cubicBezTo>
                      <a:pt x="11760" y="1156"/>
                      <a:pt x="11403" y="873"/>
                      <a:pt x="11001" y="694"/>
                    </a:cubicBezTo>
                    <a:cubicBezTo>
                      <a:pt x="10807" y="590"/>
                      <a:pt x="10584" y="530"/>
                      <a:pt x="10375" y="486"/>
                    </a:cubicBezTo>
                    <a:cubicBezTo>
                      <a:pt x="10271" y="456"/>
                      <a:pt x="10152" y="456"/>
                      <a:pt x="10048" y="441"/>
                    </a:cubicBezTo>
                    <a:lnTo>
                      <a:pt x="9735" y="426"/>
                    </a:lnTo>
                    <a:cubicBezTo>
                      <a:pt x="8887" y="396"/>
                      <a:pt x="8053" y="367"/>
                      <a:pt x="7220" y="337"/>
                    </a:cubicBezTo>
                    <a:cubicBezTo>
                      <a:pt x="6371" y="307"/>
                      <a:pt x="5538" y="277"/>
                      <a:pt x="4704" y="218"/>
                    </a:cubicBezTo>
                    <a:cubicBezTo>
                      <a:pt x="3871" y="173"/>
                      <a:pt x="3022" y="84"/>
                      <a:pt x="2189" y="9"/>
                    </a:cubicBezTo>
                    <a:cubicBezTo>
                      <a:pt x="2118" y="4"/>
                      <a:pt x="2041" y="1"/>
                      <a:pt x="196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3" name="Google Shape;1213;p29"/>
              <p:cNvSpPr/>
              <p:nvPr/>
            </p:nvSpPr>
            <p:spPr>
              <a:xfrm>
                <a:off x="1639251" y="1584951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214" name="Google Shape;1214;p29"/>
              <p:cNvSpPr/>
              <p:nvPr/>
            </p:nvSpPr>
            <p:spPr>
              <a:xfrm>
                <a:off x="1639251" y="1898619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215" name="Google Shape;1215;p29"/>
              <p:cNvSpPr/>
              <p:nvPr/>
            </p:nvSpPr>
            <p:spPr>
              <a:xfrm>
                <a:off x="1639255" y="1962367"/>
                <a:ext cx="626301" cy="15873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216" name="Google Shape;1216;p29"/>
              <p:cNvSpPr/>
              <p:nvPr/>
            </p:nvSpPr>
            <p:spPr>
              <a:xfrm>
                <a:off x="1639255" y="2026110"/>
                <a:ext cx="626301" cy="15873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217" name="Google Shape;1217;p29"/>
              <p:cNvSpPr/>
              <p:nvPr/>
            </p:nvSpPr>
            <p:spPr>
              <a:xfrm>
                <a:off x="1639256" y="2089840"/>
                <a:ext cx="497927" cy="15870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218" name="Google Shape;1218;p29"/>
              <p:cNvSpPr/>
              <p:nvPr/>
            </p:nvSpPr>
            <p:spPr>
              <a:xfrm>
                <a:off x="1673568" y="2447617"/>
                <a:ext cx="425366" cy="15874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219" name="Google Shape;1219;p29"/>
            <p:cNvSpPr/>
            <p:nvPr/>
          </p:nvSpPr>
          <p:spPr>
            <a:xfrm flipH="1" rot="10800000">
              <a:off x="1779034" y="329705"/>
              <a:ext cx="5615100" cy="1145400"/>
            </a:xfrm>
            <a:prstGeom prst="roundRect">
              <a:avLst>
                <a:gd fmla="val 28107" name="adj"/>
              </a:avLst>
            </a:prstGeom>
            <a:noFill/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0" name="Google Shape;1220;p29"/>
          <p:cNvSpPr txBox="1"/>
          <p:nvPr>
            <p:ph type="title"/>
          </p:nvPr>
        </p:nvSpPr>
        <p:spPr>
          <a:xfrm>
            <a:off x="2402100" y="429725"/>
            <a:ext cx="4339800" cy="101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Psychology</a:t>
            </a:r>
            <a:endParaRPr/>
          </a:p>
        </p:txBody>
      </p:sp>
      <p:pic>
        <p:nvPicPr>
          <p:cNvPr id="1221" name="Google Shape;1221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47801" y="1620016"/>
            <a:ext cx="3642150" cy="2734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6" name="Google Shape;1226;p30"/>
          <p:cNvGrpSpPr/>
          <p:nvPr/>
        </p:nvGrpSpPr>
        <p:grpSpPr>
          <a:xfrm flipH="1" rot="10800000">
            <a:off x="1726828" y="3480703"/>
            <a:ext cx="3385268" cy="800986"/>
            <a:chOff x="3243785" y="3409948"/>
            <a:chExt cx="2685655" cy="732900"/>
          </a:xfrm>
        </p:grpSpPr>
        <p:sp>
          <p:nvSpPr>
            <p:cNvPr id="1227" name="Google Shape;1227;p30"/>
            <p:cNvSpPr/>
            <p:nvPr/>
          </p:nvSpPr>
          <p:spPr>
            <a:xfrm>
              <a:off x="3243840" y="3409948"/>
              <a:ext cx="2685600" cy="732900"/>
            </a:xfrm>
            <a:prstGeom prst="roundRect">
              <a:avLst>
                <a:gd fmla="val 20475" name="adj"/>
              </a:avLst>
            </a:prstGeom>
            <a:solidFill>
              <a:schemeClr val="accent1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30"/>
            <p:cNvSpPr/>
            <p:nvPr/>
          </p:nvSpPr>
          <p:spPr>
            <a:xfrm rot="-279772">
              <a:off x="5468139" y="3940404"/>
              <a:ext cx="412128" cy="143692"/>
            </a:xfrm>
            <a:custGeom>
              <a:rect b="b" l="l" r="r" t="t"/>
              <a:pathLst>
                <a:path extrusionOk="0" h="2802" w="8976">
                  <a:moveTo>
                    <a:pt x="8931" y="1"/>
                  </a:moveTo>
                  <a:cubicBezTo>
                    <a:pt x="8782" y="849"/>
                    <a:pt x="8321" y="1623"/>
                    <a:pt x="7636" y="2085"/>
                  </a:cubicBezTo>
                  <a:cubicBezTo>
                    <a:pt x="7294" y="2323"/>
                    <a:pt x="6907" y="2472"/>
                    <a:pt x="6490" y="2546"/>
                  </a:cubicBezTo>
                  <a:cubicBezTo>
                    <a:pt x="6297" y="2576"/>
                    <a:pt x="6088" y="2576"/>
                    <a:pt x="5865" y="2576"/>
                  </a:cubicBezTo>
                  <a:cubicBezTo>
                    <a:pt x="5642" y="2576"/>
                    <a:pt x="5433" y="2591"/>
                    <a:pt x="5210" y="2591"/>
                  </a:cubicBezTo>
                  <a:cubicBezTo>
                    <a:pt x="4994" y="2598"/>
                    <a:pt x="4778" y="2602"/>
                    <a:pt x="4563" y="2602"/>
                  </a:cubicBezTo>
                  <a:cubicBezTo>
                    <a:pt x="4347" y="2602"/>
                    <a:pt x="4131" y="2598"/>
                    <a:pt x="3915" y="2591"/>
                  </a:cubicBezTo>
                  <a:cubicBezTo>
                    <a:pt x="3469" y="2576"/>
                    <a:pt x="3037" y="2531"/>
                    <a:pt x="2605" y="2501"/>
                  </a:cubicBezTo>
                  <a:cubicBezTo>
                    <a:pt x="2281" y="2485"/>
                    <a:pt x="1958" y="2476"/>
                    <a:pt x="1633" y="2476"/>
                  </a:cubicBezTo>
                  <a:cubicBezTo>
                    <a:pt x="1092" y="2476"/>
                    <a:pt x="549" y="2500"/>
                    <a:pt x="0" y="2546"/>
                  </a:cubicBezTo>
                  <a:lnTo>
                    <a:pt x="0" y="2576"/>
                  </a:lnTo>
                  <a:cubicBezTo>
                    <a:pt x="864" y="2680"/>
                    <a:pt x="1742" y="2725"/>
                    <a:pt x="2605" y="2725"/>
                  </a:cubicBezTo>
                  <a:cubicBezTo>
                    <a:pt x="3037" y="2710"/>
                    <a:pt x="3469" y="2680"/>
                    <a:pt x="3900" y="2680"/>
                  </a:cubicBezTo>
                  <a:cubicBezTo>
                    <a:pt x="4347" y="2680"/>
                    <a:pt x="4778" y="2710"/>
                    <a:pt x="5210" y="2740"/>
                  </a:cubicBezTo>
                  <a:cubicBezTo>
                    <a:pt x="5418" y="2755"/>
                    <a:pt x="5642" y="2769"/>
                    <a:pt x="5850" y="2784"/>
                  </a:cubicBezTo>
                  <a:cubicBezTo>
                    <a:pt x="5979" y="2793"/>
                    <a:pt x="6108" y="2801"/>
                    <a:pt x="6237" y="2801"/>
                  </a:cubicBezTo>
                  <a:cubicBezTo>
                    <a:pt x="6331" y="2801"/>
                    <a:pt x="6426" y="2797"/>
                    <a:pt x="6520" y="2784"/>
                  </a:cubicBezTo>
                  <a:cubicBezTo>
                    <a:pt x="6981" y="2740"/>
                    <a:pt x="7413" y="2576"/>
                    <a:pt x="7785" y="2308"/>
                  </a:cubicBezTo>
                  <a:cubicBezTo>
                    <a:pt x="8529" y="1787"/>
                    <a:pt x="8976" y="879"/>
                    <a:pt x="89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30"/>
            <p:cNvSpPr/>
            <p:nvPr/>
          </p:nvSpPr>
          <p:spPr>
            <a:xfrm rot="451316">
              <a:off x="5516812" y="3474563"/>
              <a:ext cx="357556" cy="78458"/>
            </a:xfrm>
            <a:custGeom>
              <a:rect b="b" l="l" r="r" t="t"/>
              <a:pathLst>
                <a:path extrusionOk="0" h="1344" w="6833">
                  <a:moveTo>
                    <a:pt x="4686" y="0"/>
                  </a:moveTo>
                  <a:cubicBezTo>
                    <a:pt x="4637" y="0"/>
                    <a:pt x="4589" y="1"/>
                    <a:pt x="4540" y="4"/>
                  </a:cubicBezTo>
                  <a:lnTo>
                    <a:pt x="3632" y="48"/>
                  </a:lnTo>
                  <a:cubicBezTo>
                    <a:pt x="2412" y="138"/>
                    <a:pt x="1206" y="242"/>
                    <a:pt x="0" y="420"/>
                  </a:cubicBezTo>
                  <a:cubicBezTo>
                    <a:pt x="155" y="422"/>
                    <a:pt x="310" y="423"/>
                    <a:pt x="465" y="423"/>
                  </a:cubicBezTo>
                  <a:cubicBezTo>
                    <a:pt x="1528" y="423"/>
                    <a:pt x="2582" y="379"/>
                    <a:pt x="3647" y="301"/>
                  </a:cubicBezTo>
                  <a:lnTo>
                    <a:pt x="4555" y="242"/>
                  </a:lnTo>
                  <a:cubicBezTo>
                    <a:pt x="4626" y="234"/>
                    <a:pt x="4698" y="231"/>
                    <a:pt x="4770" y="231"/>
                  </a:cubicBezTo>
                  <a:cubicBezTo>
                    <a:pt x="4986" y="231"/>
                    <a:pt x="5206" y="264"/>
                    <a:pt x="5419" y="331"/>
                  </a:cubicBezTo>
                  <a:cubicBezTo>
                    <a:pt x="5969" y="480"/>
                    <a:pt x="6475" y="852"/>
                    <a:pt x="6833" y="1343"/>
                  </a:cubicBezTo>
                  <a:cubicBezTo>
                    <a:pt x="6565" y="793"/>
                    <a:pt x="6073" y="346"/>
                    <a:pt x="5478" y="138"/>
                  </a:cubicBezTo>
                  <a:cubicBezTo>
                    <a:pt x="5226" y="37"/>
                    <a:pt x="4953" y="0"/>
                    <a:pt x="4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30"/>
            <p:cNvSpPr/>
            <p:nvPr/>
          </p:nvSpPr>
          <p:spPr>
            <a:xfrm>
              <a:off x="5556294" y="3696143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231" name="Google Shape;1231;p30"/>
            <p:cNvSpPr/>
            <p:nvPr/>
          </p:nvSpPr>
          <p:spPr>
            <a:xfrm>
              <a:off x="5482647" y="3726071"/>
              <a:ext cx="383129" cy="7455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232" name="Google Shape;1232;p30"/>
            <p:cNvSpPr/>
            <p:nvPr/>
          </p:nvSpPr>
          <p:spPr>
            <a:xfrm>
              <a:off x="5482647" y="3538795"/>
              <a:ext cx="383129" cy="7455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233" name="Google Shape;1233;p30"/>
            <p:cNvSpPr/>
            <p:nvPr/>
          </p:nvSpPr>
          <p:spPr>
            <a:xfrm>
              <a:off x="5556294" y="3632424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234" name="Google Shape;1234;p30"/>
            <p:cNvSpPr/>
            <p:nvPr/>
          </p:nvSpPr>
          <p:spPr>
            <a:xfrm>
              <a:off x="5556294" y="3600568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235" name="Google Shape;1235;p30"/>
            <p:cNvSpPr/>
            <p:nvPr/>
          </p:nvSpPr>
          <p:spPr>
            <a:xfrm>
              <a:off x="5556294" y="3937480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236" name="Google Shape;1236;p30"/>
            <p:cNvSpPr/>
            <p:nvPr/>
          </p:nvSpPr>
          <p:spPr>
            <a:xfrm>
              <a:off x="3293644" y="3571861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237" name="Google Shape;1237;p30"/>
            <p:cNvSpPr/>
            <p:nvPr/>
          </p:nvSpPr>
          <p:spPr>
            <a:xfrm rot="-5669091">
              <a:off x="3130754" y="3617521"/>
              <a:ext cx="598271" cy="290204"/>
            </a:xfrm>
            <a:custGeom>
              <a:rect b="b" l="l" r="r" t="t"/>
              <a:pathLst>
                <a:path extrusionOk="0" h="6455" w="12817">
                  <a:moveTo>
                    <a:pt x="1961" y="1"/>
                  </a:moveTo>
                  <a:cubicBezTo>
                    <a:pt x="1823" y="1"/>
                    <a:pt x="1675" y="11"/>
                    <a:pt x="1534" y="39"/>
                  </a:cubicBezTo>
                  <a:cubicBezTo>
                    <a:pt x="1311" y="84"/>
                    <a:pt x="1102" y="173"/>
                    <a:pt x="924" y="292"/>
                  </a:cubicBezTo>
                  <a:cubicBezTo>
                    <a:pt x="551" y="545"/>
                    <a:pt x="284" y="932"/>
                    <a:pt x="135" y="1349"/>
                  </a:cubicBezTo>
                  <a:cubicBezTo>
                    <a:pt x="75" y="1543"/>
                    <a:pt x="31" y="1766"/>
                    <a:pt x="16" y="1989"/>
                  </a:cubicBezTo>
                  <a:lnTo>
                    <a:pt x="1" y="2614"/>
                  </a:lnTo>
                  <a:cubicBezTo>
                    <a:pt x="1" y="3031"/>
                    <a:pt x="1" y="3448"/>
                    <a:pt x="1" y="3880"/>
                  </a:cubicBezTo>
                  <a:lnTo>
                    <a:pt x="31" y="3880"/>
                  </a:lnTo>
                  <a:cubicBezTo>
                    <a:pt x="75" y="3463"/>
                    <a:pt x="105" y="3046"/>
                    <a:pt x="150" y="2629"/>
                  </a:cubicBezTo>
                  <a:lnTo>
                    <a:pt x="194" y="1989"/>
                  </a:lnTo>
                  <a:cubicBezTo>
                    <a:pt x="209" y="1796"/>
                    <a:pt x="269" y="1602"/>
                    <a:pt x="328" y="1409"/>
                  </a:cubicBezTo>
                  <a:cubicBezTo>
                    <a:pt x="462" y="1037"/>
                    <a:pt x="715" y="709"/>
                    <a:pt x="1043" y="486"/>
                  </a:cubicBezTo>
                  <a:cubicBezTo>
                    <a:pt x="1206" y="382"/>
                    <a:pt x="1400" y="307"/>
                    <a:pt x="1579" y="263"/>
                  </a:cubicBezTo>
                  <a:cubicBezTo>
                    <a:pt x="1701" y="234"/>
                    <a:pt x="1824" y="224"/>
                    <a:pt x="1950" y="224"/>
                  </a:cubicBezTo>
                  <a:cubicBezTo>
                    <a:pt x="2023" y="224"/>
                    <a:pt x="2098" y="227"/>
                    <a:pt x="2174" y="233"/>
                  </a:cubicBezTo>
                  <a:cubicBezTo>
                    <a:pt x="3022" y="263"/>
                    <a:pt x="3856" y="277"/>
                    <a:pt x="4689" y="307"/>
                  </a:cubicBezTo>
                  <a:cubicBezTo>
                    <a:pt x="5538" y="352"/>
                    <a:pt x="6371" y="411"/>
                    <a:pt x="7205" y="486"/>
                  </a:cubicBezTo>
                  <a:cubicBezTo>
                    <a:pt x="8039" y="560"/>
                    <a:pt x="8887" y="620"/>
                    <a:pt x="9721" y="679"/>
                  </a:cubicBezTo>
                  <a:lnTo>
                    <a:pt x="10033" y="694"/>
                  </a:lnTo>
                  <a:cubicBezTo>
                    <a:pt x="10122" y="709"/>
                    <a:pt x="10227" y="724"/>
                    <a:pt x="10331" y="739"/>
                  </a:cubicBezTo>
                  <a:cubicBezTo>
                    <a:pt x="10524" y="783"/>
                    <a:pt x="10703" y="843"/>
                    <a:pt x="10882" y="932"/>
                  </a:cubicBezTo>
                  <a:cubicBezTo>
                    <a:pt x="11239" y="1111"/>
                    <a:pt x="11566" y="1364"/>
                    <a:pt x="11819" y="1677"/>
                  </a:cubicBezTo>
                  <a:cubicBezTo>
                    <a:pt x="12325" y="2302"/>
                    <a:pt x="12564" y="3120"/>
                    <a:pt x="12534" y="3939"/>
                  </a:cubicBezTo>
                  <a:cubicBezTo>
                    <a:pt x="12519" y="4773"/>
                    <a:pt x="12504" y="5621"/>
                    <a:pt x="12504" y="6455"/>
                  </a:cubicBezTo>
                  <a:lnTo>
                    <a:pt x="12534" y="6455"/>
                  </a:lnTo>
                  <a:cubicBezTo>
                    <a:pt x="12623" y="5621"/>
                    <a:pt x="12683" y="4788"/>
                    <a:pt x="12742" y="3939"/>
                  </a:cubicBezTo>
                  <a:cubicBezTo>
                    <a:pt x="12817" y="3091"/>
                    <a:pt x="12578" y="2183"/>
                    <a:pt x="12028" y="1498"/>
                  </a:cubicBezTo>
                  <a:cubicBezTo>
                    <a:pt x="11760" y="1156"/>
                    <a:pt x="11403" y="873"/>
                    <a:pt x="11001" y="694"/>
                  </a:cubicBezTo>
                  <a:cubicBezTo>
                    <a:pt x="10807" y="590"/>
                    <a:pt x="10584" y="530"/>
                    <a:pt x="10375" y="486"/>
                  </a:cubicBezTo>
                  <a:cubicBezTo>
                    <a:pt x="10271" y="456"/>
                    <a:pt x="10152" y="456"/>
                    <a:pt x="10048" y="441"/>
                  </a:cubicBezTo>
                  <a:lnTo>
                    <a:pt x="9735" y="426"/>
                  </a:lnTo>
                  <a:cubicBezTo>
                    <a:pt x="8887" y="396"/>
                    <a:pt x="8053" y="367"/>
                    <a:pt x="7220" y="337"/>
                  </a:cubicBezTo>
                  <a:cubicBezTo>
                    <a:pt x="6371" y="307"/>
                    <a:pt x="5538" y="277"/>
                    <a:pt x="4704" y="218"/>
                  </a:cubicBezTo>
                  <a:cubicBezTo>
                    <a:pt x="3871" y="173"/>
                    <a:pt x="3022" y="84"/>
                    <a:pt x="2189" y="9"/>
                  </a:cubicBezTo>
                  <a:cubicBezTo>
                    <a:pt x="2118" y="4"/>
                    <a:pt x="2041" y="1"/>
                    <a:pt x="19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30"/>
            <p:cNvSpPr/>
            <p:nvPr/>
          </p:nvSpPr>
          <p:spPr>
            <a:xfrm>
              <a:off x="3293644" y="3548845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239" name="Google Shape;1239;p30"/>
            <p:cNvSpPr/>
            <p:nvPr/>
          </p:nvSpPr>
          <p:spPr>
            <a:xfrm>
              <a:off x="3293644" y="3696143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240" name="Google Shape;1240;p30"/>
            <p:cNvSpPr/>
            <p:nvPr/>
          </p:nvSpPr>
          <p:spPr>
            <a:xfrm>
              <a:off x="3293643" y="3726071"/>
              <a:ext cx="383129" cy="7455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241" name="Google Shape;1241;p30"/>
            <p:cNvSpPr/>
            <p:nvPr/>
          </p:nvSpPr>
          <p:spPr>
            <a:xfrm>
              <a:off x="3293643" y="3756008"/>
              <a:ext cx="383129" cy="7455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242" name="Google Shape;1242;p30"/>
            <p:cNvSpPr/>
            <p:nvPr/>
          </p:nvSpPr>
          <p:spPr>
            <a:xfrm>
              <a:off x="3293644" y="3785940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243" name="Google Shape;1243;p30"/>
            <p:cNvSpPr/>
            <p:nvPr/>
          </p:nvSpPr>
          <p:spPr>
            <a:xfrm>
              <a:off x="3308698" y="3953958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pic>
          <p:nvPicPr>
            <p:cNvPr id="1244" name="Google Shape;1244;p30"/>
            <p:cNvPicPr preferRelativeResize="0"/>
            <p:nvPr/>
          </p:nvPicPr>
          <p:blipFill rotWithShape="1">
            <a:blip r:embed="rId3">
              <a:alphaModFix amt="35000"/>
            </a:blip>
            <a:srcRect b="8896" l="18257" r="14795" t="60755"/>
            <a:stretch/>
          </p:blipFill>
          <p:spPr>
            <a:xfrm>
              <a:off x="3243785" y="3409948"/>
              <a:ext cx="2685600" cy="732900"/>
            </a:xfrm>
            <a:prstGeom prst="roundRect">
              <a:avLst>
                <a:gd fmla="val 31255" name="adj"/>
              </a:avLst>
            </a:prstGeom>
            <a:noFill/>
            <a:ln>
              <a:noFill/>
            </a:ln>
          </p:spPr>
        </p:pic>
      </p:grpSp>
      <p:grpSp>
        <p:nvGrpSpPr>
          <p:cNvPr id="1245" name="Google Shape;1245;p30"/>
          <p:cNvGrpSpPr/>
          <p:nvPr/>
        </p:nvGrpSpPr>
        <p:grpSpPr>
          <a:xfrm flipH="1" rot="10800000">
            <a:off x="972354" y="1756250"/>
            <a:ext cx="4894216" cy="1560900"/>
            <a:chOff x="1727221" y="1543500"/>
            <a:chExt cx="5718210" cy="1560900"/>
          </a:xfrm>
        </p:grpSpPr>
        <p:grpSp>
          <p:nvGrpSpPr>
            <p:cNvPr id="1246" name="Google Shape;1246;p30"/>
            <p:cNvGrpSpPr/>
            <p:nvPr/>
          </p:nvGrpSpPr>
          <p:grpSpPr>
            <a:xfrm>
              <a:off x="1727221" y="1543500"/>
              <a:ext cx="5718210" cy="1560900"/>
              <a:chOff x="1525600" y="1289175"/>
              <a:chExt cx="6121625" cy="1560900"/>
            </a:xfrm>
          </p:grpSpPr>
          <p:grpSp>
            <p:nvGrpSpPr>
              <p:cNvPr id="1247" name="Google Shape;1247;p30"/>
              <p:cNvGrpSpPr/>
              <p:nvPr/>
            </p:nvGrpSpPr>
            <p:grpSpPr>
              <a:xfrm>
                <a:off x="1525600" y="1289175"/>
                <a:ext cx="6121625" cy="1560900"/>
                <a:chOff x="1525600" y="1289175"/>
                <a:chExt cx="6121625" cy="1560900"/>
              </a:xfrm>
            </p:grpSpPr>
            <p:sp>
              <p:nvSpPr>
                <p:cNvPr id="1248" name="Google Shape;1248;p30"/>
                <p:cNvSpPr/>
                <p:nvPr/>
              </p:nvSpPr>
              <p:spPr>
                <a:xfrm>
                  <a:off x="1525725" y="1289175"/>
                  <a:ext cx="6121500" cy="1560900"/>
                </a:xfrm>
                <a:prstGeom prst="roundRect">
                  <a:avLst>
                    <a:gd fmla="val 28107" name="adj"/>
                  </a:avLst>
                </a:prstGeom>
                <a:solidFill>
                  <a:schemeClr val="accent1"/>
                </a:solidFill>
                <a:ln cap="flat" cmpd="sng" w="762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1249" name="Google Shape;1249;p30"/>
                <p:cNvPicPr preferRelativeResize="0"/>
                <p:nvPr/>
              </p:nvPicPr>
              <p:blipFill rotWithShape="1">
                <a:blip r:embed="rId3">
                  <a:alphaModFix amt="35000"/>
                </a:blip>
                <a:srcRect b="8896" l="18257" r="14795" t="60755"/>
                <a:stretch/>
              </p:blipFill>
              <p:spPr>
                <a:xfrm>
                  <a:off x="1525600" y="1289175"/>
                  <a:ext cx="6121500" cy="1560900"/>
                </a:xfrm>
                <a:prstGeom prst="roundRect">
                  <a:avLst>
                    <a:gd fmla="val 29800" name="adj"/>
                  </a:avLst>
                </a:prstGeom>
                <a:noFill/>
                <a:ln>
                  <a:noFill/>
                </a:ln>
              </p:spPr>
            </p:pic>
            <p:pic>
              <p:nvPicPr>
                <p:cNvPr id="1250" name="Google Shape;1250;p30"/>
                <p:cNvPicPr preferRelativeResize="0"/>
                <p:nvPr/>
              </p:nvPicPr>
              <p:blipFill rotWithShape="1">
                <a:blip r:embed="rId4">
                  <a:alphaModFix amt="17000"/>
                </a:blip>
                <a:srcRect b="18806" l="19601" r="13456" t="50847"/>
                <a:stretch/>
              </p:blipFill>
              <p:spPr>
                <a:xfrm>
                  <a:off x="1525725" y="1289175"/>
                  <a:ext cx="6121500" cy="1560900"/>
                </a:xfrm>
                <a:prstGeom prst="roundRect">
                  <a:avLst>
                    <a:gd fmla="val 29230" name="adj"/>
                  </a:avLst>
                </a:prstGeom>
                <a:noFill/>
                <a:ln>
                  <a:noFill/>
                </a:ln>
              </p:spPr>
            </p:pic>
            <p:sp>
              <p:nvSpPr>
                <p:cNvPr id="1251" name="Google Shape;1251;p30"/>
                <p:cNvSpPr/>
                <p:nvPr/>
              </p:nvSpPr>
              <p:spPr>
                <a:xfrm rot="-261490">
                  <a:off x="6596127" y="2418700"/>
                  <a:ext cx="939047" cy="306100"/>
                </a:xfrm>
                <a:custGeom>
                  <a:rect b="b" l="l" r="r" t="t"/>
                  <a:pathLst>
                    <a:path extrusionOk="0" h="2802" w="8976">
                      <a:moveTo>
                        <a:pt x="8931" y="1"/>
                      </a:moveTo>
                      <a:cubicBezTo>
                        <a:pt x="8782" y="849"/>
                        <a:pt x="8321" y="1623"/>
                        <a:pt x="7636" y="2085"/>
                      </a:cubicBezTo>
                      <a:cubicBezTo>
                        <a:pt x="7294" y="2323"/>
                        <a:pt x="6907" y="2472"/>
                        <a:pt x="6490" y="2546"/>
                      </a:cubicBezTo>
                      <a:cubicBezTo>
                        <a:pt x="6297" y="2576"/>
                        <a:pt x="6088" y="2576"/>
                        <a:pt x="5865" y="2576"/>
                      </a:cubicBezTo>
                      <a:cubicBezTo>
                        <a:pt x="5642" y="2576"/>
                        <a:pt x="5433" y="2591"/>
                        <a:pt x="5210" y="2591"/>
                      </a:cubicBezTo>
                      <a:cubicBezTo>
                        <a:pt x="4994" y="2598"/>
                        <a:pt x="4778" y="2602"/>
                        <a:pt x="4563" y="2602"/>
                      </a:cubicBezTo>
                      <a:cubicBezTo>
                        <a:pt x="4347" y="2602"/>
                        <a:pt x="4131" y="2598"/>
                        <a:pt x="3915" y="2591"/>
                      </a:cubicBezTo>
                      <a:cubicBezTo>
                        <a:pt x="3469" y="2576"/>
                        <a:pt x="3037" y="2531"/>
                        <a:pt x="2605" y="2501"/>
                      </a:cubicBezTo>
                      <a:cubicBezTo>
                        <a:pt x="2281" y="2485"/>
                        <a:pt x="1958" y="2476"/>
                        <a:pt x="1633" y="2476"/>
                      </a:cubicBezTo>
                      <a:cubicBezTo>
                        <a:pt x="1092" y="2476"/>
                        <a:pt x="549" y="2500"/>
                        <a:pt x="0" y="2546"/>
                      </a:cubicBezTo>
                      <a:lnTo>
                        <a:pt x="0" y="2576"/>
                      </a:lnTo>
                      <a:cubicBezTo>
                        <a:pt x="864" y="2680"/>
                        <a:pt x="1742" y="2725"/>
                        <a:pt x="2605" y="2725"/>
                      </a:cubicBezTo>
                      <a:cubicBezTo>
                        <a:pt x="3037" y="2710"/>
                        <a:pt x="3469" y="2680"/>
                        <a:pt x="3900" y="2680"/>
                      </a:cubicBezTo>
                      <a:cubicBezTo>
                        <a:pt x="4347" y="2680"/>
                        <a:pt x="4778" y="2710"/>
                        <a:pt x="5210" y="2740"/>
                      </a:cubicBezTo>
                      <a:cubicBezTo>
                        <a:pt x="5418" y="2755"/>
                        <a:pt x="5642" y="2769"/>
                        <a:pt x="5850" y="2784"/>
                      </a:cubicBezTo>
                      <a:cubicBezTo>
                        <a:pt x="5979" y="2793"/>
                        <a:pt x="6108" y="2801"/>
                        <a:pt x="6237" y="2801"/>
                      </a:cubicBezTo>
                      <a:cubicBezTo>
                        <a:pt x="6331" y="2801"/>
                        <a:pt x="6426" y="2797"/>
                        <a:pt x="6520" y="2784"/>
                      </a:cubicBezTo>
                      <a:cubicBezTo>
                        <a:pt x="6981" y="2740"/>
                        <a:pt x="7413" y="2576"/>
                        <a:pt x="7785" y="2308"/>
                      </a:cubicBezTo>
                      <a:cubicBezTo>
                        <a:pt x="8529" y="1787"/>
                        <a:pt x="8976" y="879"/>
                        <a:pt x="894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2" name="Google Shape;1252;p30"/>
                <p:cNvSpPr/>
                <p:nvPr/>
              </p:nvSpPr>
              <p:spPr>
                <a:xfrm rot="421936">
                  <a:off x="6707323" y="1426692"/>
                  <a:ext cx="814161" cy="167232"/>
                </a:xfrm>
                <a:custGeom>
                  <a:rect b="b" l="l" r="r" t="t"/>
                  <a:pathLst>
                    <a:path extrusionOk="0" h="1344" w="6833">
                      <a:moveTo>
                        <a:pt x="4686" y="0"/>
                      </a:moveTo>
                      <a:cubicBezTo>
                        <a:pt x="4637" y="0"/>
                        <a:pt x="4589" y="1"/>
                        <a:pt x="4540" y="4"/>
                      </a:cubicBezTo>
                      <a:lnTo>
                        <a:pt x="3632" y="48"/>
                      </a:lnTo>
                      <a:cubicBezTo>
                        <a:pt x="2412" y="138"/>
                        <a:pt x="1206" y="242"/>
                        <a:pt x="0" y="420"/>
                      </a:cubicBezTo>
                      <a:cubicBezTo>
                        <a:pt x="155" y="422"/>
                        <a:pt x="310" y="423"/>
                        <a:pt x="465" y="423"/>
                      </a:cubicBezTo>
                      <a:cubicBezTo>
                        <a:pt x="1528" y="423"/>
                        <a:pt x="2582" y="379"/>
                        <a:pt x="3647" y="301"/>
                      </a:cubicBezTo>
                      <a:lnTo>
                        <a:pt x="4555" y="242"/>
                      </a:lnTo>
                      <a:cubicBezTo>
                        <a:pt x="4626" y="234"/>
                        <a:pt x="4698" y="231"/>
                        <a:pt x="4770" y="231"/>
                      </a:cubicBezTo>
                      <a:cubicBezTo>
                        <a:pt x="4986" y="231"/>
                        <a:pt x="5206" y="264"/>
                        <a:pt x="5419" y="331"/>
                      </a:cubicBezTo>
                      <a:cubicBezTo>
                        <a:pt x="5969" y="480"/>
                        <a:pt x="6475" y="852"/>
                        <a:pt x="6833" y="1343"/>
                      </a:cubicBezTo>
                      <a:cubicBezTo>
                        <a:pt x="6565" y="793"/>
                        <a:pt x="6073" y="346"/>
                        <a:pt x="5478" y="138"/>
                      </a:cubicBezTo>
                      <a:cubicBezTo>
                        <a:pt x="5226" y="37"/>
                        <a:pt x="4953" y="0"/>
                        <a:pt x="468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3" name="Google Shape;1253;p30"/>
                <p:cNvSpPr/>
                <p:nvPr/>
              </p:nvSpPr>
              <p:spPr>
                <a:xfrm>
                  <a:off x="6796876" y="1898619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254" name="Google Shape;1254;p30"/>
                <p:cNvSpPr/>
                <p:nvPr/>
              </p:nvSpPr>
              <p:spPr>
                <a:xfrm>
                  <a:off x="6629000" y="1962350"/>
                  <a:ext cx="873309" cy="15875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255" name="Google Shape;1255;p30"/>
                <p:cNvSpPr/>
                <p:nvPr/>
              </p:nvSpPr>
              <p:spPr>
                <a:xfrm>
                  <a:off x="6629000" y="1563550"/>
                  <a:ext cx="873309" cy="15875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256" name="Google Shape;1256;p30"/>
                <p:cNvSpPr/>
                <p:nvPr/>
              </p:nvSpPr>
              <p:spPr>
                <a:xfrm>
                  <a:off x="6796876" y="1762932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257" name="Google Shape;1257;p30"/>
                <p:cNvSpPr/>
                <p:nvPr/>
              </p:nvSpPr>
              <p:spPr>
                <a:xfrm>
                  <a:off x="6796876" y="1695094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258" name="Google Shape;1258;p30"/>
                <p:cNvSpPr/>
                <p:nvPr/>
              </p:nvSpPr>
              <p:spPr>
                <a:xfrm>
                  <a:off x="6796876" y="2412540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1259" name="Google Shape;1259;p30"/>
              <p:cNvSpPr/>
              <p:nvPr/>
            </p:nvSpPr>
            <p:spPr>
              <a:xfrm>
                <a:off x="1639251" y="1633965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260" name="Google Shape;1260;p30"/>
              <p:cNvSpPr/>
              <p:nvPr/>
            </p:nvSpPr>
            <p:spPr>
              <a:xfrm rot="-5687871">
                <a:off x="1312547" y="1709608"/>
                <a:ext cx="1274567" cy="661164"/>
              </a:xfrm>
              <a:custGeom>
                <a:rect b="b" l="l" r="r" t="t"/>
                <a:pathLst>
                  <a:path extrusionOk="0" h="6455" w="12817">
                    <a:moveTo>
                      <a:pt x="1961" y="1"/>
                    </a:moveTo>
                    <a:cubicBezTo>
                      <a:pt x="1823" y="1"/>
                      <a:pt x="1675" y="11"/>
                      <a:pt x="1534" y="39"/>
                    </a:cubicBezTo>
                    <a:cubicBezTo>
                      <a:pt x="1311" y="84"/>
                      <a:pt x="1102" y="173"/>
                      <a:pt x="924" y="292"/>
                    </a:cubicBezTo>
                    <a:cubicBezTo>
                      <a:pt x="551" y="545"/>
                      <a:pt x="284" y="932"/>
                      <a:pt x="135" y="1349"/>
                    </a:cubicBezTo>
                    <a:cubicBezTo>
                      <a:pt x="75" y="1543"/>
                      <a:pt x="31" y="1766"/>
                      <a:pt x="16" y="1989"/>
                    </a:cubicBezTo>
                    <a:lnTo>
                      <a:pt x="1" y="2614"/>
                    </a:lnTo>
                    <a:cubicBezTo>
                      <a:pt x="1" y="3031"/>
                      <a:pt x="1" y="3448"/>
                      <a:pt x="1" y="3880"/>
                    </a:cubicBezTo>
                    <a:lnTo>
                      <a:pt x="31" y="3880"/>
                    </a:lnTo>
                    <a:cubicBezTo>
                      <a:pt x="75" y="3463"/>
                      <a:pt x="105" y="3046"/>
                      <a:pt x="150" y="2629"/>
                    </a:cubicBezTo>
                    <a:lnTo>
                      <a:pt x="194" y="1989"/>
                    </a:lnTo>
                    <a:cubicBezTo>
                      <a:pt x="209" y="1796"/>
                      <a:pt x="269" y="1602"/>
                      <a:pt x="328" y="1409"/>
                    </a:cubicBezTo>
                    <a:cubicBezTo>
                      <a:pt x="462" y="1037"/>
                      <a:pt x="715" y="709"/>
                      <a:pt x="1043" y="486"/>
                    </a:cubicBezTo>
                    <a:cubicBezTo>
                      <a:pt x="1206" y="382"/>
                      <a:pt x="1400" y="307"/>
                      <a:pt x="1579" y="263"/>
                    </a:cubicBezTo>
                    <a:cubicBezTo>
                      <a:pt x="1701" y="234"/>
                      <a:pt x="1824" y="224"/>
                      <a:pt x="1950" y="224"/>
                    </a:cubicBezTo>
                    <a:cubicBezTo>
                      <a:pt x="2023" y="224"/>
                      <a:pt x="2098" y="227"/>
                      <a:pt x="2174" y="233"/>
                    </a:cubicBezTo>
                    <a:cubicBezTo>
                      <a:pt x="3022" y="263"/>
                      <a:pt x="3856" y="277"/>
                      <a:pt x="4689" y="307"/>
                    </a:cubicBezTo>
                    <a:cubicBezTo>
                      <a:pt x="5538" y="352"/>
                      <a:pt x="6371" y="411"/>
                      <a:pt x="7205" y="486"/>
                    </a:cubicBezTo>
                    <a:cubicBezTo>
                      <a:pt x="8039" y="560"/>
                      <a:pt x="8887" y="620"/>
                      <a:pt x="9721" y="679"/>
                    </a:cubicBezTo>
                    <a:lnTo>
                      <a:pt x="10033" y="694"/>
                    </a:lnTo>
                    <a:cubicBezTo>
                      <a:pt x="10122" y="709"/>
                      <a:pt x="10227" y="724"/>
                      <a:pt x="10331" y="739"/>
                    </a:cubicBezTo>
                    <a:cubicBezTo>
                      <a:pt x="10524" y="783"/>
                      <a:pt x="10703" y="843"/>
                      <a:pt x="10882" y="932"/>
                    </a:cubicBezTo>
                    <a:cubicBezTo>
                      <a:pt x="11239" y="1111"/>
                      <a:pt x="11566" y="1364"/>
                      <a:pt x="11819" y="1677"/>
                    </a:cubicBezTo>
                    <a:cubicBezTo>
                      <a:pt x="12325" y="2302"/>
                      <a:pt x="12564" y="3120"/>
                      <a:pt x="12534" y="3939"/>
                    </a:cubicBezTo>
                    <a:cubicBezTo>
                      <a:pt x="12519" y="4773"/>
                      <a:pt x="12504" y="5621"/>
                      <a:pt x="12504" y="6455"/>
                    </a:cubicBezTo>
                    <a:lnTo>
                      <a:pt x="12534" y="6455"/>
                    </a:lnTo>
                    <a:cubicBezTo>
                      <a:pt x="12623" y="5621"/>
                      <a:pt x="12683" y="4788"/>
                      <a:pt x="12742" y="3939"/>
                    </a:cubicBezTo>
                    <a:cubicBezTo>
                      <a:pt x="12817" y="3091"/>
                      <a:pt x="12578" y="2183"/>
                      <a:pt x="12028" y="1498"/>
                    </a:cubicBezTo>
                    <a:cubicBezTo>
                      <a:pt x="11760" y="1156"/>
                      <a:pt x="11403" y="873"/>
                      <a:pt x="11001" y="694"/>
                    </a:cubicBezTo>
                    <a:cubicBezTo>
                      <a:pt x="10807" y="590"/>
                      <a:pt x="10584" y="530"/>
                      <a:pt x="10375" y="486"/>
                    </a:cubicBezTo>
                    <a:cubicBezTo>
                      <a:pt x="10271" y="456"/>
                      <a:pt x="10152" y="456"/>
                      <a:pt x="10048" y="441"/>
                    </a:cubicBezTo>
                    <a:lnTo>
                      <a:pt x="9735" y="426"/>
                    </a:lnTo>
                    <a:cubicBezTo>
                      <a:pt x="8887" y="396"/>
                      <a:pt x="8053" y="367"/>
                      <a:pt x="7220" y="337"/>
                    </a:cubicBezTo>
                    <a:cubicBezTo>
                      <a:pt x="6371" y="307"/>
                      <a:pt x="5538" y="277"/>
                      <a:pt x="4704" y="218"/>
                    </a:cubicBezTo>
                    <a:cubicBezTo>
                      <a:pt x="3871" y="173"/>
                      <a:pt x="3022" y="84"/>
                      <a:pt x="2189" y="9"/>
                    </a:cubicBezTo>
                    <a:cubicBezTo>
                      <a:pt x="2118" y="4"/>
                      <a:pt x="2041" y="1"/>
                      <a:pt x="196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1" name="Google Shape;1261;p30"/>
              <p:cNvSpPr/>
              <p:nvPr/>
            </p:nvSpPr>
            <p:spPr>
              <a:xfrm>
                <a:off x="1639251" y="1584951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262" name="Google Shape;1262;p30"/>
              <p:cNvSpPr/>
              <p:nvPr/>
            </p:nvSpPr>
            <p:spPr>
              <a:xfrm>
                <a:off x="1639251" y="1898619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263" name="Google Shape;1263;p30"/>
              <p:cNvSpPr/>
              <p:nvPr/>
            </p:nvSpPr>
            <p:spPr>
              <a:xfrm>
                <a:off x="1639250" y="1962350"/>
                <a:ext cx="873309" cy="15875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264" name="Google Shape;1264;p30"/>
              <p:cNvSpPr/>
              <p:nvPr/>
            </p:nvSpPr>
            <p:spPr>
              <a:xfrm>
                <a:off x="1639250" y="2026100"/>
                <a:ext cx="873309" cy="15875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265" name="Google Shape;1265;p30"/>
              <p:cNvSpPr/>
              <p:nvPr/>
            </p:nvSpPr>
            <p:spPr>
              <a:xfrm>
                <a:off x="1639251" y="2089838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266" name="Google Shape;1266;p30"/>
              <p:cNvSpPr/>
              <p:nvPr/>
            </p:nvSpPr>
            <p:spPr>
              <a:xfrm>
                <a:off x="1673565" y="2447629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267" name="Google Shape;1267;p30"/>
            <p:cNvSpPr/>
            <p:nvPr/>
          </p:nvSpPr>
          <p:spPr>
            <a:xfrm>
              <a:off x="1727338" y="1543500"/>
              <a:ext cx="5718000" cy="1560900"/>
            </a:xfrm>
            <a:prstGeom prst="roundRect">
              <a:avLst>
                <a:gd fmla="val 28107" name="adj"/>
              </a:avLst>
            </a:prstGeom>
            <a:noFill/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8" name="Google Shape;1268;p30"/>
          <p:cNvSpPr txBox="1"/>
          <p:nvPr>
            <p:ph type="title"/>
          </p:nvPr>
        </p:nvSpPr>
        <p:spPr>
          <a:xfrm>
            <a:off x="2150762" y="762975"/>
            <a:ext cx="2537400" cy="99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269" name="Google Shape;1269;p30"/>
          <p:cNvSpPr txBox="1"/>
          <p:nvPr>
            <p:ph idx="2" type="title"/>
          </p:nvPr>
        </p:nvSpPr>
        <p:spPr>
          <a:xfrm>
            <a:off x="2115650" y="3518646"/>
            <a:ext cx="26076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environment around people shaping their view</a:t>
            </a:r>
            <a:endParaRPr/>
          </a:p>
        </p:txBody>
      </p:sp>
      <p:sp>
        <p:nvSpPr>
          <p:cNvPr id="1270" name="Google Shape;1270;p30"/>
          <p:cNvSpPr txBox="1"/>
          <p:nvPr>
            <p:ph idx="3" type="title"/>
          </p:nvPr>
        </p:nvSpPr>
        <p:spPr>
          <a:xfrm>
            <a:off x="1284512" y="1912041"/>
            <a:ext cx="4269900" cy="13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Ecology</a:t>
            </a:r>
            <a:endParaRPr/>
          </a:p>
        </p:txBody>
      </p:sp>
      <p:grpSp>
        <p:nvGrpSpPr>
          <p:cNvPr id="1271" name="Google Shape;1271;p30"/>
          <p:cNvGrpSpPr/>
          <p:nvPr/>
        </p:nvGrpSpPr>
        <p:grpSpPr>
          <a:xfrm>
            <a:off x="5234850" y="71375"/>
            <a:ext cx="3567235" cy="5683860"/>
            <a:chOff x="5234850" y="71375"/>
            <a:chExt cx="3567235" cy="5683860"/>
          </a:xfrm>
        </p:grpSpPr>
        <p:grpSp>
          <p:nvGrpSpPr>
            <p:cNvPr id="1272" name="Google Shape;1272;p30"/>
            <p:cNvGrpSpPr/>
            <p:nvPr/>
          </p:nvGrpSpPr>
          <p:grpSpPr>
            <a:xfrm>
              <a:off x="5339272" y="318790"/>
              <a:ext cx="3462813" cy="5436445"/>
              <a:chOff x="5112550" y="-494325"/>
              <a:chExt cx="3462813" cy="5436445"/>
            </a:xfrm>
          </p:grpSpPr>
          <p:sp>
            <p:nvSpPr>
              <p:cNvPr id="1273" name="Google Shape;1273;p30"/>
              <p:cNvSpPr/>
              <p:nvPr/>
            </p:nvSpPr>
            <p:spPr>
              <a:xfrm>
                <a:off x="5669188" y="-379996"/>
                <a:ext cx="2350539" cy="5307544"/>
              </a:xfrm>
              <a:custGeom>
                <a:rect b="b" l="l" r="r" t="t"/>
                <a:pathLst>
                  <a:path extrusionOk="0" h="89135" w="39475">
                    <a:moveTo>
                      <a:pt x="21935" y="51897"/>
                    </a:moveTo>
                    <a:lnTo>
                      <a:pt x="21935" y="51897"/>
                    </a:lnTo>
                    <a:cubicBezTo>
                      <a:pt x="22076" y="52153"/>
                      <a:pt x="22229" y="52404"/>
                      <a:pt x="22386" y="52655"/>
                    </a:cubicBezTo>
                    <a:cubicBezTo>
                      <a:pt x="22329" y="52617"/>
                      <a:pt x="22267" y="52611"/>
                      <a:pt x="22207" y="52611"/>
                    </a:cubicBezTo>
                    <a:cubicBezTo>
                      <a:pt x="22180" y="52611"/>
                      <a:pt x="22154" y="52612"/>
                      <a:pt x="22128" y="52612"/>
                    </a:cubicBezTo>
                    <a:cubicBezTo>
                      <a:pt x="22082" y="52612"/>
                      <a:pt x="22039" y="52608"/>
                      <a:pt x="22005" y="52584"/>
                    </a:cubicBezTo>
                    <a:cubicBezTo>
                      <a:pt x="22310" y="52573"/>
                      <a:pt x="22146" y="52366"/>
                      <a:pt x="22097" y="52252"/>
                    </a:cubicBezTo>
                    <a:cubicBezTo>
                      <a:pt x="22044" y="52133"/>
                      <a:pt x="21990" y="52014"/>
                      <a:pt x="21935" y="51897"/>
                    </a:cubicBezTo>
                    <a:close/>
                    <a:moveTo>
                      <a:pt x="5243" y="85542"/>
                    </a:moveTo>
                    <a:lnTo>
                      <a:pt x="5243" y="85542"/>
                    </a:lnTo>
                    <a:cubicBezTo>
                      <a:pt x="5239" y="85623"/>
                      <a:pt x="5228" y="85709"/>
                      <a:pt x="5232" y="85792"/>
                    </a:cubicBezTo>
                    <a:lnTo>
                      <a:pt x="5232" y="85792"/>
                    </a:lnTo>
                    <a:cubicBezTo>
                      <a:pt x="5216" y="85705"/>
                      <a:pt x="5207" y="85619"/>
                      <a:pt x="5243" y="85542"/>
                    </a:cubicBezTo>
                    <a:close/>
                    <a:moveTo>
                      <a:pt x="21625" y="0"/>
                    </a:moveTo>
                    <a:cubicBezTo>
                      <a:pt x="21548" y="0"/>
                      <a:pt x="21482" y="82"/>
                      <a:pt x="21422" y="137"/>
                    </a:cubicBezTo>
                    <a:cubicBezTo>
                      <a:pt x="21194" y="360"/>
                      <a:pt x="20960" y="572"/>
                      <a:pt x="20780" y="839"/>
                    </a:cubicBezTo>
                    <a:cubicBezTo>
                      <a:pt x="20530" y="1220"/>
                      <a:pt x="20197" y="1525"/>
                      <a:pt x="19795" y="1737"/>
                    </a:cubicBezTo>
                    <a:cubicBezTo>
                      <a:pt x="19468" y="1906"/>
                      <a:pt x="19185" y="2140"/>
                      <a:pt x="18913" y="2380"/>
                    </a:cubicBezTo>
                    <a:cubicBezTo>
                      <a:pt x="18651" y="2603"/>
                      <a:pt x="18379" y="2815"/>
                      <a:pt x="18074" y="2968"/>
                    </a:cubicBezTo>
                    <a:cubicBezTo>
                      <a:pt x="16828" y="3577"/>
                      <a:pt x="15744" y="4427"/>
                      <a:pt x="14639" y="5254"/>
                    </a:cubicBezTo>
                    <a:cubicBezTo>
                      <a:pt x="14449" y="5396"/>
                      <a:pt x="14285" y="5559"/>
                      <a:pt x="14133" y="5744"/>
                    </a:cubicBezTo>
                    <a:cubicBezTo>
                      <a:pt x="13431" y="6599"/>
                      <a:pt x="12679" y="7415"/>
                      <a:pt x="12124" y="8384"/>
                    </a:cubicBezTo>
                    <a:cubicBezTo>
                      <a:pt x="12080" y="8466"/>
                      <a:pt x="12015" y="8537"/>
                      <a:pt x="11955" y="8608"/>
                    </a:cubicBezTo>
                    <a:cubicBezTo>
                      <a:pt x="11057" y="9609"/>
                      <a:pt x="10366" y="10774"/>
                      <a:pt x="9397" y="11716"/>
                    </a:cubicBezTo>
                    <a:cubicBezTo>
                      <a:pt x="8711" y="12380"/>
                      <a:pt x="8085" y="13104"/>
                      <a:pt x="7404" y="13774"/>
                    </a:cubicBezTo>
                    <a:cubicBezTo>
                      <a:pt x="6979" y="14193"/>
                      <a:pt x="6500" y="14563"/>
                      <a:pt x="6049" y="14955"/>
                    </a:cubicBezTo>
                    <a:cubicBezTo>
                      <a:pt x="4611" y="16191"/>
                      <a:pt x="3076" y="17307"/>
                      <a:pt x="1661" y="18575"/>
                    </a:cubicBezTo>
                    <a:cubicBezTo>
                      <a:pt x="1427" y="18782"/>
                      <a:pt x="1225" y="19000"/>
                      <a:pt x="1116" y="19299"/>
                    </a:cubicBezTo>
                    <a:cubicBezTo>
                      <a:pt x="1046" y="19490"/>
                      <a:pt x="980" y="19691"/>
                      <a:pt x="909" y="19893"/>
                    </a:cubicBezTo>
                    <a:cubicBezTo>
                      <a:pt x="937" y="19697"/>
                      <a:pt x="1105" y="19534"/>
                      <a:pt x="969" y="19327"/>
                    </a:cubicBezTo>
                    <a:lnTo>
                      <a:pt x="969" y="19327"/>
                    </a:lnTo>
                    <a:cubicBezTo>
                      <a:pt x="779" y="19621"/>
                      <a:pt x="566" y="19904"/>
                      <a:pt x="485" y="20252"/>
                    </a:cubicBezTo>
                    <a:cubicBezTo>
                      <a:pt x="501" y="20459"/>
                      <a:pt x="409" y="20639"/>
                      <a:pt x="349" y="20829"/>
                    </a:cubicBezTo>
                    <a:cubicBezTo>
                      <a:pt x="0" y="21978"/>
                      <a:pt x="120" y="23050"/>
                      <a:pt x="839" y="24041"/>
                    </a:cubicBezTo>
                    <a:cubicBezTo>
                      <a:pt x="1427" y="24847"/>
                      <a:pt x="2009" y="25658"/>
                      <a:pt x="2690" y="26393"/>
                    </a:cubicBezTo>
                    <a:cubicBezTo>
                      <a:pt x="3087" y="26823"/>
                      <a:pt x="3517" y="27226"/>
                      <a:pt x="3800" y="27749"/>
                    </a:cubicBezTo>
                    <a:cubicBezTo>
                      <a:pt x="3985" y="27939"/>
                      <a:pt x="4176" y="28135"/>
                      <a:pt x="4361" y="28326"/>
                    </a:cubicBezTo>
                    <a:cubicBezTo>
                      <a:pt x="4481" y="28353"/>
                      <a:pt x="4557" y="28451"/>
                      <a:pt x="4639" y="28532"/>
                    </a:cubicBezTo>
                    <a:cubicBezTo>
                      <a:pt x="5379" y="29240"/>
                      <a:pt x="6152" y="29910"/>
                      <a:pt x="6941" y="30563"/>
                    </a:cubicBezTo>
                    <a:cubicBezTo>
                      <a:pt x="8057" y="31499"/>
                      <a:pt x="9048" y="32550"/>
                      <a:pt x="9843" y="33780"/>
                    </a:cubicBezTo>
                    <a:cubicBezTo>
                      <a:pt x="10148" y="34249"/>
                      <a:pt x="10355" y="34760"/>
                      <a:pt x="10485" y="35299"/>
                    </a:cubicBezTo>
                    <a:cubicBezTo>
                      <a:pt x="10510" y="35410"/>
                      <a:pt x="10510" y="35483"/>
                      <a:pt x="10433" y="35483"/>
                    </a:cubicBezTo>
                    <a:cubicBezTo>
                      <a:pt x="10407" y="35483"/>
                      <a:pt x="10372" y="35475"/>
                      <a:pt x="10328" y="35457"/>
                    </a:cubicBezTo>
                    <a:cubicBezTo>
                      <a:pt x="10306" y="35811"/>
                      <a:pt x="10213" y="36165"/>
                      <a:pt x="10235" y="36524"/>
                    </a:cubicBezTo>
                    <a:cubicBezTo>
                      <a:pt x="10311" y="36573"/>
                      <a:pt x="10279" y="36644"/>
                      <a:pt x="10268" y="36715"/>
                    </a:cubicBezTo>
                    <a:cubicBezTo>
                      <a:pt x="10208" y="37036"/>
                      <a:pt x="10093" y="37346"/>
                      <a:pt x="10061" y="37678"/>
                    </a:cubicBezTo>
                    <a:cubicBezTo>
                      <a:pt x="9936" y="38849"/>
                      <a:pt x="9691" y="39997"/>
                      <a:pt x="9342" y="41124"/>
                    </a:cubicBezTo>
                    <a:cubicBezTo>
                      <a:pt x="9173" y="41663"/>
                      <a:pt x="8939" y="42159"/>
                      <a:pt x="8618" y="42611"/>
                    </a:cubicBezTo>
                    <a:cubicBezTo>
                      <a:pt x="8308" y="43041"/>
                      <a:pt x="7976" y="43449"/>
                      <a:pt x="7638" y="43857"/>
                    </a:cubicBezTo>
                    <a:cubicBezTo>
                      <a:pt x="7181" y="44413"/>
                      <a:pt x="6724" y="44968"/>
                      <a:pt x="6533" y="45686"/>
                    </a:cubicBezTo>
                    <a:cubicBezTo>
                      <a:pt x="6381" y="46258"/>
                      <a:pt x="6266" y="46835"/>
                      <a:pt x="6359" y="47429"/>
                    </a:cubicBezTo>
                    <a:cubicBezTo>
                      <a:pt x="6375" y="47525"/>
                      <a:pt x="6417" y="47652"/>
                      <a:pt x="6250" y="47652"/>
                    </a:cubicBezTo>
                    <a:cubicBezTo>
                      <a:pt x="6246" y="47652"/>
                      <a:pt x="6243" y="47652"/>
                      <a:pt x="6239" y="47652"/>
                    </a:cubicBezTo>
                    <a:cubicBezTo>
                      <a:pt x="6207" y="47658"/>
                      <a:pt x="6177" y="47661"/>
                      <a:pt x="6149" y="47661"/>
                    </a:cubicBezTo>
                    <a:cubicBezTo>
                      <a:pt x="6027" y="47661"/>
                      <a:pt x="5937" y="47601"/>
                      <a:pt x="5880" y="47456"/>
                    </a:cubicBezTo>
                    <a:cubicBezTo>
                      <a:pt x="5755" y="47135"/>
                      <a:pt x="5629" y="46813"/>
                      <a:pt x="5613" y="46470"/>
                    </a:cubicBezTo>
                    <a:cubicBezTo>
                      <a:pt x="5531" y="44772"/>
                      <a:pt x="5744" y="43128"/>
                      <a:pt x="6549" y="41603"/>
                    </a:cubicBezTo>
                    <a:cubicBezTo>
                      <a:pt x="6669" y="41375"/>
                      <a:pt x="6718" y="41168"/>
                      <a:pt x="6587" y="40939"/>
                    </a:cubicBezTo>
                    <a:cubicBezTo>
                      <a:pt x="6125" y="40030"/>
                      <a:pt x="5510" y="39230"/>
                      <a:pt x="4845" y="38468"/>
                    </a:cubicBezTo>
                    <a:cubicBezTo>
                      <a:pt x="4696" y="38376"/>
                      <a:pt x="4628" y="38157"/>
                      <a:pt x="4429" y="38157"/>
                    </a:cubicBezTo>
                    <a:cubicBezTo>
                      <a:pt x="4403" y="38157"/>
                      <a:pt x="4375" y="38160"/>
                      <a:pt x="4345" y="38168"/>
                    </a:cubicBezTo>
                    <a:cubicBezTo>
                      <a:pt x="4192" y="38381"/>
                      <a:pt x="4116" y="38626"/>
                      <a:pt x="3958" y="38838"/>
                    </a:cubicBezTo>
                    <a:cubicBezTo>
                      <a:pt x="3397" y="39578"/>
                      <a:pt x="2695" y="40095"/>
                      <a:pt x="1791" y="40330"/>
                    </a:cubicBezTo>
                    <a:cubicBezTo>
                      <a:pt x="1465" y="40411"/>
                      <a:pt x="1127" y="40498"/>
                      <a:pt x="866" y="40738"/>
                    </a:cubicBezTo>
                    <a:cubicBezTo>
                      <a:pt x="822" y="40798"/>
                      <a:pt x="784" y="40858"/>
                      <a:pt x="833" y="40934"/>
                    </a:cubicBezTo>
                    <a:cubicBezTo>
                      <a:pt x="1612" y="41277"/>
                      <a:pt x="2319" y="41740"/>
                      <a:pt x="3043" y="42257"/>
                    </a:cubicBezTo>
                    <a:cubicBezTo>
                      <a:pt x="2948" y="42288"/>
                      <a:pt x="2859" y="42301"/>
                      <a:pt x="2775" y="42301"/>
                    </a:cubicBezTo>
                    <a:cubicBezTo>
                      <a:pt x="2540" y="42301"/>
                      <a:pt x="2344" y="42201"/>
                      <a:pt x="2140" y="42137"/>
                    </a:cubicBezTo>
                    <a:cubicBezTo>
                      <a:pt x="1866" y="42054"/>
                      <a:pt x="1599" y="41908"/>
                      <a:pt x="1309" y="41908"/>
                    </a:cubicBezTo>
                    <a:cubicBezTo>
                      <a:pt x="1218" y="41908"/>
                      <a:pt x="1125" y="41922"/>
                      <a:pt x="1029" y="41957"/>
                    </a:cubicBezTo>
                    <a:cubicBezTo>
                      <a:pt x="915" y="42317"/>
                      <a:pt x="1105" y="42578"/>
                      <a:pt x="1329" y="42823"/>
                    </a:cubicBezTo>
                    <a:cubicBezTo>
                      <a:pt x="1546" y="42872"/>
                      <a:pt x="1470" y="43182"/>
                      <a:pt x="1682" y="43237"/>
                    </a:cubicBezTo>
                    <a:cubicBezTo>
                      <a:pt x="1819" y="43013"/>
                      <a:pt x="1639" y="42866"/>
                      <a:pt x="1568" y="42714"/>
                    </a:cubicBezTo>
                    <a:lnTo>
                      <a:pt x="1568" y="42714"/>
                    </a:lnTo>
                    <a:cubicBezTo>
                      <a:pt x="1650" y="42801"/>
                      <a:pt x="1693" y="42932"/>
                      <a:pt x="1753" y="43057"/>
                    </a:cubicBezTo>
                    <a:cubicBezTo>
                      <a:pt x="2156" y="43982"/>
                      <a:pt x="2238" y="44973"/>
                      <a:pt x="2287" y="45959"/>
                    </a:cubicBezTo>
                    <a:cubicBezTo>
                      <a:pt x="2319" y="46704"/>
                      <a:pt x="2385" y="47439"/>
                      <a:pt x="2581" y="48158"/>
                    </a:cubicBezTo>
                    <a:cubicBezTo>
                      <a:pt x="3185" y="50401"/>
                      <a:pt x="4464" y="52094"/>
                      <a:pt x="6571" y="53117"/>
                    </a:cubicBezTo>
                    <a:cubicBezTo>
                      <a:pt x="7109" y="53378"/>
                      <a:pt x="7658" y="53619"/>
                      <a:pt x="8278" y="53619"/>
                    </a:cubicBezTo>
                    <a:cubicBezTo>
                      <a:pt x="8291" y="53619"/>
                      <a:pt x="8305" y="53619"/>
                      <a:pt x="8319" y="53618"/>
                    </a:cubicBezTo>
                    <a:cubicBezTo>
                      <a:pt x="8830" y="52992"/>
                      <a:pt x="9348" y="52383"/>
                      <a:pt x="9941" y="51822"/>
                    </a:cubicBezTo>
                    <a:cubicBezTo>
                      <a:pt x="10621" y="51190"/>
                      <a:pt x="11346" y="50646"/>
                      <a:pt x="12157" y="50210"/>
                    </a:cubicBezTo>
                    <a:cubicBezTo>
                      <a:pt x="12739" y="49906"/>
                      <a:pt x="13376" y="49786"/>
                      <a:pt x="14024" y="49715"/>
                    </a:cubicBezTo>
                    <a:cubicBezTo>
                      <a:pt x="14055" y="49712"/>
                      <a:pt x="14089" y="49709"/>
                      <a:pt x="14122" y="49709"/>
                    </a:cubicBezTo>
                    <a:cubicBezTo>
                      <a:pt x="14247" y="49709"/>
                      <a:pt x="14366" y="49750"/>
                      <a:pt x="14323" y="49960"/>
                    </a:cubicBezTo>
                    <a:cubicBezTo>
                      <a:pt x="13779" y="50210"/>
                      <a:pt x="13305" y="50548"/>
                      <a:pt x="12957" y="51043"/>
                    </a:cubicBezTo>
                    <a:cubicBezTo>
                      <a:pt x="12870" y="51169"/>
                      <a:pt x="12756" y="51277"/>
                      <a:pt x="12636" y="51370"/>
                    </a:cubicBezTo>
                    <a:cubicBezTo>
                      <a:pt x="11787" y="52040"/>
                      <a:pt x="11237" y="52905"/>
                      <a:pt x="10845" y="53901"/>
                    </a:cubicBezTo>
                    <a:cubicBezTo>
                      <a:pt x="10284" y="55328"/>
                      <a:pt x="10600" y="56564"/>
                      <a:pt x="11525" y="57723"/>
                    </a:cubicBezTo>
                    <a:cubicBezTo>
                      <a:pt x="12075" y="58414"/>
                      <a:pt x="12756" y="58981"/>
                      <a:pt x="13365" y="59623"/>
                    </a:cubicBezTo>
                    <a:cubicBezTo>
                      <a:pt x="13539" y="59803"/>
                      <a:pt x="13703" y="59988"/>
                      <a:pt x="13774" y="60282"/>
                    </a:cubicBezTo>
                    <a:cubicBezTo>
                      <a:pt x="13686" y="60135"/>
                      <a:pt x="13610" y="60031"/>
                      <a:pt x="13523" y="59933"/>
                    </a:cubicBezTo>
                    <a:cubicBezTo>
                      <a:pt x="13404" y="59798"/>
                      <a:pt x="13329" y="59594"/>
                      <a:pt x="13105" y="59594"/>
                    </a:cubicBezTo>
                    <a:cubicBezTo>
                      <a:pt x="13094" y="59594"/>
                      <a:pt x="13083" y="59595"/>
                      <a:pt x="13071" y="59596"/>
                    </a:cubicBezTo>
                    <a:cubicBezTo>
                      <a:pt x="13425" y="60260"/>
                      <a:pt x="13779" y="60924"/>
                      <a:pt x="14133" y="61583"/>
                    </a:cubicBezTo>
                    <a:cubicBezTo>
                      <a:pt x="14204" y="61545"/>
                      <a:pt x="14166" y="61441"/>
                      <a:pt x="14236" y="61387"/>
                    </a:cubicBezTo>
                    <a:cubicBezTo>
                      <a:pt x="14400" y="61779"/>
                      <a:pt x="14405" y="62154"/>
                      <a:pt x="14285" y="62541"/>
                    </a:cubicBezTo>
                    <a:cubicBezTo>
                      <a:pt x="14122" y="63096"/>
                      <a:pt x="13997" y="63657"/>
                      <a:pt x="13768" y="64191"/>
                    </a:cubicBezTo>
                    <a:cubicBezTo>
                      <a:pt x="13387" y="65083"/>
                      <a:pt x="13137" y="66014"/>
                      <a:pt x="12952" y="66967"/>
                    </a:cubicBezTo>
                    <a:cubicBezTo>
                      <a:pt x="12826" y="67588"/>
                      <a:pt x="12859" y="68203"/>
                      <a:pt x="12973" y="68823"/>
                    </a:cubicBezTo>
                    <a:cubicBezTo>
                      <a:pt x="13006" y="68987"/>
                      <a:pt x="13050" y="69155"/>
                      <a:pt x="13186" y="69259"/>
                    </a:cubicBezTo>
                    <a:cubicBezTo>
                      <a:pt x="13496" y="69498"/>
                      <a:pt x="13714" y="69825"/>
                      <a:pt x="13970" y="70114"/>
                    </a:cubicBezTo>
                    <a:cubicBezTo>
                      <a:pt x="14215" y="70387"/>
                      <a:pt x="14520" y="70518"/>
                      <a:pt x="14816" y="70518"/>
                    </a:cubicBezTo>
                    <a:cubicBezTo>
                      <a:pt x="15209" y="70518"/>
                      <a:pt x="15587" y="70285"/>
                      <a:pt x="15782" y="69847"/>
                    </a:cubicBezTo>
                    <a:cubicBezTo>
                      <a:pt x="15815" y="69771"/>
                      <a:pt x="15853" y="69700"/>
                      <a:pt x="15891" y="69624"/>
                    </a:cubicBezTo>
                    <a:cubicBezTo>
                      <a:pt x="15940" y="69515"/>
                      <a:pt x="16006" y="69400"/>
                      <a:pt x="15902" y="69297"/>
                    </a:cubicBezTo>
                    <a:cubicBezTo>
                      <a:pt x="15870" y="69267"/>
                      <a:pt x="15837" y="69256"/>
                      <a:pt x="15803" y="69256"/>
                    </a:cubicBezTo>
                    <a:cubicBezTo>
                      <a:pt x="15737" y="69256"/>
                      <a:pt x="15669" y="69297"/>
                      <a:pt x="15608" y="69330"/>
                    </a:cubicBezTo>
                    <a:cubicBezTo>
                      <a:pt x="15439" y="69416"/>
                      <a:pt x="15277" y="69459"/>
                      <a:pt x="15119" y="69459"/>
                    </a:cubicBezTo>
                    <a:cubicBezTo>
                      <a:pt x="14891" y="69459"/>
                      <a:pt x="14672" y="69370"/>
                      <a:pt x="14460" y="69199"/>
                    </a:cubicBezTo>
                    <a:cubicBezTo>
                      <a:pt x="14313" y="69079"/>
                      <a:pt x="14155" y="68976"/>
                      <a:pt x="14002" y="68812"/>
                    </a:cubicBezTo>
                    <a:lnTo>
                      <a:pt x="14002" y="68812"/>
                    </a:lnTo>
                    <a:cubicBezTo>
                      <a:pt x="14215" y="68916"/>
                      <a:pt x="14372" y="69041"/>
                      <a:pt x="14536" y="69155"/>
                    </a:cubicBezTo>
                    <a:cubicBezTo>
                      <a:pt x="14720" y="69287"/>
                      <a:pt x="14908" y="69346"/>
                      <a:pt x="15111" y="69346"/>
                    </a:cubicBezTo>
                    <a:cubicBezTo>
                      <a:pt x="15226" y="69346"/>
                      <a:pt x="15346" y="69327"/>
                      <a:pt x="15472" y="69292"/>
                    </a:cubicBezTo>
                    <a:cubicBezTo>
                      <a:pt x="15777" y="69204"/>
                      <a:pt x="16016" y="69019"/>
                      <a:pt x="16278" y="68872"/>
                    </a:cubicBezTo>
                    <a:lnTo>
                      <a:pt x="16310" y="68883"/>
                    </a:lnTo>
                    <a:lnTo>
                      <a:pt x="16332" y="68861"/>
                    </a:lnTo>
                    <a:cubicBezTo>
                      <a:pt x="16501" y="68567"/>
                      <a:pt x="16430" y="68252"/>
                      <a:pt x="16392" y="67947"/>
                    </a:cubicBezTo>
                    <a:cubicBezTo>
                      <a:pt x="16376" y="67822"/>
                      <a:pt x="16414" y="67801"/>
                      <a:pt x="16474" y="67801"/>
                    </a:cubicBezTo>
                    <a:cubicBezTo>
                      <a:pt x="16495" y="67801"/>
                      <a:pt x="16519" y="67804"/>
                      <a:pt x="16545" y="67805"/>
                    </a:cubicBezTo>
                    <a:cubicBezTo>
                      <a:pt x="16508" y="67610"/>
                      <a:pt x="16408" y="67566"/>
                      <a:pt x="16288" y="67566"/>
                    </a:cubicBezTo>
                    <a:cubicBezTo>
                      <a:pt x="16210" y="67566"/>
                      <a:pt x="16125" y="67584"/>
                      <a:pt x="16044" y="67593"/>
                    </a:cubicBezTo>
                    <a:cubicBezTo>
                      <a:pt x="16022" y="67773"/>
                      <a:pt x="15946" y="67931"/>
                      <a:pt x="15826" y="68067"/>
                    </a:cubicBezTo>
                    <a:cubicBezTo>
                      <a:pt x="15718" y="68188"/>
                      <a:pt x="15600" y="68231"/>
                      <a:pt x="15478" y="68231"/>
                    </a:cubicBezTo>
                    <a:cubicBezTo>
                      <a:pt x="15359" y="68231"/>
                      <a:pt x="15236" y="68191"/>
                      <a:pt x="15113" y="68143"/>
                    </a:cubicBezTo>
                    <a:cubicBezTo>
                      <a:pt x="14900" y="68061"/>
                      <a:pt x="14786" y="67892"/>
                      <a:pt x="14808" y="67675"/>
                    </a:cubicBezTo>
                    <a:cubicBezTo>
                      <a:pt x="14835" y="67435"/>
                      <a:pt x="14879" y="67179"/>
                      <a:pt x="15118" y="67032"/>
                    </a:cubicBezTo>
                    <a:cubicBezTo>
                      <a:pt x="15151" y="66885"/>
                      <a:pt x="14955" y="66820"/>
                      <a:pt x="14988" y="66673"/>
                    </a:cubicBezTo>
                    <a:cubicBezTo>
                      <a:pt x="14944" y="66504"/>
                      <a:pt x="14928" y="66330"/>
                      <a:pt x="14982" y="66156"/>
                    </a:cubicBezTo>
                    <a:cubicBezTo>
                      <a:pt x="15034" y="65981"/>
                      <a:pt x="15103" y="65895"/>
                      <a:pt x="15198" y="65895"/>
                    </a:cubicBezTo>
                    <a:cubicBezTo>
                      <a:pt x="15262" y="65895"/>
                      <a:pt x="15338" y="65935"/>
                      <a:pt x="15429" y="66014"/>
                    </a:cubicBezTo>
                    <a:cubicBezTo>
                      <a:pt x="15510" y="66085"/>
                      <a:pt x="15570" y="66178"/>
                      <a:pt x="15646" y="66243"/>
                    </a:cubicBezTo>
                    <a:cubicBezTo>
                      <a:pt x="15686" y="66279"/>
                      <a:pt x="15727" y="66321"/>
                      <a:pt x="15775" y="66321"/>
                    </a:cubicBezTo>
                    <a:cubicBezTo>
                      <a:pt x="15793" y="66321"/>
                      <a:pt x="15811" y="66316"/>
                      <a:pt x="15831" y="66303"/>
                    </a:cubicBezTo>
                    <a:cubicBezTo>
                      <a:pt x="15897" y="66259"/>
                      <a:pt x="15897" y="66183"/>
                      <a:pt x="15891" y="66112"/>
                    </a:cubicBezTo>
                    <a:cubicBezTo>
                      <a:pt x="15886" y="66052"/>
                      <a:pt x="15870" y="65992"/>
                      <a:pt x="15842" y="65943"/>
                    </a:cubicBezTo>
                    <a:cubicBezTo>
                      <a:pt x="15521" y="65339"/>
                      <a:pt x="15690" y="64757"/>
                      <a:pt x="15940" y="64191"/>
                    </a:cubicBezTo>
                    <a:cubicBezTo>
                      <a:pt x="16104" y="63826"/>
                      <a:pt x="16300" y="63472"/>
                      <a:pt x="16474" y="63118"/>
                    </a:cubicBezTo>
                    <a:cubicBezTo>
                      <a:pt x="16577" y="62862"/>
                      <a:pt x="16713" y="62623"/>
                      <a:pt x="16833" y="62372"/>
                    </a:cubicBezTo>
                    <a:cubicBezTo>
                      <a:pt x="16920" y="62231"/>
                      <a:pt x="16996" y="62089"/>
                      <a:pt x="17062" y="61937"/>
                    </a:cubicBezTo>
                    <a:cubicBezTo>
                      <a:pt x="17437" y="61071"/>
                      <a:pt x="17710" y="60195"/>
                      <a:pt x="17143" y="59302"/>
                    </a:cubicBezTo>
                    <a:cubicBezTo>
                      <a:pt x="16860" y="58850"/>
                      <a:pt x="16746" y="58344"/>
                      <a:pt x="16670" y="57832"/>
                    </a:cubicBezTo>
                    <a:cubicBezTo>
                      <a:pt x="16594" y="57337"/>
                      <a:pt x="16523" y="56798"/>
                      <a:pt x="16953" y="56406"/>
                    </a:cubicBezTo>
                    <a:cubicBezTo>
                      <a:pt x="17280" y="56101"/>
                      <a:pt x="17606" y="55796"/>
                      <a:pt x="17993" y="55562"/>
                    </a:cubicBezTo>
                    <a:cubicBezTo>
                      <a:pt x="18657" y="55164"/>
                      <a:pt x="19228" y="54653"/>
                      <a:pt x="19604" y="53961"/>
                    </a:cubicBezTo>
                    <a:cubicBezTo>
                      <a:pt x="19654" y="53871"/>
                      <a:pt x="19700" y="53757"/>
                      <a:pt x="19826" y="53757"/>
                    </a:cubicBezTo>
                    <a:cubicBezTo>
                      <a:pt x="19837" y="53757"/>
                      <a:pt x="19848" y="53758"/>
                      <a:pt x="19860" y="53760"/>
                    </a:cubicBezTo>
                    <a:cubicBezTo>
                      <a:pt x="20442" y="53989"/>
                      <a:pt x="20894" y="54408"/>
                      <a:pt x="21352" y="54811"/>
                    </a:cubicBezTo>
                    <a:cubicBezTo>
                      <a:pt x="22081" y="55447"/>
                      <a:pt x="22751" y="56139"/>
                      <a:pt x="23404" y="56847"/>
                    </a:cubicBezTo>
                    <a:cubicBezTo>
                      <a:pt x="24765" y="58322"/>
                      <a:pt x="25854" y="59928"/>
                      <a:pt x="26235" y="61937"/>
                    </a:cubicBezTo>
                    <a:cubicBezTo>
                      <a:pt x="26382" y="62721"/>
                      <a:pt x="26621" y="63488"/>
                      <a:pt x="26643" y="64299"/>
                    </a:cubicBezTo>
                    <a:cubicBezTo>
                      <a:pt x="26681" y="65807"/>
                      <a:pt x="26333" y="67250"/>
                      <a:pt x="25876" y="68665"/>
                    </a:cubicBezTo>
                    <a:cubicBezTo>
                      <a:pt x="25680" y="69281"/>
                      <a:pt x="25348" y="69847"/>
                      <a:pt x="24966" y="70375"/>
                    </a:cubicBezTo>
                    <a:cubicBezTo>
                      <a:pt x="24705" y="70723"/>
                      <a:pt x="24525" y="71121"/>
                      <a:pt x="24286" y="71491"/>
                    </a:cubicBezTo>
                    <a:cubicBezTo>
                      <a:pt x="23132" y="73309"/>
                      <a:pt x="21482" y="74414"/>
                      <a:pt x="19403" y="74899"/>
                    </a:cubicBezTo>
                    <a:cubicBezTo>
                      <a:pt x="17296" y="75383"/>
                      <a:pt x="15145" y="75541"/>
                      <a:pt x="12995" y="75699"/>
                    </a:cubicBezTo>
                    <a:cubicBezTo>
                      <a:pt x="11514" y="75808"/>
                      <a:pt x="10110" y="76167"/>
                      <a:pt x="8776" y="76793"/>
                    </a:cubicBezTo>
                    <a:cubicBezTo>
                      <a:pt x="7181" y="77545"/>
                      <a:pt x="5989" y="78748"/>
                      <a:pt x="5183" y="80321"/>
                    </a:cubicBezTo>
                    <a:cubicBezTo>
                      <a:pt x="4851" y="80963"/>
                      <a:pt x="4639" y="81644"/>
                      <a:pt x="4840" y="82384"/>
                    </a:cubicBezTo>
                    <a:cubicBezTo>
                      <a:pt x="4824" y="82335"/>
                      <a:pt x="4807" y="82281"/>
                      <a:pt x="4796" y="82226"/>
                    </a:cubicBezTo>
                    <a:cubicBezTo>
                      <a:pt x="4780" y="82150"/>
                      <a:pt x="4796" y="82041"/>
                      <a:pt x="4682" y="82041"/>
                    </a:cubicBezTo>
                    <a:cubicBezTo>
                      <a:pt x="4584" y="82047"/>
                      <a:pt x="4546" y="82145"/>
                      <a:pt x="4535" y="82221"/>
                    </a:cubicBezTo>
                    <a:cubicBezTo>
                      <a:pt x="4486" y="82607"/>
                      <a:pt x="4056" y="82950"/>
                      <a:pt x="4410" y="83381"/>
                    </a:cubicBezTo>
                    <a:cubicBezTo>
                      <a:pt x="4426" y="83397"/>
                      <a:pt x="4415" y="83430"/>
                      <a:pt x="4415" y="83451"/>
                    </a:cubicBezTo>
                    <a:cubicBezTo>
                      <a:pt x="4399" y="83696"/>
                      <a:pt x="4437" y="83947"/>
                      <a:pt x="4443" y="84192"/>
                    </a:cubicBezTo>
                    <a:cubicBezTo>
                      <a:pt x="4448" y="84872"/>
                      <a:pt x="4666" y="85487"/>
                      <a:pt x="5014" y="86059"/>
                    </a:cubicBezTo>
                    <a:cubicBezTo>
                      <a:pt x="5051" y="86119"/>
                      <a:pt x="5092" y="86198"/>
                      <a:pt x="5159" y="86198"/>
                    </a:cubicBezTo>
                    <a:cubicBezTo>
                      <a:pt x="5172" y="86198"/>
                      <a:pt x="5185" y="86195"/>
                      <a:pt x="5199" y="86190"/>
                    </a:cubicBezTo>
                    <a:cubicBezTo>
                      <a:pt x="5292" y="86157"/>
                      <a:pt x="5275" y="86054"/>
                      <a:pt x="5265" y="85972"/>
                    </a:cubicBezTo>
                    <a:cubicBezTo>
                      <a:pt x="5264" y="85964"/>
                      <a:pt x="5263" y="85955"/>
                      <a:pt x="5261" y="85947"/>
                    </a:cubicBezTo>
                    <a:lnTo>
                      <a:pt x="5261" y="85947"/>
                    </a:lnTo>
                    <a:cubicBezTo>
                      <a:pt x="5288" y="86018"/>
                      <a:pt x="5337" y="86084"/>
                      <a:pt x="5422" y="86141"/>
                    </a:cubicBezTo>
                    <a:cubicBezTo>
                      <a:pt x="5433" y="86005"/>
                      <a:pt x="5401" y="85852"/>
                      <a:pt x="5569" y="85787"/>
                    </a:cubicBezTo>
                    <a:cubicBezTo>
                      <a:pt x="5678" y="85629"/>
                      <a:pt x="5482" y="85564"/>
                      <a:pt x="5471" y="85444"/>
                    </a:cubicBezTo>
                    <a:lnTo>
                      <a:pt x="5471" y="85444"/>
                    </a:lnTo>
                    <a:cubicBezTo>
                      <a:pt x="5814" y="86043"/>
                      <a:pt x="6332" y="86494"/>
                      <a:pt x="6789" y="86995"/>
                    </a:cubicBezTo>
                    <a:cubicBezTo>
                      <a:pt x="7252" y="87507"/>
                      <a:pt x="7687" y="88024"/>
                      <a:pt x="7829" y="88727"/>
                    </a:cubicBezTo>
                    <a:cubicBezTo>
                      <a:pt x="7851" y="88841"/>
                      <a:pt x="7899" y="88950"/>
                      <a:pt x="7970" y="89042"/>
                    </a:cubicBezTo>
                    <a:cubicBezTo>
                      <a:pt x="8011" y="89092"/>
                      <a:pt x="8052" y="89135"/>
                      <a:pt x="8112" y="89135"/>
                    </a:cubicBezTo>
                    <a:cubicBezTo>
                      <a:pt x="8124" y="89135"/>
                      <a:pt x="8136" y="89133"/>
                      <a:pt x="8150" y="89129"/>
                    </a:cubicBezTo>
                    <a:cubicBezTo>
                      <a:pt x="8232" y="89102"/>
                      <a:pt x="8248" y="89031"/>
                      <a:pt x="8259" y="88961"/>
                    </a:cubicBezTo>
                    <a:cubicBezTo>
                      <a:pt x="8275" y="88792"/>
                      <a:pt x="8199" y="88639"/>
                      <a:pt x="8150" y="88482"/>
                    </a:cubicBezTo>
                    <a:cubicBezTo>
                      <a:pt x="7905" y="87703"/>
                      <a:pt x="7410" y="87044"/>
                      <a:pt x="7077" y="86304"/>
                    </a:cubicBezTo>
                    <a:lnTo>
                      <a:pt x="7077" y="86304"/>
                    </a:lnTo>
                    <a:cubicBezTo>
                      <a:pt x="7295" y="86690"/>
                      <a:pt x="7584" y="87039"/>
                      <a:pt x="7796" y="87431"/>
                    </a:cubicBezTo>
                    <a:cubicBezTo>
                      <a:pt x="7828" y="87486"/>
                      <a:pt x="7860" y="87560"/>
                      <a:pt x="7934" y="87560"/>
                    </a:cubicBezTo>
                    <a:cubicBezTo>
                      <a:pt x="7948" y="87560"/>
                      <a:pt x="7964" y="87557"/>
                      <a:pt x="7981" y="87551"/>
                    </a:cubicBezTo>
                    <a:cubicBezTo>
                      <a:pt x="7932" y="87104"/>
                      <a:pt x="7638" y="86772"/>
                      <a:pt x="7442" y="86391"/>
                    </a:cubicBezTo>
                    <a:lnTo>
                      <a:pt x="7442" y="86391"/>
                    </a:lnTo>
                    <a:cubicBezTo>
                      <a:pt x="7649" y="86701"/>
                      <a:pt x="8041" y="86701"/>
                      <a:pt x="8286" y="86952"/>
                    </a:cubicBezTo>
                    <a:cubicBezTo>
                      <a:pt x="8362" y="86788"/>
                      <a:pt x="8063" y="86690"/>
                      <a:pt x="8215" y="86576"/>
                    </a:cubicBezTo>
                    <a:cubicBezTo>
                      <a:pt x="8422" y="86424"/>
                      <a:pt x="8319" y="86282"/>
                      <a:pt x="8270" y="86130"/>
                    </a:cubicBezTo>
                    <a:cubicBezTo>
                      <a:pt x="8268" y="86129"/>
                      <a:pt x="8267" y="86129"/>
                      <a:pt x="8265" y="86129"/>
                    </a:cubicBezTo>
                    <a:cubicBezTo>
                      <a:pt x="8231" y="86129"/>
                      <a:pt x="8221" y="86249"/>
                      <a:pt x="8186" y="86249"/>
                    </a:cubicBezTo>
                    <a:cubicBezTo>
                      <a:pt x="8170" y="86249"/>
                      <a:pt x="8149" y="86224"/>
                      <a:pt x="8117" y="86152"/>
                    </a:cubicBezTo>
                    <a:cubicBezTo>
                      <a:pt x="7899" y="85656"/>
                      <a:pt x="7665" y="85172"/>
                      <a:pt x="7377" y="84714"/>
                    </a:cubicBezTo>
                    <a:cubicBezTo>
                      <a:pt x="6930" y="84017"/>
                      <a:pt x="6310" y="83424"/>
                      <a:pt x="6147" y="82635"/>
                    </a:cubicBezTo>
                    <a:lnTo>
                      <a:pt x="6147" y="82635"/>
                    </a:lnTo>
                    <a:cubicBezTo>
                      <a:pt x="6223" y="82738"/>
                      <a:pt x="6239" y="82972"/>
                      <a:pt x="6473" y="83027"/>
                    </a:cubicBezTo>
                    <a:cubicBezTo>
                      <a:pt x="6484" y="82953"/>
                      <a:pt x="6536" y="82950"/>
                      <a:pt x="6590" y="82950"/>
                    </a:cubicBezTo>
                    <a:cubicBezTo>
                      <a:pt x="6594" y="82950"/>
                      <a:pt x="6598" y="82950"/>
                      <a:pt x="6602" y="82950"/>
                    </a:cubicBezTo>
                    <a:cubicBezTo>
                      <a:pt x="6652" y="82950"/>
                      <a:pt x="6701" y="82948"/>
                      <a:pt x="6718" y="82891"/>
                    </a:cubicBezTo>
                    <a:cubicBezTo>
                      <a:pt x="6773" y="82292"/>
                      <a:pt x="6598" y="81747"/>
                      <a:pt x="6359" y="81197"/>
                    </a:cubicBezTo>
                    <a:cubicBezTo>
                      <a:pt x="6114" y="80637"/>
                      <a:pt x="6147" y="80049"/>
                      <a:pt x="6332" y="79526"/>
                    </a:cubicBezTo>
                    <a:lnTo>
                      <a:pt x="6332" y="79526"/>
                    </a:lnTo>
                    <a:cubicBezTo>
                      <a:pt x="6332" y="79673"/>
                      <a:pt x="6130" y="79880"/>
                      <a:pt x="6408" y="80054"/>
                    </a:cubicBezTo>
                    <a:cubicBezTo>
                      <a:pt x="6430" y="79760"/>
                      <a:pt x="6620" y="79537"/>
                      <a:pt x="6713" y="79276"/>
                    </a:cubicBezTo>
                    <a:cubicBezTo>
                      <a:pt x="6653" y="79156"/>
                      <a:pt x="6767" y="79151"/>
                      <a:pt x="6822" y="79112"/>
                    </a:cubicBezTo>
                    <a:cubicBezTo>
                      <a:pt x="7720" y="78427"/>
                      <a:pt x="8760" y="78029"/>
                      <a:pt x="9843" y="77790"/>
                    </a:cubicBezTo>
                    <a:cubicBezTo>
                      <a:pt x="11912" y="77318"/>
                      <a:pt x="14003" y="77008"/>
                      <a:pt x="16125" y="77008"/>
                    </a:cubicBezTo>
                    <a:cubicBezTo>
                      <a:pt x="16425" y="77008"/>
                      <a:pt x="16727" y="77015"/>
                      <a:pt x="17029" y="77027"/>
                    </a:cubicBezTo>
                    <a:cubicBezTo>
                      <a:pt x="17168" y="77033"/>
                      <a:pt x="17306" y="77036"/>
                      <a:pt x="17445" y="77036"/>
                    </a:cubicBezTo>
                    <a:cubicBezTo>
                      <a:pt x="18311" y="77036"/>
                      <a:pt x="19168" y="76923"/>
                      <a:pt x="20018" y="76744"/>
                    </a:cubicBezTo>
                    <a:cubicBezTo>
                      <a:pt x="21989" y="76336"/>
                      <a:pt x="23791" y="75558"/>
                      <a:pt x="25326" y="74235"/>
                    </a:cubicBezTo>
                    <a:cubicBezTo>
                      <a:pt x="26480" y="73244"/>
                      <a:pt x="27335" y="72019"/>
                      <a:pt x="28080" y="70712"/>
                    </a:cubicBezTo>
                    <a:cubicBezTo>
                      <a:pt x="28712" y="69596"/>
                      <a:pt x="29213" y="68431"/>
                      <a:pt x="29425" y="67157"/>
                    </a:cubicBezTo>
                    <a:cubicBezTo>
                      <a:pt x="29637" y="65889"/>
                      <a:pt x="29768" y="64621"/>
                      <a:pt x="29675" y="63325"/>
                    </a:cubicBezTo>
                    <a:cubicBezTo>
                      <a:pt x="29539" y="61485"/>
                      <a:pt x="29300" y="59683"/>
                      <a:pt x="28668" y="57930"/>
                    </a:cubicBezTo>
                    <a:cubicBezTo>
                      <a:pt x="28037" y="56172"/>
                      <a:pt x="27242" y="54517"/>
                      <a:pt x="26180" y="52987"/>
                    </a:cubicBezTo>
                    <a:cubicBezTo>
                      <a:pt x="25935" y="52633"/>
                      <a:pt x="25625" y="52366"/>
                      <a:pt x="25250" y="52165"/>
                    </a:cubicBezTo>
                    <a:cubicBezTo>
                      <a:pt x="24945" y="52050"/>
                      <a:pt x="24770" y="51827"/>
                      <a:pt x="24694" y="51517"/>
                    </a:cubicBezTo>
                    <a:cubicBezTo>
                      <a:pt x="24663" y="51571"/>
                      <a:pt x="24635" y="51589"/>
                      <a:pt x="24607" y="51589"/>
                    </a:cubicBezTo>
                    <a:cubicBezTo>
                      <a:pt x="24556" y="51589"/>
                      <a:pt x="24509" y="51527"/>
                      <a:pt x="24460" y="51506"/>
                    </a:cubicBezTo>
                    <a:cubicBezTo>
                      <a:pt x="24253" y="51522"/>
                      <a:pt x="24123" y="51675"/>
                      <a:pt x="23997" y="51800"/>
                    </a:cubicBezTo>
                    <a:cubicBezTo>
                      <a:pt x="23852" y="51948"/>
                      <a:pt x="23713" y="52011"/>
                      <a:pt x="23566" y="52011"/>
                    </a:cubicBezTo>
                    <a:cubicBezTo>
                      <a:pt x="23438" y="52011"/>
                      <a:pt x="23303" y="51963"/>
                      <a:pt x="23154" y="51882"/>
                    </a:cubicBezTo>
                    <a:cubicBezTo>
                      <a:pt x="22626" y="51588"/>
                      <a:pt x="22212" y="51158"/>
                      <a:pt x="21749" y="50782"/>
                    </a:cubicBezTo>
                    <a:cubicBezTo>
                      <a:pt x="21677" y="50722"/>
                      <a:pt x="21619" y="50596"/>
                      <a:pt x="21517" y="50596"/>
                    </a:cubicBezTo>
                    <a:cubicBezTo>
                      <a:pt x="21481" y="50596"/>
                      <a:pt x="21439" y="50612"/>
                      <a:pt x="21390" y="50651"/>
                    </a:cubicBezTo>
                    <a:cubicBezTo>
                      <a:pt x="21451" y="50849"/>
                      <a:pt x="21524" y="51041"/>
                      <a:pt x="21605" y="51228"/>
                    </a:cubicBezTo>
                    <a:lnTo>
                      <a:pt x="21605" y="51228"/>
                    </a:lnTo>
                    <a:cubicBezTo>
                      <a:pt x="21099" y="50263"/>
                      <a:pt x="20491" y="49368"/>
                      <a:pt x="19669" y="48599"/>
                    </a:cubicBezTo>
                    <a:cubicBezTo>
                      <a:pt x="19060" y="48022"/>
                      <a:pt x="18679" y="47249"/>
                      <a:pt x="18417" y="46449"/>
                    </a:cubicBezTo>
                    <a:cubicBezTo>
                      <a:pt x="18249" y="45953"/>
                      <a:pt x="18428" y="45714"/>
                      <a:pt x="18951" y="45637"/>
                    </a:cubicBezTo>
                    <a:cubicBezTo>
                      <a:pt x="19332" y="45583"/>
                      <a:pt x="19718" y="45523"/>
                      <a:pt x="20099" y="45441"/>
                    </a:cubicBezTo>
                    <a:cubicBezTo>
                      <a:pt x="20796" y="45294"/>
                      <a:pt x="20965" y="45098"/>
                      <a:pt x="21020" y="44396"/>
                    </a:cubicBezTo>
                    <a:cubicBezTo>
                      <a:pt x="21030" y="44271"/>
                      <a:pt x="21047" y="44140"/>
                      <a:pt x="21063" y="44010"/>
                    </a:cubicBezTo>
                    <a:cubicBezTo>
                      <a:pt x="21167" y="43182"/>
                      <a:pt x="21613" y="42627"/>
                      <a:pt x="22391" y="42338"/>
                    </a:cubicBezTo>
                    <a:cubicBezTo>
                      <a:pt x="22604" y="42262"/>
                      <a:pt x="22811" y="42175"/>
                      <a:pt x="23017" y="42088"/>
                    </a:cubicBezTo>
                    <a:cubicBezTo>
                      <a:pt x="23306" y="41963"/>
                      <a:pt x="23556" y="41794"/>
                      <a:pt x="23731" y="41533"/>
                    </a:cubicBezTo>
                    <a:cubicBezTo>
                      <a:pt x="23963" y="41179"/>
                      <a:pt x="24252" y="40922"/>
                      <a:pt x="24697" y="40922"/>
                    </a:cubicBezTo>
                    <a:cubicBezTo>
                      <a:pt x="24710" y="40922"/>
                      <a:pt x="24724" y="40922"/>
                      <a:pt x="24738" y="40923"/>
                    </a:cubicBezTo>
                    <a:cubicBezTo>
                      <a:pt x="24747" y="40924"/>
                      <a:pt x="24756" y="40924"/>
                      <a:pt x="24765" y="40924"/>
                    </a:cubicBezTo>
                    <a:cubicBezTo>
                      <a:pt x="24840" y="40924"/>
                      <a:pt x="24921" y="40902"/>
                      <a:pt x="24950" y="40825"/>
                    </a:cubicBezTo>
                    <a:cubicBezTo>
                      <a:pt x="24994" y="40722"/>
                      <a:pt x="24912" y="40651"/>
                      <a:pt x="24841" y="40591"/>
                    </a:cubicBezTo>
                    <a:cubicBezTo>
                      <a:pt x="24602" y="40379"/>
                      <a:pt x="24340" y="40193"/>
                      <a:pt x="24101" y="39987"/>
                    </a:cubicBezTo>
                    <a:cubicBezTo>
                      <a:pt x="23698" y="39644"/>
                      <a:pt x="23252" y="39339"/>
                      <a:pt x="22968" y="38876"/>
                    </a:cubicBezTo>
                    <a:cubicBezTo>
                      <a:pt x="22685" y="38419"/>
                      <a:pt x="22724" y="37678"/>
                      <a:pt x="23039" y="37314"/>
                    </a:cubicBezTo>
                    <a:cubicBezTo>
                      <a:pt x="23366" y="36938"/>
                      <a:pt x="23366" y="36943"/>
                      <a:pt x="23137" y="36486"/>
                    </a:cubicBezTo>
                    <a:cubicBezTo>
                      <a:pt x="22963" y="36138"/>
                      <a:pt x="22745" y="35811"/>
                      <a:pt x="22675" y="35419"/>
                    </a:cubicBezTo>
                    <a:cubicBezTo>
                      <a:pt x="22598" y="35027"/>
                      <a:pt x="22691" y="34886"/>
                      <a:pt x="23077" y="34777"/>
                    </a:cubicBezTo>
                    <a:cubicBezTo>
                      <a:pt x="23513" y="34660"/>
                      <a:pt x="23948" y="34602"/>
                      <a:pt x="24392" y="34602"/>
                    </a:cubicBezTo>
                    <a:cubicBezTo>
                      <a:pt x="24569" y="34602"/>
                      <a:pt x="24748" y="34611"/>
                      <a:pt x="24928" y="34630"/>
                    </a:cubicBezTo>
                    <a:cubicBezTo>
                      <a:pt x="25919" y="34733"/>
                      <a:pt x="26807" y="35054"/>
                      <a:pt x="27580" y="35691"/>
                    </a:cubicBezTo>
                    <a:cubicBezTo>
                      <a:pt x="27748" y="35833"/>
                      <a:pt x="27928" y="36007"/>
                      <a:pt x="28151" y="36023"/>
                    </a:cubicBezTo>
                    <a:cubicBezTo>
                      <a:pt x="28424" y="36039"/>
                      <a:pt x="28696" y="36065"/>
                      <a:pt x="28967" y="36065"/>
                    </a:cubicBezTo>
                    <a:cubicBezTo>
                      <a:pt x="29270" y="36065"/>
                      <a:pt x="29570" y="36032"/>
                      <a:pt x="29866" y="35915"/>
                    </a:cubicBezTo>
                    <a:cubicBezTo>
                      <a:pt x="30018" y="35851"/>
                      <a:pt x="30147" y="35818"/>
                      <a:pt x="30264" y="35818"/>
                    </a:cubicBezTo>
                    <a:cubicBezTo>
                      <a:pt x="30469" y="35818"/>
                      <a:pt x="30638" y="35919"/>
                      <a:pt x="30835" y="36138"/>
                    </a:cubicBezTo>
                    <a:cubicBezTo>
                      <a:pt x="31009" y="36328"/>
                      <a:pt x="31173" y="36530"/>
                      <a:pt x="31320" y="36742"/>
                    </a:cubicBezTo>
                    <a:cubicBezTo>
                      <a:pt x="31382" y="36823"/>
                      <a:pt x="31444" y="36946"/>
                      <a:pt x="31542" y="36946"/>
                    </a:cubicBezTo>
                    <a:cubicBezTo>
                      <a:pt x="31556" y="36946"/>
                      <a:pt x="31571" y="36943"/>
                      <a:pt x="31586" y="36938"/>
                    </a:cubicBezTo>
                    <a:cubicBezTo>
                      <a:pt x="31733" y="36894"/>
                      <a:pt x="31706" y="36726"/>
                      <a:pt x="31706" y="36600"/>
                    </a:cubicBezTo>
                    <a:cubicBezTo>
                      <a:pt x="31695" y="36317"/>
                      <a:pt x="31668" y="36029"/>
                      <a:pt x="31592" y="35762"/>
                    </a:cubicBezTo>
                    <a:cubicBezTo>
                      <a:pt x="31200" y="34412"/>
                      <a:pt x="30775" y="33095"/>
                      <a:pt x="29703" y="32077"/>
                    </a:cubicBezTo>
                    <a:cubicBezTo>
                      <a:pt x="28957" y="31363"/>
                      <a:pt x="28412" y="30454"/>
                      <a:pt x="27678" y="29719"/>
                    </a:cubicBezTo>
                    <a:cubicBezTo>
                      <a:pt x="27656" y="29692"/>
                      <a:pt x="27634" y="29665"/>
                      <a:pt x="27618" y="29632"/>
                    </a:cubicBezTo>
                    <a:cubicBezTo>
                      <a:pt x="27590" y="29572"/>
                      <a:pt x="27525" y="29507"/>
                      <a:pt x="27574" y="29436"/>
                    </a:cubicBezTo>
                    <a:cubicBezTo>
                      <a:pt x="27598" y="29405"/>
                      <a:pt x="27629" y="29395"/>
                      <a:pt x="27663" y="29395"/>
                    </a:cubicBezTo>
                    <a:cubicBezTo>
                      <a:pt x="27698" y="29395"/>
                      <a:pt x="27736" y="29406"/>
                      <a:pt x="27770" y="29414"/>
                    </a:cubicBezTo>
                    <a:cubicBezTo>
                      <a:pt x="28168" y="29518"/>
                      <a:pt x="28576" y="29599"/>
                      <a:pt x="28973" y="29692"/>
                    </a:cubicBezTo>
                    <a:cubicBezTo>
                      <a:pt x="29032" y="29705"/>
                      <a:pt x="29085" y="29711"/>
                      <a:pt x="29132" y="29711"/>
                    </a:cubicBezTo>
                    <a:cubicBezTo>
                      <a:pt x="29349" y="29711"/>
                      <a:pt x="29448" y="29578"/>
                      <a:pt x="29431" y="29306"/>
                    </a:cubicBezTo>
                    <a:cubicBezTo>
                      <a:pt x="29414" y="28984"/>
                      <a:pt x="29376" y="28663"/>
                      <a:pt x="29240" y="28375"/>
                    </a:cubicBezTo>
                    <a:cubicBezTo>
                      <a:pt x="28990" y="27825"/>
                      <a:pt x="29049" y="27275"/>
                      <a:pt x="29196" y="26714"/>
                    </a:cubicBezTo>
                    <a:cubicBezTo>
                      <a:pt x="29338" y="26153"/>
                      <a:pt x="29425" y="25587"/>
                      <a:pt x="29311" y="25005"/>
                    </a:cubicBezTo>
                    <a:cubicBezTo>
                      <a:pt x="29229" y="24575"/>
                      <a:pt x="29137" y="24150"/>
                      <a:pt x="29011" y="23736"/>
                    </a:cubicBezTo>
                    <a:cubicBezTo>
                      <a:pt x="28919" y="23442"/>
                      <a:pt x="28957" y="23170"/>
                      <a:pt x="29109" y="22920"/>
                    </a:cubicBezTo>
                    <a:cubicBezTo>
                      <a:pt x="29349" y="22528"/>
                      <a:pt x="29545" y="22114"/>
                      <a:pt x="29882" y="21782"/>
                    </a:cubicBezTo>
                    <a:cubicBezTo>
                      <a:pt x="30138" y="21532"/>
                      <a:pt x="30089" y="21167"/>
                      <a:pt x="29768" y="21014"/>
                    </a:cubicBezTo>
                    <a:cubicBezTo>
                      <a:pt x="29414" y="20848"/>
                      <a:pt x="29055" y="20696"/>
                      <a:pt x="28678" y="20696"/>
                    </a:cubicBezTo>
                    <a:cubicBezTo>
                      <a:pt x="28464" y="20696"/>
                      <a:pt x="28244" y="20745"/>
                      <a:pt x="28015" y="20867"/>
                    </a:cubicBezTo>
                    <a:cubicBezTo>
                      <a:pt x="27324" y="21238"/>
                      <a:pt x="26572" y="21439"/>
                      <a:pt x="25783" y="21477"/>
                    </a:cubicBezTo>
                    <a:cubicBezTo>
                      <a:pt x="25743" y="21479"/>
                      <a:pt x="25703" y="21480"/>
                      <a:pt x="25664" y="21480"/>
                    </a:cubicBezTo>
                    <a:cubicBezTo>
                      <a:pt x="25333" y="21480"/>
                      <a:pt x="25021" y="21414"/>
                      <a:pt x="24749" y="21199"/>
                    </a:cubicBezTo>
                    <a:cubicBezTo>
                      <a:pt x="24547" y="21036"/>
                      <a:pt x="24471" y="20835"/>
                      <a:pt x="24498" y="20579"/>
                    </a:cubicBezTo>
                    <a:cubicBezTo>
                      <a:pt x="24564" y="20062"/>
                      <a:pt x="24558" y="20062"/>
                      <a:pt x="24030" y="19969"/>
                    </a:cubicBezTo>
                    <a:cubicBezTo>
                      <a:pt x="23910" y="19947"/>
                      <a:pt x="23796" y="19931"/>
                      <a:pt x="23676" y="19915"/>
                    </a:cubicBezTo>
                    <a:cubicBezTo>
                      <a:pt x="22865" y="19795"/>
                      <a:pt x="22103" y="19523"/>
                      <a:pt x="21335" y="19240"/>
                    </a:cubicBezTo>
                    <a:cubicBezTo>
                      <a:pt x="21085" y="19147"/>
                      <a:pt x="20916" y="18946"/>
                      <a:pt x="20954" y="18668"/>
                    </a:cubicBezTo>
                    <a:cubicBezTo>
                      <a:pt x="20988" y="18440"/>
                      <a:pt x="21159" y="18431"/>
                      <a:pt x="21328" y="18431"/>
                    </a:cubicBezTo>
                    <a:cubicBezTo>
                      <a:pt x="21342" y="18431"/>
                      <a:pt x="21356" y="18431"/>
                      <a:pt x="21370" y="18431"/>
                    </a:cubicBezTo>
                    <a:cubicBezTo>
                      <a:pt x="21405" y="18431"/>
                      <a:pt x="21439" y="18431"/>
                      <a:pt x="21471" y="18428"/>
                    </a:cubicBezTo>
                    <a:cubicBezTo>
                      <a:pt x="21836" y="18401"/>
                      <a:pt x="22201" y="18385"/>
                      <a:pt x="22544" y="18238"/>
                    </a:cubicBezTo>
                    <a:cubicBezTo>
                      <a:pt x="22914" y="18080"/>
                      <a:pt x="23132" y="17770"/>
                      <a:pt x="23344" y="17465"/>
                    </a:cubicBezTo>
                    <a:cubicBezTo>
                      <a:pt x="23627" y="17053"/>
                      <a:pt x="23992" y="16864"/>
                      <a:pt x="24430" y="16864"/>
                    </a:cubicBezTo>
                    <a:cubicBezTo>
                      <a:pt x="24547" y="16864"/>
                      <a:pt x="24670" y="16878"/>
                      <a:pt x="24798" y="16904"/>
                    </a:cubicBezTo>
                    <a:cubicBezTo>
                      <a:pt x="25467" y="17046"/>
                      <a:pt x="26121" y="17247"/>
                      <a:pt x="26736" y="17557"/>
                    </a:cubicBezTo>
                    <a:cubicBezTo>
                      <a:pt x="27051" y="17715"/>
                      <a:pt x="27356" y="17900"/>
                      <a:pt x="27699" y="17987"/>
                    </a:cubicBezTo>
                    <a:cubicBezTo>
                      <a:pt x="27941" y="18051"/>
                      <a:pt x="28178" y="18088"/>
                      <a:pt x="28406" y="18088"/>
                    </a:cubicBezTo>
                    <a:cubicBezTo>
                      <a:pt x="28866" y="18088"/>
                      <a:pt x="29293" y="17938"/>
                      <a:pt x="29665" y="17552"/>
                    </a:cubicBezTo>
                    <a:cubicBezTo>
                      <a:pt x="29948" y="17258"/>
                      <a:pt x="30291" y="17089"/>
                      <a:pt x="30688" y="17040"/>
                    </a:cubicBezTo>
                    <a:cubicBezTo>
                      <a:pt x="31216" y="16980"/>
                      <a:pt x="31733" y="16855"/>
                      <a:pt x="32261" y="16790"/>
                    </a:cubicBezTo>
                    <a:cubicBezTo>
                      <a:pt x="33334" y="16648"/>
                      <a:pt x="34161" y="16153"/>
                      <a:pt x="34613" y="15108"/>
                    </a:cubicBezTo>
                    <a:cubicBezTo>
                      <a:pt x="34934" y="14367"/>
                      <a:pt x="35245" y="13611"/>
                      <a:pt x="35724" y="12941"/>
                    </a:cubicBezTo>
                    <a:cubicBezTo>
                      <a:pt x="35811" y="12821"/>
                      <a:pt x="35893" y="12674"/>
                      <a:pt x="35909" y="12527"/>
                    </a:cubicBezTo>
                    <a:cubicBezTo>
                      <a:pt x="35985" y="11836"/>
                      <a:pt x="36350" y="11237"/>
                      <a:pt x="36546" y="10584"/>
                    </a:cubicBezTo>
                    <a:cubicBezTo>
                      <a:pt x="36666" y="10181"/>
                      <a:pt x="36911" y="9865"/>
                      <a:pt x="37297" y="9642"/>
                    </a:cubicBezTo>
                    <a:cubicBezTo>
                      <a:pt x="37885" y="9310"/>
                      <a:pt x="38489" y="9021"/>
                      <a:pt x="39121" y="8798"/>
                    </a:cubicBezTo>
                    <a:cubicBezTo>
                      <a:pt x="39213" y="8765"/>
                      <a:pt x="39300" y="8738"/>
                      <a:pt x="39377" y="8678"/>
                    </a:cubicBezTo>
                    <a:cubicBezTo>
                      <a:pt x="39426" y="8646"/>
                      <a:pt x="39475" y="8602"/>
                      <a:pt x="39464" y="8537"/>
                    </a:cubicBezTo>
                    <a:cubicBezTo>
                      <a:pt x="39458" y="8466"/>
                      <a:pt x="39398" y="8450"/>
                      <a:pt x="39339" y="8433"/>
                    </a:cubicBezTo>
                    <a:cubicBezTo>
                      <a:pt x="39273" y="8412"/>
                      <a:pt x="39202" y="8412"/>
                      <a:pt x="39132" y="8406"/>
                    </a:cubicBezTo>
                    <a:cubicBezTo>
                      <a:pt x="38157" y="8330"/>
                      <a:pt x="37177" y="8373"/>
                      <a:pt x="36203" y="8319"/>
                    </a:cubicBezTo>
                    <a:cubicBezTo>
                      <a:pt x="36105" y="8314"/>
                      <a:pt x="36008" y="8311"/>
                      <a:pt x="35912" y="8311"/>
                    </a:cubicBezTo>
                    <a:cubicBezTo>
                      <a:pt x="34976" y="8311"/>
                      <a:pt x="34095" y="8544"/>
                      <a:pt x="33236" y="8880"/>
                    </a:cubicBezTo>
                    <a:cubicBezTo>
                      <a:pt x="32962" y="8987"/>
                      <a:pt x="32701" y="9055"/>
                      <a:pt x="32444" y="9055"/>
                    </a:cubicBezTo>
                    <a:cubicBezTo>
                      <a:pt x="32180" y="9055"/>
                      <a:pt x="31922" y="8983"/>
                      <a:pt x="31663" y="8809"/>
                    </a:cubicBezTo>
                    <a:cubicBezTo>
                      <a:pt x="31482" y="8688"/>
                      <a:pt x="31212" y="8631"/>
                      <a:pt x="30918" y="8631"/>
                    </a:cubicBezTo>
                    <a:cubicBezTo>
                      <a:pt x="30341" y="8631"/>
                      <a:pt x="29672" y="8848"/>
                      <a:pt x="29409" y="9212"/>
                    </a:cubicBezTo>
                    <a:cubicBezTo>
                      <a:pt x="28957" y="9832"/>
                      <a:pt x="28255" y="10252"/>
                      <a:pt x="27993" y="11036"/>
                    </a:cubicBezTo>
                    <a:cubicBezTo>
                      <a:pt x="27863" y="11428"/>
                      <a:pt x="27536" y="11711"/>
                      <a:pt x="27084" y="11721"/>
                    </a:cubicBezTo>
                    <a:cubicBezTo>
                      <a:pt x="26594" y="11732"/>
                      <a:pt x="26164" y="11907"/>
                      <a:pt x="25756" y="12152"/>
                    </a:cubicBezTo>
                    <a:cubicBezTo>
                      <a:pt x="25467" y="12326"/>
                      <a:pt x="25152" y="12418"/>
                      <a:pt x="24825" y="12473"/>
                    </a:cubicBezTo>
                    <a:cubicBezTo>
                      <a:pt x="24794" y="12479"/>
                      <a:pt x="24763" y="12482"/>
                      <a:pt x="24733" y="12482"/>
                    </a:cubicBezTo>
                    <a:cubicBezTo>
                      <a:pt x="24622" y="12482"/>
                      <a:pt x="24516" y="12441"/>
                      <a:pt x="24444" y="12348"/>
                    </a:cubicBezTo>
                    <a:cubicBezTo>
                      <a:pt x="24335" y="12211"/>
                      <a:pt x="24400" y="12075"/>
                      <a:pt x="24466" y="11950"/>
                    </a:cubicBezTo>
                    <a:cubicBezTo>
                      <a:pt x="24602" y="11694"/>
                      <a:pt x="24814" y="11509"/>
                      <a:pt x="25032" y="11324"/>
                    </a:cubicBezTo>
                    <a:cubicBezTo>
                      <a:pt x="25375" y="11030"/>
                      <a:pt x="25614" y="10682"/>
                      <a:pt x="25625" y="10208"/>
                    </a:cubicBezTo>
                    <a:cubicBezTo>
                      <a:pt x="25636" y="9522"/>
                      <a:pt x="25919" y="8907"/>
                      <a:pt x="26170" y="8292"/>
                    </a:cubicBezTo>
                    <a:cubicBezTo>
                      <a:pt x="26289" y="8216"/>
                      <a:pt x="26093" y="8069"/>
                      <a:pt x="26240" y="7998"/>
                    </a:cubicBezTo>
                    <a:cubicBezTo>
                      <a:pt x="25859" y="7693"/>
                      <a:pt x="25582" y="7290"/>
                      <a:pt x="25211" y="6969"/>
                    </a:cubicBezTo>
                    <a:cubicBezTo>
                      <a:pt x="25152" y="6914"/>
                      <a:pt x="25081" y="6871"/>
                      <a:pt x="25010" y="6833"/>
                    </a:cubicBezTo>
                    <a:cubicBezTo>
                      <a:pt x="24881" y="6766"/>
                      <a:pt x="24775" y="6731"/>
                      <a:pt x="24682" y="6731"/>
                    </a:cubicBezTo>
                    <a:cubicBezTo>
                      <a:pt x="24521" y="6731"/>
                      <a:pt x="24404" y="6838"/>
                      <a:pt x="24297" y="7067"/>
                    </a:cubicBezTo>
                    <a:cubicBezTo>
                      <a:pt x="24182" y="7312"/>
                      <a:pt x="24068" y="7557"/>
                      <a:pt x="23932" y="7791"/>
                    </a:cubicBezTo>
                    <a:cubicBezTo>
                      <a:pt x="23769" y="8079"/>
                      <a:pt x="23584" y="8346"/>
                      <a:pt x="23295" y="8537"/>
                    </a:cubicBezTo>
                    <a:cubicBezTo>
                      <a:pt x="22936" y="8782"/>
                      <a:pt x="22604" y="9065"/>
                      <a:pt x="22299" y="9375"/>
                    </a:cubicBezTo>
                    <a:cubicBezTo>
                      <a:pt x="21930" y="9749"/>
                      <a:pt x="21482" y="9912"/>
                      <a:pt x="20972" y="9912"/>
                    </a:cubicBezTo>
                    <a:cubicBezTo>
                      <a:pt x="20932" y="9912"/>
                      <a:pt x="20892" y="9911"/>
                      <a:pt x="20851" y="9909"/>
                    </a:cubicBezTo>
                    <a:cubicBezTo>
                      <a:pt x="20426" y="9979"/>
                      <a:pt x="20002" y="10045"/>
                      <a:pt x="19577" y="10116"/>
                    </a:cubicBezTo>
                    <a:cubicBezTo>
                      <a:pt x="19408" y="10306"/>
                      <a:pt x="19201" y="10448"/>
                      <a:pt x="18967" y="10529"/>
                    </a:cubicBezTo>
                    <a:cubicBezTo>
                      <a:pt x="18455" y="10709"/>
                      <a:pt x="18036" y="11019"/>
                      <a:pt x="17655" y="11400"/>
                    </a:cubicBezTo>
                    <a:cubicBezTo>
                      <a:pt x="17307" y="11743"/>
                      <a:pt x="16860" y="11917"/>
                      <a:pt x="16398" y="11999"/>
                    </a:cubicBezTo>
                    <a:cubicBezTo>
                      <a:pt x="16344" y="12009"/>
                      <a:pt x="16293" y="12013"/>
                      <a:pt x="16244" y="12013"/>
                    </a:cubicBezTo>
                    <a:cubicBezTo>
                      <a:pt x="15839" y="12013"/>
                      <a:pt x="15553" y="11716"/>
                      <a:pt x="15233" y="11493"/>
                    </a:cubicBezTo>
                    <a:cubicBezTo>
                      <a:pt x="15848" y="11389"/>
                      <a:pt x="16289" y="11057"/>
                      <a:pt x="16686" y="10638"/>
                    </a:cubicBezTo>
                    <a:cubicBezTo>
                      <a:pt x="16833" y="10480"/>
                      <a:pt x="17007" y="10355"/>
                      <a:pt x="17198" y="10257"/>
                    </a:cubicBezTo>
                    <a:cubicBezTo>
                      <a:pt x="17655" y="10012"/>
                      <a:pt x="18080" y="9718"/>
                      <a:pt x="18499" y="9408"/>
                    </a:cubicBezTo>
                    <a:cubicBezTo>
                      <a:pt x="19081" y="8983"/>
                      <a:pt x="19686" y="8575"/>
                      <a:pt x="20415" y="8461"/>
                    </a:cubicBezTo>
                    <a:cubicBezTo>
                      <a:pt x="21025" y="8363"/>
                      <a:pt x="21373" y="8014"/>
                      <a:pt x="21575" y="7453"/>
                    </a:cubicBezTo>
                    <a:cubicBezTo>
                      <a:pt x="21695" y="7110"/>
                      <a:pt x="21907" y="6827"/>
                      <a:pt x="22223" y="6642"/>
                    </a:cubicBezTo>
                    <a:cubicBezTo>
                      <a:pt x="22745" y="6337"/>
                      <a:pt x="23213" y="5962"/>
                      <a:pt x="23654" y="5553"/>
                    </a:cubicBezTo>
                    <a:cubicBezTo>
                      <a:pt x="24025" y="5205"/>
                      <a:pt x="24471" y="4944"/>
                      <a:pt x="24809" y="4563"/>
                    </a:cubicBezTo>
                    <a:cubicBezTo>
                      <a:pt x="25135" y="4192"/>
                      <a:pt x="25086" y="3931"/>
                      <a:pt x="24629" y="3757"/>
                    </a:cubicBezTo>
                    <a:cubicBezTo>
                      <a:pt x="24155" y="3583"/>
                      <a:pt x="23682" y="3370"/>
                      <a:pt x="23186" y="3289"/>
                    </a:cubicBezTo>
                    <a:cubicBezTo>
                      <a:pt x="22315" y="3153"/>
                      <a:pt x="21667" y="2679"/>
                      <a:pt x="21063" y="2091"/>
                    </a:cubicBezTo>
                    <a:lnTo>
                      <a:pt x="21063" y="2091"/>
                    </a:lnTo>
                    <a:cubicBezTo>
                      <a:pt x="21183" y="2151"/>
                      <a:pt x="21268" y="2285"/>
                      <a:pt x="21407" y="2285"/>
                    </a:cubicBezTo>
                    <a:cubicBezTo>
                      <a:pt x="21432" y="2285"/>
                      <a:pt x="21459" y="2281"/>
                      <a:pt x="21488" y="2271"/>
                    </a:cubicBezTo>
                    <a:cubicBezTo>
                      <a:pt x="21412" y="1993"/>
                      <a:pt x="21270" y="1764"/>
                      <a:pt x="20998" y="1634"/>
                    </a:cubicBezTo>
                    <a:cubicBezTo>
                      <a:pt x="20969" y="1623"/>
                      <a:pt x="20942" y="1619"/>
                      <a:pt x="20918" y="1619"/>
                    </a:cubicBezTo>
                    <a:cubicBezTo>
                      <a:pt x="20812" y="1619"/>
                      <a:pt x="20738" y="1701"/>
                      <a:pt x="20649" y="1754"/>
                    </a:cubicBezTo>
                    <a:cubicBezTo>
                      <a:pt x="20268" y="1988"/>
                      <a:pt x="19974" y="2320"/>
                      <a:pt x="19708" y="2516"/>
                    </a:cubicBezTo>
                    <a:cubicBezTo>
                      <a:pt x="20018" y="2254"/>
                      <a:pt x="20393" y="1901"/>
                      <a:pt x="20791" y="1568"/>
                    </a:cubicBezTo>
                    <a:cubicBezTo>
                      <a:pt x="21205" y="1231"/>
                      <a:pt x="21428" y="757"/>
                      <a:pt x="21684" y="305"/>
                    </a:cubicBezTo>
                    <a:cubicBezTo>
                      <a:pt x="21733" y="218"/>
                      <a:pt x="21803" y="93"/>
                      <a:pt x="21695" y="22"/>
                    </a:cubicBezTo>
                    <a:cubicBezTo>
                      <a:pt x="21670" y="7"/>
                      <a:pt x="21647" y="0"/>
                      <a:pt x="21625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4" name="Google Shape;1274;p30"/>
              <p:cNvSpPr/>
              <p:nvPr/>
            </p:nvSpPr>
            <p:spPr>
              <a:xfrm>
                <a:off x="5751540" y="2150777"/>
                <a:ext cx="516077" cy="680957"/>
              </a:xfrm>
              <a:custGeom>
                <a:rect b="b" l="l" r="r" t="t"/>
                <a:pathLst>
                  <a:path extrusionOk="0" h="11436" w="8667">
                    <a:moveTo>
                      <a:pt x="0" y="1"/>
                    </a:moveTo>
                    <a:lnTo>
                      <a:pt x="0" y="1"/>
                    </a:lnTo>
                    <a:cubicBezTo>
                      <a:pt x="109" y="251"/>
                      <a:pt x="272" y="469"/>
                      <a:pt x="299" y="736"/>
                    </a:cubicBezTo>
                    <a:cubicBezTo>
                      <a:pt x="713" y="1650"/>
                      <a:pt x="746" y="2630"/>
                      <a:pt x="779" y="3599"/>
                    </a:cubicBezTo>
                    <a:cubicBezTo>
                      <a:pt x="817" y="4998"/>
                      <a:pt x="1138" y="6321"/>
                      <a:pt x="1802" y="7541"/>
                    </a:cubicBezTo>
                    <a:cubicBezTo>
                      <a:pt x="2722" y="9245"/>
                      <a:pt x="4072" y="10486"/>
                      <a:pt x="5950" y="11085"/>
                    </a:cubicBezTo>
                    <a:cubicBezTo>
                      <a:pt x="6021" y="11096"/>
                      <a:pt x="6092" y="11090"/>
                      <a:pt x="6157" y="11112"/>
                    </a:cubicBezTo>
                    <a:cubicBezTo>
                      <a:pt x="6870" y="11319"/>
                      <a:pt x="7600" y="11417"/>
                      <a:pt x="8340" y="11428"/>
                    </a:cubicBezTo>
                    <a:cubicBezTo>
                      <a:pt x="8382" y="11428"/>
                      <a:pt x="8427" y="11435"/>
                      <a:pt x="8473" y="11435"/>
                    </a:cubicBezTo>
                    <a:cubicBezTo>
                      <a:pt x="8542" y="11435"/>
                      <a:pt x="8611" y="11418"/>
                      <a:pt x="8667" y="11330"/>
                    </a:cubicBezTo>
                    <a:cubicBezTo>
                      <a:pt x="8084" y="11243"/>
                      <a:pt x="7513" y="11155"/>
                      <a:pt x="6941" y="11068"/>
                    </a:cubicBezTo>
                    <a:cubicBezTo>
                      <a:pt x="6680" y="11008"/>
                      <a:pt x="6413" y="10970"/>
                      <a:pt x="6157" y="10889"/>
                    </a:cubicBezTo>
                    <a:cubicBezTo>
                      <a:pt x="3669" y="10083"/>
                      <a:pt x="2140" y="8357"/>
                      <a:pt x="1356" y="5897"/>
                    </a:cubicBezTo>
                    <a:cubicBezTo>
                      <a:pt x="953" y="4644"/>
                      <a:pt x="1062" y="3338"/>
                      <a:pt x="866" y="2069"/>
                    </a:cubicBezTo>
                    <a:cubicBezTo>
                      <a:pt x="768" y="1460"/>
                      <a:pt x="610" y="877"/>
                      <a:pt x="354" y="322"/>
                    </a:cubicBezTo>
                    <a:cubicBezTo>
                      <a:pt x="289" y="180"/>
                      <a:pt x="212" y="22"/>
                      <a:pt x="0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5" name="Google Shape;1275;p30"/>
              <p:cNvSpPr/>
              <p:nvPr/>
            </p:nvSpPr>
            <p:spPr>
              <a:xfrm>
                <a:off x="6751559" y="103043"/>
                <a:ext cx="1823804" cy="2664162"/>
              </a:xfrm>
              <a:custGeom>
                <a:rect b="b" l="l" r="r" t="t"/>
                <a:pathLst>
                  <a:path extrusionOk="0" h="44742" w="30629">
                    <a:moveTo>
                      <a:pt x="17805" y="0"/>
                    </a:moveTo>
                    <a:cubicBezTo>
                      <a:pt x="17367" y="0"/>
                      <a:pt x="16931" y="22"/>
                      <a:pt x="16502" y="114"/>
                    </a:cubicBezTo>
                    <a:cubicBezTo>
                      <a:pt x="15886" y="251"/>
                      <a:pt x="15298" y="490"/>
                      <a:pt x="14694" y="681"/>
                    </a:cubicBezTo>
                    <a:cubicBezTo>
                      <a:pt x="14559" y="725"/>
                      <a:pt x="14422" y="766"/>
                      <a:pt x="14288" y="766"/>
                    </a:cubicBezTo>
                    <a:cubicBezTo>
                      <a:pt x="14174" y="766"/>
                      <a:pt x="14061" y="736"/>
                      <a:pt x="13954" y="653"/>
                    </a:cubicBezTo>
                    <a:cubicBezTo>
                      <a:pt x="13580" y="372"/>
                      <a:pt x="13189" y="254"/>
                      <a:pt x="12803" y="254"/>
                    </a:cubicBezTo>
                    <a:cubicBezTo>
                      <a:pt x="12390" y="254"/>
                      <a:pt x="11981" y="388"/>
                      <a:pt x="11602" y="599"/>
                    </a:cubicBezTo>
                    <a:cubicBezTo>
                      <a:pt x="10774" y="1062"/>
                      <a:pt x="10176" y="1824"/>
                      <a:pt x="9675" y="2635"/>
                    </a:cubicBezTo>
                    <a:cubicBezTo>
                      <a:pt x="9495" y="2973"/>
                      <a:pt x="9256" y="3256"/>
                      <a:pt x="8913" y="3430"/>
                    </a:cubicBezTo>
                    <a:cubicBezTo>
                      <a:pt x="8314" y="3462"/>
                      <a:pt x="7791" y="3740"/>
                      <a:pt x="7247" y="3947"/>
                    </a:cubicBezTo>
                    <a:cubicBezTo>
                      <a:pt x="7029" y="4029"/>
                      <a:pt x="6800" y="4089"/>
                      <a:pt x="6577" y="4159"/>
                    </a:cubicBezTo>
                    <a:cubicBezTo>
                      <a:pt x="6525" y="4177"/>
                      <a:pt x="6484" y="4185"/>
                      <a:pt x="6451" y="4185"/>
                    </a:cubicBezTo>
                    <a:cubicBezTo>
                      <a:pt x="6345" y="4185"/>
                      <a:pt x="6339" y="4095"/>
                      <a:pt x="6397" y="3952"/>
                    </a:cubicBezTo>
                    <a:cubicBezTo>
                      <a:pt x="6501" y="3686"/>
                      <a:pt x="6724" y="3528"/>
                      <a:pt x="6926" y="3348"/>
                    </a:cubicBezTo>
                    <a:cubicBezTo>
                      <a:pt x="7285" y="3032"/>
                      <a:pt x="7611" y="2679"/>
                      <a:pt x="7617" y="2172"/>
                    </a:cubicBezTo>
                    <a:cubicBezTo>
                      <a:pt x="7622" y="1742"/>
                      <a:pt x="7704" y="1334"/>
                      <a:pt x="7818" y="926"/>
                    </a:cubicBezTo>
                    <a:cubicBezTo>
                      <a:pt x="7889" y="681"/>
                      <a:pt x="8003" y="441"/>
                      <a:pt x="7993" y="180"/>
                    </a:cubicBezTo>
                    <a:cubicBezTo>
                      <a:pt x="7972" y="161"/>
                      <a:pt x="7951" y="152"/>
                      <a:pt x="7932" y="152"/>
                    </a:cubicBezTo>
                    <a:cubicBezTo>
                      <a:pt x="7908" y="152"/>
                      <a:pt x="7888" y="168"/>
                      <a:pt x="7878" y="196"/>
                    </a:cubicBezTo>
                    <a:cubicBezTo>
                      <a:pt x="7671" y="757"/>
                      <a:pt x="7366" y="1301"/>
                      <a:pt x="7366" y="1906"/>
                    </a:cubicBezTo>
                    <a:cubicBezTo>
                      <a:pt x="7372" y="2461"/>
                      <a:pt x="7149" y="2847"/>
                      <a:pt x="6746" y="3179"/>
                    </a:cubicBezTo>
                    <a:cubicBezTo>
                      <a:pt x="6555" y="3332"/>
                      <a:pt x="6354" y="3490"/>
                      <a:pt x="6240" y="3718"/>
                    </a:cubicBezTo>
                    <a:cubicBezTo>
                      <a:pt x="6147" y="3898"/>
                      <a:pt x="5978" y="4094"/>
                      <a:pt x="6152" y="4301"/>
                    </a:cubicBezTo>
                    <a:cubicBezTo>
                      <a:pt x="6260" y="4423"/>
                      <a:pt x="6395" y="4475"/>
                      <a:pt x="6546" y="4475"/>
                    </a:cubicBezTo>
                    <a:cubicBezTo>
                      <a:pt x="6617" y="4475"/>
                      <a:pt x="6691" y="4463"/>
                      <a:pt x="6768" y="4442"/>
                    </a:cubicBezTo>
                    <a:cubicBezTo>
                      <a:pt x="7633" y="4208"/>
                      <a:pt x="8385" y="3680"/>
                      <a:pt x="9315" y="3582"/>
                    </a:cubicBezTo>
                    <a:cubicBezTo>
                      <a:pt x="9740" y="3544"/>
                      <a:pt x="9914" y="3016"/>
                      <a:pt x="10072" y="2624"/>
                    </a:cubicBezTo>
                    <a:cubicBezTo>
                      <a:pt x="10192" y="2325"/>
                      <a:pt x="10377" y="2091"/>
                      <a:pt x="10627" y="1911"/>
                    </a:cubicBezTo>
                    <a:cubicBezTo>
                      <a:pt x="10807" y="1786"/>
                      <a:pt x="10960" y="1639"/>
                      <a:pt x="11052" y="1448"/>
                    </a:cubicBezTo>
                    <a:cubicBezTo>
                      <a:pt x="11302" y="940"/>
                      <a:pt x="12057" y="614"/>
                      <a:pt x="12732" y="614"/>
                    </a:cubicBezTo>
                    <a:cubicBezTo>
                      <a:pt x="13040" y="614"/>
                      <a:pt x="13332" y="683"/>
                      <a:pt x="13551" y="833"/>
                    </a:cubicBezTo>
                    <a:cubicBezTo>
                      <a:pt x="13786" y="991"/>
                      <a:pt x="14023" y="1057"/>
                      <a:pt x="14267" y="1057"/>
                    </a:cubicBezTo>
                    <a:cubicBezTo>
                      <a:pt x="14492" y="1057"/>
                      <a:pt x="14723" y="1001"/>
                      <a:pt x="14961" y="909"/>
                    </a:cubicBezTo>
                    <a:cubicBezTo>
                      <a:pt x="15494" y="702"/>
                      <a:pt x="16044" y="512"/>
                      <a:pt x="16605" y="398"/>
                    </a:cubicBezTo>
                    <a:cubicBezTo>
                      <a:pt x="17016" y="312"/>
                      <a:pt x="17431" y="289"/>
                      <a:pt x="17848" y="289"/>
                    </a:cubicBezTo>
                    <a:cubicBezTo>
                      <a:pt x="18302" y="289"/>
                      <a:pt x="18758" y="316"/>
                      <a:pt x="19213" y="316"/>
                    </a:cubicBezTo>
                    <a:cubicBezTo>
                      <a:pt x="19888" y="321"/>
                      <a:pt x="20557" y="376"/>
                      <a:pt x="21232" y="403"/>
                    </a:cubicBezTo>
                    <a:cubicBezTo>
                      <a:pt x="21221" y="539"/>
                      <a:pt x="21129" y="523"/>
                      <a:pt x="21069" y="545"/>
                    </a:cubicBezTo>
                    <a:cubicBezTo>
                      <a:pt x="20356" y="784"/>
                      <a:pt x="19675" y="1105"/>
                      <a:pt x="19017" y="1475"/>
                    </a:cubicBezTo>
                    <a:cubicBezTo>
                      <a:pt x="18744" y="1628"/>
                      <a:pt x="18538" y="1835"/>
                      <a:pt x="18418" y="2101"/>
                    </a:cubicBezTo>
                    <a:cubicBezTo>
                      <a:pt x="18205" y="2591"/>
                      <a:pt x="17971" y="3098"/>
                      <a:pt x="17846" y="3609"/>
                    </a:cubicBezTo>
                    <a:cubicBezTo>
                      <a:pt x="17677" y="4295"/>
                      <a:pt x="17449" y="4927"/>
                      <a:pt x="17024" y="5493"/>
                    </a:cubicBezTo>
                    <a:cubicBezTo>
                      <a:pt x="16904" y="5651"/>
                      <a:pt x="16834" y="5847"/>
                      <a:pt x="16763" y="6032"/>
                    </a:cubicBezTo>
                    <a:cubicBezTo>
                      <a:pt x="16600" y="6462"/>
                      <a:pt x="16382" y="6870"/>
                      <a:pt x="16180" y="7279"/>
                    </a:cubicBezTo>
                    <a:cubicBezTo>
                      <a:pt x="15854" y="7921"/>
                      <a:pt x="15320" y="8297"/>
                      <a:pt x="14629" y="8455"/>
                    </a:cubicBezTo>
                    <a:cubicBezTo>
                      <a:pt x="14139" y="8563"/>
                      <a:pt x="13643" y="8667"/>
                      <a:pt x="13148" y="8732"/>
                    </a:cubicBezTo>
                    <a:cubicBezTo>
                      <a:pt x="12408" y="8825"/>
                      <a:pt x="11716" y="8961"/>
                      <a:pt x="11194" y="9565"/>
                    </a:cubicBezTo>
                    <a:cubicBezTo>
                      <a:pt x="10987" y="9799"/>
                      <a:pt x="10666" y="9848"/>
                      <a:pt x="10350" y="9875"/>
                    </a:cubicBezTo>
                    <a:cubicBezTo>
                      <a:pt x="10291" y="9880"/>
                      <a:pt x="10233" y="9883"/>
                      <a:pt x="10175" y="9883"/>
                    </a:cubicBezTo>
                    <a:cubicBezTo>
                      <a:pt x="9718" y="9883"/>
                      <a:pt x="9303" y="9733"/>
                      <a:pt x="8902" y="9511"/>
                    </a:cubicBezTo>
                    <a:cubicBezTo>
                      <a:pt x="8281" y="9162"/>
                      <a:pt x="7611" y="8945"/>
                      <a:pt x="6931" y="8754"/>
                    </a:cubicBezTo>
                    <a:cubicBezTo>
                      <a:pt x="6704" y="8692"/>
                      <a:pt x="6487" y="8657"/>
                      <a:pt x="6283" y="8657"/>
                    </a:cubicBezTo>
                    <a:cubicBezTo>
                      <a:pt x="5757" y="8657"/>
                      <a:pt x="5313" y="8885"/>
                      <a:pt x="4987" y="9445"/>
                    </a:cubicBezTo>
                    <a:cubicBezTo>
                      <a:pt x="4971" y="9467"/>
                      <a:pt x="4955" y="9484"/>
                      <a:pt x="4938" y="9500"/>
                    </a:cubicBezTo>
                    <a:cubicBezTo>
                      <a:pt x="4666" y="9903"/>
                      <a:pt x="4312" y="10142"/>
                      <a:pt x="3801" y="10169"/>
                    </a:cubicBezTo>
                    <a:cubicBezTo>
                      <a:pt x="3545" y="10186"/>
                      <a:pt x="3289" y="10218"/>
                      <a:pt x="3033" y="10235"/>
                    </a:cubicBezTo>
                    <a:cubicBezTo>
                      <a:pt x="2701" y="10251"/>
                      <a:pt x="2608" y="10404"/>
                      <a:pt x="2679" y="10725"/>
                    </a:cubicBezTo>
                    <a:cubicBezTo>
                      <a:pt x="2755" y="11062"/>
                      <a:pt x="3011" y="11187"/>
                      <a:pt x="3294" y="11291"/>
                    </a:cubicBezTo>
                    <a:cubicBezTo>
                      <a:pt x="4280" y="11645"/>
                      <a:pt x="5281" y="11922"/>
                      <a:pt x="6332" y="12015"/>
                    </a:cubicBezTo>
                    <a:cubicBezTo>
                      <a:pt x="6098" y="12810"/>
                      <a:pt x="6234" y="13147"/>
                      <a:pt x="6860" y="13365"/>
                    </a:cubicBezTo>
                    <a:cubicBezTo>
                      <a:pt x="7058" y="13433"/>
                      <a:pt x="7265" y="13470"/>
                      <a:pt x="7476" y="13470"/>
                    </a:cubicBezTo>
                    <a:cubicBezTo>
                      <a:pt x="7503" y="13470"/>
                      <a:pt x="7530" y="13470"/>
                      <a:pt x="7557" y="13469"/>
                    </a:cubicBezTo>
                    <a:cubicBezTo>
                      <a:pt x="8341" y="13420"/>
                      <a:pt x="9103" y="13267"/>
                      <a:pt x="9784" y="12881"/>
                    </a:cubicBezTo>
                    <a:cubicBezTo>
                      <a:pt x="10030" y="12742"/>
                      <a:pt x="10265" y="12687"/>
                      <a:pt x="10494" y="12687"/>
                    </a:cubicBezTo>
                    <a:cubicBezTo>
                      <a:pt x="10848" y="12687"/>
                      <a:pt x="11187" y="12817"/>
                      <a:pt x="11531" y="12962"/>
                    </a:cubicBezTo>
                    <a:cubicBezTo>
                      <a:pt x="11798" y="13077"/>
                      <a:pt x="11885" y="13398"/>
                      <a:pt x="11700" y="13561"/>
                    </a:cubicBezTo>
                    <a:cubicBezTo>
                      <a:pt x="11303" y="13899"/>
                      <a:pt x="11101" y="14372"/>
                      <a:pt x="10829" y="14791"/>
                    </a:cubicBezTo>
                    <a:cubicBezTo>
                      <a:pt x="10687" y="15015"/>
                      <a:pt x="10633" y="15265"/>
                      <a:pt x="10720" y="15537"/>
                    </a:cubicBezTo>
                    <a:cubicBezTo>
                      <a:pt x="11079" y="16664"/>
                      <a:pt x="11232" y="17791"/>
                      <a:pt x="10845" y="18956"/>
                    </a:cubicBezTo>
                    <a:cubicBezTo>
                      <a:pt x="10704" y="19375"/>
                      <a:pt x="10758" y="19838"/>
                      <a:pt x="10965" y="20263"/>
                    </a:cubicBezTo>
                    <a:cubicBezTo>
                      <a:pt x="11123" y="20584"/>
                      <a:pt x="11150" y="20943"/>
                      <a:pt x="11161" y="21297"/>
                    </a:cubicBezTo>
                    <a:cubicBezTo>
                      <a:pt x="11165" y="21447"/>
                      <a:pt x="11125" y="21533"/>
                      <a:pt x="10999" y="21533"/>
                    </a:cubicBezTo>
                    <a:cubicBezTo>
                      <a:pt x="10965" y="21533"/>
                      <a:pt x="10925" y="21527"/>
                      <a:pt x="10878" y="21515"/>
                    </a:cubicBezTo>
                    <a:cubicBezTo>
                      <a:pt x="10426" y="21390"/>
                      <a:pt x="9969" y="21292"/>
                      <a:pt x="9511" y="21188"/>
                    </a:cubicBezTo>
                    <a:cubicBezTo>
                      <a:pt x="9456" y="21174"/>
                      <a:pt x="9397" y="21135"/>
                      <a:pt x="9341" y="21135"/>
                    </a:cubicBezTo>
                    <a:cubicBezTo>
                      <a:pt x="9310" y="21135"/>
                      <a:pt x="9279" y="21148"/>
                      <a:pt x="9250" y="21183"/>
                    </a:cubicBezTo>
                    <a:cubicBezTo>
                      <a:pt x="9158" y="21286"/>
                      <a:pt x="9256" y="21379"/>
                      <a:pt x="9294" y="21471"/>
                    </a:cubicBezTo>
                    <a:cubicBezTo>
                      <a:pt x="9315" y="21536"/>
                      <a:pt x="9354" y="21602"/>
                      <a:pt x="9408" y="21651"/>
                    </a:cubicBezTo>
                    <a:cubicBezTo>
                      <a:pt x="9925" y="22135"/>
                      <a:pt x="10323" y="22723"/>
                      <a:pt x="10785" y="23257"/>
                    </a:cubicBezTo>
                    <a:cubicBezTo>
                      <a:pt x="11172" y="23709"/>
                      <a:pt x="11640" y="24106"/>
                      <a:pt x="11988" y="24580"/>
                    </a:cubicBezTo>
                    <a:cubicBezTo>
                      <a:pt x="12604" y="25418"/>
                      <a:pt x="12985" y="26393"/>
                      <a:pt x="13268" y="27394"/>
                    </a:cubicBezTo>
                    <a:cubicBezTo>
                      <a:pt x="13388" y="27835"/>
                      <a:pt x="13486" y="28309"/>
                      <a:pt x="13415" y="28853"/>
                    </a:cubicBezTo>
                    <a:cubicBezTo>
                      <a:pt x="13143" y="28472"/>
                      <a:pt x="12930" y="28140"/>
                      <a:pt x="12642" y="27884"/>
                    </a:cubicBezTo>
                    <a:cubicBezTo>
                      <a:pt x="12484" y="27739"/>
                      <a:pt x="12307" y="27575"/>
                      <a:pt x="12097" y="27575"/>
                    </a:cubicBezTo>
                    <a:cubicBezTo>
                      <a:pt x="12032" y="27575"/>
                      <a:pt x="11963" y="27591"/>
                      <a:pt x="11890" y="27628"/>
                    </a:cubicBezTo>
                    <a:cubicBezTo>
                      <a:pt x="11368" y="27895"/>
                      <a:pt x="10818" y="27830"/>
                      <a:pt x="10268" y="27851"/>
                    </a:cubicBezTo>
                    <a:cubicBezTo>
                      <a:pt x="10252" y="27852"/>
                      <a:pt x="10237" y="27852"/>
                      <a:pt x="10221" y="27852"/>
                    </a:cubicBezTo>
                    <a:cubicBezTo>
                      <a:pt x="9976" y="27852"/>
                      <a:pt x="9772" y="27771"/>
                      <a:pt x="9588" y="27617"/>
                    </a:cubicBezTo>
                    <a:cubicBezTo>
                      <a:pt x="9359" y="27416"/>
                      <a:pt x="9125" y="27220"/>
                      <a:pt x="8853" y="27068"/>
                    </a:cubicBezTo>
                    <a:cubicBezTo>
                      <a:pt x="8016" y="26613"/>
                      <a:pt x="7155" y="26392"/>
                      <a:pt x="6268" y="26392"/>
                    </a:cubicBezTo>
                    <a:cubicBezTo>
                      <a:pt x="5775" y="26392"/>
                      <a:pt x="5274" y="26460"/>
                      <a:pt x="4764" y="26594"/>
                    </a:cubicBezTo>
                    <a:cubicBezTo>
                      <a:pt x="4498" y="26659"/>
                      <a:pt x="4356" y="26790"/>
                      <a:pt x="4372" y="27084"/>
                    </a:cubicBezTo>
                    <a:cubicBezTo>
                      <a:pt x="4389" y="27302"/>
                      <a:pt x="4427" y="27509"/>
                      <a:pt x="4519" y="27699"/>
                    </a:cubicBezTo>
                    <a:cubicBezTo>
                      <a:pt x="4672" y="28020"/>
                      <a:pt x="4835" y="28331"/>
                      <a:pt x="5004" y="28641"/>
                    </a:cubicBezTo>
                    <a:cubicBezTo>
                      <a:pt x="5091" y="28804"/>
                      <a:pt x="5091" y="28913"/>
                      <a:pt x="4922" y="29022"/>
                    </a:cubicBezTo>
                    <a:cubicBezTo>
                      <a:pt x="4644" y="29207"/>
                      <a:pt x="4563" y="29490"/>
                      <a:pt x="4514" y="29806"/>
                    </a:cubicBezTo>
                    <a:cubicBezTo>
                      <a:pt x="4400" y="30612"/>
                      <a:pt x="4846" y="31118"/>
                      <a:pt x="5407" y="31575"/>
                    </a:cubicBezTo>
                    <a:cubicBezTo>
                      <a:pt x="5859" y="31940"/>
                      <a:pt x="6310" y="32305"/>
                      <a:pt x="6822" y="32724"/>
                    </a:cubicBezTo>
                    <a:cubicBezTo>
                      <a:pt x="6754" y="32724"/>
                      <a:pt x="6688" y="32723"/>
                      <a:pt x="6622" y="32723"/>
                    </a:cubicBezTo>
                    <a:cubicBezTo>
                      <a:pt x="6235" y="32723"/>
                      <a:pt x="5896" y="32747"/>
                      <a:pt x="5701" y="33078"/>
                    </a:cubicBezTo>
                    <a:cubicBezTo>
                      <a:pt x="5374" y="33644"/>
                      <a:pt x="4857" y="33905"/>
                      <a:pt x="4274" y="34101"/>
                    </a:cubicBezTo>
                    <a:cubicBezTo>
                      <a:pt x="3735" y="34281"/>
                      <a:pt x="3300" y="34597"/>
                      <a:pt x="3017" y="35114"/>
                    </a:cubicBezTo>
                    <a:cubicBezTo>
                      <a:pt x="2821" y="35484"/>
                      <a:pt x="2772" y="35870"/>
                      <a:pt x="2755" y="36268"/>
                    </a:cubicBezTo>
                    <a:cubicBezTo>
                      <a:pt x="2723" y="36899"/>
                      <a:pt x="2603" y="37052"/>
                      <a:pt x="2015" y="37210"/>
                    </a:cubicBezTo>
                    <a:cubicBezTo>
                      <a:pt x="1552" y="37335"/>
                      <a:pt x="1068" y="37373"/>
                      <a:pt x="600" y="37466"/>
                    </a:cubicBezTo>
                    <a:cubicBezTo>
                      <a:pt x="180" y="37547"/>
                      <a:pt x="1" y="37798"/>
                      <a:pt x="110" y="38200"/>
                    </a:cubicBezTo>
                    <a:cubicBezTo>
                      <a:pt x="366" y="39121"/>
                      <a:pt x="828" y="39943"/>
                      <a:pt x="1492" y="40623"/>
                    </a:cubicBezTo>
                    <a:cubicBezTo>
                      <a:pt x="2118" y="41255"/>
                      <a:pt x="2701" y="41913"/>
                      <a:pt x="3120" y="42697"/>
                    </a:cubicBezTo>
                    <a:cubicBezTo>
                      <a:pt x="3414" y="43258"/>
                      <a:pt x="3670" y="43840"/>
                      <a:pt x="3948" y="44418"/>
                    </a:cubicBezTo>
                    <a:cubicBezTo>
                      <a:pt x="3928" y="44422"/>
                      <a:pt x="3910" y="44424"/>
                      <a:pt x="3893" y="44424"/>
                    </a:cubicBezTo>
                    <a:cubicBezTo>
                      <a:pt x="3798" y="44424"/>
                      <a:pt x="3733" y="44361"/>
                      <a:pt x="3654" y="44361"/>
                    </a:cubicBezTo>
                    <a:cubicBezTo>
                      <a:pt x="3635" y="44361"/>
                      <a:pt x="3615" y="44365"/>
                      <a:pt x="3594" y="44374"/>
                    </a:cubicBezTo>
                    <a:cubicBezTo>
                      <a:pt x="3790" y="44548"/>
                      <a:pt x="4084" y="44521"/>
                      <a:pt x="4263" y="44722"/>
                    </a:cubicBezTo>
                    <a:cubicBezTo>
                      <a:pt x="4274" y="44735"/>
                      <a:pt x="4291" y="44741"/>
                      <a:pt x="4309" y="44741"/>
                    </a:cubicBezTo>
                    <a:cubicBezTo>
                      <a:pt x="4336" y="44741"/>
                      <a:pt x="4367" y="44727"/>
                      <a:pt x="4383" y="44701"/>
                    </a:cubicBezTo>
                    <a:cubicBezTo>
                      <a:pt x="4438" y="44624"/>
                      <a:pt x="4394" y="44559"/>
                      <a:pt x="4351" y="44510"/>
                    </a:cubicBezTo>
                    <a:cubicBezTo>
                      <a:pt x="3833" y="43911"/>
                      <a:pt x="3594" y="43155"/>
                      <a:pt x="3196" y="42490"/>
                    </a:cubicBezTo>
                    <a:cubicBezTo>
                      <a:pt x="3224" y="42387"/>
                      <a:pt x="3186" y="42300"/>
                      <a:pt x="3137" y="42218"/>
                    </a:cubicBezTo>
                    <a:cubicBezTo>
                      <a:pt x="2794" y="41641"/>
                      <a:pt x="2396" y="41091"/>
                      <a:pt x="1890" y="40645"/>
                    </a:cubicBezTo>
                    <a:cubicBezTo>
                      <a:pt x="1226" y="40068"/>
                      <a:pt x="839" y="39322"/>
                      <a:pt x="523" y="38527"/>
                    </a:cubicBezTo>
                    <a:cubicBezTo>
                      <a:pt x="322" y="38015"/>
                      <a:pt x="458" y="37847"/>
                      <a:pt x="1013" y="37792"/>
                    </a:cubicBezTo>
                    <a:cubicBezTo>
                      <a:pt x="1433" y="37754"/>
                      <a:pt x="1857" y="37705"/>
                      <a:pt x="2265" y="37574"/>
                    </a:cubicBezTo>
                    <a:cubicBezTo>
                      <a:pt x="2859" y="37384"/>
                      <a:pt x="3120" y="37090"/>
                      <a:pt x="3115" y="36469"/>
                    </a:cubicBezTo>
                    <a:cubicBezTo>
                      <a:pt x="3104" y="35370"/>
                      <a:pt x="3599" y="34678"/>
                      <a:pt x="4639" y="34368"/>
                    </a:cubicBezTo>
                    <a:cubicBezTo>
                      <a:pt x="4677" y="34357"/>
                      <a:pt x="4704" y="34341"/>
                      <a:pt x="4742" y="34330"/>
                    </a:cubicBezTo>
                    <a:cubicBezTo>
                      <a:pt x="5194" y="34156"/>
                      <a:pt x="5575" y="33894"/>
                      <a:pt x="5837" y="33475"/>
                    </a:cubicBezTo>
                    <a:cubicBezTo>
                      <a:pt x="5988" y="33233"/>
                      <a:pt x="6192" y="33103"/>
                      <a:pt x="6477" y="33103"/>
                    </a:cubicBezTo>
                    <a:cubicBezTo>
                      <a:pt x="6499" y="33103"/>
                      <a:pt x="6521" y="33103"/>
                      <a:pt x="6544" y="33105"/>
                    </a:cubicBezTo>
                    <a:cubicBezTo>
                      <a:pt x="6625" y="33111"/>
                      <a:pt x="6705" y="33114"/>
                      <a:pt x="6785" y="33114"/>
                    </a:cubicBezTo>
                    <a:cubicBezTo>
                      <a:pt x="6928" y="33114"/>
                      <a:pt x="7071" y="33104"/>
                      <a:pt x="7214" y="33083"/>
                    </a:cubicBezTo>
                    <a:cubicBezTo>
                      <a:pt x="7312" y="33067"/>
                      <a:pt x="7454" y="33105"/>
                      <a:pt x="7486" y="32980"/>
                    </a:cubicBezTo>
                    <a:cubicBezTo>
                      <a:pt x="7519" y="32860"/>
                      <a:pt x="7410" y="32789"/>
                      <a:pt x="7328" y="32724"/>
                    </a:cubicBezTo>
                    <a:cubicBezTo>
                      <a:pt x="6806" y="32321"/>
                      <a:pt x="6327" y="31864"/>
                      <a:pt x="5799" y="31466"/>
                    </a:cubicBezTo>
                    <a:cubicBezTo>
                      <a:pt x="5543" y="31270"/>
                      <a:pt x="5314" y="31047"/>
                      <a:pt x="5113" y="30802"/>
                    </a:cubicBezTo>
                    <a:cubicBezTo>
                      <a:pt x="4737" y="30334"/>
                      <a:pt x="4742" y="29719"/>
                      <a:pt x="5118" y="29349"/>
                    </a:cubicBezTo>
                    <a:cubicBezTo>
                      <a:pt x="5526" y="28951"/>
                      <a:pt x="5537" y="28842"/>
                      <a:pt x="5249" y="28352"/>
                    </a:cubicBezTo>
                    <a:cubicBezTo>
                      <a:pt x="5080" y="28053"/>
                      <a:pt x="4906" y="27759"/>
                      <a:pt x="4797" y="27432"/>
                    </a:cubicBezTo>
                    <a:cubicBezTo>
                      <a:pt x="4688" y="27100"/>
                      <a:pt x="4764" y="26980"/>
                      <a:pt x="5096" y="26899"/>
                    </a:cubicBezTo>
                    <a:cubicBezTo>
                      <a:pt x="5524" y="26791"/>
                      <a:pt x="5947" y="26735"/>
                      <a:pt x="6360" y="26735"/>
                    </a:cubicBezTo>
                    <a:cubicBezTo>
                      <a:pt x="7257" y="26735"/>
                      <a:pt x="8109" y="26997"/>
                      <a:pt x="8869" y="27552"/>
                    </a:cubicBezTo>
                    <a:cubicBezTo>
                      <a:pt x="9425" y="27960"/>
                      <a:pt x="9948" y="28195"/>
                      <a:pt x="10565" y="28195"/>
                    </a:cubicBezTo>
                    <a:cubicBezTo>
                      <a:pt x="10697" y="28195"/>
                      <a:pt x="10834" y="28184"/>
                      <a:pt x="10976" y="28162"/>
                    </a:cubicBezTo>
                    <a:cubicBezTo>
                      <a:pt x="11232" y="28118"/>
                      <a:pt x="11493" y="28124"/>
                      <a:pt x="11738" y="28020"/>
                    </a:cubicBezTo>
                    <a:cubicBezTo>
                      <a:pt x="11886" y="27957"/>
                      <a:pt x="11995" y="27923"/>
                      <a:pt x="12089" y="27923"/>
                    </a:cubicBezTo>
                    <a:cubicBezTo>
                      <a:pt x="12244" y="27923"/>
                      <a:pt x="12357" y="28014"/>
                      <a:pt x="12533" y="28211"/>
                    </a:cubicBezTo>
                    <a:cubicBezTo>
                      <a:pt x="12767" y="28467"/>
                      <a:pt x="12952" y="28755"/>
                      <a:pt x="13126" y="29049"/>
                    </a:cubicBezTo>
                    <a:cubicBezTo>
                      <a:pt x="13190" y="29154"/>
                      <a:pt x="13274" y="29244"/>
                      <a:pt x="13399" y="29244"/>
                    </a:cubicBezTo>
                    <a:cubicBezTo>
                      <a:pt x="13423" y="29244"/>
                      <a:pt x="13448" y="29241"/>
                      <a:pt x="13475" y="29234"/>
                    </a:cubicBezTo>
                    <a:cubicBezTo>
                      <a:pt x="13622" y="29191"/>
                      <a:pt x="13698" y="29071"/>
                      <a:pt x="13725" y="28919"/>
                    </a:cubicBezTo>
                    <a:cubicBezTo>
                      <a:pt x="13747" y="28826"/>
                      <a:pt x="13741" y="28733"/>
                      <a:pt x="13747" y="28641"/>
                    </a:cubicBezTo>
                    <a:cubicBezTo>
                      <a:pt x="13774" y="27465"/>
                      <a:pt x="13328" y="26425"/>
                      <a:pt x="12832" y="25407"/>
                    </a:cubicBezTo>
                    <a:cubicBezTo>
                      <a:pt x="12625" y="24983"/>
                      <a:pt x="12435" y="24542"/>
                      <a:pt x="12086" y="24209"/>
                    </a:cubicBezTo>
                    <a:cubicBezTo>
                      <a:pt x="11264" y="23415"/>
                      <a:pt x="10595" y="22489"/>
                      <a:pt x="9811" y="21607"/>
                    </a:cubicBezTo>
                    <a:lnTo>
                      <a:pt x="9811" y="21607"/>
                    </a:lnTo>
                    <a:cubicBezTo>
                      <a:pt x="10197" y="21673"/>
                      <a:pt x="10546" y="21787"/>
                      <a:pt x="10900" y="21836"/>
                    </a:cubicBezTo>
                    <a:cubicBezTo>
                      <a:pt x="10956" y="21843"/>
                      <a:pt x="11007" y="21846"/>
                      <a:pt x="11053" y="21846"/>
                    </a:cubicBezTo>
                    <a:cubicBezTo>
                      <a:pt x="11341" y="21846"/>
                      <a:pt x="11453" y="21710"/>
                      <a:pt x="11477" y="21368"/>
                    </a:cubicBezTo>
                    <a:cubicBezTo>
                      <a:pt x="11509" y="20954"/>
                      <a:pt x="11433" y="20567"/>
                      <a:pt x="11270" y="20192"/>
                    </a:cubicBezTo>
                    <a:cubicBezTo>
                      <a:pt x="11068" y="19724"/>
                      <a:pt x="11058" y="19239"/>
                      <a:pt x="11199" y="18771"/>
                    </a:cubicBezTo>
                    <a:cubicBezTo>
                      <a:pt x="11466" y="17867"/>
                      <a:pt x="11493" y="16969"/>
                      <a:pt x="11166" y="16098"/>
                    </a:cubicBezTo>
                    <a:cubicBezTo>
                      <a:pt x="10911" y="15401"/>
                      <a:pt x="11068" y="14835"/>
                      <a:pt x="11493" y="14285"/>
                    </a:cubicBezTo>
                    <a:cubicBezTo>
                      <a:pt x="11596" y="14144"/>
                      <a:pt x="11727" y="14024"/>
                      <a:pt x="11847" y="13893"/>
                    </a:cubicBezTo>
                    <a:cubicBezTo>
                      <a:pt x="12228" y="13496"/>
                      <a:pt x="12184" y="12946"/>
                      <a:pt x="11689" y="12717"/>
                    </a:cubicBezTo>
                    <a:cubicBezTo>
                      <a:pt x="11298" y="12534"/>
                      <a:pt x="10900" y="12358"/>
                      <a:pt x="10480" y="12358"/>
                    </a:cubicBezTo>
                    <a:cubicBezTo>
                      <a:pt x="10250" y="12358"/>
                      <a:pt x="10013" y="12410"/>
                      <a:pt x="9767" y="12543"/>
                    </a:cubicBezTo>
                    <a:cubicBezTo>
                      <a:pt x="9087" y="12908"/>
                      <a:pt x="8336" y="13087"/>
                      <a:pt x="7562" y="13136"/>
                    </a:cubicBezTo>
                    <a:cubicBezTo>
                      <a:pt x="7525" y="13138"/>
                      <a:pt x="7487" y="13140"/>
                      <a:pt x="7450" y="13140"/>
                    </a:cubicBezTo>
                    <a:cubicBezTo>
                      <a:pt x="7187" y="13140"/>
                      <a:pt x="6939" y="13085"/>
                      <a:pt x="6730" y="12913"/>
                    </a:cubicBezTo>
                    <a:cubicBezTo>
                      <a:pt x="6588" y="12804"/>
                      <a:pt x="6485" y="12663"/>
                      <a:pt x="6593" y="12489"/>
                    </a:cubicBezTo>
                    <a:cubicBezTo>
                      <a:pt x="6635" y="12420"/>
                      <a:pt x="6685" y="12396"/>
                      <a:pt x="6738" y="12396"/>
                    </a:cubicBezTo>
                    <a:cubicBezTo>
                      <a:pt x="6812" y="12396"/>
                      <a:pt x="6893" y="12441"/>
                      <a:pt x="6969" y="12472"/>
                    </a:cubicBezTo>
                    <a:cubicBezTo>
                      <a:pt x="7068" y="12517"/>
                      <a:pt x="7157" y="12539"/>
                      <a:pt x="7235" y="12539"/>
                    </a:cubicBezTo>
                    <a:cubicBezTo>
                      <a:pt x="7375" y="12539"/>
                      <a:pt x="7477" y="12467"/>
                      <a:pt x="7530" y="12331"/>
                    </a:cubicBezTo>
                    <a:cubicBezTo>
                      <a:pt x="7617" y="12129"/>
                      <a:pt x="7497" y="11912"/>
                      <a:pt x="7230" y="11814"/>
                    </a:cubicBezTo>
                    <a:cubicBezTo>
                      <a:pt x="6996" y="11726"/>
                      <a:pt x="6751" y="11705"/>
                      <a:pt x="6501" y="11683"/>
                    </a:cubicBezTo>
                    <a:cubicBezTo>
                      <a:pt x="5439" y="11596"/>
                      <a:pt x="4405" y="11362"/>
                      <a:pt x="3420" y="10948"/>
                    </a:cubicBezTo>
                    <a:cubicBezTo>
                      <a:pt x="3294" y="10899"/>
                      <a:pt x="3098" y="10850"/>
                      <a:pt x="3137" y="10687"/>
                    </a:cubicBezTo>
                    <a:cubicBezTo>
                      <a:pt x="3154" y="10608"/>
                      <a:pt x="3216" y="10592"/>
                      <a:pt x="3288" y="10592"/>
                    </a:cubicBezTo>
                    <a:cubicBezTo>
                      <a:pt x="3341" y="10592"/>
                      <a:pt x="3400" y="10601"/>
                      <a:pt x="3450" y="10601"/>
                    </a:cubicBezTo>
                    <a:cubicBezTo>
                      <a:pt x="3460" y="10601"/>
                      <a:pt x="3470" y="10600"/>
                      <a:pt x="3479" y="10600"/>
                    </a:cubicBezTo>
                    <a:cubicBezTo>
                      <a:pt x="4220" y="10540"/>
                      <a:pt x="4911" y="10387"/>
                      <a:pt x="5298" y="9652"/>
                    </a:cubicBezTo>
                    <a:cubicBezTo>
                      <a:pt x="5525" y="9219"/>
                      <a:pt x="5849" y="9049"/>
                      <a:pt x="6258" y="9049"/>
                    </a:cubicBezTo>
                    <a:cubicBezTo>
                      <a:pt x="6379" y="9049"/>
                      <a:pt x="6507" y="9064"/>
                      <a:pt x="6642" y="9092"/>
                    </a:cubicBezTo>
                    <a:cubicBezTo>
                      <a:pt x="7519" y="9266"/>
                      <a:pt x="8303" y="9674"/>
                      <a:pt x="9114" y="10028"/>
                    </a:cubicBezTo>
                    <a:cubicBezTo>
                      <a:pt x="9482" y="10189"/>
                      <a:pt x="9850" y="10282"/>
                      <a:pt x="10208" y="10282"/>
                    </a:cubicBezTo>
                    <a:cubicBezTo>
                      <a:pt x="10689" y="10282"/>
                      <a:pt x="11153" y="10114"/>
                      <a:pt x="11580" y="9712"/>
                    </a:cubicBezTo>
                    <a:cubicBezTo>
                      <a:pt x="11858" y="9456"/>
                      <a:pt x="12157" y="9228"/>
                      <a:pt x="12560" y="9190"/>
                    </a:cubicBezTo>
                    <a:cubicBezTo>
                      <a:pt x="13099" y="9141"/>
                      <a:pt x="13633" y="9026"/>
                      <a:pt x="14166" y="8945"/>
                    </a:cubicBezTo>
                    <a:cubicBezTo>
                      <a:pt x="14776" y="8847"/>
                      <a:pt x="15364" y="8661"/>
                      <a:pt x="15865" y="8275"/>
                    </a:cubicBezTo>
                    <a:cubicBezTo>
                      <a:pt x="15939" y="8220"/>
                      <a:pt x="16019" y="8163"/>
                      <a:pt x="16108" y="8163"/>
                    </a:cubicBezTo>
                    <a:cubicBezTo>
                      <a:pt x="16143" y="8163"/>
                      <a:pt x="16180" y="8172"/>
                      <a:pt x="16218" y="8193"/>
                    </a:cubicBezTo>
                    <a:cubicBezTo>
                      <a:pt x="16785" y="8504"/>
                      <a:pt x="17389" y="8765"/>
                      <a:pt x="17786" y="9315"/>
                    </a:cubicBezTo>
                    <a:cubicBezTo>
                      <a:pt x="18135" y="9794"/>
                      <a:pt x="18603" y="10110"/>
                      <a:pt x="19153" y="10338"/>
                    </a:cubicBezTo>
                    <a:cubicBezTo>
                      <a:pt x="19915" y="10654"/>
                      <a:pt x="20721" y="10872"/>
                      <a:pt x="21434" y="11291"/>
                    </a:cubicBezTo>
                    <a:cubicBezTo>
                      <a:pt x="22468" y="11906"/>
                      <a:pt x="23639" y="12026"/>
                      <a:pt x="24766" y="12293"/>
                    </a:cubicBezTo>
                    <a:cubicBezTo>
                      <a:pt x="25522" y="12472"/>
                      <a:pt x="26306" y="12510"/>
                      <a:pt x="27036" y="12815"/>
                    </a:cubicBezTo>
                    <a:cubicBezTo>
                      <a:pt x="27809" y="13136"/>
                      <a:pt x="28549" y="13528"/>
                      <a:pt x="29300" y="13893"/>
                    </a:cubicBezTo>
                    <a:cubicBezTo>
                      <a:pt x="29562" y="14013"/>
                      <a:pt x="29752" y="14231"/>
                      <a:pt x="29932" y="14454"/>
                    </a:cubicBezTo>
                    <a:cubicBezTo>
                      <a:pt x="29986" y="14514"/>
                      <a:pt x="30068" y="14574"/>
                      <a:pt x="30035" y="14661"/>
                    </a:cubicBezTo>
                    <a:cubicBezTo>
                      <a:pt x="30011" y="14722"/>
                      <a:pt x="29961" y="14730"/>
                      <a:pt x="29909" y="14730"/>
                    </a:cubicBezTo>
                    <a:cubicBezTo>
                      <a:pt x="29891" y="14730"/>
                      <a:pt x="29873" y="14729"/>
                      <a:pt x="29856" y="14729"/>
                    </a:cubicBezTo>
                    <a:cubicBezTo>
                      <a:pt x="29842" y="14729"/>
                      <a:pt x="29830" y="14730"/>
                      <a:pt x="29818" y="14732"/>
                    </a:cubicBezTo>
                    <a:cubicBezTo>
                      <a:pt x="29566" y="14761"/>
                      <a:pt x="29315" y="14774"/>
                      <a:pt x="29064" y="14774"/>
                    </a:cubicBezTo>
                    <a:cubicBezTo>
                      <a:pt x="28491" y="14774"/>
                      <a:pt x="27921" y="14708"/>
                      <a:pt x="27357" y="14628"/>
                    </a:cubicBezTo>
                    <a:cubicBezTo>
                      <a:pt x="27200" y="14605"/>
                      <a:pt x="27045" y="14593"/>
                      <a:pt x="26893" y="14593"/>
                    </a:cubicBezTo>
                    <a:cubicBezTo>
                      <a:pt x="25731" y="14593"/>
                      <a:pt x="24739" y="15259"/>
                      <a:pt x="24325" y="16381"/>
                    </a:cubicBezTo>
                    <a:cubicBezTo>
                      <a:pt x="24178" y="16768"/>
                      <a:pt x="23943" y="17040"/>
                      <a:pt x="23573" y="17230"/>
                    </a:cubicBezTo>
                    <a:cubicBezTo>
                      <a:pt x="23040" y="17508"/>
                      <a:pt x="22474" y="17704"/>
                      <a:pt x="21951" y="18009"/>
                    </a:cubicBezTo>
                    <a:cubicBezTo>
                      <a:pt x="21623" y="18200"/>
                      <a:pt x="21278" y="18315"/>
                      <a:pt x="20907" y="18315"/>
                    </a:cubicBezTo>
                    <a:cubicBezTo>
                      <a:pt x="20730" y="18315"/>
                      <a:pt x="20546" y="18288"/>
                      <a:pt x="20356" y="18232"/>
                    </a:cubicBezTo>
                    <a:cubicBezTo>
                      <a:pt x="19860" y="18085"/>
                      <a:pt x="19360" y="17987"/>
                      <a:pt x="18902" y="17709"/>
                    </a:cubicBezTo>
                    <a:cubicBezTo>
                      <a:pt x="18759" y="17622"/>
                      <a:pt x="18631" y="17580"/>
                      <a:pt x="18518" y="17580"/>
                    </a:cubicBezTo>
                    <a:cubicBezTo>
                      <a:pt x="18306" y="17580"/>
                      <a:pt x="18149" y="17730"/>
                      <a:pt x="18042" y="18014"/>
                    </a:cubicBezTo>
                    <a:cubicBezTo>
                      <a:pt x="17944" y="18281"/>
                      <a:pt x="17928" y="18542"/>
                      <a:pt x="18031" y="18809"/>
                    </a:cubicBezTo>
                    <a:cubicBezTo>
                      <a:pt x="18135" y="19076"/>
                      <a:pt x="18178" y="19359"/>
                      <a:pt x="18211" y="19637"/>
                    </a:cubicBezTo>
                    <a:cubicBezTo>
                      <a:pt x="18254" y="20039"/>
                      <a:pt x="18102" y="20224"/>
                      <a:pt x="17705" y="20273"/>
                    </a:cubicBezTo>
                    <a:cubicBezTo>
                      <a:pt x="17405" y="20306"/>
                      <a:pt x="17269" y="20453"/>
                      <a:pt x="17247" y="20758"/>
                    </a:cubicBezTo>
                    <a:cubicBezTo>
                      <a:pt x="17236" y="20900"/>
                      <a:pt x="17269" y="21041"/>
                      <a:pt x="17296" y="21177"/>
                    </a:cubicBezTo>
                    <a:cubicBezTo>
                      <a:pt x="17328" y="21346"/>
                      <a:pt x="17283" y="21413"/>
                      <a:pt x="17182" y="21413"/>
                    </a:cubicBezTo>
                    <a:cubicBezTo>
                      <a:pt x="17143" y="21413"/>
                      <a:pt x="17095" y="21402"/>
                      <a:pt x="17040" y="21384"/>
                    </a:cubicBezTo>
                    <a:cubicBezTo>
                      <a:pt x="16659" y="21259"/>
                      <a:pt x="16404" y="20987"/>
                      <a:pt x="16197" y="20660"/>
                    </a:cubicBezTo>
                    <a:cubicBezTo>
                      <a:pt x="16006" y="20361"/>
                      <a:pt x="15777" y="20094"/>
                      <a:pt x="15473" y="19898"/>
                    </a:cubicBezTo>
                    <a:cubicBezTo>
                      <a:pt x="15322" y="19802"/>
                      <a:pt x="15192" y="19753"/>
                      <a:pt x="15079" y="19753"/>
                    </a:cubicBezTo>
                    <a:cubicBezTo>
                      <a:pt x="14885" y="19753"/>
                      <a:pt x="14743" y="19896"/>
                      <a:pt x="14640" y="20192"/>
                    </a:cubicBezTo>
                    <a:cubicBezTo>
                      <a:pt x="14422" y="20829"/>
                      <a:pt x="14710" y="21585"/>
                      <a:pt x="15304" y="21934"/>
                    </a:cubicBezTo>
                    <a:cubicBezTo>
                      <a:pt x="15587" y="22097"/>
                      <a:pt x="15914" y="22233"/>
                      <a:pt x="16099" y="22511"/>
                    </a:cubicBezTo>
                    <a:cubicBezTo>
                      <a:pt x="16752" y="23485"/>
                      <a:pt x="17079" y="24542"/>
                      <a:pt x="16768" y="25728"/>
                    </a:cubicBezTo>
                    <a:cubicBezTo>
                      <a:pt x="16725" y="25897"/>
                      <a:pt x="16676" y="26066"/>
                      <a:pt x="16670" y="26246"/>
                    </a:cubicBezTo>
                    <a:cubicBezTo>
                      <a:pt x="16649" y="27209"/>
                      <a:pt x="16741" y="28151"/>
                      <a:pt x="17155" y="29044"/>
                    </a:cubicBezTo>
                    <a:cubicBezTo>
                      <a:pt x="17247" y="29245"/>
                      <a:pt x="17313" y="29463"/>
                      <a:pt x="17373" y="29675"/>
                    </a:cubicBezTo>
                    <a:cubicBezTo>
                      <a:pt x="17541" y="30296"/>
                      <a:pt x="17814" y="30867"/>
                      <a:pt x="18113" y="31434"/>
                    </a:cubicBezTo>
                    <a:cubicBezTo>
                      <a:pt x="18494" y="32130"/>
                      <a:pt x="19011" y="32735"/>
                      <a:pt x="19420" y="33410"/>
                    </a:cubicBezTo>
                    <a:cubicBezTo>
                      <a:pt x="19463" y="33491"/>
                      <a:pt x="19556" y="33573"/>
                      <a:pt x="19490" y="33666"/>
                    </a:cubicBezTo>
                    <a:cubicBezTo>
                      <a:pt x="19463" y="33704"/>
                      <a:pt x="19429" y="33716"/>
                      <a:pt x="19392" y="33716"/>
                    </a:cubicBezTo>
                    <a:cubicBezTo>
                      <a:pt x="19339" y="33716"/>
                      <a:pt x="19280" y="33692"/>
                      <a:pt x="19229" y="33682"/>
                    </a:cubicBezTo>
                    <a:cubicBezTo>
                      <a:pt x="18129" y="33459"/>
                      <a:pt x="17035" y="33219"/>
                      <a:pt x="15963" y="32904"/>
                    </a:cubicBezTo>
                    <a:cubicBezTo>
                      <a:pt x="15750" y="32844"/>
                      <a:pt x="15571" y="32729"/>
                      <a:pt x="15434" y="32561"/>
                    </a:cubicBezTo>
                    <a:cubicBezTo>
                      <a:pt x="14395" y="31254"/>
                      <a:pt x="12941" y="30590"/>
                      <a:pt x="11439" y="30018"/>
                    </a:cubicBezTo>
                    <a:cubicBezTo>
                      <a:pt x="10823" y="29779"/>
                      <a:pt x="10181" y="29615"/>
                      <a:pt x="9582" y="29321"/>
                    </a:cubicBezTo>
                    <a:cubicBezTo>
                      <a:pt x="9435" y="29251"/>
                      <a:pt x="9277" y="29191"/>
                      <a:pt x="9114" y="29180"/>
                    </a:cubicBezTo>
                    <a:cubicBezTo>
                      <a:pt x="9058" y="29177"/>
                      <a:pt x="9001" y="29174"/>
                      <a:pt x="8945" y="29174"/>
                    </a:cubicBezTo>
                    <a:cubicBezTo>
                      <a:pt x="8715" y="29174"/>
                      <a:pt x="8496" y="29218"/>
                      <a:pt x="8352" y="29441"/>
                    </a:cubicBezTo>
                    <a:cubicBezTo>
                      <a:pt x="8172" y="29708"/>
                      <a:pt x="8292" y="29964"/>
                      <a:pt x="8439" y="30203"/>
                    </a:cubicBezTo>
                    <a:cubicBezTo>
                      <a:pt x="8689" y="30617"/>
                      <a:pt x="8940" y="31031"/>
                      <a:pt x="9125" y="31477"/>
                    </a:cubicBezTo>
                    <a:cubicBezTo>
                      <a:pt x="9506" y="32370"/>
                      <a:pt x="9991" y="33208"/>
                      <a:pt x="10557" y="33992"/>
                    </a:cubicBezTo>
                    <a:cubicBezTo>
                      <a:pt x="10774" y="34303"/>
                      <a:pt x="10949" y="34640"/>
                      <a:pt x="11063" y="34999"/>
                    </a:cubicBezTo>
                    <a:cubicBezTo>
                      <a:pt x="11156" y="35283"/>
                      <a:pt x="11281" y="35544"/>
                      <a:pt x="11428" y="35805"/>
                    </a:cubicBezTo>
                    <a:cubicBezTo>
                      <a:pt x="11803" y="36475"/>
                      <a:pt x="12195" y="37133"/>
                      <a:pt x="12457" y="37787"/>
                    </a:cubicBezTo>
                    <a:cubicBezTo>
                      <a:pt x="11275" y="36344"/>
                      <a:pt x="9914" y="35027"/>
                      <a:pt x="8112" y="34237"/>
                    </a:cubicBezTo>
                    <a:cubicBezTo>
                      <a:pt x="7806" y="34104"/>
                      <a:pt x="7489" y="34022"/>
                      <a:pt x="7178" y="34022"/>
                    </a:cubicBezTo>
                    <a:cubicBezTo>
                      <a:pt x="6981" y="34022"/>
                      <a:pt x="6787" y="34055"/>
                      <a:pt x="6599" y="34128"/>
                    </a:cubicBezTo>
                    <a:cubicBezTo>
                      <a:pt x="5374" y="34602"/>
                      <a:pt x="4650" y="35528"/>
                      <a:pt x="4514" y="36834"/>
                    </a:cubicBezTo>
                    <a:cubicBezTo>
                      <a:pt x="4410" y="37847"/>
                      <a:pt x="4579" y="38848"/>
                      <a:pt x="5015" y="39768"/>
                    </a:cubicBezTo>
                    <a:cubicBezTo>
                      <a:pt x="5516" y="40830"/>
                      <a:pt x="5891" y="41930"/>
                      <a:pt x="6120" y="43078"/>
                    </a:cubicBezTo>
                    <a:cubicBezTo>
                      <a:pt x="6147" y="43209"/>
                      <a:pt x="6169" y="43340"/>
                      <a:pt x="6289" y="43416"/>
                    </a:cubicBezTo>
                    <a:cubicBezTo>
                      <a:pt x="6370" y="43508"/>
                      <a:pt x="6321" y="43672"/>
                      <a:pt x="6485" y="43737"/>
                    </a:cubicBezTo>
                    <a:cubicBezTo>
                      <a:pt x="6495" y="43617"/>
                      <a:pt x="6506" y="43508"/>
                      <a:pt x="6517" y="43405"/>
                    </a:cubicBezTo>
                    <a:cubicBezTo>
                      <a:pt x="6419" y="42572"/>
                      <a:pt x="6272" y="41755"/>
                      <a:pt x="5951" y="40971"/>
                    </a:cubicBezTo>
                    <a:cubicBezTo>
                      <a:pt x="5635" y="40193"/>
                      <a:pt x="5222" y="39453"/>
                      <a:pt x="5058" y="38609"/>
                    </a:cubicBezTo>
                    <a:cubicBezTo>
                      <a:pt x="4840" y="37487"/>
                      <a:pt x="4655" y="36382"/>
                      <a:pt x="5407" y="35359"/>
                    </a:cubicBezTo>
                    <a:cubicBezTo>
                      <a:pt x="5950" y="34620"/>
                      <a:pt x="6443" y="34280"/>
                      <a:pt x="7069" y="34280"/>
                    </a:cubicBezTo>
                    <a:cubicBezTo>
                      <a:pt x="7314" y="34280"/>
                      <a:pt x="7581" y="34332"/>
                      <a:pt x="7878" y="34433"/>
                    </a:cubicBezTo>
                    <a:cubicBezTo>
                      <a:pt x="8238" y="34558"/>
                      <a:pt x="8570" y="34776"/>
                      <a:pt x="8891" y="34994"/>
                    </a:cubicBezTo>
                    <a:cubicBezTo>
                      <a:pt x="10377" y="36001"/>
                      <a:pt x="11651" y="37221"/>
                      <a:pt x="12631" y="38739"/>
                    </a:cubicBezTo>
                    <a:cubicBezTo>
                      <a:pt x="12710" y="38860"/>
                      <a:pt x="12781" y="39028"/>
                      <a:pt x="12935" y="39028"/>
                    </a:cubicBezTo>
                    <a:cubicBezTo>
                      <a:pt x="12961" y="39028"/>
                      <a:pt x="12991" y="39023"/>
                      <a:pt x="13023" y="39012"/>
                    </a:cubicBezTo>
                    <a:cubicBezTo>
                      <a:pt x="13257" y="38930"/>
                      <a:pt x="13137" y="38712"/>
                      <a:pt x="13148" y="38549"/>
                    </a:cubicBezTo>
                    <a:cubicBezTo>
                      <a:pt x="13153" y="38494"/>
                      <a:pt x="13115" y="38435"/>
                      <a:pt x="13104" y="38380"/>
                    </a:cubicBezTo>
                    <a:cubicBezTo>
                      <a:pt x="12936" y="37689"/>
                      <a:pt x="12625" y="37057"/>
                      <a:pt x="12288" y="36442"/>
                    </a:cubicBezTo>
                    <a:cubicBezTo>
                      <a:pt x="11999" y="35914"/>
                      <a:pt x="11662" y="35413"/>
                      <a:pt x="11471" y="34847"/>
                    </a:cubicBezTo>
                    <a:cubicBezTo>
                      <a:pt x="11341" y="34466"/>
                      <a:pt x="11188" y="34090"/>
                      <a:pt x="10954" y="33775"/>
                    </a:cubicBezTo>
                    <a:cubicBezTo>
                      <a:pt x="10061" y="32566"/>
                      <a:pt x="9511" y="31161"/>
                      <a:pt x="8684" y="29920"/>
                    </a:cubicBezTo>
                    <a:cubicBezTo>
                      <a:pt x="8559" y="29724"/>
                      <a:pt x="8662" y="29528"/>
                      <a:pt x="8896" y="29479"/>
                    </a:cubicBezTo>
                    <a:cubicBezTo>
                      <a:pt x="8926" y="29473"/>
                      <a:pt x="8956" y="29470"/>
                      <a:pt x="8985" y="29470"/>
                    </a:cubicBezTo>
                    <a:cubicBezTo>
                      <a:pt x="9084" y="29470"/>
                      <a:pt x="9179" y="29503"/>
                      <a:pt x="9272" y="29545"/>
                    </a:cubicBezTo>
                    <a:cubicBezTo>
                      <a:pt x="10529" y="30111"/>
                      <a:pt x="11885" y="30427"/>
                      <a:pt x="13110" y="31091"/>
                    </a:cubicBezTo>
                    <a:cubicBezTo>
                      <a:pt x="13856" y="31494"/>
                      <a:pt x="14504" y="32000"/>
                      <a:pt x="15043" y="32642"/>
                    </a:cubicBezTo>
                    <a:cubicBezTo>
                      <a:pt x="15266" y="32909"/>
                      <a:pt x="15500" y="33138"/>
                      <a:pt x="15848" y="33241"/>
                    </a:cubicBezTo>
                    <a:cubicBezTo>
                      <a:pt x="17030" y="33595"/>
                      <a:pt x="18233" y="33862"/>
                      <a:pt x="19441" y="34090"/>
                    </a:cubicBezTo>
                    <a:cubicBezTo>
                      <a:pt x="19489" y="34099"/>
                      <a:pt x="19534" y="34104"/>
                      <a:pt x="19576" y="34104"/>
                    </a:cubicBezTo>
                    <a:cubicBezTo>
                      <a:pt x="19886" y="34104"/>
                      <a:pt x="20042" y="33866"/>
                      <a:pt x="19931" y="33535"/>
                    </a:cubicBezTo>
                    <a:cubicBezTo>
                      <a:pt x="19882" y="33393"/>
                      <a:pt x="19795" y="33263"/>
                      <a:pt x="19708" y="33138"/>
                    </a:cubicBezTo>
                    <a:cubicBezTo>
                      <a:pt x="19360" y="32620"/>
                      <a:pt x="18995" y="32114"/>
                      <a:pt x="18652" y="31597"/>
                    </a:cubicBezTo>
                    <a:cubicBezTo>
                      <a:pt x="17939" y="30524"/>
                      <a:pt x="17623" y="29283"/>
                      <a:pt x="17226" y="28086"/>
                    </a:cubicBezTo>
                    <a:cubicBezTo>
                      <a:pt x="16986" y="27356"/>
                      <a:pt x="16937" y="26556"/>
                      <a:pt x="17160" y="25788"/>
                    </a:cubicBezTo>
                    <a:cubicBezTo>
                      <a:pt x="17324" y="25228"/>
                      <a:pt x="17313" y="24678"/>
                      <a:pt x="17193" y="24117"/>
                    </a:cubicBezTo>
                    <a:cubicBezTo>
                      <a:pt x="16953" y="23006"/>
                      <a:pt x="16507" y="22054"/>
                      <a:pt x="15396" y="21542"/>
                    </a:cubicBezTo>
                    <a:cubicBezTo>
                      <a:pt x="15032" y="21379"/>
                      <a:pt x="14841" y="20622"/>
                      <a:pt x="15015" y="20246"/>
                    </a:cubicBezTo>
                    <a:cubicBezTo>
                      <a:pt x="15049" y="20172"/>
                      <a:pt x="15084" y="20132"/>
                      <a:pt x="15136" y="20132"/>
                    </a:cubicBezTo>
                    <a:cubicBezTo>
                      <a:pt x="15168" y="20132"/>
                      <a:pt x="15207" y="20148"/>
                      <a:pt x="15255" y="20181"/>
                    </a:cubicBezTo>
                    <a:cubicBezTo>
                      <a:pt x="15505" y="20361"/>
                      <a:pt x="15718" y="20573"/>
                      <a:pt x="15875" y="20845"/>
                    </a:cubicBezTo>
                    <a:cubicBezTo>
                      <a:pt x="16191" y="21395"/>
                      <a:pt x="16654" y="21743"/>
                      <a:pt x="17296" y="21825"/>
                    </a:cubicBezTo>
                    <a:cubicBezTo>
                      <a:pt x="17400" y="21836"/>
                      <a:pt x="17471" y="21874"/>
                      <a:pt x="17541" y="21945"/>
                    </a:cubicBezTo>
                    <a:cubicBezTo>
                      <a:pt x="17606" y="22001"/>
                      <a:pt x="17653" y="22107"/>
                      <a:pt x="17742" y="22107"/>
                    </a:cubicBezTo>
                    <a:cubicBezTo>
                      <a:pt x="17766" y="22107"/>
                      <a:pt x="17793" y="22099"/>
                      <a:pt x="17824" y="22081"/>
                    </a:cubicBezTo>
                    <a:cubicBezTo>
                      <a:pt x="17977" y="21988"/>
                      <a:pt x="17939" y="21836"/>
                      <a:pt x="17895" y="21700"/>
                    </a:cubicBezTo>
                    <a:cubicBezTo>
                      <a:pt x="17835" y="21509"/>
                      <a:pt x="17743" y="21330"/>
                      <a:pt x="17694" y="21139"/>
                    </a:cubicBezTo>
                    <a:cubicBezTo>
                      <a:pt x="17645" y="20916"/>
                      <a:pt x="17656" y="20736"/>
                      <a:pt x="17971" y="20687"/>
                    </a:cubicBezTo>
                    <a:cubicBezTo>
                      <a:pt x="18363" y="20633"/>
                      <a:pt x="18630" y="20246"/>
                      <a:pt x="18608" y="19860"/>
                    </a:cubicBezTo>
                    <a:cubicBezTo>
                      <a:pt x="18587" y="19446"/>
                      <a:pt x="18478" y="19054"/>
                      <a:pt x="18352" y="18662"/>
                    </a:cubicBezTo>
                    <a:cubicBezTo>
                      <a:pt x="18298" y="18482"/>
                      <a:pt x="18298" y="18319"/>
                      <a:pt x="18358" y="18145"/>
                    </a:cubicBezTo>
                    <a:cubicBezTo>
                      <a:pt x="18412" y="18001"/>
                      <a:pt x="18478" y="17924"/>
                      <a:pt x="18575" y="17924"/>
                    </a:cubicBezTo>
                    <a:cubicBezTo>
                      <a:pt x="18626" y="17924"/>
                      <a:pt x="18685" y="17944"/>
                      <a:pt x="18755" y="17987"/>
                    </a:cubicBezTo>
                    <a:cubicBezTo>
                      <a:pt x="19387" y="18379"/>
                      <a:pt x="20078" y="18570"/>
                      <a:pt x="20808" y="18673"/>
                    </a:cubicBezTo>
                    <a:cubicBezTo>
                      <a:pt x="20874" y="18683"/>
                      <a:pt x="20937" y="18688"/>
                      <a:pt x="20998" y="18688"/>
                    </a:cubicBezTo>
                    <a:cubicBezTo>
                      <a:pt x="21192" y="18688"/>
                      <a:pt x="21363" y="18640"/>
                      <a:pt x="21554" y="18570"/>
                    </a:cubicBezTo>
                    <a:cubicBezTo>
                      <a:pt x="22109" y="18374"/>
                      <a:pt x="22588" y="18036"/>
                      <a:pt x="23143" y="17829"/>
                    </a:cubicBezTo>
                    <a:cubicBezTo>
                      <a:pt x="23742" y="17600"/>
                      <a:pt x="24428" y="17366"/>
                      <a:pt x="24602" y="16626"/>
                    </a:cubicBezTo>
                    <a:cubicBezTo>
                      <a:pt x="24874" y="15505"/>
                      <a:pt x="26003" y="14946"/>
                      <a:pt x="26981" y="14946"/>
                    </a:cubicBezTo>
                    <a:cubicBezTo>
                      <a:pt x="27100" y="14946"/>
                      <a:pt x="27217" y="14955"/>
                      <a:pt x="27330" y="14971"/>
                    </a:cubicBezTo>
                    <a:cubicBezTo>
                      <a:pt x="28184" y="15096"/>
                      <a:pt x="29044" y="15107"/>
                      <a:pt x="29905" y="15107"/>
                    </a:cubicBezTo>
                    <a:cubicBezTo>
                      <a:pt x="29915" y="15108"/>
                      <a:pt x="29926" y="15108"/>
                      <a:pt x="29936" y="15108"/>
                    </a:cubicBezTo>
                    <a:cubicBezTo>
                      <a:pt x="30071" y="15108"/>
                      <a:pt x="30197" y="15076"/>
                      <a:pt x="30313" y="15025"/>
                    </a:cubicBezTo>
                    <a:cubicBezTo>
                      <a:pt x="30552" y="14917"/>
                      <a:pt x="30629" y="14737"/>
                      <a:pt x="30460" y="14519"/>
                    </a:cubicBezTo>
                    <a:cubicBezTo>
                      <a:pt x="30161" y="14127"/>
                      <a:pt x="29861" y="13730"/>
                      <a:pt x="29393" y="13512"/>
                    </a:cubicBezTo>
                    <a:cubicBezTo>
                      <a:pt x="28718" y="13191"/>
                      <a:pt x="28043" y="12870"/>
                      <a:pt x="27357" y="12554"/>
                    </a:cubicBezTo>
                    <a:cubicBezTo>
                      <a:pt x="26671" y="12244"/>
                      <a:pt x="25941" y="12091"/>
                      <a:pt x="25190" y="11982"/>
                    </a:cubicBezTo>
                    <a:cubicBezTo>
                      <a:pt x="24243" y="11841"/>
                      <a:pt x="23263" y="11699"/>
                      <a:pt x="22392" y="11318"/>
                    </a:cubicBezTo>
                    <a:cubicBezTo>
                      <a:pt x="21260" y="10812"/>
                      <a:pt x="20116" y="10333"/>
                      <a:pt x="18984" y="9832"/>
                    </a:cubicBezTo>
                    <a:cubicBezTo>
                      <a:pt x="18608" y="9669"/>
                      <a:pt x="18309" y="9396"/>
                      <a:pt x="18091" y="9053"/>
                    </a:cubicBezTo>
                    <a:cubicBezTo>
                      <a:pt x="17966" y="8847"/>
                      <a:pt x="17803" y="8683"/>
                      <a:pt x="17612" y="8542"/>
                    </a:cubicBezTo>
                    <a:cubicBezTo>
                      <a:pt x="17236" y="8253"/>
                      <a:pt x="16823" y="8041"/>
                      <a:pt x="16382" y="7872"/>
                    </a:cubicBezTo>
                    <a:cubicBezTo>
                      <a:pt x="16316" y="7845"/>
                      <a:pt x="16153" y="7872"/>
                      <a:pt x="16257" y="7682"/>
                    </a:cubicBezTo>
                    <a:cubicBezTo>
                      <a:pt x="16649" y="6936"/>
                      <a:pt x="17019" y="6174"/>
                      <a:pt x="17411" y="5422"/>
                    </a:cubicBezTo>
                    <a:cubicBezTo>
                      <a:pt x="17569" y="5112"/>
                      <a:pt x="17852" y="4856"/>
                      <a:pt x="17895" y="4497"/>
                    </a:cubicBezTo>
                    <a:cubicBezTo>
                      <a:pt x="17993" y="3789"/>
                      <a:pt x="18342" y="3174"/>
                      <a:pt x="18543" y="2504"/>
                    </a:cubicBezTo>
                    <a:cubicBezTo>
                      <a:pt x="18657" y="2134"/>
                      <a:pt x="18891" y="1867"/>
                      <a:pt x="19245" y="1666"/>
                    </a:cubicBezTo>
                    <a:cubicBezTo>
                      <a:pt x="20040" y="1203"/>
                      <a:pt x="20911" y="926"/>
                      <a:pt x="21760" y="599"/>
                    </a:cubicBezTo>
                    <a:cubicBezTo>
                      <a:pt x="21891" y="550"/>
                      <a:pt x="22071" y="528"/>
                      <a:pt x="22033" y="343"/>
                    </a:cubicBezTo>
                    <a:cubicBezTo>
                      <a:pt x="21995" y="180"/>
                      <a:pt x="21815" y="191"/>
                      <a:pt x="21679" y="174"/>
                    </a:cubicBezTo>
                    <a:cubicBezTo>
                      <a:pt x="20797" y="87"/>
                      <a:pt x="19920" y="16"/>
                      <a:pt x="19038" y="16"/>
                    </a:cubicBezTo>
                    <a:cubicBezTo>
                      <a:pt x="19012" y="17"/>
                      <a:pt x="18985" y="17"/>
                      <a:pt x="18959" y="17"/>
                    </a:cubicBezTo>
                    <a:cubicBezTo>
                      <a:pt x="18574" y="17"/>
                      <a:pt x="18189" y="0"/>
                      <a:pt x="17805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6" name="Google Shape;1276;p30"/>
              <p:cNvSpPr/>
              <p:nvPr/>
            </p:nvSpPr>
            <p:spPr>
              <a:xfrm>
                <a:off x="5146313" y="1681732"/>
                <a:ext cx="744967" cy="716565"/>
              </a:xfrm>
              <a:custGeom>
                <a:rect b="b" l="l" r="r" t="t"/>
                <a:pathLst>
                  <a:path extrusionOk="0" h="12034" w="12511">
                    <a:moveTo>
                      <a:pt x="0" y="0"/>
                    </a:moveTo>
                    <a:lnTo>
                      <a:pt x="0" y="0"/>
                    </a:lnTo>
                    <a:cubicBezTo>
                      <a:pt x="65" y="169"/>
                      <a:pt x="76" y="289"/>
                      <a:pt x="196" y="343"/>
                    </a:cubicBezTo>
                    <a:cubicBezTo>
                      <a:pt x="305" y="354"/>
                      <a:pt x="403" y="381"/>
                      <a:pt x="495" y="441"/>
                    </a:cubicBezTo>
                    <a:cubicBezTo>
                      <a:pt x="1590" y="1154"/>
                      <a:pt x="2243" y="2167"/>
                      <a:pt x="2477" y="3452"/>
                    </a:cubicBezTo>
                    <a:cubicBezTo>
                      <a:pt x="2575" y="3996"/>
                      <a:pt x="2749" y="4508"/>
                      <a:pt x="3092" y="4954"/>
                    </a:cubicBezTo>
                    <a:cubicBezTo>
                      <a:pt x="3517" y="5406"/>
                      <a:pt x="3991" y="5825"/>
                      <a:pt x="4285" y="6381"/>
                    </a:cubicBezTo>
                    <a:cubicBezTo>
                      <a:pt x="4774" y="7312"/>
                      <a:pt x="4856" y="8308"/>
                      <a:pt x="4736" y="9337"/>
                    </a:cubicBezTo>
                    <a:cubicBezTo>
                      <a:pt x="4698" y="9663"/>
                      <a:pt x="4693" y="9995"/>
                      <a:pt x="4725" y="10322"/>
                    </a:cubicBezTo>
                    <a:cubicBezTo>
                      <a:pt x="4752" y="10594"/>
                      <a:pt x="4845" y="10702"/>
                      <a:pt x="5063" y="10702"/>
                    </a:cubicBezTo>
                    <a:cubicBezTo>
                      <a:pt x="5111" y="10702"/>
                      <a:pt x="5165" y="10697"/>
                      <a:pt x="5226" y="10687"/>
                    </a:cubicBezTo>
                    <a:cubicBezTo>
                      <a:pt x="5247" y="10683"/>
                      <a:pt x="5267" y="10682"/>
                      <a:pt x="5287" y="10682"/>
                    </a:cubicBezTo>
                    <a:cubicBezTo>
                      <a:pt x="5362" y="10682"/>
                      <a:pt x="5425" y="10709"/>
                      <a:pt x="5477" y="10774"/>
                    </a:cubicBezTo>
                    <a:cubicBezTo>
                      <a:pt x="5520" y="10817"/>
                      <a:pt x="5564" y="10888"/>
                      <a:pt x="5509" y="10926"/>
                    </a:cubicBezTo>
                    <a:cubicBezTo>
                      <a:pt x="5210" y="11122"/>
                      <a:pt x="5450" y="11258"/>
                      <a:pt x="5564" y="11389"/>
                    </a:cubicBezTo>
                    <a:cubicBezTo>
                      <a:pt x="5695" y="11531"/>
                      <a:pt x="5793" y="11688"/>
                      <a:pt x="5890" y="11846"/>
                    </a:cubicBezTo>
                    <a:cubicBezTo>
                      <a:pt x="5970" y="11971"/>
                      <a:pt x="6037" y="12034"/>
                      <a:pt x="6108" y="12034"/>
                    </a:cubicBezTo>
                    <a:cubicBezTo>
                      <a:pt x="6173" y="12034"/>
                      <a:pt x="6240" y="11981"/>
                      <a:pt x="6321" y="11874"/>
                    </a:cubicBezTo>
                    <a:cubicBezTo>
                      <a:pt x="6576" y="11536"/>
                      <a:pt x="6849" y="11209"/>
                      <a:pt x="7072" y="10850"/>
                    </a:cubicBezTo>
                    <a:cubicBezTo>
                      <a:pt x="7105" y="10779"/>
                      <a:pt x="7126" y="10709"/>
                      <a:pt x="7126" y="10632"/>
                    </a:cubicBezTo>
                    <a:cubicBezTo>
                      <a:pt x="7056" y="10311"/>
                      <a:pt x="6996" y="9985"/>
                      <a:pt x="6974" y="9658"/>
                    </a:cubicBezTo>
                    <a:cubicBezTo>
                      <a:pt x="6930" y="9016"/>
                      <a:pt x="6876" y="8368"/>
                      <a:pt x="7235" y="7774"/>
                    </a:cubicBezTo>
                    <a:cubicBezTo>
                      <a:pt x="7339" y="7638"/>
                      <a:pt x="7377" y="7480"/>
                      <a:pt x="7393" y="7312"/>
                    </a:cubicBezTo>
                    <a:cubicBezTo>
                      <a:pt x="7388" y="6920"/>
                      <a:pt x="7633" y="6685"/>
                      <a:pt x="7921" y="6490"/>
                    </a:cubicBezTo>
                    <a:cubicBezTo>
                      <a:pt x="8596" y="6021"/>
                      <a:pt x="9320" y="5629"/>
                      <a:pt x="9973" y="5123"/>
                    </a:cubicBezTo>
                    <a:cubicBezTo>
                      <a:pt x="10567" y="4660"/>
                      <a:pt x="10997" y="4083"/>
                      <a:pt x="11198" y="3359"/>
                    </a:cubicBezTo>
                    <a:cubicBezTo>
                      <a:pt x="11432" y="2537"/>
                      <a:pt x="11705" y="1748"/>
                      <a:pt x="12358" y="1144"/>
                    </a:cubicBezTo>
                    <a:cubicBezTo>
                      <a:pt x="12418" y="1084"/>
                      <a:pt x="12510" y="991"/>
                      <a:pt x="12418" y="904"/>
                    </a:cubicBezTo>
                    <a:cubicBezTo>
                      <a:pt x="12392" y="880"/>
                      <a:pt x="12365" y="871"/>
                      <a:pt x="12337" y="871"/>
                    </a:cubicBezTo>
                    <a:cubicBezTo>
                      <a:pt x="12275" y="871"/>
                      <a:pt x="12211" y="917"/>
                      <a:pt x="12162" y="958"/>
                    </a:cubicBezTo>
                    <a:cubicBezTo>
                      <a:pt x="11999" y="1089"/>
                      <a:pt x="11863" y="1258"/>
                      <a:pt x="11656" y="1323"/>
                    </a:cubicBezTo>
                    <a:cubicBezTo>
                      <a:pt x="11520" y="1329"/>
                      <a:pt x="11449" y="1437"/>
                      <a:pt x="11383" y="1525"/>
                    </a:cubicBezTo>
                    <a:cubicBezTo>
                      <a:pt x="11167" y="1814"/>
                      <a:pt x="10937" y="1927"/>
                      <a:pt x="10686" y="1927"/>
                    </a:cubicBezTo>
                    <a:cubicBezTo>
                      <a:pt x="10503" y="1927"/>
                      <a:pt x="10308" y="1866"/>
                      <a:pt x="10099" y="1770"/>
                    </a:cubicBezTo>
                    <a:cubicBezTo>
                      <a:pt x="9424" y="1906"/>
                      <a:pt x="8738" y="2009"/>
                      <a:pt x="8106" y="2325"/>
                    </a:cubicBezTo>
                    <a:cubicBezTo>
                      <a:pt x="8008" y="2390"/>
                      <a:pt x="7899" y="2428"/>
                      <a:pt x="7790" y="2477"/>
                    </a:cubicBezTo>
                    <a:cubicBezTo>
                      <a:pt x="7475" y="2624"/>
                      <a:pt x="7154" y="2777"/>
                      <a:pt x="6816" y="2875"/>
                    </a:cubicBezTo>
                    <a:cubicBezTo>
                      <a:pt x="6462" y="2984"/>
                      <a:pt x="6370" y="3414"/>
                      <a:pt x="6016" y="3457"/>
                    </a:cubicBezTo>
                    <a:cubicBezTo>
                      <a:pt x="6135" y="3321"/>
                      <a:pt x="6293" y="3147"/>
                      <a:pt x="5923" y="3082"/>
                    </a:cubicBezTo>
                    <a:cubicBezTo>
                      <a:pt x="5803" y="3065"/>
                      <a:pt x="5798" y="2935"/>
                      <a:pt x="5711" y="2886"/>
                    </a:cubicBezTo>
                    <a:cubicBezTo>
                      <a:pt x="5618" y="2907"/>
                      <a:pt x="5613" y="3043"/>
                      <a:pt x="5504" y="3043"/>
                    </a:cubicBezTo>
                    <a:cubicBezTo>
                      <a:pt x="5602" y="3386"/>
                      <a:pt x="5558" y="3463"/>
                      <a:pt x="5226" y="3528"/>
                    </a:cubicBezTo>
                    <a:cubicBezTo>
                      <a:pt x="5212" y="3533"/>
                      <a:pt x="5198" y="3535"/>
                      <a:pt x="5186" y="3535"/>
                    </a:cubicBezTo>
                    <a:cubicBezTo>
                      <a:pt x="5082" y="3535"/>
                      <a:pt x="5045" y="3392"/>
                      <a:pt x="4938" y="3392"/>
                    </a:cubicBezTo>
                    <a:cubicBezTo>
                      <a:pt x="4911" y="3405"/>
                      <a:pt x="4888" y="3411"/>
                      <a:pt x="4866" y="3411"/>
                    </a:cubicBezTo>
                    <a:cubicBezTo>
                      <a:pt x="4784" y="3411"/>
                      <a:pt x="4736" y="3325"/>
                      <a:pt x="4671" y="3278"/>
                    </a:cubicBezTo>
                    <a:cubicBezTo>
                      <a:pt x="4592" y="3221"/>
                      <a:pt x="4527" y="3192"/>
                      <a:pt x="4475" y="3192"/>
                    </a:cubicBezTo>
                    <a:cubicBezTo>
                      <a:pt x="4388" y="3192"/>
                      <a:pt x="4338" y="3274"/>
                      <a:pt x="4317" y="3441"/>
                    </a:cubicBezTo>
                    <a:cubicBezTo>
                      <a:pt x="4295" y="3593"/>
                      <a:pt x="4372" y="3740"/>
                      <a:pt x="4361" y="3893"/>
                    </a:cubicBezTo>
                    <a:cubicBezTo>
                      <a:pt x="4341" y="3950"/>
                      <a:pt x="4320" y="3969"/>
                      <a:pt x="4297" y="3969"/>
                    </a:cubicBezTo>
                    <a:cubicBezTo>
                      <a:pt x="4255" y="3969"/>
                      <a:pt x="4208" y="3901"/>
                      <a:pt x="4167" y="3901"/>
                    </a:cubicBezTo>
                    <a:cubicBezTo>
                      <a:pt x="4163" y="3901"/>
                      <a:pt x="4158" y="3902"/>
                      <a:pt x="4154" y="3904"/>
                    </a:cubicBezTo>
                    <a:cubicBezTo>
                      <a:pt x="3822" y="3866"/>
                      <a:pt x="3593" y="3697"/>
                      <a:pt x="3446" y="3403"/>
                    </a:cubicBezTo>
                    <a:cubicBezTo>
                      <a:pt x="3261" y="3038"/>
                      <a:pt x="3016" y="2700"/>
                      <a:pt x="2869" y="2319"/>
                    </a:cubicBezTo>
                    <a:cubicBezTo>
                      <a:pt x="2728" y="1944"/>
                      <a:pt x="2352" y="1753"/>
                      <a:pt x="2189" y="1399"/>
                    </a:cubicBezTo>
                    <a:cubicBezTo>
                      <a:pt x="1573" y="779"/>
                      <a:pt x="887" y="278"/>
                      <a:pt x="0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7" name="Google Shape;1277;p30"/>
              <p:cNvSpPr/>
              <p:nvPr/>
            </p:nvSpPr>
            <p:spPr>
              <a:xfrm>
                <a:off x="5873729" y="2812217"/>
                <a:ext cx="1361854" cy="2000414"/>
              </a:xfrm>
              <a:custGeom>
                <a:rect b="b" l="l" r="r" t="t"/>
                <a:pathLst>
                  <a:path extrusionOk="0" h="33595" w="22871">
                    <a:moveTo>
                      <a:pt x="16310" y="1"/>
                    </a:moveTo>
                    <a:cubicBezTo>
                      <a:pt x="16197" y="1"/>
                      <a:pt x="16168" y="148"/>
                      <a:pt x="16126" y="233"/>
                    </a:cubicBezTo>
                    <a:cubicBezTo>
                      <a:pt x="15859" y="804"/>
                      <a:pt x="15423" y="1229"/>
                      <a:pt x="14928" y="1594"/>
                    </a:cubicBezTo>
                    <a:cubicBezTo>
                      <a:pt x="14460" y="1931"/>
                      <a:pt x="13959" y="2214"/>
                      <a:pt x="13545" y="2628"/>
                    </a:cubicBezTo>
                    <a:cubicBezTo>
                      <a:pt x="13289" y="2884"/>
                      <a:pt x="13099" y="3156"/>
                      <a:pt x="13099" y="3542"/>
                    </a:cubicBezTo>
                    <a:cubicBezTo>
                      <a:pt x="13099" y="4294"/>
                      <a:pt x="13251" y="5001"/>
                      <a:pt x="13594" y="5676"/>
                    </a:cubicBezTo>
                    <a:cubicBezTo>
                      <a:pt x="13812" y="6096"/>
                      <a:pt x="14089" y="6537"/>
                      <a:pt x="13959" y="7037"/>
                    </a:cubicBezTo>
                    <a:cubicBezTo>
                      <a:pt x="13806" y="7625"/>
                      <a:pt x="13632" y="8213"/>
                      <a:pt x="13316" y="8747"/>
                    </a:cubicBezTo>
                    <a:cubicBezTo>
                      <a:pt x="13343" y="8877"/>
                      <a:pt x="13388" y="8943"/>
                      <a:pt x="13454" y="8943"/>
                    </a:cubicBezTo>
                    <a:cubicBezTo>
                      <a:pt x="13495" y="8943"/>
                      <a:pt x="13546" y="8916"/>
                      <a:pt x="13605" y="8861"/>
                    </a:cubicBezTo>
                    <a:cubicBezTo>
                      <a:pt x="13785" y="8703"/>
                      <a:pt x="13888" y="8496"/>
                      <a:pt x="13883" y="8251"/>
                    </a:cubicBezTo>
                    <a:cubicBezTo>
                      <a:pt x="13904" y="8197"/>
                      <a:pt x="13921" y="8148"/>
                      <a:pt x="13942" y="8094"/>
                    </a:cubicBezTo>
                    <a:cubicBezTo>
                      <a:pt x="14204" y="7419"/>
                      <a:pt x="14460" y="6738"/>
                      <a:pt x="14089" y="6025"/>
                    </a:cubicBezTo>
                    <a:cubicBezTo>
                      <a:pt x="13855" y="5584"/>
                      <a:pt x="13991" y="5192"/>
                      <a:pt x="14160" y="4784"/>
                    </a:cubicBezTo>
                    <a:cubicBezTo>
                      <a:pt x="14411" y="4169"/>
                      <a:pt x="14868" y="3711"/>
                      <a:pt x="15314" y="3248"/>
                    </a:cubicBezTo>
                    <a:cubicBezTo>
                      <a:pt x="15240" y="3153"/>
                      <a:pt x="15187" y="3101"/>
                      <a:pt x="15117" y="3101"/>
                    </a:cubicBezTo>
                    <a:cubicBezTo>
                      <a:pt x="15064" y="3101"/>
                      <a:pt x="15001" y="3131"/>
                      <a:pt x="14912" y="3194"/>
                    </a:cubicBezTo>
                    <a:cubicBezTo>
                      <a:pt x="14264" y="3635"/>
                      <a:pt x="13883" y="4256"/>
                      <a:pt x="13725" y="4963"/>
                    </a:cubicBezTo>
                    <a:cubicBezTo>
                      <a:pt x="13654" y="4615"/>
                      <a:pt x="13507" y="4218"/>
                      <a:pt x="13436" y="3804"/>
                    </a:cubicBezTo>
                    <a:cubicBezTo>
                      <a:pt x="13376" y="3477"/>
                      <a:pt x="13469" y="3189"/>
                      <a:pt x="13703" y="2965"/>
                    </a:cubicBezTo>
                    <a:cubicBezTo>
                      <a:pt x="13899" y="2780"/>
                      <a:pt x="14100" y="2601"/>
                      <a:pt x="14302" y="2421"/>
                    </a:cubicBezTo>
                    <a:cubicBezTo>
                      <a:pt x="14503" y="2243"/>
                      <a:pt x="14712" y="2132"/>
                      <a:pt x="14940" y="2132"/>
                    </a:cubicBezTo>
                    <a:cubicBezTo>
                      <a:pt x="15082" y="2132"/>
                      <a:pt x="15231" y="2176"/>
                      <a:pt x="15391" y="2274"/>
                    </a:cubicBezTo>
                    <a:cubicBezTo>
                      <a:pt x="15582" y="2390"/>
                      <a:pt x="15786" y="2505"/>
                      <a:pt x="16022" y="2505"/>
                    </a:cubicBezTo>
                    <a:cubicBezTo>
                      <a:pt x="16042" y="2505"/>
                      <a:pt x="16062" y="2504"/>
                      <a:pt x="16082" y="2503"/>
                    </a:cubicBezTo>
                    <a:cubicBezTo>
                      <a:pt x="16561" y="2742"/>
                      <a:pt x="17067" y="2944"/>
                      <a:pt x="17497" y="3270"/>
                    </a:cubicBezTo>
                    <a:cubicBezTo>
                      <a:pt x="17977" y="3635"/>
                      <a:pt x="18423" y="4043"/>
                      <a:pt x="18897" y="4419"/>
                    </a:cubicBezTo>
                    <a:cubicBezTo>
                      <a:pt x="19354" y="4784"/>
                      <a:pt x="19866" y="5078"/>
                      <a:pt x="20247" y="5530"/>
                    </a:cubicBezTo>
                    <a:cubicBezTo>
                      <a:pt x="21597" y="7130"/>
                      <a:pt x="22239" y="8997"/>
                      <a:pt x="22310" y="11071"/>
                    </a:cubicBezTo>
                    <a:cubicBezTo>
                      <a:pt x="22343" y="12062"/>
                      <a:pt x="22353" y="13064"/>
                      <a:pt x="22174" y="14049"/>
                    </a:cubicBezTo>
                    <a:cubicBezTo>
                      <a:pt x="21978" y="15100"/>
                      <a:pt x="21684" y="16118"/>
                      <a:pt x="21178" y="17071"/>
                    </a:cubicBezTo>
                    <a:cubicBezTo>
                      <a:pt x="20078" y="19123"/>
                      <a:pt x="18379" y="20446"/>
                      <a:pt x="16153" y="21029"/>
                    </a:cubicBezTo>
                    <a:cubicBezTo>
                      <a:pt x="14340" y="21502"/>
                      <a:pt x="12467" y="21627"/>
                      <a:pt x="10600" y="21774"/>
                    </a:cubicBezTo>
                    <a:cubicBezTo>
                      <a:pt x="9163" y="21883"/>
                      <a:pt x="7736" y="22041"/>
                      <a:pt x="6354" y="22536"/>
                    </a:cubicBezTo>
                    <a:cubicBezTo>
                      <a:pt x="3544" y="23544"/>
                      <a:pt x="1732" y="25427"/>
                      <a:pt x="991" y="28329"/>
                    </a:cubicBezTo>
                    <a:cubicBezTo>
                      <a:pt x="915" y="28623"/>
                      <a:pt x="806" y="28911"/>
                      <a:pt x="697" y="29189"/>
                    </a:cubicBezTo>
                    <a:cubicBezTo>
                      <a:pt x="479" y="29739"/>
                      <a:pt x="245" y="30272"/>
                      <a:pt x="126" y="30849"/>
                    </a:cubicBezTo>
                    <a:cubicBezTo>
                      <a:pt x="93" y="31007"/>
                      <a:pt x="0" y="31231"/>
                      <a:pt x="175" y="31296"/>
                    </a:cubicBezTo>
                    <a:cubicBezTo>
                      <a:pt x="202" y="31307"/>
                      <a:pt x="227" y="31312"/>
                      <a:pt x="250" y="31312"/>
                    </a:cubicBezTo>
                    <a:cubicBezTo>
                      <a:pt x="398" y="31312"/>
                      <a:pt x="452" y="31103"/>
                      <a:pt x="523" y="30980"/>
                    </a:cubicBezTo>
                    <a:cubicBezTo>
                      <a:pt x="648" y="30762"/>
                      <a:pt x="703" y="30506"/>
                      <a:pt x="888" y="30321"/>
                    </a:cubicBezTo>
                    <a:cubicBezTo>
                      <a:pt x="964" y="30370"/>
                      <a:pt x="937" y="30436"/>
                      <a:pt x="937" y="30485"/>
                    </a:cubicBezTo>
                    <a:cubicBezTo>
                      <a:pt x="850" y="31628"/>
                      <a:pt x="1378" y="32543"/>
                      <a:pt x="2009" y="33419"/>
                    </a:cubicBezTo>
                    <a:cubicBezTo>
                      <a:pt x="2052" y="33483"/>
                      <a:pt x="2105" y="33594"/>
                      <a:pt x="2194" y="33594"/>
                    </a:cubicBezTo>
                    <a:cubicBezTo>
                      <a:pt x="2218" y="33594"/>
                      <a:pt x="2246" y="33586"/>
                      <a:pt x="2276" y="33566"/>
                    </a:cubicBezTo>
                    <a:cubicBezTo>
                      <a:pt x="2401" y="33484"/>
                      <a:pt x="2320" y="33348"/>
                      <a:pt x="2265" y="33250"/>
                    </a:cubicBezTo>
                    <a:cubicBezTo>
                      <a:pt x="2140" y="33022"/>
                      <a:pt x="2064" y="32777"/>
                      <a:pt x="1987" y="32532"/>
                    </a:cubicBezTo>
                    <a:cubicBezTo>
                      <a:pt x="1862" y="32287"/>
                      <a:pt x="1879" y="32014"/>
                      <a:pt x="1824" y="31753"/>
                    </a:cubicBezTo>
                    <a:cubicBezTo>
                      <a:pt x="1688" y="32014"/>
                      <a:pt x="1715" y="32287"/>
                      <a:pt x="1759" y="32570"/>
                    </a:cubicBezTo>
                    <a:cubicBezTo>
                      <a:pt x="1536" y="32189"/>
                      <a:pt x="1329" y="31818"/>
                      <a:pt x="1209" y="31394"/>
                    </a:cubicBezTo>
                    <a:cubicBezTo>
                      <a:pt x="1051" y="30817"/>
                      <a:pt x="1078" y="30229"/>
                      <a:pt x="1084" y="29641"/>
                    </a:cubicBezTo>
                    <a:cubicBezTo>
                      <a:pt x="1086" y="29526"/>
                      <a:pt x="1067" y="29485"/>
                      <a:pt x="1032" y="29485"/>
                    </a:cubicBezTo>
                    <a:cubicBezTo>
                      <a:pt x="985" y="29485"/>
                      <a:pt x="908" y="29561"/>
                      <a:pt x="817" y="29630"/>
                    </a:cubicBezTo>
                    <a:cubicBezTo>
                      <a:pt x="1002" y="29194"/>
                      <a:pt x="1138" y="28841"/>
                      <a:pt x="1247" y="28432"/>
                    </a:cubicBezTo>
                    <a:cubicBezTo>
                      <a:pt x="1329" y="28645"/>
                      <a:pt x="1329" y="28846"/>
                      <a:pt x="1487" y="29026"/>
                    </a:cubicBezTo>
                    <a:cubicBezTo>
                      <a:pt x="1465" y="28813"/>
                      <a:pt x="1438" y="28639"/>
                      <a:pt x="1427" y="28470"/>
                    </a:cubicBezTo>
                    <a:cubicBezTo>
                      <a:pt x="1372" y="27670"/>
                      <a:pt x="1688" y="26984"/>
                      <a:pt x="2080" y="26315"/>
                    </a:cubicBezTo>
                    <a:cubicBezTo>
                      <a:pt x="2946" y="24845"/>
                      <a:pt x="4176" y="23794"/>
                      <a:pt x="5728" y="23108"/>
                    </a:cubicBezTo>
                    <a:cubicBezTo>
                      <a:pt x="7372" y="22379"/>
                      <a:pt x="9119" y="22172"/>
                      <a:pt x="10878" y="22063"/>
                    </a:cubicBezTo>
                    <a:cubicBezTo>
                      <a:pt x="12451" y="21970"/>
                      <a:pt x="14008" y="21763"/>
                      <a:pt x="15554" y="21480"/>
                    </a:cubicBezTo>
                    <a:cubicBezTo>
                      <a:pt x="17236" y="21170"/>
                      <a:pt x="18728" y="20457"/>
                      <a:pt x="19931" y="19210"/>
                    </a:cubicBezTo>
                    <a:cubicBezTo>
                      <a:pt x="20611" y="18502"/>
                      <a:pt x="21129" y="17675"/>
                      <a:pt x="21602" y="16815"/>
                    </a:cubicBezTo>
                    <a:cubicBezTo>
                      <a:pt x="22108" y="15955"/>
                      <a:pt x="22451" y="15024"/>
                      <a:pt x="22609" y="14044"/>
                    </a:cubicBezTo>
                    <a:cubicBezTo>
                      <a:pt x="22871" y="12454"/>
                      <a:pt x="22789" y="10875"/>
                      <a:pt x="22419" y="9308"/>
                    </a:cubicBezTo>
                    <a:cubicBezTo>
                      <a:pt x="21896" y="7070"/>
                      <a:pt x="20704" y="5279"/>
                      <a:pt x="18907" y="3864"/>
                    </a:cubicBezTo>
                    <a:cubicBezTo>
                      <a:pt x="17879" y="3052"/>
                      <a:pt x="16730" y="2459"/>
                      <a:pt x="15543" y="1936"/>
                    </a:cubicBezTo>
                    <a:cubicBezTo>
                      <a:pt x="15249" y="1811"/>
                      <a:pt x="15238" y="1784"/>
                      <a:pt x="15499" y="1583"/>
                    </a:cubicBezTo>
                    <a:cubicBezTo>
                      <a:pt x="15848" y="1316"/>
                      <a:pt x="16142" y="995"/>
                      <a:pt x="16349" y="603"/>
                    </a:cubicBezTo>
                    <a:cubicBezTo>
                      <a:pt x="16436" y="434"/>
                      <a:pt x="16561" y="254"/>
                      <a:pt x="16430" y="42"/>
                    </a:cubicBezTo>
                    <a:cubicBezTo>
                      <a:pt x="16382" y="13"/>
                      <a:pt x="16343" y="1"/>
                      <a:pt x="16310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8" name="Google Shape;1278;p30"/>
              <p:cNvSpPr/>
              <p:nvPr/>
            </p:nvSpPr>
            <p:spPr>
              <a:xfrm>
                <a:off x="5516154" y="1920095"/>
                <a:ext cx="391687" cy="498273"/>
              </a:xfrm>
              <a:custGeom>
                <a:rect b="b" l="l" r="r" t="t"/>
                <a:pathLst>
                  <a:path extrusionOk="0" h="8368" w="6578">
                    <a:moveTo>
                      <a:pt x="6427" y="0"/>
                    </a:moveTo>
                    <a:cubicBezTo>
                      <a:pt x="6384" y="0"/>
                      <a:pt x="6338" y="21"/>
                      <a:pt x="6299" y="42"/>
                    </a:cubicBezTo>
                    <a:cubicBezTo>
                      <a:pt x="6000" y="184"/>
                      <a:pt x="5701" y="309"/>
                      <a:pt x="5374" y="374"/>
                    </a:cubicBezTo>
                    <a:cubicBezTo>
                      <a:pt x="5026" y="440"/>
                      <a:pt x="4688" y="559"/>
                      <a:pt x="4383" y="739"/>
                    </a:cubicBezTo>
                    <a:cubicBezTo>
                      <a:pt x="3430" y="1316"/>
                      <a:pt x="2543" y="1991"/>
                      <a:pt x="1585" y="2557"/>
                    </a:cubicBezTo>
                    <a:cubicBezTo>
                      <a:pt x="1465" y="2633"/>
                      <a:pt x="1340" y="2759"/>
                      <a:pt x="1427" y="2944"/>
                    </a:cubicBezTo>
                    <a:cubicBezTo>
                      <a:pt x="1452" y="2959"/>
                      <a:pt x="1480" y="2966"/>
                      <a:pt x="1508" y="2966"/>
                    </a:cubicBezTo>
                    <a:cubicBezTo>
                      <a:pt x="1530" y="2966"/>
                      <a:pt x="1553" y="2962"/>
                      <a:pt x="1574" y="2955"/>
                    </a:cubicBezTo>
                    <a:cubicBezTo>
                      <a:pt x="1615" y="2950"/>
                      <a:pt x="1675" y="2911"/>
                      <a:pt x="1682" y="2911"/>
                    </a:cubicBezTo>
                    <a:cubicBezTo>
                      <a:pt x="1683" y="2911"/>
                      <a:pt x="1683" y="2911"/>
                      <a:pt x="1683" y="2911"/>
                    </a:cubicBezTo>
                    <a:cubicBezTo>
                      <a:pt x="1574" y="3368"/>
                      <a:pt x="1612" y="3896"/>
                      <a:pt x="1079" y="4152"/>
                    </a:cubicBezTo>
                    <a:cubicBezTo>
                      <a:pt x="921" y="4229"/>
                      <a:pt x="834" y="4376"/>
                      <a:pt x="834" y="4555"/>
                    </a:cubicBezTo>
                    <a:cubicBezTo>
                      <a:pt x="839" y="5062"/>
                      <a:pt x="796" y="5573"/>
                      <a:pt x="866" y="6074"/>
                    </a:cubicBezTo>
                    <a:cubicBezTo>
                      <a:pt x="899" y="6270"/>
                      <a:pt x="943" y="6471"/>
                      <a:pt x="855" y="6667"/>
                    </a:cubicBezTo>
                    <a:cubicBezTo>
                      <a:pt x="834" y="6716"/>
                      <a:pt x="806" y="6765"/>
                      <a:pt x="785" y="6814"/>
                    </a:cubicBezTo>
                    <a:cubicBezTo>
                      <a:pt x="817" y="7043"/>
                      <a:pt x="632" y="7168"/>
                      <a:pt x="534" y="7332"/>
                    </a:cubicBezTo>
                    <a:cubicBezTo>
                      <a:pt x="355" y="7626"/>
                      <a:pt x="55" y="7849"/>
                      <a:pt x="1" y="8219"/>
                    </a:cubicBezTo>
                    <a:cubicBezTo>
                      <a:pt x="123" y="8320"/>
                      <a:pt x="255" y="8367"/>
                      <a:pt x="381" y="8367"/>
                    </a:cubicBezTo>
                    <a:cubicBezTo>
                      <a:pt x="514" y="8367"/>
                      <a:pt x="640" y="8314"/>
                      <a:pt x="741" y="8214"/>
                    </a:cubicBezTo>
                    <a:cubicBezTo>
                      <a:pt x="1100" y="7860"/>
                      <a:pt x="1411" y="7462"/>
                      <a:pt x="1650" y="7005"/>
                    </a:cubicBezTo>
                    <a:cubicBezTo>
                      <a:pt x="1824" y="6678"/>
                      <a:pt x="1569" y="6090"/>
                      <a:pt x="2200" y="6020"/>
                    </a:cubicBezTo>
                    <a:cubicBezTo>
                      <a:pt x="2216" y="6020"/>
                      <a:pt x="2227" y="5960"/>
                      <a:pt x="2249" y="5933"/>
                    </a:cubicBezTo>
                    <a:cubicBezTo>
                      <a:pt x="2298" y="5889"/>
                      <a:pt x="2255" y="5780"/>
                      <a:pt x="2358" y="5775"/>
                    </a:cubicBezTo>
                    <a:cubicBezTo>
                      <a:pt x="2897" y="5758"/>
                      <a:pt x="2968" y="5317"/>
                      <a:pt x="3038" y="4942"/>
                    </a:cubicBezTo>
                    <a:cubicBezTo>
                      <a:pt x="3098" y="4649"/>
                      <a:pt x="3188" y="4476"/>
                      <a:pt x="3441" y="4476"/>
                    </a:cubicBezTo>
                    <a:cubicBezTo>
                      <a:pt x="3489" y="4476"/>
                      <a:pt x="3543" y="4482"/>
                      <a:pt x="3605" y="4495"/>
                    </a:cubicBezTo>
                    <a:cubicBezTo>
                      <a:pt x="3649" y="4505"/>
                      <a:pt x="3691" y="4510"/>
                      <a:pt x="3727" y="4510"/>
                    </a:cubicBezTo>
                    <a:cubicBezTo>
                      <a:pt x="3883" y="4510"/>
                      <a:pt x="3960" y="4420"/>
                      <a:pt x="3899" y="4196"/>
                    </a:cubicBezTo>
                    <a:cubicBezTo>
                      <a:pt x="3850" y="3896"/>
                      <a:pt x="3583" y="3668"/>
                      <a:pt x="3610" y="3341"/>
                    </a:cubicBezTo>
                    <a:cubicBezTo>
                      <a:pt x="3665" y="3251"/>
                      <a:pt x="3733" y="3224"/>
                      <a:pt x="3804" y="3224"/>
                    </a:cubicBezTo>
                    <a:cubicBezTo>
                      <a:pt x="3875" y="3224"/>
                      <a:pt x="3950" y="3251"/>
                      <a:pt x="4018" y="3270"/>
                    </a:cubicBezTo>
                    <a:cubicBezTo>
                      <a:pt x="4258" y="3336"/>
                      <a:pt x="4492" y="3407"/>
                      <a:pt x="4721" y="3505"/>
                    </a:cubicBezTo>
                    <a:cubicBezTo>
                      <a:pt x="4862" y="3567"/>
                      <a:pt x="5008" y="3630"/>
                      <a:pt x="5174" y="3630"/>
                    </a:cubicBezTo>
                    <a:cubicBezTo>
                      <a:pt x="5181" y="3630"/>
                      <a:pt x="5187" y="3630"/>
                      <a:pt x="5194" y="3630"/>
                    </a:cubicBezTo>
                    <a:cubicBezTo>
                      <a:pt x="5265" y="3624"/>
                      <a:pt x="5341" y="3619"/>
                      <a:pt x="5374" y="3543"/>
                    </a:cubicBezTo>
                    <a:cubicBezTo>
                      <a:pt x="5407" y="3461"/>
                      <a:pt x="5347" y="3412"/>
                      <a:pt x="5287" y="3379"/>
                    </a:cubicBezTo>
                    <a:cubicBezTo>
                      <a:pt x="4655" y="2998"/>
                      <a:pt x="4073" y="2535"/>
                      <a:pt x="3349" y="2329"/>
                    </a:cubicBezTo>
                    <a:cubicBezTo>
                      <a:pt x="3360" y="2301"/>
                      <a:pt x="3398" y="2301"/>
                      <a:pt x="3409" y="2274"/>
                    </a:cubicBezTo>
                    <a:cubicBezTo>
                      <a:pt x="3430" y="2231"/>
                      <a:pt x="3452" y="2193"/>
                      <a:pt x="3474" y="2149"/>
                    </a:cubicBezTo>
                    <a:cubicBezTo>
                      <a:pt x="3425" y="1986"/>
                      <a:pt x="3577" y="1986"/>
                      <a:pt x="3659" y="1948"/>
                    </a:cubicBezTo>
                    <a:cubicBezTo>
                      <a:pt x="4013" y="1790"/>
                      <a:pt x="4383" y="1675"/>
                      <a:pt x="4753" y="1561"/>
                    </a:cubicBezTo>
                    <a:cubicBezTo>
                      <a:pt x="5488" y="1343"/>
                      <a:pt x="6016" y="859"/>
                      <a:pt x="6468" y="276"/>
                    </a:cubicBezTo>
                    <a:cubicBezTo>
                      <a:pt x="6517" y="205"/>
                      <a:pt x="6577" y="135"/>
                      <a:pt x="6523" y="53"/>
                    </a:cubicBezTo>
                    <a:cubicBezTo>
                      <a:pt x="6496" y="14"/>
                      <a:pt x="6462" y="0"/>
                      <a:pt x="6427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9" name="Google Shape;1279;p30"/>
              <p:cNvSpPr/>
              <p:nvPr/>
            </p:nvSpPr>
            <p:spPr>
              <a:xfrm>
                <a:off x="6052010" y="2714859"/>
                <a:ext cx="1399784" cy="1632843"/>
              </a:xfrm>
              <a:custGeom>
                <a:rect b="b" l="l" r="r" t="t"/>
                <a:pathLst>
                  <a:path extrusionOk="0" h="27422" w="23508">
                    <a:moveTo>
                      <a:pt x="18744" y="0"/>
                    </a:moveTo>
                    <a:cubicBezTo>
                      <a:pt x="18782" y="87"/>
                      <a:pt x="18804" y="136"/>
                      <a:pt x="18821" y="191"/>
                    </a:cubicBezTo>
                    <a:cubicBezTo>
                      <a:pt x="19006" y="485"/>
                      <a:pt x="19365" y="594"/>
                      <a:pt x="19561" y="860"/>
                    </a:cubicBezTo>
                    <a:cubicBezTo>
                      <a:pt x="19806" y="1203"/>
                      <a:pt x="20018" y="1574"/>
                      <a:pt x="20236" y="1933"/>
                    </a:cubicBezTo>
                    <a:cubicBezTo>
                      <a:pt x="21532" y="4061"/>
                      <a:pt x="22479" y="6321"/>
                      <a:pt x="22865" y="8792"/>
                    </a:cubicBezTo>
                    <a:cubicBezTo>
                      <a:pt x="23083" y="10197"/>
                      <a:pt x="23219" y="11607"/>
                      <a:pt x="23148" y="13033"/>
                    </a:cubicBezTo>
                    <a:cubicBezTo>
                      <a:pt x="23051" y="15042"/>
                      <a:pt x="22582" y="16920"/>
                      <a:pt x="21581" y="18679"/>
                    </a:cubicBezTo>
                    <a:cubicBezTo>
                      <a:pt x="20497" y="20573"/>
                      <a:pt x="19169" y="22223"/>
                      <a:pt x="17247" y="23317"/>
                    </a:cubicBezTo>
                    <a:cubicBezTo>
                      <a:pt x="15418" y="24362"/>
                      <a:pt x="13426" y="24896"/>
                      <a:pt x="11330" y="24950"/>
                    </a:cubicBezTo>
                    <a:cubicBezTo>
                      <a:pt x="9370" y="24999"/>
                      <a:pt x="7404" y="24928"/>
                      <a:pt x="5461" y="25315"/>
                    </a:cubicBezTo>
                    <a:cubicBezTo>
                      <a:pt x="4095" y="25581"/>
                      <a:pt x="2712" y="25788"/>
                      <a:pt x="1432" y="26398"/>
                    </a:cubicBezTo>
                    <a:cubicBezTo>
                      <a:pt x="926" y="26643"/>
                      <a:pt x="463" y="26942"/>
                      <a:pt x="1" y="27422"/>
                    </a:cubicBezTo>
                    <a:cubicBezTo>
                      <a:pt x="158" y="27351"/>
                      <a:pt x="218" y="27329"/>
                      <a:pt x="284" y="27302"/>
                    </a:cubicBezTo>
                    <a:cubicBezTo>
                      <a:pt x="708" y="27013"/>
                      <a:pt x="1133" y="26725"/>
                      <a:pt x="1617" y="26540"/>
                    </a:cubicBezTo>
                    <a:cubicBezTo>
                      <a:pt x="2706" y="26131"/>
                      <a:pt x="3828" y="25886"/>
                      <a:pt x="4976" y="25690"/>
                    </a:cubicBezTo>
                    <a:cubicBezTo>
                      <a:pt x="6363" y="25453"/>
                      <a:pt x="7753" y="25240"/>
                      <a:pt x="9154" y="25240"/>
                    </a:cubicBezTo>
                    <a:cubicBezTo>
                      <a:pt x="9360" y="25240"/>
                      <a:pt x="9566" y="25245"/>
                      <a:pt x="9773" y="25255"/>
                    </a:cubicBezTo>
                    <a:cubicBezTo>
                      <a:pt x="10019" y="25267"/>
                      <a:pt x="10265" y="25273"/>
                      <a:pt x="10510" y="25273"/>
                    </a:cubicBezTo>
                    <a:cubicBezTo>
                      <a:pt x="11549" y="25273"/>
                      <a:pt x="12577" y="25163"/>
                      <a:pt x="13594" y="24961"/>
                    </a:cubicBezTo>
                    <a:cubicBezTo>
                      <a:pt x="16327" y="24416"/>
                      <a:pt x="18674" y="23202"/>
                      <a:pt x="20405" y="20949"/>
                    </a:cubicBezTo>
                    <a:cubicBezTo>
                      <a:pt x="22022" y="18836"/>
                      <a:pt x="23165" y="16539"/>
                      <a:pt x="23372" y="13822"/>
                    </a:cubicBezTo>
                    <a:cubicBezTo>
                      <a:pt x="23508" y="12026"/>
                      <a:pt x="23377" y="10257"/>
                      <a:pt x="23105" y="8482"/>
                    </a:cubicBezTo>
                    <a:cubicBezTo>
                      <a:pt x="22936" y="7404"/>
                      <a:pt x="22561" y="6381"/>
                      <a:pt x="22201" y="5357"/>
                    </a:cubicBezTo>
                    <a:cubicBezTo>
                      <a:pt x="21613" y="3664"/>
                      <a:pt x="20808" y="2085"/>
                      <a:pt x="19632" y="713"/>
                    </a:cubicBezTo>
                    <a:cubicBezTo>
                      <a:pt x="19392" y="436"/>
                      <a:pt x="19158" y="131"/>
                      <a:pt x="18744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0" name="Google Shape;1280;p30"/>
              <p:cNvSpPr/>
              <p:nvPr/>
            </p:nvSpPr>
            <p:spPr>
              <a:xfrm>
                <a:off x="5715872" y="-494325"/>
                <a:ext cx="1325531" cy="1313801"/>
              </a:xfrm>
              <a:custGeom>
                <a:rect b="b" l="l" r="r" t="t"/>
                <a:pathLst>
                  <a:path extrusionOk="0" h="22064" w="22261">
                    <a:moveTo>
                      <a:pt x="22032" y="0"/>
                    </a:moveTo>
                    <a:cubicBezTo>
                      <a:pt x="21945" y="0"/>
                      <a:pt x="21889" y="98"/>
                      <a:pt x="21847" y="179"/>
                    </a:cubicBezTo>
                    <a:cubicBezTo>
                      <a:pt x="21433" y="957"/>
                      <a:pt x="20840" y="1567"/>
                      <a:pt x="20241" y="2209"/>
                    </a:cubicBezTo>
                    <a:cubicBezTo>
                      <a:pt x="19697" y="2792"/>
                      <a:pt x="19130" y="3325"/>
                      <a:pt x="18499" y="3821"/>
                    </a:cubicBezTo>
                    <a:cubicBezTo>
                      <a:pt x="17688" y="4452"/>
                      <a:pt x="16811" y="4958"/>
                      <a:pt x="15929" y="5476"/>
                    </a:cubicBezTo>
                    <a:cubicBezTo>
                      <a:pt x="14977" y="6031"/>
                      <a:pt x="14073" y="6684"/>
                      <a:pt x="13305" y="7473"/>
                    </a:cubicBezTo>
                    <a:cubicBezTo>
                      <a:pt x="12124" y="8687"/>
                      <a:pt x="11182" y="10108"/>
                      <a:pt x="10186" y="11475"/>
                    </a:cubicBezTo>
                    <a:cubicBezTo>
                      <a:pt x="8939" y="13173"/>
                      <a:pt x="7453" y="14654"/>
                      <a:pt x="5918" y="16075"/>
                    </a:cubicBezTo>
                    <a:cubicBezTo>
                      <a:pt x="4257" y="17605"/>
                      <a:pt x="2412" y="18922"/>
                      <a:pt x="746" y="20446"/>
                    </a:cubicBezTo>
                    <a:cubicBezTo>
                      <a:pt x="496" y="20675"/>
                      <a:pt x="294" y="20926"/>
                      <a:pt x="185" y="21247"/>
                    </a:cubicBezTo>
                    <a:cubicBezTo>
                      <a:pt x="185" y="21524"/>
                      <a:pt x="44" y="21769"/>
                      <a:pt x="0" y="22063"/>
                    </a:cubicBezTo>
                    <a:cubicBezTo>
                      <a:pt x="49" y="22031"/>
                      <a:pt x="71" y="22025"/>
                      <a:pt x="82" y="22009"/>
                    </a:cubicBezTo>
                    <a:cubicBezTo>
                      <a:pt x="115" y="21971"/>
                      <a:pt x="147" y="21933"/>
                      <a:pt x="158" y="21889"/>
                    </a:cubicBezTo>
                    <a:cubicBezTo>
                      <a:pt x="349" y="21132"/>
                      <a:pt x="871" y="20664"/>
                      <a:pt x="1432" y="20147"/>
                    </a:cubicBezTo>
                    <a:cubicBezTo>
                      <a:pt x="2210" y="19428"/>
                      <a:pt x="3087" y="18830"/>
                      <a:pt x="3882" y="18133"/>
                    </a:cubicBezTo>
                    <a:cubicBezTo>
                      <a:pt x="4932" y="17224"/>
                      <a:pt x="6054" y="16396"/>
                      <a:pt x="7034" y="15411"/>
                    </a:cubicBezTo>
                    <a:cubicBezTo>
                      <a:pt x="8455" y="13968"/>
                      <a:pt x="9810" y="12466"/>
                      <a:pt x="11030" y="10843"/>
                    </a:cubicBezTo>
                    <a:cubicBezTo>
                      <a:pt x="11585" y="10114"/>
                      <a:pt x="11999" y="9281"/>
                      <a:pt x="12657" y="8628"/>
                    </a:cubicBezTo>
                    <a:cubicBezTo>
                      <a:pt x="13098" y="8187"/>
                      <a:pt x="13392" y="7615"/>
                      <a:pt x="13910" y="7245"/>
                    </a:cubicBezTo>
                    <a:cubicBezTo>
                      <a:pt x="14982" y="6466"/>
                      <a:pt x="15984" y="5584"/>
                      <a:pt x="17214" y="5035"/>
                    </a:cubicBezTo>
                    <a:cubicBezTo>
                      <a:pt x="17846" y="4751"/>
                      <a:pt x="18281" y="4185"/>
                      <a:pt x="18869" y="3842"/>
                    </a:cubicBezTo>
                    <a:cubicBezTo>
                      <a:pt x="19375" y="3548"/>
                      <a:pt x="19822" y="3205"/>
                      <a:pt x="20148" y="2705"/>
                    </a:cubicBezTo>
                    <a:cubicBezTo>
                      <a:pt x="20372" y="2356"/>
                      <a:pt x="20671" y="2106"/>
                      <a:pt x="20894" y="2008"/>
                    </a:cubicBezTo>
                    <a:lnTo>
                      <a:pt x="20894" y="2008"/>
                    </a:lnTo>
                    <a:cubicBezTo>
                      <a:pt x="20491" y="3211"/>
                      <a:pt x="19392" y="3842"/>
                      <a:pt x="18581" y="4724"/>
                    </a:cubicBezTo>
                    <a:cubicBezTo>
                      <a:pt x="19147" y="4359"/>
                      <a:pt x="19631" y="3886"/>
                      <a:pt x="20214" y="3554"/>
                    </a:cubicBezTo>
                    <a:cubicBezTo>
                      <a:pt x="20306" y="3380"/>
                      <a:pt x="20486" y="3276"/>
                      <a:pt x="20589" y="3096"/>
                    </a:cubicBezTo>
                    <a:cubicBezTo>
                      <a:pt x="21112" y="2187"/>
                      <a:pt x="21749" y="1344"/>
                      <a:pt x="22097" y="336"/>
                    </a:cubicBezTo>
                    <a:cubicBezTo>
                      <a:pt x="22130" y="238"/>
                      <a:pt x="22261" y="113"/>
                      <a:pt x="22114" y="26"/>
                    </a:cubicBezTo>
                    <a:cubicBezTo>
                      <a:pt x="22084" y="8"/>
                      <a:pt x="22057" y="0"/>
                      <a:pt x="22032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1" name="Google Shape;1281;p30"/>
              <p:cNvSpPr/>
              <p:nvPr/>
            </p:nvSpPr>
            <p:spPr>
              <a:xfrm>
                <a:off x="6105840" y="2574091"/>
                <a:ext cx="427652" cy="270453"/>
              </a:xfrm>
              <a:custGeom>
                <a:rect b="b" l="l" r="r" t="t"/>
                <a:pathLst>
                  <a:path extrusionOk="0" h="4542" w="7182">
                    <a:moveTo>
                      <a:pt x="1595" y="4169"/>
                    </a:moveTo>
                    <a:cubicBezTo>
                      <a:pt x="1727" y="4174"/>
                      <a:pt x="1861" y="4174"/>
                      <a:pt x="1987" y="4199"/>
                    </a:cubicBezTo>
                    <a:cubicBezTo>
                      <a:pt x="2012" y="4204"/>
                      <a:pt x="2037" y="4210"/>
                      <a:pt x="2063" y="4216"/>
                    </a:cubicBezTo>
                    <a:lnTo>
                      <a:pt x="2063" y="4216"/>
                    </a:lnTo>
                    <a:cubicBezTo>
                      <a:pt x="1907" y="4201"/>
                      <a:pt x="1750" y="4186"/>
                      <a:pt x="1595" y="4169"/>
                    </a:cubicBezTo>
                    <a:close/>
                    <a:moveTo>
                      <a:pt x="2573" y="4168"/>
                    </a:moveTo>
                    <a:cubicBezTo>
                      <a:pt x="2579" y="4168"/>
                      <a:pt x="2602" y="4208"/>
                      <a:pt x="2564" y="4221"/>
                    </a:cubicBezTo>
                    <a:cubicBezTo>
                      <a:pt x="2535" y="4250"/>
                      <a:pt x="2497" y="4257"/>
                      <a:pt x="2458" y="4257"/>
                    </a:cubicBezTo>
                    <a:cubicBezTo>
                      <a:pt x="2451" y="4257"/>
                      <a:pt x="2444" y="4257"/>
                      <a:pt x="2437" y="4256"/>
                    </a:cubicBezTo>
                    <a:lnTo>
                      <a:pt x="2437" y="4256"/>
                    </a:lnTo>
                    <a:cubicBezTo>
                      <a:pt x="2480" y="4248"/>
                      <a:pt x="2523" y="4234"/>
                      <a:pt x="2564" y="4210"/>
                    </a:cubicBezTo>
                    <a:cubicBezTo>
                      <a:pt x="2575" y="4204"/>
                      <a:pt x="2581" y="4199"/>
                      <a:pt x="2575" y="4183"/>
                    </a:cubicBezTo>
                    <a:cubicBezTo>
                      <a:pt x="2571" y="4172"/>
                      <a:pt x="2572" y="4168"/>
                      <a:pt x="2573" y="4168"/>
                    </a:cubicBezTo>
                    <a:close/>
                    <a:moveTo>
                      <a:pt x="6766" y="1"/>
                    </a:moveTo>
                    <a:cubicBezTo>
                      <a:pt x="6714" y="1"/>
                      <a:pt x="6657" y="5"/>
                      <a:pt x="6593" y="12"/>
                    </a:cubicBezTo>
                    <a:cubicBezTo>
                      <a:pt x="5684" y="121"/>
                      <a:pt x="4851" y="437"/>
                      <a:pt x="4072" y="922"/>
                    </a:cubicBezTo>
                    <a:cubicBezTo>
                      <a:pt x="3234" y="1444"/>
                      <a:pt x="2559" y="2152"/>
                      <a:pt x="1857" y="2816"/>
                    </a:cubicBezTo>
                    <a:cubicBezTo>
                      <a:pt x="1514" y="3143"/>
                      <a:pt x="1187" y="3513"/>
                      <a:pt x="991" y="3959"/>
                    </a:cubicBezTo>
                    <a:cubicBezTo>
                      <a:pt x="1089" y="4057"/>
                      <a:pt x="1198" y="4108"/>
                      <a:pt x="1313" y="4136"/>
                    </a:cubicBezTo>
                    <a:lnTo>
                      <a:pt x="1313" y="4136"/>
                    </a:lnTo>
                    <a:cubicBezTo>
                      <a:pt x="1040" y="4100"/>
                      <a:pt x="769" y="4054"/>
                      <a:pt x="501" y="3981"/>
                    </a:cubicBezTo>
                    <a:cubicBezTo>
                      <a:pt x="401" y="3951"/>
                      <a:pt x="299" y="3905"/>
                      <a:pt x="196" y="3905"/>
                    </a:cubicBezTo>
                    <a:cubicBezTo>
                      <a:pt x="131" y="3905"/>
                      <a:pt x="66" y="3923"/>
                      <a:pt x="0" y="3976"/>
                    </a:cubicBezTo>
                    <a:cubicBezTo>
                      <a:pt x="403" y="4209"/>
                      <a:pt x="821" y="4395"/>
                      <a:pt x="1294" y="4395"/>
                    </a:cubicBezTo>
                    <a:cubicBezTo>
                      <a:pt x="1307" y="4395"/>
                      <a:pt x="1321" y="4395"/>
                      <a:pt x="1334" y="4395"/>
                    </a:cubicBezTo>
                    <a:cubicBezTo>
                      <a:pt x="1495" y="4392"/>
                      <a:pt x="1654" y="4387"/>
                      <a:pt x="1812" y="4387"/>
                    </a:cubicBezTo>
                    <a:cubicBezTo>
                      <a:pt x="1944" y="4387"/>
                      <a:pt x="2074" y="4390"/>
                      <a:pt x="2205" y="4400"/>
                    </a:cubicBezTo>
                    <a:cubicBezTo>
                      <a:pt x="2537" y="4422"/>
                      <a:pt x="2869" y="4427"/>
                      <a:pt x="3191" y="4542"/>
                    </a:cubicBezTo>
                    <a:cubicBezTo>
                      <a:pt x="3327" y="4498"/>
                      <a:pt x="3332" y="4368"/>
                      <a:pt x="3376" y="4264"/>
                    </a:cubicBezTo>
                    <a:cubicBezTo>
                      <a:pt x="3773" y="3262"/>
                      <a:pt x="4312" y="2370"/>
                      <a:pt x="5210" y="1733"/>
                    </a:cubicBezTo>
                    <a:cubicBezTo>
                      <a:pt x="5412" y="1591"/>
                      <a:pt x="5559" y="1384"/>
                      <a:pt x="5722" y="1199"/>
                    </a:cubicBezTo>
                    <a:cubicBezTo>
                      <a:pt x="6087" y="791"/>
                      <a:pt x="6490" y="437"/>
                      <a:pt x="7083" y="432"/>
                    </a:cubicBezTo>
                    <a:cubicBezTo>
                      <a:pt x="7181" y="142"/>
                      <a:pt x="7079" y="1"/>
                      <a:pt x="6766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2" name="Google Shape;1282;p30"/>
              <p:cNvSpPr/>
              <p:nvPr/>
            </p:nvSpPr>
            <p:spPr>
              <a:xfrm>
                <a:off x="6234222" y="3480266"/>
                <a:ext cx="232464" cy="299035"/>
              </a:xfrm>
              <a:custGeom>
                <a:rect b="b" l="l" r="r" t="t"/>
                <a:pathLst>
                  <a:path extrusionOk="0" h="5022" w="3904">
                    <a:moveTo>
                      <a:pt x="3622" y="1"/>
                    </a:moveTo>
                    <a:cubicBezTo>
                      <a:pt x="3496" y="1"/>
                      <a:pt x="3369" y="152"/>
                      <a:pt x="3267" y="250"/>
                    </a:cubicBezTo>
                    <a:cubicBezTo>
                      <a:pt x="2232" y="1230"/>
                      <a:pt x="1225" y="2242"/>
                      <a:pt x="392" y="3407"/>
                    </a:cubicBezTo>
                    <a:cubicBezTo>
                      <a:pt x="0" y="3957"/>
                      <a:pt x="60" y="4453"/>
                      <a:pt x="561" y="4904"/>
                    </a:cubicBezTo>
                    <a:cubicBezTo>
                      <a:pt x="636" y="4971"/>
                      <a:pt x="716" y="5021"/>
                      <a:pt x="806" y="5021"/>
                    </a:cubicBezTo>
                    <a:cubicBezTo>
                      <a:pt x="841" y="5021"/>
                      <a:pt x="877" y="5014"/>
                      <a:pt x="915" y="4997"/>
                    </a:cubicBezTo>
                    <a:cubicBezTo>
                      <a:pt x="1035" y="4937"/>
                      <a:pt x="1007" y="4823"/>
                      <a:pt x="1002" y="4714"/>
                    </a:cubicBezTo>
                    <a:cubicBezTo>
                      <a:pt x="996" y="4616"/>
                      <a:pt x="969" y="4518"/>
                      <a:pt x="991" y="4409"/>
                    </a:cubicBezTo>
                    <a:lnTo>
                      <a:pt x="991" y="4409"/>
                    </a:lnTo>
                    <a:cubicBezTo>
                      <a:pt x="1125" y="4836"/>
                      <a:pt x="1243" y="4993"/>
                      <a:pt x="1525" y="4993"/>
                    </a:cubicBezTo>
                    <a:cubicBezTo>
                      <a:pt x="1610" y="4993"/>
                      <a:pt x="1710" y="4979"/>
                      <a:pt x="1829" y="4953"/>
                    </a:cubicBezTo>
                    <a:cubicBezTo>
                      <a:pt x="2042" y="4910"/>
                      <a:pt x="2249" y="4850"/>
                      <a:pt x="2428" y="4736"/>
                    </a:cubicBezTo>
                    <a:cubicBezTo>
                      <a:pt x="2473" y="4707"/>
                      <a:pt x="2514" y="4689"/>
                      <a:pt x="2552" y="4689"/>
                    </a:cubicBezTo>
                    <a:cubicBezTo>
                      <a:pt x="2593" y="4689"/>
                      <a:pt x="2631" y="4710"/>
                      <a:pt x="2668" y="4757"/>
                    </a:cubicBezTo>
                    <a:cubicBezTo>
                      <a:pt x="2782" y="4556"/>
                      <a:pt x="2733" y="4322"/>
                      <a:pt x="2809" y="4115"/>
                    </a:cubicBezTo>
                    <a:cubicBezTo>
                      <a:pt x="2793" y="4112"/>
                      <a:pt x="2777" y="4111"/>
                      <a:pt x="2761" y="4111"/>
                    </a:cubicBezTo>
                    <a:cubicBezTo>
                      <a:pt x="2561" y="4111"/>
                      <a:pt x="2435" y="4323"/>
                      <a:pt x="2238" y="4333"/>
                    </a:cubicBezTo>
                    <a:cubicBezTo>
                      <a:pt x="2213" y="4334"/>
                      <a:pt x="2188" y="4335"/>
                      <a:pt x="2165" y="4335"/>
                    </a:cubicBezTo>
                    <a:cubicBezTo>
                      <a:pt x="2080" y="4335"/>
                      <a:pt x="2006" y="4320"/>
                      <a:pt x="1955" y="4235"/>
                    </a:cubicBezTo>
                    <a:cubicBezTo>
                      <a:pt x="1889" y="4126"/>
                      <a:pt x="1933" y="4033"/>
                      <a:pt x="2020" y="3952"/>
                    </a:cubicBezTo>
                    <a:cubicBezTo>
                      <a:pt x="2074" y="3903"/>
                      <a:pt x="2140" y="3865"/>
                      <a:pt x="2210" y="3832"/>
                    </a:cubicBezTo>
                    <a:lnTo>
                      <a:pt x="2210" y="3832"/>
                    </a:lnTo>
                    <a:cubicBezTo>
                      <a:pt x="2172" y="3925"/>
                      <a:pt x="2031" y="3995"/>
                      <a:pt x="2118" y="4110"/>
                    </a:cubicBezTo>
                    <a:cubicBezTo>
                      <a:pt x="2151" y="4154"/>
                      <a:pt x="2191" y="4169"/>
                      <a:pt x="2235" y="4169"/>
                    </a:cubicBezTo>
                    <a:cubicBezTo>
                      <a:pt x="2293" y="4169"/>
                      <a:pt x="2356" y="4142"/>
                      <a:pt x="2412" y="4121"/>
                    </a:cubicBezTo>
                    <a:cubicBezTo>
                      <a:pt x="2608" y="4039"/>
                      <a:pt x="2809" y="3974"/>
                      <a:pt x="2962" y="3816"/>
                    </a:cubicBezTo>
                    <a:cubicBezTo>
                      <a:pt x="2951" y="3641"/>
                      <a:pt x="3054" y="3494"/>
                      <a:pt x="3092" y="3331"/>
                    </a:cubicBezTo>
                    <a:cubicBezTo>
                      <a:pt x="2994" y="3108"/>
                      <a:pt x="3256" y="3005"/>
                      <a:pt x="3256" y="2787"/>
                    </a:cubicBezTo>
                    <a:cubicBezTo>
                      <a:pt x="3272" y="2019"/>
                      <a:pt x="3506" y="1284"/>
                      <a:pt x="3702" y="544"/>
                    </a:cubicBezTo>
                    <a:cubicBezTo>
                      <a:pt x="3746" y="370"/>
                      <a:pt x="3903" y="146"/>
                      <a:pt x="3708" y="27"/>
                    </a:cubicBezTo>
                    <a:cubicBezTo>
                      <a:pt x="3679" y="8"/>
                      <a:pt x="3651" y="1"/>
                      <a:pt x="3622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3" name="Google Shape;1283;p30"/>
              <p:cNvSpPr/>
              <p:nvPr/>
            </p:nvSpPr>
            <p:spPr>
              <a:xfrm>
                <a:off x="5991750" y="2013464"/>
                <a:ext cx="169227" cy="452542"/>
              </a:xfrm>
              <a:custGeom>
                <a:rect b="b" l="l" r="r" t="t"/>
                <a:pathLst>
                  <a:path extrusionOk="0" h="7600" w="2842">
                    <a:moveTo>
                      <a:pt x="941" y="0"/>
                    </a:moveTo>
                    <a:cubicBezTo>
                      <a:pt x="915" y="0"/>
                      <a:pt x="888" y="11"/>
                      <a:pt x="860" y="37"/>
                    </a:cubicBezTo>
                    <a:cubicBezTo>
                      <a:pt x="779" y="118"/>
                      <a:pt x="871" y="211"/>
                      <a:pt x="920" y="292"/>
                    </a:cubicBezTo>
                    <a:cubicBezTo>
                      <a:pt x="1013" y="450"/>
                      <a:pt x="1116" y="608"/>
                      <a:pt x="1274" y="782"/>
                    </a:cubicBezTo>
                    <a:cubicBezTo>
                      <a:pt x="1215" y="731"/>
                      <a:pt x="1170" y="706"/>
                      <a:pt x="1127" y="706"/>
                    </a:cubicBezTo>
                    <a:cubicBezTo>
                      <a:pt x="1111" y="706"/>
                      <a:pt x="1095" y="710"/>
                      <a:pt x="1078" y="717"/>
                    </a:cubicBezTo>
                    <a:cubicBezTo>
                      <a:pt x="1045" y="875"/>
                      <a:pt x="1268" y="984"/>
                      <a:pt x="1154" y="1174"/>
                    </a:cubicBezTo>
                    <a:cubicBezTo>
                      <a:pt x="528" y="2198"/>
                      <a:pt x="272" y="3336"/>
                      <a:pt x="147" y="4512"/>
                    </a:cubicBezTo>
                    <a:cubicBezTo>
                      <a:pt x="44" y="5459"/>
                      <a:pt x="0" y="6395"/>
                      <a:pt x="365" y="7315"/>
                    </a:cubicBezTo>
                    <a:cubicBezTo>
                      <a:pt x="442" y="7508"/>
                      <a:pt x="517" y="7599"/>
                      <a:pt x="628" y="7599"/>
                    </a:cubicBezTo>
                    <a:cubicBezTo>
                      <a:pt x="690" y="7599"/>
                      <a:pt x="763" y="7571"/>
                      <a:pt x="855" y="7517"/>
                    </a:cubicBezTo>
                    <a:cubicBezTo>
                      <a:pt x="838" y="7141"/>
                      <a:pt x="893" y="6744"/>
                      <a:pt x="550" y="6455"/>
                    </a:cubicBezTo>
                    <a:cubicBezTo>
                      <a:pt x="430" y="6352"/>
                      <a:pt x="397" y="6199"/>
                      <a:pt x="387" y="6041"/>
                    </a:cubicBezTo>
                    <a:cubicBezTo>
                      <a:pt x="343" y="5497"/>
                      <a:pt x="599" y="5072"/>
                      <a:pt x="953" y="4593"/>
                    </a:cubicBezTo>
                    <a:lnTo>
                      <a:pt x="953" y="4593"/>
                    </a:lnTo>
                    <a:cubicBezTo>
                      <a:pt x="779" y="4942"/>
                      <a:pt x="626" y="5208"/>
                      <a:pt x="512" y="5497"/>
                    </a:cubicBezTo>
                    <a:cubicBezTo>
                      <a:pt x="419" y="5731"/>
                      <a:pt x="387" y="5976"/>
                      <a:pt x="474" y="6221"/>
                    </a:cubicBezTo>
                    <a:cubicBezTo>
                      <a:pt x="506" y="6319"/>
                      <a:pt x="544" y="6444"/>
                      <a:pt x="670" y="6444"/>
                    </a:cubicBezTo>
                    <a:cubicBezTo>
                      <a:pt x="806" y="6439"/>
                      <a:pt x="800" y="6297"/>
                      <a:pt x="822" y="6199"/>
                    </a:cubicBezTo>
                    <a:cubicBezTo>
                      <a:pt x="893" y="5840"/>
                      <a:pt x="1002" y="5497"/>
                      <a:pt x="1181" y="5176"/>
                    </a:cubicBezTo>
                    <a:cubicBezTo>
                      <a:pt x="1535" y="4533"/>
                      <a:pt x="1916" y="3918"/>
                      <a:pt x="2395" y="3363"/>
                    </a:cubicBezTo>
                    <a:cubicBezTo>
                      <a:pt x="2651" y="3063"/>
                      <a:pt x="2640" y="2987"/>
                      <a:pt x="2368" y="2704"/>
                    </a:cubicBezTo>
                    <a:cubicBezTo>
                      <a:pt x="2167" y="2492"/>
                      <a:pt x="2009" y="2252"/>
                      <a:pt x="1895" y="1986"/>
                    </a:cubicBezTo>
                    <a:lnTo>
                      <a:pt x="1895" y="1986"/>
                    </a:lnTo>
                    <a:cubicBezTo>
                      <a:pt x="2101" y="2230"/>
                      <a:pt x="2254" y="2508"/>
                      <a:pt x="2477" y="2742"/>
                    </a:cubicBezTo>
                    <a:cubicBezTo>
                      <a:pt x="2549" y="2819"/>
                      <a:pt x="2608" y="2857"/>
                      <a:pt x="2659" y="2857"/>
                    </a:cubicBezTo>
                    <a:cubicBezTo>
                      <a:pt x="2731" y="2857"/>
                      <a:pt x="2787" y="2779"/>
                      <a:pt x="2842" y="2622"/>
                    </a:cubicBezTo>
                    <a:cubicBezTo>
                      <a:pt x="2629" y="2557"/>
                      <a:pt x="2738" y="2285"/>
                      <a:pt x="2564" y="2192"/>
                    </a:cubicBezTo>
                    <a:cubicBezTo>
                      <a:pt x="2542" y="2201"/>
                      <a:pt x="2518" y="2209"/>
                      <a:pt x="2495" y="2209"/>
                    </a:cubicBezTo>
                    <a:cubicBezTo>
                      <a:pt x="2473" y="2209"/>
                      <a:pt x="2453" y="2201"/>
                      <a:pt x="2439" y="2176"/>
                    </a:cubicBezTo>
                    <a:cubicBezTo>
                      <a:pt x="2254" y="1888"/>
                      <a:pt x="2101" y="1583"/>
                      <a:pt x="1895" y="1310"/>
                    </a:cubicBezTo>
                    <a:cubicBezTo>
                      <a:pt x="1851" y="1251"/>
                      <a:pt x="1856" y="1202"/>
                      <a:pt x="1933" y="1174"/>
                    </a:cubicBezTo>
                    <a:cubicBezTo>
                      <a:pt x="2270" y="1071"/>
                      <a:pt x="2052" y="929"/>
                      <a:pt x="1938" y="848"/>
                    </a:cubicBezTo>
                    <a:cubicBezTo>
                      <a:pt x="1682" y="668"/>
                      <a:pt x="1459" y="461"/>
                      <a:pt x="1274" y="216"/>
                    </a:cubicBezTo>
                    <a:cubicBezTo>
                      <a:pt x="1236" y="167"/>
                      <a:pt x="1192" y="129"/>
                      <a:pt x="1138" y="102"/>
                    </a:cubicBezTo>
                    <a:cubicBezTo>
                      <a:pt x="1075" y="67"/>
                      <a:pt x="1010" y="0"/>
                      <a:pt x="941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4" name="Google Shape;1284;p30"/>
              <p:cNvSpPr/>
              <p:nvPr/>
            </p:nvSpPr>
            <p:spPr>
              <a:xfrm>
                <a:off x="6219633" y="3264649"/>
                <a:ext cx="420507" cy="561986"/>
              </a:xfrm>
              <a:custGeom>
                <a:rect b="b" l="l" r="r" t="t"/>
                <a:pathLst>
                  <a:path extrusionOk="0" h="9438" w="7062">
                    <a:moveTo>
                      <a:pt x="4834" y="0"/>
                    </a:moveTo>
                    <a:lnTo>
                      <a:pt x="4834" y="0"/>
                    </a:lnTo>
                    <a:cubicBezTo>
                      <a:pt x="4856" y="131"/>
                      <a:pt x="4873" y="256"/>
                      <a:pt x="4889" y="376"/>
                    </a:cubicBezTo>
                    <a:cubicBezTo>
                      <a:pt x="4938" y="539"/>
                      <a:pt x="4938" y="702"/>
                      <a:pt x="4905" y="866"/>
                    </a:cubicBezTo>
                    <a:cubicBezTo>
                      <a:pt x="4785" y="1476"/>
                      <a:pt x="4606" y="2063"/>
                      <a:pt x="4415" y="2651"/>
                    </a:cubicBezTo>
                    <a:cubicBezTo>
                      <a:pt x="4328" y="2935"/>
                      <a:pt x="4170" y="3130"/>
                      <a:pt x="3925" y="3321"/>
                    </a:cubicBezTo>
                    <a:cubicBezTo>
                      <a:pt x="2494" y="4470"/>
                      <a:pt x="1252" y="5798"/>
                      <a:pt x="251" y="7339"/>
                    </a:cubicBezTo>
                    <a:cubicBezTo>
                      <a:pt x="0" y="7725"/>
                      <a:pt x="588" y="8819"/>
                      <a:pt x="1051" y="8847"/>
                    </a:cubicBezTo>
                    <a:cubicBezTo>
                      <a:pt x="1058" y="8847"/>
                      <a:pt x="1068" y="8849"/>
                      <a:pt x="1077" y="8849"/>
                    </a:cubicBezTo>
                    <a:cubicBezTo>
                      <a:pt x="1081" y="8849"/>
                      <a:pt x="1085" y="8848"/>
                      <a:pt x="1089" y="8847"/>
                    </a:cubicBezTo>
                    <a:cubicBezTo>
                      <a:pt x="1196" y="8786"/>
                      <a:pt x="1305" y="8768"/>
                      <a:pt x="1417" y="8768"/>
                    </a:cubicBezTo>
                    <a:cubicBezTo>
                      <a:pt x="1571" y="8768"/>
                      <a:pt x="1727" y="8802"/>
                      <a:pt x="1882" y="8802"/>
                    </a:cubicBezTo>
                    <a:cubicBezTo>
                      <a:pt x="1935" y="8802"/>
                      <a:pt x="1989" y="8798"/>
                      <a:pt x="2042" y="8787"/>
                    </a:cubicBezTo>
                    <a:cubicBezTo>
                      <a:pt x="2363" y="8721"/>
                      <a:pt x="2728" y="8727"/>
                      <a:pt x="2913" y="8378"/>
                    </a:cubicBezTo>
                    <a:cubicBezTo>
                      <a:pt x="2907" y="8297"/>
                      <a:pt x="2896" y="8221"/>
                      <a:pt x="2885" y="8117"/>
                    </a:cubicBezTo>
                    <a:cubicBezTo>
                      <a:pt x="2575" y="8368"/>
                      <a:pt x="2232" y="8466"/>
                      <a:pt x="1867" y="8515"/>
                    </a:cubicBezTo>
                    <a:cubicBezTo>
                      <a:pt x="1833" y="8519"/>
                      <a:pt x="1800" y="8521"/>
                      <a:pt x="1769" y="8521"/>
                    </a:cubicBezTo>
                    <a:cubicBezTo>
                      <a:pt x="1546" y="8521"/>
                      <a:pt x="1413" y="8415"/>
                      <a:pt x="1356" y="8166"/>
                    </a:cubicBezTo>
                    <a:cubicBezTo>
                      <a:pt x="1323" y="8030"/>
                      <a:pt x="1318" y="7872"/>
                      <a:pt x="1209" y="7758"/>
                    </a:cubicBezTo>
                    <a:cubicBezTo>
                      <a:pt x="1084" y="7850"/>
                      <a:pt x="1143" y="7959"/>
                      <a:pt x="1127" y="8057"/>
                    </a:cubicBezTo>
                    <a:cubicBezTo>
                      <a:pt x="1089" y="8232"/>
                      <a:pt x="1307" y="8476"/>
                      <a:pt x="1100" y="8553"/>
                    </a:cubicBezTo>
                    <a:cubicBezTo>
                      <a:pt x="1069" y="8564"/>
                      <a:pt x="1041" y="8569"/>
                      <a:pt x="1016" y="8569"/>
                    </a:cubicBezTo>
                    <a:cubicBezTo>
                      <a:pt x="835" y="8569"/>
                      <a:pt x="778" y="8306"/>
                      <a:pt x="659" y="8177"/>
                    </a:cubicBezTo>
                    <a:cubicBezTo>
                      <a:pt x="610" y="8128"/>
                      <a:pt x="572" y="8063"/>
                      <a:pt x="545" y="8003"/>
                    </a:cubicBezTo>
                    <a:cubicBezTo>
                      <a:pt x="436" y="7758"/>
                      <a:pt x="387" y="7546"/>
                      <a:pt x="572" y="7284"/>
                    </a:cubicBezTo>
                    <a:cubicBezTo>
                      <a:pt x="1443" y="6016"/>
                      <a:pt x="2521" y="4932"/>
                      <a:pt x="3626" y="3876"/>
                    </a:cubicBezTo>
                    <a:cubicBezTo>
                      <a:pt x="3718" y="3795"/>
                      <a:pt x="3833" y="3735"/>
                      <a:pt x="3936" y="3659"/>
                    </a:cubicBezTo>
                    <a:lnTo>
                      <a:pt x="3936" y="3659"/>
                    </a:lnTo>
                    <a:cubicBezTo>
                      <a:pt x="4002" y="3789"/>
                      <a:pt x="3942" y="3882"/>
                      <a:pt x="3909" y="3980"/>
                    </a:cubicBezTo>
                    <a:cubicBezTo>
                      <a:pt x="3691" y="4660"/>
                      <a:pt x="3544" y="5363"/>
                      <a:pt x="3414" y="6065"/>
                    </a:cubicBezTo>
                    <a:cubicBezTo>
                      <a:pt x="3365" y="6342"/>
                      <a:pt x="3533" y="6707"/>
                      <a:pt x="3087" y="6811"/>
                    </a:cubicBezTo>
                    <a:cubicBezTo>
                      <a:pt x="3147" y="6936"/>
                      <a:pt x="3245" y="6936"/>
                      <a:pt x="3337" y="6952"/>
                    </a:cubicBezTo>
                    <a:cubicBezTo>
                      <a:pt x="3484" y="7072"/>
                      <a:pt x="3435" y="7246"/>
                      <a:pt x="3473" y="7399"/>
                    </a:cubicBezTo>
                    <a:cubicBezTo>
                      <a:pt x="3544" y="7665"/>
                      <a:pt x="3566" y="7976"/>
                      <a:pt x="3816" y="8144"/>
                    </a:cubicBezTo>
                    <a:cubicBezTo>
                      <a:pt x="4105" y="8346"/>
                      <a:pt x="4317" y="8613"/>
                      <a:pt x="4513" y="8885"/>
                    </a:cubicBezTo>
                    <a:cubicBezTo>
                      <a:pt x="4810" y="9291"/>
                      <a:pt x="5199" y="9437"/>
                      <a:pt x="5650" y="9437"/>
                    </a:cubicBezTo>
                    <a:cubicBezTo>
                      <a:pt x="5713" y="9437"/>
                      <a:pt x="5777" y="9434"/>
                      <a:pt x="5842" y="9429"/>
                    </a:cubicBezTo>
                    <a:cubicBezTo>
                      <a:pt x="6065" y="9407"/>
                      <a:pt x="6288" y="9358"/>
                      <a:pt x="6435" y="9168"/>
                    </a:cubicBezTo>
                    <a:cubicBezTo>
                      <a:pt x="6772" y="8721"/>
                      <a:pt x="7061" y="8259"/>
                      <a:pt x="7034" y="7665"/>
                    </a:cubicBezTo>
                    <a:cubicBezTo>
                      <a:pt x="6981" y="7631"/>
                      <a:pt x="6938" y="7617"/>
                      <a:pt x="6901" y="7617"/>
                    </a:cubicBezTo>
                    <a:cubicBezTo>
                      <a:pt x="6760" y="7617"/>
                      <a:pt x="6708" y="7815"/>
                      <a:pt x="6587" y="7867"/>
                    </a:cubicBezTo>
                    <a:cubicBezTo>
                      <a:pt x="6341" y="7971"/>
                      <a:pt x="6100" y="8045"/>
                      <a:pt x="5865" y="8045"/>
                    </a:cubicBezTo>
                    <a:cubicBezTo>
                      <a:pt x="5611" y="8045"/>
                      <a:pt x="5363" y="7959"/>
                      <a:pt x="5123" y="7736"/>
                    </a:cubicBezTo>
                    <a:cubicBezTo>
                      <a:pt x="4998" y="7621"/>
                      <a:pt x="4869" y="7455"/>
                      <a:pt x="4638" y="7455"/>
                    </a:cubicBezTo>
                    <a:cubicBezTo>
                      <a:pt x="4607" y="7455"/>
                      <a:pt x="4575" y="7458"/>
                      <a:pt x="4540" y="7464"/>
                    </a:cubicBezTo>
                    <a:cubicBezTo>
                      <a:pt x="4796" y="7899"/>
                      <a:pt x="5194" y="8112"/>
                      <a:pt x="5580" y="8308"/>
                    </a:cubicBezTo>
                    <a:cubicBezTo>
                      <a:pt x="5676" y="8356"/>
                      <a:pt x="5769" y="8376"/>
                      <a:pt x="5861" y="8376"/>
                    </a:cubicBezTo>
                    <a:cubicBezTo>
                      <a:pt x="6130" y="8376"/>
                      <a:pt x="6386" y="8206"/>
                      <a:pt x="6658" y="8085"/>
                    </a:cubicBezTo>
                    <a:lnTo>
                      <a:pt x="6658" y="8085"/>
                    </a:lnTo>
                    <a:cubicBezTo>
                      <a:pt x="6642" y="8340"/>
                      <a:pt x="6489" y="8504"/>
                      <a:pt x="6413" y="8694"/>
                    </a:cubicBezTo>
                    <a:cubicBezTo>
                      <a:pt x="6271" y="9046"/>
                      <a:pt x="6006" y="9221"/>
                      <a:pt x="5671" y="9221"/>
                    </a:cubicBezTo>
                    <a:cubicBezTo>
                      <a:pt x="5571" y="9221"/>
                      <a:pt x="5464" y="9205"/>
                      <a:pt x="5352" y="9173"/>
                    </a:cubicBezTo>
                    <a:cubicBezTo>
                      <a:pt x="4622" y="8961"/>
                      <a:pt x="4399" y="8210"/>
                      <a:pt x="3860" y="7791"/>
                    </a:cubicBezTo>
                    <a:cubicBezTo>
                      <a:pt x="3855" y="7785"/>
                      <a:pt x="3849" y="7769"/>
                      <a:pt x="3849" y="7758"/>
                    </a:cubicBezTo>
                    <a:cubicBezTo>
                      <a:pt x="3795" y="7339"/>
                      <a:pt x="3675" y="6914"/>
                      <a:pt x="3708" y="6506"/>
                    </a:cubicBezTo>
                    <a:cubicBezTo>
                      <a:pt x="3806" y="5461"/>
                      <a:pt x="4040" y="4437"/>
                      <a:pt x="4437" y="3468"/>
                    </a:cubicBezTo>
                    <a:cubicBezTo>
                      <a:pt x="4769" y="2662"/>
                      <a:pt x="5036" y="1835"/>
                      <a:pt x="5210" y="980"/>
                    </a:cubicBezTo>
                    <a:cubicBezTo>
                      <a:pt x="5303" y="517"/>
                      <a:pt x="5156" y="136"/>
                      <a:pt x="4834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5" name="Google Shape;1285;p30"/>
              <p:cNvSpPr/>
              <p:nvPr/>
            </p:nvSpPr>
            <p:spPr>
              <a:xfrm>
                <a:off x="6565477" y="-269479"/>
                <a:ext cx="610455" cy="608490"/>
              </a:xfrm>
              <a:custGeom>
                <a:rect b="b" l="l" r="r" t="t"/>
                <a:pathLst>
                  <a:path extrusionOk="0" h="10219" w="10252">
                    <a:moveTo>
                      <a:pt x="5815" y="1"/>
                    </a:moveTo>
                    <a:lnTo>
                      <a:pt x="5815" y="1"/>
                    </a:lnTo>
                    <a:cubicBezTo>
                      <a:pt x="5826" y="83"/>
                      <a:pt x="5821" y="143"/>
                      <a:pt x="5842" y="164"/>
                    </a:cubicBezTo>
                    <a:cubicBezTo>
                      <a:pt x="6360" y="681"/>
                      <a:pt x="6860" y="1237"/>
                      <a:pt x="7612" y="1395"/>
                    </a:cubicBezTo>
                    <a:cubicBezTo>
                      <a:pt x="8281" y="1536"/>
                      <a:pt x="8913" y="1787"/>
                      <a:pt x="9566" y="1983"/>
                    </a:cubicBezTo>
                    <a:cubicBezTo>
                      <a:pt x="9953" y="2097"/>
                      <a:pt x="10023" y="2364"/>
                      <a:pt x="9713" y="2630"/>
                    </a:cubicBezTo>
                    <a:cubicBezTo>
                      <a:pt x="8984" y="3262"/>
                      <a:pt x="8292" y="3953"/>
                      <a:pt x="7481" y="4470"/>
                    </a:cubicBezTo>
                    <a:cubicBezTo>
                      <a:pt x="6964" y="4803"/>
                      <a:pt x="6550" y="5173"/>
                      <a:pt x="6349" y="5766"/>
                    </a:cubicBezTo>
                    <a:cubicBezTo>
                      <a:pt x="6213" y="6158"/>
                      <a:pt x="5929" y="6403"/>
                      <a:pt x="5505" y="6479"/>
                    </a:cubicBezTo>
                    <a:cubicBezTo>
                      <a:pt x="5178" y="6534"/>
                      <a:pt x="4852" y="6599"/>
                      <a:pt x="4563" y="6768"/>
                    </a:cubicBezTo>
                    <a:cubicBezTo>
                      <a:pt x="3442" y="7432"/>
                      <a:pt x="2325" y="8113"/>
                      <a:pt x="1329" y="8956"/>
                    </a:cubicBezTo>
                    <a:cubicBezTo>
                      <a:pt x="1010" y="9218"/>
                      <a:pt x="696" y="9475"/>
                      <a:pt x="256" y="9475"/>
                    </a:cubicBezTo>
                    <a:cubicBezTo>
                      <a:pt x="238" y="9475"/>
                      <a:pt x="220" y="9474"/>
                      <a:pt x="202" y="9474"/>
                    </a:cubicBezTo>
                    <a:cubicBezTo>
                      <a:pt x="189" y="9474"/>
                      <a:pt x="176" y="9473"/>
                      <a:pt x="162" y="9473"/>
                    </a:cubicBezTo>
                    <a:cubicBezTo>
                      <a:pt x="107" y="9473"/>
                      <a:pt x="50" y="9480"/>
                      <a:pt x="28" y="9550"/>
                    </a:cubicBezTo>
                    <a:cubicBezTo>
                      <a:pt x="1" y="9659"/>
                      <a:pt x="77" y="9729"/>
                      <a:pt x="148" y="9789"/>
                    </a:cubicBezTo>
                    <a:cubicBezTo>
                      <a:pt x="514" y="10073"/>
                      <a:pt x="914" y="10219"/>
                      <a:pt x="1314" y="10219"/>
                    </a:cubicBezTo>
                    <a:cubicBezTo>
                      <a:pt x="1733" y="10219"/>
                      <a:pt x="2150" y="10058"/>
                      <a:pt x="2527" y="9729"/>
                    </a:cubicBezTo>
                    <a:cubicBezTo>
                      <a:pt x="3006" y="9305"/>
                      <a:pt x="3480" y="8902"/>
                      <a:pt x="4095" y="8679"/>
                    </a:cubicBezTo>
                    <a:cubicBezTo>
                      <a:pt x="4269" y="8619"/>
                      <a:pt x="4519" y="8543"/>
                      <a:pt x="4525" y="8260"/>
                    </a:cubicBezTo>
                    <a:lnTo>
                      <a:pt x="4525" y="8260"/>
                    </a:lnTo>
                    <a:cubicBezTo>
                      <a:pt x="3893" y="8450"/>
                      <a:pt x="3256" y="8635"/>
                      <a:pt x="2783" y="9125"/>
                    </a:cubicBezTo>
                    <a:cubicBezTo>
                      <a:pt x="2402" y="9517"/>
                      <a:pt x="1890" y="9637"/>
                      <a:pt x="1411" y="9811"/>
                    </a:cubicBezTo>
                    <a:cubicBezTo>
                      <a:pt x="1329" y="9840"/>
                      <a:pt x="1237" y="9855"/>
                      <a:pt x="1140" y="9855"/>
                    </a:cubicBezTo>
                    <a:cubicBezTo>
                      <a:pt x="986" y="9855"/>
                      <a:pt x="819" y="9817"/>
                      <a:pt x="665" y="9740"/>
                    </a:cubicBezTo>
                    <a:cubicBezTo>
                      <a:pt x="888" y="9604"/>
                      <a:pt x="1122" y="9523"/>
                      <a:pt x="1280" y="9365"/>
                    </a:cubicBezTo>
                    <a:cubicBezTo>
                      <a:pt x="2026" y="8608"/>
                      <a:pt x="2979" y="8145"/>
                      <a:pt x="3801" y="7503"/>
                    </a:cubicBezTo>
                    <a:cubicBezTo>
                      <a:pt x="4117" y="7263"/>
                      <a:pt x="4465" y="7089"/>
                      <a:pt x="4868" y="6997"/>
                    </a:cubicBezTo>
                    <a:cubicBezTo>
                      <a:pt x="5723" y="6801"/>
                      <a:pt x="6496" y="6463"/>
                      <a:pt x="6746" y="5483"/>
                    </a:cubicBezTo>
                    <a:cubicBezTo>
                      <a:pt x="6795" y="5298"/>
                      <a:pt x="6953" y="5146"/>
                      <a:pt x="7127" y="5037"/>
                    </a:cubicBezTo>
                    <a:cubicBezTo>
                      <a:pt x="8134" y="4432"/>
                      <a:pt x="8945" y="3583"/>
                      <a:pt x="9849" y="2854"/>
                    </a:cubicBezTo>
                    <a:cubicBezTo>
                      <a:pt x="9925" y="2794"/>
                      <a:pt x="9985" y="2718"/>
                      <a:pt x="10034" y="2641"/>
                    </a:cubicBezTo>
                    <a:cubicBezTo>
                      <a:pt x="10252" y="2315"/>
                      <a:pt x="10154" y="1917"/>
                      <a:pt x="9784" y="1814"/>
                    </a:cubicBezTo>
                    <a:cubicBezTo>
                      <a:pt x="9196" y="1645"/>
                      <a:pt x="8657" y="1340"/>
                      <a:pt x="8047" y="1253"/>
                    </a:cubicBezTo>
                    <a:cubicBezTo>
                      <a:pt x="7416" y="1161"/>
                      <a:pt x="6844" y="943"/>
                      <a:pt x="6436" y="415"/>
                    </a:cubicBezTo>
                    <a:cubicBezTo>
                      <a:pt x="6202" y="349"/>
                      <a:pt x="6093" y="83"/>
                      <a:pt x="5815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6" name="Google Shape;1286;p30"/>
              <p:cNvSpPr/>
              <p:nvPr/>
            </p:nvSpPr>
            <p:spPr>
              <a:xfrm>
                <a:off x="5313876" y="2034960"/>
                <a:ext cx="187448" cy="369596"/>
              </a:xfrm>
              <a:custGeom>
                <a:rect b="b" l="l" r="r" t="t"/>
                <a:pathLst>
                  <a:path extrusionOk="0" h="6207" w="3148">
                    <a:moveTo>
                      <a:pt x="988" y="0"/>
                    </a:moveTo>
                    <a:cubicBezTo>
                      <a:pt x="980" y="0"/>
                      <a:pt x="972" y="1"/>
                      <a:pt x="964" y="2"/>
                    </a:cubicBezTo>
                    <a:cubicBezTo>
                      <a:pt x="823" y="24"/>
                      <a:pt x="785" y="160"/>
                      <a:pt x="774" y="274"/>
                    </a:cubicBezTo>
                    <a:cubicBezTo>
                      <a:pt x="741" y="601"/>
                      <a:pt x="610" y="895"/>
                      <a:pt x="398" y="1140"/>
                    </a:cubicBezTo>
                    <a:cubicBezTo>
                      <a:pt x="169" y="1407"/>
                      <a:pt x="77" y="1723"/>
                      <a:pt x="1" y="2055"/>
                    </a:cubicBezTo>
                    <a:cubicBezTo>
                      <a:pt x="52" y="2045"/>
                      <a:pt x="109" y="2023"/>
                      <a:pt x="152" y="2023"/>
                    </a:cubicBezTo>
                    <a:cubicBezTo>
                      <a:pt x="205" y="2023"/>
                      <a:pt x="237" y="2056"/>
                      <a:pt x="213" y="2185"/>
                    </a:cubicBezTo>
                    <a:cubicBezTo>
                      <a:pt x="191" y="2300"/>
                      <a:pt x="191" y="2419"/>
                      <a:pt x="186" y="2534"/>
                    </a:cubicBezTo>
                    <a:cubicBezTo>
                      <a:pt x="176" y="2717"/>
                      <a:pt x="130" y="2915"/>
                      <a:pt x="378" y="2915"/>
                    </a:cubicBezTo>
                    <a:cubicBezTo>
                      <a:pt x="402" y="2915"/>
                      <a:pt x="428" y="2913"/>
                      <a:pt x="458" y="2909"/>
                    </a:cubicBezTo>
                    <a:cubicBezTo>
                      <a:pt x="468" y="2908"/>
                      <a:pt x="477" y="2908"/>
                      <a:pt x="485" y="2908"/>
                    </a:cubicBezTo>
                    <a:cubicBezTo>
                      <a:pt x="595" y="2908"/>
                      <a:pt x="633" y="3000"/>
                      <a:pt x="638" y="3111"/>
                    </a:cubicBezTo>
                    <a:cubicBezTo>
                      <a:pt x="659" y="3710"/>
                      <a:pt x="1155" y="3857"/>
                      <a:pt x="1558" y="4091"/>
                    </a:cubicBezTo>
                    <a:cubicBezTo>
                      <a:pt x="1567" y="4096"/>
                      <a:pt x="1575" y="4099"/>
                      <a:pt x="1582" y="4099"/>
                    </a:cubicBezTo>
                    <a:cubicBezTo>
                      <a:pt x="1625" y="4099"/>
                      <a:pt x="1601" y="3988"/>
                      <a:pt x="1652" y="3988"/>
                    </a:cubicBezTo>
                    <a:cubicBezTo>
                      <a:pt x="1660" y="3988"/>
                      <a:pt x="1670" y="3991"/>
                      <a:pt x="1683" y="3998"/>
                    </a:cubicBezTo>
                    <a:cubicBezTo>
                      <a:pt x="1732" y="4227"/>
                      <a:pt x="1721" y="4455"/>
                      <a:pt x="1688" y="4689"/>
                    </a:cubicBezTo>
                    <a:cubicBezTo>
                      <a:pt x="1813" y="4842"/>
                      <a:pt x="1819" y="5032"/>
                      <a:pt x="1852" y="5212"/>
                    </a:cubicBezTo>
                    <a:cubicBezTo>
                      <a:pt x="1982" y="5980"/>
                      <a:pt x="1982" y="5980"/>
                      <a:pt x="2723" y="6143"/>
                    </a:cubicBezTo>
                    <a:cubicBezTo>
                      <a:pt x="2792" y="6160"/>
                      <a:pt x="2871" y="6207"/>
                      <a:pt x="2941" y="6207"/>
                    </a:cubicBezTo>
                    <a:cubicBezTo>
                      <a:pt x="2981" y="6207"/>
                      <a:pt x="3018" y="6192"/>
                      <a:pt x="3049" y="6148"/>
                    </a:cubicBezTo>
                    <a:cubicBezTo>
                      <a:pt x="3147" y="6018"/>
                      <a:pt x="3049" y="5876"/>
                      <a:pt x="2973" y="5762"/>
                    </a:cubicBezTo>
                    <a:cubicBezTo>
                      <a:pt x="2772" y="5452"/>
                      <a:pt x="2494" y="5207"/>
                      <a:pt x="2222" y="4967"/>
                    </a:cubicBezTo>
                    <a:cubicBezTo>
                      <a:pt x="1944" y="4717"/>
                      <a:pt x="1868" y="4412"/>
                      <a:pt x="1895" y="4074"/>
                    </a:cubicBezTo>
                    <a:cubicBezTo>
                      <a:pt x="1911" y="3851"/>
                      <a:pt x="1944" y="3622"/>
                      <a:pt x="1906" y="3405"/>
                    </a:cubicBezTo>
                    <a:cubicBezTo>
                      <a:pt x="1841" y="3002"/>
                      <a:pt x="1988" y="2545"/>
                      <a:pt x="1656" y="2191"/>
                    </a:cubicBezTo>
                    <a:cubicBezTo>
                      <a:pt x="1394" y="1918"/>
                      <a:pt x="1307" y="1586"/>
                      <a:pt x="1454" y="1243"/>
                    </a:cubicBezTo>
                    <a:cubicBezTo>
                      <a:pt x="1645" y="808"/>
                      <a:pt x="1438" y="498"/>
                      <a:pt x="1215" y="176"/>
                    </a:cubicBezTo>
                    <a:cubicBezTo>
                      <a:pt x="1159" y="96"/>
                      <a:pt x="1089" y="0"/>
                      <a:pt x="988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7" name="Google Shape;1287;p30"/>
              <p:cNvSpPr/>
              <p:nvPr/>
            </p:nvSpPr>
            <p:spPr>
              <a:xfrm>
                <a:off x="5218602" y="1976724"/>
                <a:ext cx="352387" cy="432833"/>
              </a:xfrm>
              <a:custGeom>
                <a:rect b="b" l="l" r="r" t="t"/>
                <a:pathLst>
                  <a:path extrusionOk="0" h="7269" w="5918">
                    <a:moveTo>
                      <a:pt x="1878" y="0"/>
                    </a:moveTo>
                    <a:cubicBezTo>
                      <a:pt x="1884" y="17"/>
                      <a:pt x="1889" y="38"/>
                      <a:pt x="1895" y="55"/>
                    </a:cubicBezTo>
                    <a:cubicBezTo>
                      <a:pt x="1933" y="131"/>
                      <a:pt x="1922" y="213"/>
                      <a:pt x="1960" y="289"/>
                    </a:cubicBezTo>
                    <a:cubicBezTo>
                      <a:pt x="2145" y="659"/>
                      <a:pt x="2123" y="719"/>
                      <a:pt x="1742" y="915"/>
                    </a:cubicBezTo>
                    <a:cubicBezTo>
                      <a:pt x="1590" y="991"/>
                      <a:pt x="1410" y="1029"/>
                      <a:pt x="1312" y="1187"/>
                    </a:cubicBezTo>
                    <a:cubicBezTo>
                      <a:pt x="887" y="1291"/>
                      <a:pt x="583" y="1557"/>
                      <a:pt x="381" y="1933"/>
                    </a:cubicBezTo>
                    <a:cubicBezTo>
                      <a:pt x="283" y="2113"/>
                      <a:pt x="0" y="2358"/>
                      <a:pt x="125" y="2445"/>
                    </a:cubicBezTo>
                    <a:cubicBezTo>
                      <a:pt x="161" y="2468"/>
                      <a:pt x="194" y="2478"/>
                      <a:pt x="224" y="2478"/>
                    </a:cubicBezTo>
                    <a:cubicBezTo>
                      <a:pt x="379" y="2478"/>
                      <a:pt x="473" y="2216"/>
                      <a:pt x="610" y="2107"/>
                    </a:cubicBezTo>
                    <a:cubicBezTo>
                      <a:pt x="833" y="1775"/>
                      <a:pt x="1138" y="1563"/>
                      <a:pt x="1519" y="1438"/>
                    </a:cubicBezTo>
                    <a:cubicBezTo>
                      <a:pt x="1851" y="1334"/>
                      <a:pt x="2189" y="1214"/>
                      <a:pt x="2276" y="1024"/>
                    </a:cubicBezTo>
                    <a:lnTo>
                      <a:pt x="2276" y="1024"/>
                    </a:lnTo>
                    <a:cubicBezTo>
                      <a:pt x="2210" y="1263"/>
                      <a:pt x="1971" y="1628"/>
                      <a:pt x="1878" y="2053"/>
                    </a:cubicBezTo>
                    <a:cubicBezTo>
                      <a:pt x="1780" y="2265"/>
                      <a:pt x="1590" y="2412"/>
                      <a:pt x="1514" y="2646"/>
                    </a:cubicBezTo>
                    <a:cubicBezTo>
                      <a:pt x="1470" y="2793"/>
                      <a:pt x="1361" y="2951"/>
                      <a:pt x="1601" y="3033"/>
                    </a:cubicBezTo>
                    <a:cubicBezTo>
                      <a:pt x="1655" y="2880"/>
                      <a:pt x="2014" y="2842"/>
                      <a:pt x="1775" y="2575"/>
                    </a:cubicBezTo>
                    <a:cubicBezTo>
                      <a:pt x="1769" y="2570"/>
                      <a:pt x="1808" y="2521"/>
                      <a:pt x="1829" y="2494"/>
                    </a:cubicBezTo>
                    <a:cubicBezTo>
                      <a:pt x="2161" y="2107"/>
                      <a:pt x="2455" y="1704"/>
                      <a:pt x="2477" y="1160"/>
                    </a:cubicBezTo>
                    <a:cubicBezTo>
                      <a:pt x="2481" y="1118"/>
                      <a:pt x="2495" y="1033"/>
                      <a:pt x="2559" y="1033"/>
                    </a:cubicBezTo>
                    <a:cubicBezTo>
                      <a:pt x="2579" y="1033"/>
                      <a:pt x="2604" y="1041"/>
                      <a:pt x="2635" y="1062"/>
                    </a:cubicBezTo>
                    <a:cubicBezTo>
                      <a:pt x="2858" y="1198"/>
                      <a:pt x="3060" y="1824"/>
                      <a:pt x="2983" y="2074"/>
                    </a:cubicBezTo>
                    <a:cubicBezTo>
                      <a:pt x="2842" y="2510"/>
                      <a:pt x="2836" y="2929"/>
                      <a:pt x="3212" y="3272"/>
                    </a:cubicBezTo>
                    <a:cubicBezTo>
                      <a:pt x="3283" y="3332"/>
                      <a:pt x="3370" y="3403"/>
                      <a:pt x="3364" y="3501"/>
                    </a:cubicBezTo>
                    <a:cubicBezTo>
                      <a:pt x="3332" y="4007"/>
                      <a:pt x="3501" y="4497"/>
                      <a:pt x="3419" y="5009"/>
                    </a:cubicBezTo>
                    <a:cubicBezTo>
                      <a:pt x="3364" y="5357"/>
                      <a:pt x="3419" y="5706"/>
                      <a:pt x="3724" y="5972"/>
                    </a:cubicBezTo>
                    <a:cubicBezTo>
                      <a:pt x="3947" y="6163"/>
                      <a:pt x="4138" y="6386"/>
                      <a:pt x="4350" y="6593"/>
                    </a:cubicBezTo>
                    <a:cubicBezTo>
                      <a:pt x="4491" y="6734"/>
                      <a:pt x="4589" y="6892"/>
                      <a:pt x="4633" y="7126"/>
                    </a:cubicBezTo>
                    <a:cubicBezTo>
                      <a:pt x="4470" y="7077"/>
                      <a:pt x="4339" y="7018"/>
                      <a:pt x="4203" y="7001"/>
                    </a:cubicBezTo>
                    <a:cubicBezTo>
                      <a:pt x="3658" y="6925"/>
                      <a:pt x="3658" y="6930"/>
                      <a:pt x="3582" y="6370"/>
                    </a:cubicBezTo>
                    <a:cubicBezTo>
                      <a:pt x="3533" y="6000"/>
                      <a:pt x="3441" y="5776"/>
                      <a:pt x="3288" y="5667"/>
                    </a:cubicBezTo>
                    <a:lnTo>
                      <a:pt x="3288" y="5667"/>
                    </a:lnTo>
                    <a:cubicBezTo>
                      <a:pt x="3337" y="6010"/>
                      <a:pt x="3375" y="6353"/>
                      <a:pt x="3441" y="6691"/>
                    </a:cubicBezTo>
                    <a:cubicBezTo>
                      <a:pt x="3511" y="7072"/>
                      <a:pt x="3755" y="7268"/>
                      <a:pt x="4128" y="7268"/>
                    </a:cubicBezTo>
                    <a:cubicBezTo>
                      <a:pt x="4133" y="7268"/>
                      <a:pt x="4138" y="7268"/>
                      <a:pt x="4143" y="7268"/>
                    </a:cubicBezTo>
                    <a:lnTo>
                      <a:pt x="4998" y="7268"/>
                    </a:lnTo>
                    <a:cubicBezTo>
                      <a:pt x="5248" y="6920"/>
                      <a:pt x="5493" y="6577"/>
                      <a:pt x="5744" y="6228"/>
                    </a:cubicBezTo>
                    <a:cubicBezTo>
                      <a:pt x="5825" y="6114"/>
                      <a:pt x="5918" y="6000"/>
                      <a:pt x="5782" y="5863"/>
                    </a:cubicBezTo>
                    <a:lnTo>
                      <a:pt x="5782" y="5863"/>
                    </a:lnTo>
                    <a:cubicBezTo>
                      <a:pt x="5488" y="6255"/>
                      <a:pt x="5199" y="6647"/>
                      <a:pt x="4851" y="7116"/>
                    </a:cubicBezTo>
                    <a:cubicBezTo>
                      <a:pt x="4753" y="6647"/>
                      <a:pt x="4421" y="6424"/>
                      <a:pt x="4187" y="6114"/>
                    </a:cubicBezTo>
                    <a:cubicBezTo>
                      <a:pt x="4204" y="6108"/>
                      <a:pt x="4223" y="6105"/>
                      <a:pt x="4241" y="6105"/>
                    </a:cubicBezTo>
                    <a:cubicBezTo>
                      <a:pt x="4290" y="6105"/>
                      <a:pt x="4338" y="6122"/>
                      <a:pt x="4378" y="6122"/>
                    </a:cubicBezTo>
                    <a:cubicBezTo>
                      <a:pt x="4415" y="6122"/>
                      <a:pt x="4445" y="6109"/>
                      <a:pt x="4464" y="6059"/>
                    </a:cubicBezTo>
                    <a:cubicBezTo>
                      <a:pt x="4524" y="5918"/>
                      <a:pt x="4404" y="5820"/>
                      <a:pt x="4323" y="5727"/>
                    </a:cubicBezTo>
                    <a:cubicBezTo>
                      <a:pt x="4257" y="5654"/>
                      <a:pt x="4167" y="5564"/>
                      <a:pt x="4077" y="5564"/>
                    </a:cubicBezTo>
                    <a:cubicBezTo>
                      <a:pt x="4048" y="5564"/>
                      <a:pt x="4019" y="5574"/>
                      <a:pt x="3991" y="5597"/>
                    </a:cubicBezTo>
                    <a:cubicBezTo>
                      <a:pt x="3876" y="5685"/>
                      <a:pt x="3797" y="5720"/>
                      <a:pt x="3741" y="5720"/>
                    </a:cubicBezTo>
                    <a:cubicBezTo>
                      <a:pt x="3583" y="5720"/>
                      <a:pt x="3613" y="5445"/>
                      <a:pt x="3593" y="5325"/>
                    </a:cubicBezTo>
                    <a:cubicBezTo>
                      <a:pt x="3555" y="5052"/>
                      <a:pt x="3577" y="4758"/>
                      <a:pt x="3604" y="4481"/>
                    </a:cubicBezTo>
                    <a:cubicBezTo>
                      <a:pt x="3762" y="3016"/>
                      <a:pt x="3599" y="1644"/>
                      <a:pt x="2510" y="523"/>
                    </a:cubicBezTo>
                    <a:cubicBezTo>
                      <a:pt x="2248" y="256"/>
                      <a:pt x="2063" y="55"/>
                      <a:pt x="1878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8" name="Google Shape;1288;p30"/>
              <p:cNvSpPr/>
              <p:nvPr/>
            </p:nvSpPr>
            <p:spPr>
              <a:xfrm>
                <a:off x="6004671" y="1790523"/>
                <a:ext cx="283256" cy="677741"/>
              </a:xfrm>
              <a:custGeom>
                <a:rect b="b" l="l" r="r" t="t"/>
                <a:pathLst>
                  <a:path extrusionOk="0" h="11382" w="4757">
                    <a:moveTo>
                      <a:pt x="4728" y="1"/>
                    </a:moveTo>
                    <a:cubicBezTo>
                      <a:pt x="4696" y="1"/>
                      <a:pt x="4637" y="74"/>
                      <a:pt x="4605" y="74"/>
                    </a:cubicBezTo>
                    <a:cubicBezTo>
                      <a:pt x="4604" y="74"/>
                      <a:pt x="4602" y="74"/>
                      <a:pt x="4601" y="73"/>
                    </a:cubicBezTo>
                    <a:cubicBezTo>
                      <a:pt x="4508" y="433"/>
                      <a:pt x="4416" y="792"/>
                      <a:pt x="4323" y="1157"/>
                    </a:cubicBezTo>
                    <a:cubicBezTo>
                      <a:pt x="4111" y="1973"/>
                      <a:pt x="4106" y="2828"/>
                      <a:pt x="3844" y="3639"/>
                    </a:cubicBezTo>
                    <a:cubicBezTo>
                      <a:pt x="3556" y="4516"/>
                      <a:pt x="3485" y="5490"/>
                      <a:pt x="2712" y="6149"/>
                    </a:cubicBezTo>
                    <a:cubicBezTo>
                      <a:pt x="2657" y="6192"/>
                      <a:pt x="2652" y="6296"/>
                      <a:pt x="2625" y="6366"/>
                    </a:cubicBezTo>
                    <a:cubicBezTo>
                      <a:pt x="2574" y="6479"/>
                      <a:pt x="2521" y="6543"/>
                      <a:pt x="2460" y="6543"/>
                    </a:cubicBezTo>
                    <a:cubicBezTo>
                      <a:pt x="2408" y="6543"/>
                      <a:pt x="2352" y="6498"/>
                      <a:pt x="2287" y="6399"/>
                    </a:cubicBezTo>
                    <a:cubicBezTo>
                      <a:pt x="2124" y="6143"/>
                      <a:pt x="1950" y="5887"/>
                      <a:pt x="1776" y="5642"/>
                    </a:cubicBezTo>
                    <a:cubicBezTo>
                      <a:pt x="1741" y="5588"/>
                      <a:pt x="1686" y="5528"/>
                      <a:pt x="1622" y="5528"/>
                    </a:cubicBezTo>
                    <a:cubicBezTo>
                      <a:pt x="1596" y="5528"/>
                      <a:pt x="1569" y="5537"/>
                      <a:pt x="1541" y="5561"/>
                    </a:cubicBezTo>
                    <a:cubicBezTo>
                      <a:pt x="1454" y="5626"/>
                      <a:pt x="1520" y="5713"/>
                      <a:pt x="1558" y="5784"/>
                    </a:cubicBezTo>
                    <a:cubicBezTo>
                      <a:pt x="1732" y="6051"/>
                      <a:pt x="1863" y="6350"/>
                      <a:pt x="2124" y="6541"/>
                    </a:cubicBezTo>
                    <a:cubicBezTo>
                      <a:pt x="2353" y="6709"/>
                      <a:pt x="2287" y="6862"/>
                      <a:pt x="2146" y="7031"/>
                    </a:cubicBezTo>
                    <a:cubicBezTo>
                      <a:pt x="1362" y="7945"/>
                      <a:pt x="692" y="8925"/>
                      <a:pt x="458" y="10199"/>
                    </a:cubicBezTo>
                    <a:cubicBezTo>
                      <a:pt x="1" y="9377"/>
                      <a:pt x="725" y="8843"/>
                      <a:pt x="861" y="8114"/>
                    </a:cubicBezTo>
                    <a:lnTo>
                      <a:pt x="861" y="8114"/>
                    </a:lnTo>
                    <a:cubicBezTo>
                      <a:pt x="425" y="8511"/>
                      <a:pt x="170" y="8936"/>
                      <a:pt x="88" y="9426"/>
                    </a:cubicBezTo>
                    <a:cubicBezTo>
                      <a:pt x="33" y="9785"/>
                      <a:pt x="28" y="10172"/>
                      <a:pt x="415" y="10400"/>
                    </a:cubicBezTo>
                    <a:cubicBezTo>
                      <a:pt x="502" y="10449"/>
                      <a:pt x="507" y="10531"/>
                      <a:pt x="502" y="10613"/>
                    </a:cubicBezTo>
                    <a:cubicBezTo>
                      <a:pt x="480" y="10841"/>
                      <a:pt x="556" y="11054"/>
                      <a:pt x="638" y="11261"/>
                    </a:cubicBezTo>
                    <a:cubicBezTo>
                      <a:pt x="694" y="11319"/>
                      <a:pt x="753" y="11381"/>
                      <a:pt x="794" y="11381"/>
                    </a:cubicBezTo>
                    <a:cubicBezTo>
                      <a:pt x="830" y="11381"/>
                      <a:pt x="853" y="11336"/>
                      <a:pt x="850" y="11206"/>
                    </a:cubicBezTo>
                    <a:cubicBezTo>
                      <a:pt x="845" y="11032"/>
                      <a:pt x="807" y="10858"/>
                      <a:pt x="801" y="10684"/>
                    </a:cubicBezTo>
                    <a:cubicBezTo>
                      <a:pt x="768" y="9584"/>
                      <a:pt x="1079" y="8588"/>
                      <a:pt x="1830" y="7776"/>
                    </a:cubicBezTo>
                    <a:cubicBezTo>
                      <a:pt x="3044" y="6459"/>
                      <a:pt x="3910" y="4973"/>
                      <a:pt x="4214" y="3193"/>
                    </a:cubicBezTo>
                    <a:cubicBezTo>
                      <a:pt x="4356" y="2376"/>
                      <a:pt x="4476" y="1554"/>
                      <a:pt x="4612" y="732"/>
                    </a:cubicBezTo>
                    <a:cubicBezTo>
                      <a:pt x="4645" y="525"/>
                      <a:pt x="4710" y="324"/>
                      <a:pt x="4743" y="117"/>
                    </a:cubicBezTo>
                    <a:cubicBezTo>
                      <a:pt x="4757" y="28"/>
                      <a:pt x="4748" y="1"/>
                      <a:pt x="4728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9" name="Google Shape;1289;p30"/>
              <p:cNvSpPr/>
              <p:nvPr/>
            </p:nvSpPr>
            <p:spPr>
              <a:xfrm>
                <a:off x="6282812" y="2594873"/>
                <a:ext cx="244789" cy="627009"/>
              </a:xfrm>
              <a:custGeom>
                <a:rect b="b" l="l" r="r" t="t"/>
                <a:pathLst>
                  <a:path extrusionOk="0" h="10530" w="4111">
                    <a:moveTo>
                      <a:pt x="3902" y="0"/>
                    </a:moveTo>
                    <a:cubicBezTo>
                      <a:pt x="3819" y="0"/>
                      <a:pt x="3734" y="31"/>
                      <a:pt x="3648" y="66"/>
                    </a:cubicBezTo>
                    <a:cubicBezTo>
                      <a:pt x="3273" y="224"/>
                      <a:pt x="2941" y="447"/>
                      <a:pt x="2696" y="774"/>
                    </a:cubicBezTo>
                    <a:cubicBezTo>
                      <a:pt x="2461" y="1090"/>
                      <a:pt x="2162" y="1329"/>
                      <a:pt x="1857" y="1569"/>
                    </a:cubicBezTo>
                    <a:cubicBezTo>
                      <a:pt x="1732" y="1661"/>
                      <a:pt x="1623" y="1770"/>
                      <a:pt x="1520" y="1885"/>
                    </a:cubicBezTo>
                    <a:cubicBezTo>
                      <a:pt x="926" y="2560"/>
                      <a:pt x="480" y="3327"/>
                      <a:pt x="219" y="4193"/>
                    </a:cubicBezTo>
                    <a:cubicBezTo>
                      <a:pt x="126" y="4862"/>
                      <a:pt x="1" y="5527"/>
                      <a:pt x="186" y="6202"/>
                    </a:cubicBezTo>
                    <a:cubicBezTo>
                      <a:pt x="480" y="7258"/>
                      <a:pt x="1171" y="8053"/>
                      <a:pt x="1928" y="8793"/>
                    </a:cubicBezTo>
                    <a:cubicBezTo>
                      <a:pt x="2211" y="9071"/>
                      <a:pt x="2532" y="9316"/>
                      <a:pt x="2766" y="9637"/>
                    </a:cubicBezTo>
                    <a:cubicBezTo>
                      <a:pt x="3131" y="9833"/>
                      <a:pt x="3234" y="10285"/>
                      <a:pt x="3605" y="10530"/>
                    </a:cubicBezTo>
                    <a:cubicBezTo>
                      <a:pt x="3572" y="10127"/>
                      <a:pt x="3381" y="9860"/>
                      <a:pt x="3142" y="9604"/>
                    </a:cubicBezTo>
                    <a:cubicBezTo>
                      <a:pt x="2559" y="8989"/>
                      <a:pt x="1906" y="8455"/>
                      <a:pt x="1362" y="7797"/>
                    </a:cubicBezTo>
                    <a:cubicBezTo>
                      <a:pt x="404" y="6632"/>
                      <a:pt x="44" y="5407"/>
                      <a:pt x="643" y="3953"/>
                    </a:cubicBezTo>
                    <a:cubicBezTo>
                      <a:pt x="1030" y="3011"/>
                      <a:pt x="1525" y="2168"/>
                      <a:pt x="2336" y="1536"/>
                    </a:cubicBezTo>
                    <a:cubicBezTo>
                      <a:pt x="2494" y="1411"/>
                      <a:pt x="2647" y="1269"/>
                      <a:pt x="2761" y="1106"/>
                    </a:cubicBezTo>
                    <a:cubicBezTo>
                      <a:pt x="3098" y="616"/>
                      <a:pt x="3567" y="300"/>
                      <a:pt x="4111" y="83"/>
                    </a:cubicBezTo>
                    <a:cubicBezTo>
                      <a:pt x="4043" y="23"/>
                      <a:pt x="3974" y="0"/>
                      <a:pt x="3902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0" name="Google Shape;1290;p30"/>
              <p:cNvSpPr/>
              <p:nvPr/>
            </p:nvSpPr>
            <p:spPr>
              <a:xfrm>
                <a:off x="6666289" y="2931249"/>
                <a:ext cx="165059" cy="195665"/>
              </a:xfrm>
              <a:custGeom>
                <a:rect b="b" l="l" r="r" t="t"/>
                <a:pathLst>
                  <a:path extrusionOk="0" h="3286" w="2772">
                    <a:moveTo>
                      <a:pt x="1601" y="1"/>
                    </a:moveTo>
                    <a:cubicBezTo>
                      <a:pt x="1540" y="1"/>
                      <a:pt x="1480" y="21"/>
                      <a:pt x="1406" y="52"/>
                    </a:cubicBezTo>
                    <a:cubicBezTo>
                      <a:pt x="948" y="237"/>
                      <a:pt x="671" y="634"/>
                      <a:pt x="300" y="923"/>
                    </a:cubicBezTo>
                    <a:cubicBezTo>
                      <a:pt x="121" y="1064"/>
                      <a:pt x="1" y="1304"/>
                      <a:pt x="17" y="1543"/>
                    </a:cubicBezTo>
                    <a:cubicBezTo>
                      <a:pt x="50" y="2148"/>
                      <a:pt x="251" y="2719"/>
                      <a:pt x="458" y="3286"/>
                    </a:cubicBezTo>
                    <a:cubicBezTo>
                      <a:pt x="475" y="2502"/>
                      <a:pt x="921" y="1946"/>
                      <a:pt x="1416" y="1429"/>
                    </a:cubicBezTo>
                    <a:cubicBezTo>
                      <a:pt x="1519" y="1323"/>
                      <a:pt x="1642" y="1176"/>
                      <a:pt x="1803" y="1176"/>
                    </a:cubicBezTo>
                    <a:cubicBezTo>
                      <a:pt x="1864" y="1176"/>
                      <a:pt x="1931" y="1197"/>
                      <a:pt x="2004" y="1249"/>
                    </a:cubicBezTo>
                    <a:cubicBezTo>
                      <a:pt x="2298" y="1037"/>
                      <a:pt x="2418" y="656"/>
                      <a:pt x="2772" y="504"/>
                    </a:cubicBezTo>
                    <a:cubicBezTo>
                      <a:pt x="2429" y="351"/>
                      <a:pt x="2091" y="199"/>
                      <a:pt x="1754" y="41"/>
                    </a:cubicBezTo>
                    <a:cubicBezTo>
                      <a:pt x="1697" y="13"/>
                      <a:pt x="1649" y="1"/>
                      <a:pt x="1601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1" name="Google Shape;1291;p30"/>
              <p:cNvSpPr/>
              <p:nvPr/>
            </p:nvSpPr>
            <p:spPr>
              <a:xfrm>
                <a:off x="5855270" y="1799693"/>
                <a:ext cx="290461" cy="356079"/>
              </a:xfrm>
              <a:custGeom>
                <a:rect b="b" l="l" r="r" t="t"/>
                <a:pathLst>
                  <a:path extrusionOk="0" h="5980" w="4878">
                    <a:moveTo>
                      <a:pt x="185" y="1"/>
                    </a:moveTo>
                    <a:cubicBezTo>
                      <a:pt x="0" y="240"/>
                      <a:pt x="245" y="235"/>
                      <a:pt x="354" y="268"/>
                    </a:cubicBezTo>
                    <a:cubicBezTo>
                      <a:pt x="675" y="366"/>
                      <a:pt x="1018" y="333"/>
                      <a:pt x="1350" y="436"/>
                    </a:cubicBezTo>
                    <a:cubicBezTo>
                      <a:pt x="1301" y="513"/>
                      <a:pt x="1241" y="529"/>
                      <a:pt x="1192" y="562"/>
                    </a:cubicBezTo>
                    <a:cubicBezTo>
                      <a:pt x="1045" y="638"/>
                      <a:pt x="893" y="719"/>
                      <a:pt x="898" y="921"/>
                    </a:cubicBezTo>
                    <a:cubicBezTo>
                      <a:pt x="904" y="1128"/>
                      <a:pt x="1056" y="1220"/>
                      <a:pt x="1225" y="1291"/>
                    </a:cubicBezTo>
                    <a:cubicBezTo>
                      <a:pt x="1388" y="1367"/>
                      <a:pt x="1568" y="1405"/>
                      <a:pt x="1710" y="1509"/>
                    </a:cubicBezTo>
                    <a:cubicBezTo>
                      <a:pt x="1846" y="1607"/>
                      <a:pt x="2042" y="1689"/>
                      <a:pt x="2009" y="1901"/>
                    </a:cubicBezTo>
                    <a:cubicBezTo>
                      <a:pt x="1990" y="1914"/>
                      <a:pt x="1972" y="1920"/>
                      <a:pt x="1955" y="1920"/>
                    </a:cubicBezTo>
                    <a:cubicBezTo>
                      <a:pt x="1881" y="1920"/>
                      <a:pt x="1819" y="1820"/>
                      <a:pt x="1755" y="1820"/>
                    </a:cubicBezTo>
                    <a:cubicBezTo>
                      <a:pt x="1724" y="1820"/>
                      <a:pt x="1694" y="1842"/>
                      <a:pt x="1661" y="1906"/>
                    </a:cubicBezTo>
                    <a:cubicBezTo>
                      <a:pt x="2292" y="2658"/>
                      <a:pt x="2885" y="3441"/>
                      <a:pt x="3370" y="4307"/>
                    </a:cubicBezTo>
                    <a:cubicBezTo>
                      <a:pt x="3473" y="4389"/>
                      <a:pt x="3577" y="4465"/>
                      <a:pt x="3675" y="4547"/>
                    </a:cubicBezTo>
                    <a:cubicBezTo>
                      <a:pt x="3571" y="4209"/>
                      <a:pt x="3299" y="3975"/>
                      <a:pt x="3141" y="3583"/>
                    </a:cubicBezTo>
                    <a:lnTo>
                      <a:pt x="3141" y="3583"/>
                    </a:lnTo>
                    <a:cubicBezTo>
                      <a:pt x="3631" y="3921"/>
                      <a:pt x="3876" y="4411"/>
                      <a:pt x="4355" y="4655"/>
                    </a:cubicBezTo>
                    <a:cubicBezTo>
                      <a:pt x="4330" y="4662"/>
                      <a:pt x="4304" y="4663"/>
                      <a:pt x="4277" y="4663"/>
                    </a:cubicBezTo>
                    <a:cubicBezTo>
                      <a:pt x="4231" y="4663"/>
                      <a:pt x="4185" y="4658"/>
                      <a:pt x="4142" y="4658"/>
                    </a:cubicBezTo>
                    <a:cubicBezTo>
                      <a:pt x="4079" y="4658"/>
                      <a:pt x="4025" y="4671"/>
                      <a:pt x="3996" y="4737"/>
                    </a:cubicBezTo>
                    <a:cubicBezTo>
                      <a:pt x="3936" y="4862"/>
                      <a:pt x="4110" y="4917"/>
                      <a:pt x="4165" y="5009"/>
                    </a:cubicBezTo>
                    <a:cubicBezTo>
                      <a:pt x="4328" y="5282"/>
                      <a:pt x="4530" y="5532"/>
                      <a:pt x="4638" y="5831"/>
                    </a:cubicBezTo>
                    <a:cubicBezTo>
                      <a:pt x="4667" y="5897"/>
                      <a:pt x="4687" y="5979"/>
                      <a:pt x="4762" y="5979"/>
                    </a:cubicBezTo>
                    <a:cubicBezTo>
                      <a:pt x="4774" y="5979"/>
                      <a:pt x="4787" y="5977"/>
                      <a:pt x="4802" y="5973"/>
                    </a:cubicBezTo>
                    <a:cubicBezTo>
                      <a:pt x="4878" y="5946"/>
                      <a:pt x="4851" y="5853"/>
                      <a:pt x="4856" y="5782"/>
                    </a:cubicBezTo>
                    <a:cubicBezTo>
                      <a:pt x="4791" y="5478"/>
                      <a:pt x="4535" y="5260"/>
                      <a:pt x="4437" y="4944"/>
                    </a:cubicBezTo>
                    <a:cubicBezTo>
                      <a:pt x="4807" y="4939"/>
                      <a:pt x="4736" y="4792"/>
                      <a:pt x="4546" y="4601"/>
                    </a:cubicBezTo>
                    <a:cubicBezTo>
                      <a:pt x="4148" y="4215"/>
                      <a:pt x="3756" y="3817"/>
                      <a:pt x="3326" y="3392"/>
                    </a:cubicBezTo>
                    <a:cubicBezTo>
                      <a:pt x="3430" y="3392"/>
                      <a:pt x="3462" y="3392"/>
                      <a:pt x="3495" y="3387"/>
                    </a:cubicBezTo>
                    <a:cubicBezTo>
                      <a:pt x="3499" y="3387"/>
                      <a:pt x="3504" y="3387"/>
                      <a:pt x="3508" y="3387"/>
                    </a:cubicBezTo>
                    <a:cubicBezTo>
                      <a:pt x="3595" y="3387"/>
                      <a:pt x="3699" y="3449"/>
                      <a:pt x="3781" y="3449"/>
                    </a:cubicBezTo>
                    <a:cubicBezTo>
                      <a:pt x="3832" y="3449"/>
                      <a:pt x="3874" y="3425"/>
                      <a:pt x="3898" y="3349"/>
                    </a:cubicBezTo>
                    <a:cubicBezTo>
                      <a:pt x="3947" y="3191"/>
                      <a:pt x="3740" y="3109"/>
                      <a:pt x="3626" y="3022"/>
                    </a:cubicBezTo>
                    <a:cubicBezTo>
                      <a:pt x="3359" y="2826"/>
                      <a:pt x="3081" y="2652"/>
                      <a:pt x="2820" y="2462"/>
                    </a:cubicBezTo>
                    <a:cubicBezTo>
                      <a:pt x="2608" y="2309"/>
                      <a:pt x="2597" y="2244"/>
                      <a:pt x="2711" y="2064"/>
                    </a:cubicBezTo>
                    <a:cubicBezTo>
                      <a:pt x="2782" y="1961"/>
                      <a:pt x="2711" y="1901"/>
                      <a:pt x="2640" y="1868"/>
                    </a:cubicBezTo>
                    <a:cubicBezTo>
                      <a:pt x="2276" y="1672"/>
                      <a:pt x="2020" y="1335"/>
                      <a:pt x="1671" y="1122"/>
                    </a:cubicBezTo>
                    <a:cubicBezTo>
                      <a:pt x="1579" y="1019"/>
                      <a:pt x="1328" y="1084"/>
                      <a:pt x="1372" y="839"/>
                    </a:cubicBezTo>
                    <a:cubicBezTo>
                      <a:pt x="1399" y="768"/>
                      <a:pt x="1465" y="790"/>
                      <a:pt x="1514" y="768"/>
                    </a:cubicBezTo>
                    <a:cubicBezTo>
                      <a:pt x="1748" y="681"/>
                      <a:pt x="1818" y="464"/>
                      <a:pt x="1802" y="268"/>
                    </a:cubicBezTo>
                    <a:cubicBezTo>
                      <a:pt x="1789" y="136"/>
                      <a:pt x="1702" y="110"/>
                      <a:pt x="1601" y="110"/>
                    </a:cubicBezTo>
                    <a:cubicBezTo>
                      <a:pt x="1536" y="110"/>
                      <a:pt x="1465" y="121"/>
                      <a:pt x="1405" y="121"/>
                    </a:cubicBezTo>
                    <a:cubicBezTo>
                      <a:pt x="1378" y="121"/>
                      <a:pt x="1351" y="122"/>
                      <a:pt x="1324" y="122"/>
                    </a:cubicBezTo>
                    <a:cubicBezTo>
                      <a:pt x="938" y="122"/>
                      <a:pt x="562" y="52"/>
                      <a:pt x="185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2" name="Google Shape;1292;p30"/>
              <p:cNvSpPr/>
              <p:nvPr/>
            </p:nvSpPr>
            <p:spPr>
              <a:xfrm>
                <a:off x="5575462" y="1721270"/>
                <a:ext cx="353757" cy="393592"/>
              </a:xfrm>
              <a:custGeom>
                <a:rect b="b" l="l" r="r" t="t"/>
                <a:pathLst>
                  <a:path extrusionOk="0" h="6610" w="5941">
                    <a:moveTo>
                      <a:pt x="5635" y="0"/>
                    </a:moveTo>
                    <a:lnTo>
                      <a:pt x="5635" y="0"/>
                    </a:lnTo>
                    <a:cubicBezTo>
                      <a:pt x="5118" y="22"/>
                      <a:pt x="4792" y="354"/>
                      <a:pt x="4449" y="659"/>
                    </a:cubicBezTo>
                    <a:cubicBezTo>
                      <a:pt x="4483" y="677"/>
                      <a:pt x="4513" y="684"/>
                      <a:pt x="4540" y="684"/>
                    </a:cubicBezTo>
                    <a:cubicBezTo>
                      <a:pt x="4647" y="684"/>
                      <a:pt x="4708" y="570"/>
                      <a:pt x="4786" y="518"/>
                    </a:cubicBezTo>
                    <a:cubicBezTo>
                      <a:pt x="4917" y="436"/>
                      <a:pt x="4999" y="284"/>
                      <a:pt x="5222" y="278"/>
                    </a:cubicBezTo>
                    <a:lnTo>
                      <a:pt x="5222" y="278"/>
                    </a:lnTo>
                    <a:cubicBezTo>
                      <a:pt x="4498" y="920"/>
                      <a:pt x="4160" y="1726"/>
                      <a:pt x="3932" y="2608"/>
                    </a:cubicBezTo>
                    <a:cubicBezTo>
                      <a:pt x="3741" y="3327"/>
                      <a:pt x="3333" y="3915"/>
                      <a:pt x="2728" y="4377"/>
                    </a:cubicBezTo>
                    <a:cubicBezTo>
                      <a:pt x="2157" y="4807"/>
                      <a:pt x="1558" y="5199"/>
                      <a:pt x="943" y="5559"/>
                    </a:cubicBezTo>
                    <a:cubicBezTo>
                      <a:pt x="638" y="5738"/>
                      <a:pt x="360" y="5951"/>
                      <a:pt x="181" y="6266"/>
                    </a:cubicBezTo>
                    <a:cubicBezTo>
                      <a:pt x="121" y="6370"/>
                      <a:pt x="1" y="6473"/>
                      <a:pt x="126" y="6609"/>
                    </a:cubicBezTo>
                    <a:cubicBezTo>
                      <a:pt x="279" y="6544"/>
                      <a:pt x="404" y="6462"/>
                      <a:pt x="420" y="6283"/>
                    </a:cubicBezTo>
                    <a:cubicBezTo>
                      <a:pt x="475" y="6092"/>
                      <a:pt x="611" y="5978"/>
                      <a:pt x="769" y="5864"/>
                    </a:cubicBezTo>
                    <a:cubicBezTo>
                      <a:pt x="1101" y="5619"/>
                      <a:pt x="1465" y="5423"/>
                      <a:pt x="1814" y="5216"/>
                    </a:cubicBezTo>
                    <a:cubicBezTo>
                      <a:pt x="2304" y="4927"/>
                      <a:pt x="2728" y="4562"/>
                      <a:pt x="3202" y="4263"/>
                    </a:cubicBezTo>
                    <a:cubicBezTo>
                      <a:pt x="3910" y="3817"/>
                      <a:pt x="4775" y="3838"/>
                      <a:pt x="5494" y="3414"/>
                    </a:cubicBezTo>
                    <a:lnTo>
                      <a:pt x="5494" y="3414"/>
                    </a:lnTo>
                    <a:cubicBezTo>
                      <a:pt x="5260" y="3681"/>
                      <a:pt x="5086" y="3975"/>
                      <a:pt x="4819" y="4214"/>
                    </a:cubicBezTo>
                    <a:cubicBezTo>
                      <a:pt x="4367" y="4628"/>
                      <a:pt x="3812" y="4791"/>
                      <a:pt x="3256" y="4982"/>
                    </a:cubicBezTo>
                    <a:cubicBezTo>
                      <a:pt x="2973" y="5080"/>
                      <a:pt x="2690" y="5194"/>
                      <a:pt x="2413" y="5314"/>
                    </a:cubicBezTo>
                    <a:cubicBezTo>
                      <a:pt x="2364" y="5336"/>
                      <a:pt x="2266" y="5385"/>
                      <a:pt x="2342" y="5466"/>
                    </a:cubicBezTo>
                    <a:cubicBezTo>
                      <a:pt x="2364" y="5493"/>
                      <a:pt x="2434" y="5483"/>
                      <a:pt x="2478" y="5488"/>
                    </a:cubicBezTo>
                    <a:cubicBezTo>
                      <a:pt x="2799" y="5292"/>
                      <a:pt x="3158" y="5178"/>
                      <a:pt x="3518" y="5074"/>
                    </a:cubicBezTo>
                    <a:cubicBezTo>
                      <a:pt x="4008" y="4933"/>
                      <a:pt x="4465" y="4742"/>
                      <a:pt x="4846" y="4394"/>
                    </a:cubicBezTo>
                    <a:cubicBezTo>
                      <a:pt x="5320" y="3964"/>
                      <a:pt x="5821" y="3550"/>
                      <a:pt x="5940" y="2864"/>
                    </a:cubicBezTo>
                    <a:cubicBezTo>
                      <a:pt x="5924" y="2853"/>
                      <a:pt x="5913" y="2842"/>
                      <a:pt x="5897" y="2837"/>
                    </a:cubicBezTo>
                    <a:cubicBezTo>
                      <a:pt x="5879" y="2833"/>
                      <a:pt x="5862" y="2831"/>
                      <a:pt x="5845" y="2831"/>
                    </a:cubicBezTo>
                    <a:cubicBezTo>
                      <a:pt x="5741" y="2831"/>
                      <a:pt x="5660" y="2899"/>
                      <a:pt x="5576" y="2951"/>
                    </a:cubicBezTo>
                    <a:cubicBezTo>
                      <a:pt x="5118" y="3240"/>
                      <a:pt x="4634" y="3468"/>
                      <a:pt x="4100" y="3588"/>
                    </a:cubicBezTo>
                    <a:cubicBezTo>
                      <a:pt x="3964" y="3615"/>
                      <a:pt x="3839" y="3681"/>
                      <a:pt x="3692" y="3751"/>
                    </a:cubicBezTo>
                    <a:cubicBezTo>
                      <a:pt x="3834" y="3528"/>
                      <a:pt x="3953" y="3310"/>
                      <a:pt x="4046" y="3087"/>
                    </a:cubicBezTo>
                    <a:cubicBezTo>
                      <a:pt x="4258" y="2592"/>
                      <a:pt x="4340" y="2053"/>
                      <a:pt x="4574" y="1563"/>
                    </a:cubicBezTo>
                    <a:cubicBezTo>
                      <a:pt x="4628" y="1459"/>
                      <a:pt x="4634" y="1345"/>
                      <a:pt x="4666" y="1236"/>
                    </a:cubicBezTo>
                    <a:cubicBezTo>
                      <a:pt x="4993" y="833"/>
                      <a:pt x="5358" y="463"/>
                      <a:pt x="5635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3" name="Google Shape;1293;p30"/>
              <p:cNvSpPr/>
              <p:nvPr/>
            </p:nvSpPr>
            <p:spPr>
              <a:xfrm>
                <a:off x="5928512" y="1302661"/>
                <a:ext cx="374121" cy="443610"/>
              </a:xfrm>
              <a:custGeom>
                <a:rect b="b" l="l" r="r" t="t"/>
                <a:pathLst>
                  <a:path extrusionOk="0" h="7450" w="6283">
                    <a:moveTo>
                      <a:pt x="90" y="0"/>
                    </a:moveTo>
                    <a:cubicBezTo>
                      <a:pt x="63" y="0"/>
                      <a:pt x="35" y="18"/>
                      <a:pt x="6" y="68"/>
                    </a:cubicBezTo>
                    <a:cubicBezTo>
                      <a:pt x="0" y="176"/>
                      <a:pt x="93" y="220"/>
                      <a:pt x="153" y="291"/>
                    </a:cubicBezTo>
                    <a:cubicBezTo>
                      <a:pt x="844" y="1102"/>
                      <a:pt x="1694" y="1761"/>
                      <a:pt x="2434" y="2528"/>
                    </a:cubicBezTo>
                    <a:cubicBezTo>
                      <a:pt x="2951" y="3018"/>
                      <a:pt x="3452" y="3530"/>
                      <a:pt x="3926" y="4063"/>
                    </a:cubicBezTo>
                    <a:cubicBezTo>
                      <a:pt x="4557" y="4771"/>
                      <a:pt x="5123" y="5533"/>
                      <a:pt x="5608" y="6350"/>
                    </a:cubicBezTo>
                    <a:cubicBezTo>
                      <a:pt x="5766" y="6622"/>
                      <a:pt x="5934" y="6883"/>
                      <a:pt x="5973" y="7199"/>
                    </a:cubicBezTo>
                    <a:cubicBezTo>
                      <a:pt x="6060" y="7265"/>
                      <a:pt x="6038" y="7406"/>
                      <a:pt x="6174" y="7450"/>
                    </a:cubicBezTo>
                    <a:cubicBezTo>
                      <a:pt x="6283" y="7286"/>
                      <a:pt x="6239" y="7123"/>
                      <a:pt x="6196" y="6954"/>
                    </a:cubicBezTo>
                    <a:cubicBezTo>
                      <a:pt x="5885" y="5680"/>
                      <a:pt x="5074" y="4706"/>
                      <a:pt x="4241" y="3764"/>
                    </a:cubicBezTo>
                    <a:cubicBezTo>
                      <a:pt x="3022" y="2398"/>
                      <a:pt x="1487" y="1374"/>
                      <a:pt x="196" y="73"/>
                    </a:cubicBezTo>
                    <a:cubicBezTo>
                      <a:pt x="164" y="38"/>
                      <a:pt x="128" y="0"/>
                      <a:pt x="90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4" name="Google Shape;1294;p30"/>
              <p:cNvSpPr/>
              <p:nvPr/>
            </p:nvSpPr>
            <p:spPr>
              <a:xfrm>
                <a:off x="6551544" y="3303830"/>
                <a:ext cx="193581" cy="296355"/>
              </a:xfrm>
              <a:custGeom>
                <a:rect b="b" l="l" r="r" t="t"/>
                <a:pathLst>
                  <a:path extrusionOk="0" h="4977" w="3251">
                    <a:moveTo>
                      <a:pt x="2901" y="0"/>
                    </a:moveTo>
                    <a:cubicBezTo>
                      <a:pt x="2777" y="0"/>
                      <a:pt x="2777" y="113"/>
                      <a:pt x="2777" y="191"/>
                    </a:cubicBezTo>
                    <a:cubicBezTo>
                      <a:pt x="2788" y="567"/>
                      <a:pt x="2598" y="861"/>
                      <a:pt x="2423" y="1166"/>
                    </a:cubicBezTo>
                    <a:cubicBezTo>
                      <a:pt x="2086" y="1759"/>
                      <a:pt x="1639" y="2266"/>
                      <a:pt x="1209" y="2794"/>
                    </a:cubicBezTo>
                    <a:cubicBezTo>
                      <a:pt x="1253" y="2625"/>
                      <a:pt x="1335" y="2483"/>
                      <a:pt x="1416" y="2342"/>
                    </a:cubicBezTo>
                    <a:cubicBezTo>
                      <a:pt x="1558" y="2097"/>
                      <a:pt x="1699" y="1852"/>
                      <a:pt x="1765" y="1574"/>
                    </a:cubicBezTo>
                    <a:cubicBezTo>
                      <a:pt x="1797" y="1433"/>
                      <a:pt x="1857" y="1242"/>
                      <a:pt x="1596" y="1220"/>
                    </a:cubicBezTo>
                    <a:cubicBezTo>
                      <a:pt x="1433" y="1536"/>
                      <a:pt x="1275" y="1846"/>
                      <a:pt x="1111" y="2157"/>
                    </a:cubicBezTo>
                    <a:cubicBezTo>
                      <a:pt x="768" y="2815"/>
                      <a:pt x="583" y="3485"/>
                      <a:pt x="981" y="4193"/>
                    </a:cubicBezTo>
                    <a:cubicBezTo>
                      <a:pt x="1019" y="4264"/>
                      <a:pt x="1041" y="4334"/>
                      <a:pt x="948" y="4432"/>
                    </a:cubicBezTo>
                    <a:cubicBezTo>
                      <a:pt x="839" y="4242"/>
                      <a:pt x="719" y="4084"/>
                      <a:pt x="562" y="3964"/>
                    </a:cubicBezTo>
                    <a:cubicBezTo>
                      <a:pt x="499" y="3917"/>
                      <a:pt x="436" y="3889"/>
                      <a:pt x="371" y="3889"/>
                    </a:cubicBezTo>
                    <a:cubicBezTo>
                      <a:pt x="317" y="3889"/>
                      <a:pt x="262" y="3909"/>
                      <a:pt x="208" y="3953"/>
                    </a:cubicBezTo>
                    <a:cubicBezTo>
                      <a:pt x="23" y="4111"/>
                      <a:pt x="1" y="4601"/>
                      <a:pt x="170" y="4808"/>
                    </a:cubicBezTo>
                    <a:cubicBezTo>
                      <a:pt x="333" y="4634"/>
                      <a:pt x="257" y="4362"/>
                      <a:pt x="404" y="4171"/>
                    </a:cubicBezTo>
                    <a:cubicBezTo>
                      <a:pt x="627" y="4313"/>
                      <a:pt x="676" y="4530"/>
                      <a:pt x="719" y="4748"/>
                    </a:cubicBezTo>
                    <a:cubicBezTo>
                      <a:pt x="741" y="4841"/>
                      <a:pt x="741" y="4950"/>
                      <a:pt x="850" y="4971"/>
                    </a:cubicBezTo>
                    <a:cubicBezTo>
                      <a:pt x="867" y="4975"/>
                      <a:pt x="883" y="4977"/>
                      <a:pt x="898" y="4977"/>
                    </a:cubicBezTo>
                    <a:cubicBezTo>
                      <a:pt x="992" y="4977"/>
                      <a:pt x="1060" y="4909"/>
                      <a:pt x="1111" y="4830"/>
                    </a:cubicBezTo>
                    <a:cubicBezTo>
                      <a:pt x="1280" y="4547"/>
                      <a:pt x="1411" y="4258"/>
                      <a:pt x="1193" y="3948"/>
                    </a:cubicBezTo>
                    <a:cubicBezTo>
                      <a:pt x="997" y="3670"/>
                      <a:pt x="1041" y="3431"/>
                      <a:pt x="1269" y="3202"/>
                    </a:cubicBezTo>
                    <a:cubicBezTo>
                      <a:pt x="1384" y="3088"/>
                      <a:pt x="1487" y="2957"/>
                      <a:pt x="1596" y="2832"/>
                    </a:cubicBezTo>
                    <a:cubicBezTo>
                      <a:pt x="2162" y="2200"/>
                      <a:pt x="2690" y="1547"/>
                      <a:pt x="3082" y="790"/>
                    </a:cubicBezTo>
                    <a:cubicBezTo>
                      <a:pt x="3251" y="475"/>
                      <a:pt x="3229" y="213"/>
                      <a:pt x="2919" y="1"/>
                    </a:cubicBezTo>
                    <a:cubicBezTo>
                      <a:pt x="2913" y="0"/>
                      <a:pt x="2907" y="0"/>
                      <a:pt x="2901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5" name="Google Shape;1295;p30"/>
              <p:cNvSpPr/>
              <p:nvPr/>
            </p:nvSpPr>
            <p:spPr>
              <a:xfrm>
                <a:off x="5482749" y="1730381"/>
                <a:ext cx="264916" cy="140050"/>
              </a:xfrm>
              <a:custGeom>
                <a:rect b="b" l="l" r="r" t="t"/>
                <a:pathLst>
                  <a:path extrusionOk="0" h="2352" w="4449">
                    <a:moveTo>
                      <a:pt x="3618" y="859"/>
                    </a:moveTo>
                    <a:cubicBezTo>
                      <a:pt x="3624" y="859"/>
                      <a:pt x="3622" y="893"/>
                      <a:pt x="3609" y="893"/>
                    </a:cubicBezTo>
                    <a:cubicBezTo>
                      <a:pt x="3607" y="893"/>
                      <a:pt x="3604" y="892"/>
                      <a:pt x="3601" y="889"/>
                    </a:cubicBezTo>
                    <a:lnTo>
                      <a:pt x="3601" y="889"/>
                    </a:lnTo>
                    <a:cubicBezTo>
                      <a:pt x="3601" y="889"/>
                      <a:pt x="3601" y="889"/>
                      <a:pt x="3601" y="889"/>
                    </a:cubicBezTo>
                    <a:cubicBezTo>
                      <a:pt x="3605" y="889"/>
                      <a:pt x="3608" y="884"/>
                      <a:pt x="3610" y="871"/>
                    </a:cubicBezTo>
                    <a:cubicBezTo>
                      <a:pt x="3613" y="863"/>
                      <a:pt x="3616" y="859"/>
                      <a:pt x="3618" y="859"/>
                    </a:cubicBezTo>
                    <a:close/>
                    <a:moveTo>
                      <a:pt x="4084" y="1"/>
                    </a:moveTo>
                    <a:cubicBezTo>
                      <a:pt x="4008" y="1"/>
                      <a:pt x="3924" y="25"/>
                      <a:pt x="3855" y="43"/>
                    </a:cubicBezTo>
                    <a:cubicBezTo>
                      <a:pt x="3191" y="223"/>
                      <a:pt x="2516" y="370"/>
                      <a:pt x="1923" y="800"/>
                    </a:cubicBezTo>
                    <a:cubicBezTo>
                      <a:pt x="1912" y="555"/>
                      <a:pt x="1721" y="414"/>
                      <a:pt x="1683" y="190"/>
                    </a:cubicBezTo>
                    <a:cubicBezTo>
                      <a:pt x="1669" y="115"/>
                      <a:pt x="1633" y="86"/>
                      <a:pt x="1594" y="86"/>
                    </a:cubicBezTo>
                    <a:cubicBezTo>
                      <a:pt x="1545" y="86"/>
                      <a:pt x="1490" y="131"/>
                      <a:pt x="1460" y="185"/>
                    </a:cubicBezTo>
                    <a:cubicBezTo>
                      <a:pt x="1090" y="887"/>
                      <a:pt x="409" y="1350"/>
                      <a:pt x="61" y="2069"/>
                    </a:cubicBezTo>
                    <a:cubicBezTo>
                      <a:pt x="88" y="2172"/>
                      <a:pt x="1" y="2335"/>
                      <a:pt x="202" y="2352"/>
                    </a:cubicBezTo>
                    <a:cubicBezTo>
                      <a:pt x="295" y="2314"/>
                      <a:pt x="360" y="2248"/>
                      <a:pt x="404" y="2161"/>
                    </a:cubicBezTo>
                    <a:cubicBezTo>
                      <a:pt x="660" y="1644"/>
                      <a:pt x="1052" y="1230"/>
                      <a:pt x="1460" y="838"/>
                    </a:cubicBezTo>
                    <a:lnTo>
                      <a:pt x="1460" y="838"/>
                    </a:lnTo>
                    <a:cubicBezTo>
                      <a:pt x="1493" y="1007"/>
                      <a:pt x="1395" y="1230"/>
                      <a:pt x="1601" y="1312"/>
                    </a:cubicBezTo>
                    <a:cubicBezTo>
                      <a:pt x="1634" y="1325"/>
                      <a:pt x="1665" y="1331"/>
                      <a:pt x="1695" y="1331"/>
                    </a:cubicBezTo>
                    <a:cubicBezTo>
                      <a:pt x="1837" y="1331"/>
                      <a:pt x="1942" y="1196"/>
                      <a:pt x="2037" y="1083"/>
                    </a:cubicBezTo>
                    <a:cubicBezTo>
                      <a:pt x="2157" y="947"/>
                      <a:pt x="2315" y="882"/>
                      <a:pt x="2483" y="816"/>
                    </a:cubicBezTo>
                    <a:cubicBezTo>
                      <a:pt x="2886" y="664"/>
                      <a:pt x="3300" y="533"/>
                      <a:pt x="3714" y="430"/>
                    </a:cubicBezTo>
                    <a:lnTo>
                      <a:pt x="3714" y="430"/>
                    </a:lnTo>
                    <a:cubicBezTo>
                      <a:pt x="3605" y="550"/>
                      <a:pt x="3382" y="642"/>
                      <a:pt x="3578" y="871"/>
                    </a:cubicBezTo>
                    <a:cubicBezTo>
                      <a:pt x="3583" y="876"/>
                      <a:pt x="3587" y="880"/>
                      <a:pt x="3590" y="883"/>
                    </a:cubicBezTo>
                    <a:lnTo>
                      <a:pt x="3590" y="883"/>
                    </a:lnTo>
                    <a:cubicBezTo>
                      <a:pt x="3276" y="969"/>
                      <a:pt x="2950" y="1024"/>
                      <a:pt x="2658" y="1181"/>
                    </a:cubicBezTo>
                    <a:cubicBezTo>
                      <a:pt x="2532" y="1247"/>
                      <a:pt x="2407" y="1317"/>
                      <a:pt x="2353" y="1453"/>
                    </a:cubicBezTo>
                    <a:cubicBezTo>
                      <a:pt x="2316" y="1539"/>
                      <a:pt x="2319" y="1603"/>
                      <a:pt x="2384" y="1603"/>
                    </a:cubicBezTo>
                    <a:cubicBezTo>
                      <a:pt x="2406" y="1603"/>
                      <a:pt x="2435" y="1595"/>
                      <a:pt x="2473" y="1579"/>
                    </a:cubicBezTo>
                    <a:cubicBezTo>
                      <a:pt x="3059" y="1363"/>
                      <a:pt x="3641" y="1127"/>
                      <a:pt x="4285" y="1127"/>
                    </a:cubicBezTo>
                    <a:cubicBezTo>
                      <a:pt x="4293" y="1127"/>
                      <a:pt x="4300" y="1127"/>
                      <a:pt x="4307" y="1127"/>
                    </a:cubicBezTo>
                    <a:cubicBezTo>
                      <a:pt x="4405" y="1127"/>
                      <a:pt x="4411" y="1018"/>
                      <a:pt x="4449" y="953"/>
                    </a:cubicBezTo>
                    <a:cubicBezTo>
                      <a:pt x="4226" y="806"/>
                      <a:pt x="4264" y="474"/>
                      <a:pt x="4280" y="354"/>
                    </a:cubicBezTo>
                    <a:cubicBezTo>
                      <a:pt x="4314" y="70"/>
                      <a:pt x="4211" y="1"/>
                      <a:pt x="4084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6" name="Google Shape;1296;p30"/>
              <p:cNvSpPr/>
              <p:nvPr/>
            </p:nvSpPr>
            <p:spPr>
              <a:xfrm>
                <a:off x="6910726" y="6459"/>
                <a:ext cx="338156" cy="209777"/>
              </a:xfrm>
              <a:custGeom>
                <a:rect b="b" l="l" r="r" t="t"/>
                <a:pathLst>
                  <a:path extrusionOk="0" h="3523" w="5679">
                    <a:moveTo>
                      <a:pt x="3787" y="1"/>
                    </a:moveTo>
                    <a:cubicBezTo>
                      <a:pt x="3567" y="1"/>
                      <a:pt x="3388" y="113"/>
                      <a:pt x="3300" y="321"/>
                    </a:cubicBezTo>
                    <a:cubicBezTo>
                      <a:pt x="2973" y="1116"/>
                      <a:pt x="2494" y="1775"/>
                      <a:pt x="1819" y="2324"/>
                    </a:cubicBezTo>
                    <a:cubicBezTo>
                      <a:pt x="1258" y="2787"/>
                      <a:pt x="757" y="3299"/>
                      <a:pt x="1" y="3419"/>
                    </a:cubicBezTo>
                    <a:cubicBezTo>
                      <a:pt x="55" y="3498"/>
                      <a:pt x="122" y="3523"/>
                      <a:pt x="202" y="3523"/>
                    </a:cubicBezTo>
                    <a:cubicBezTo>
                      <a:pt x="226" y="3523"/>
                      <a:pt x="252" y="3520"/>
                      <a:pt x="278" y="3517"/>
                    </a:cubicBezTo>
                    <a:cubicBezTo>
                      <a:pt x="708" y="3457"/>
                      <a:pt x="1106" y="3342"/>
                      <a:pt x="1427" y="3032"/>
                    </a:cubicBezTo>
                    <a:cubicBezTo>
                      <a:pt x="1705" y="2776"/>
                      <a:pt x="1955" y="2471"/>
                      <a:pt x="2271" y="2286"/>
                    </a:cubicBezTo>
                    <a:cubicBezTo>
                      <a:pt x="2902" y="1911"/>
                      <a:pt x="3207" y="1312"/>
                      <a:pt x="3485" y="691"/>
                    </a:cubicBezTo>
                    <a:cubicBezTo>
                      <a:pt x="3602" y="435"/>
                      <a:pt x="3705" y="310"/>
                      <a:pt x="3852" y="310"/>
                    </a:cubicBezTo>
                    <a:cubicBezTo>
                      <a:pt x="3951" y="310"/>
                      <a:pt x="4069" y="367"/>
                      <a:pt x="4225" y="479"/>
                    </a:cubicBezTo>
                    <a:cubicBezTo>
                      <a:pt x="4356" y="571"/>
                      <a:pt x="4476" y="691"/>
                      <a:pt x="4585" y="811"/>
                    </a:cubicBezTo>
                    <a:cubicBezTo>
                      <a:pt x="4824" y="1078"/>
                      <a:pt x="5026" y="1388"/>
                      <a:pt x="5390" y="1508"/>
                    </a:cubicBezTo>
                    <a:cubicBezTo>
                      <a:pt x="5455" y="1521"/>
                      <a:pt x="5492" y="1635"/>
                      <a:pt x="5550" y="1635"/>
                    </a:cubicBezTo>
                    <a:cubicBezTo>
                      <a:pt x="5566" y="1635"/>
                      <a:pt x="5583" y="1627"/>
                      <a:pt x="5603" y="1606"/>
                    </a:cubicBezTo>
                    <a:cubicBezTo>
                      <a:pt x="5679" y="1524"/>
                      <a:pt x="5614" y="1377"/>
                      <a:pt x="5526" y="1334"/>
                    </a:cubicBezTo>
                    <a:cubicBezTo>
                      <a:pt x="5200" y="1176"/>
                      <a:pt x="5047" y="860"/>
                      <a:pt x="4840" y="599"/>
                    </a:cubicBezTo>
                    <a:cubicBezTo>
                      <a:pt x="4634" y="337"/>
                      <a:pt x="4372" y="174"/>
                      <a:pt x="4078" y="60"/>
                    </a:cubicBezTo>
                    <a:cubicBezTo>
                      <a:pt x="3976" y="20"/>
                      <a:pt x="3878" y="1"/>
                      <a:pt x="3787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7" name="Google Shape;1297;p30"/>
              <p:cNvSpPr/>
              <p:nvPr/>
            </p:nvSpPr>
            <p:spPr>
              <a:xfrm>
                <a:off x="5154411" y="1868350"/>
                <a:ext cx="204894" cy="179111"/>
              </a:xfrm>
              <a:custGeom>
                <a:rect b="b" l="l" r="r" t="t"/>
                <a:pathLst>
                  <a:path extrusionOk="0" h="3008" w="3441">
                    <a:moveTo>
                      <a:pt x="172" y="1"/>
                    </a:moveTo>
                    <a:cubicBezTo>
                      <a:pt x="141" y="1"/>
                      <a:pt x="112" y="11"/>
                      <a:pt x="87" y="40"/>
                    </a:cubicBezTo>
                    <a:cubicBezTo>
                      <a:pt x="0" y="149"/>
                      <a:pt x="104" y="242"/>
                      <a:pt x="180" y="301"/>
                    </a:cubicBezTo>
                    <a:cubicBezTo>
                      <a:pt x="964" y="927"/>
                      <a:pt x="1361" y="1875"/>
                      <a:pt x="2096" y="2533"/>
                    </a:cubicBezTo>
                    <a:cubicBezTo>
                      <a:pt x="2183" y="2702"/>
                      <a:pt x="2385" y="2795"/>
                      <a:pt x="2390" y="3007"/>
                    </a:cubicBezTo>
                    <a:cubicBezTo>
                      <a:pt x="2499" y="2964"/>
                      <a:pt x="2602" y="2915"/>
                      <a:pt x="2711" y="2876"/>
                    </a:cubicBezTo>
                    <a:cubicBezTo>
                      <a:pt x="3408" y="2604"/>
                      <a:pt x="3441" y="2474"/>
                      <a:pt x="2973" y="1875"/>
                    </a:cubicBezTo>
                    <a:lnTo>
                      <a:pt x="2973" y="1875"/>
                    </a:lnTo>
                    <a:cubicBezTo>
                      <a:pt x="2967" y="1918"/>
                      <a:pt x="2967" y="1962"/>
                      <a:pt x="2962" y="2005"/>
                    </a:cubicBezTo>
                    <a:cubicBezTo>
                      <a:pt x="2938" y="2031"/>
                      <a:pt x="2916" y="2040"/>
                      <a:pt x="2893" y="2040"/>
                    </a:cubicBezTo>
                    <a:cubicBezTo>
                      <a:pt x="2854" y="2040"/>
                      <a:pt x="2815" y="2010"/>
                      <a:pt x="2777" y="1989"/>
                    </a:cubicBezTo>
                    <a:cubicBezTo>
                      <a:pt x="2428" y="1804"/>
                      <a:pt x="2167" y="1515"/>
                      <a:pt x="1922" y="1216"/>
                    </a:cubicBezTo>
                    <a:cubicBezTo>
                      <a:pt x="1492" y="693"/>
                      <a:pt x="964" y="318"/>
                      <a:pt x="349" y="62"/>
                    </a:cubicBezTo>
                    <a:cubicBezTo>
                      <a:pt x="292" y="37"/>
                      <a:pt x="229" y="1"/>
                      <a:pt x="172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8" name="Google Shape;1298;p30"/>
              <p:cNvSpPr/>
              <p:nvPr/>
            </p:nvSpPr>
            <p:spPr>
              <a:xfrm>
                <a:off x="5658470" y="825934"/>
                <a:ext cx="242527" cy="446409"/>
              </a:xfrm>
              <a:custGeom>
                <a:rect b="b" l="l" r="r" t="t"/>
                <a:pathLst>
                  <a:path extrusionOk="0" h="7497" w="4073">
                    <a:moveTo>
                      <a:pt x="665" y="0"/>
                    </a:moveTo>
                    <a:cubicBezTo>
                      <a:pt x="1" y="1437"/>
                      <a:pt x="93" y="2815"/>
                      <a:pt x="1019" y="4110"/>
                    </a:cubicBezTo>
                    <a:cubicBezTo>
                      <a:pt x="1824" y="5248"/>
                      <a:pt x="2712" y="6310"/>
                      <a:pt x="3697" y="7295"/>
                    </a:cubicBezTo>
                    <a:cubicBezTo>
                      <a:pt x="3784" y="7377"/>
                      <a:pt x="3866" y="7464"/>
                      <a:pt x="3980" y="7497"/>
                    </a:cubicBezTo>
                    <a:cubicBezTo>
                      <a:pt x="4073" y="7284"/>
                      <a:pt x="3888" y="7181"/>
                      <a:pt x="3790" y="7061"/>
                    </a:cubicBezTo>
                    <a:cubicBezTo>
                      <a:pt x="2978" y="6097"/>
                      <a:pt x="2135" y="5167"/>
                      <a:pt x="1372" y="4159"/>
                    </a:cubicBezTo>
                    <a:cubicBezTo>
                      <a:pt x="540" y="3054"/>
                      <a:pt x="158" y="1895"/>
                      <a:pt x="621" y="534"/>
                    </a:cubicBezTo>
                    <a:cubicBezTo>
                      <a:pt x="676" y="376"/>
                      <a:pt x="795" y="191"/>
                      <a:pt x="665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9" name="Google Shape;1299;p30"/>
              <p:cNvSpPr/>
              <p:nvPr/>
            </p:nvSpPr>
            <p:spPr>
              <a:xfrm>
                <a:off x="5112550" y="1843697"/>
                <a:ext cx="221805" cy="175539"/>
              </a:xfrm>
              <a:custGeom>
                <a:rect b="b" l="l" r="r" t="t"/>
                <a:pathLst>
                  <a:path extrusionOk="0" h="2948" w="3725">
                    <a:moveTo>
                      <a:pt x="220" y="1"/>
                    </a:moveTo>
                    <a:cubicBezTo>
                      <a:pt x="167" y="1"/>
                      <a:pt x="124" y="17"/>
                      <a:pt x="99" y="62"/>
                    </a:cubicBezTo>
                    <a:cubicBezTo>
                      <a:pt x="1" y="236"/>
                      <a:pt x="240" y="345"/>
                      <a:pt x="377" y="443"/>
                    </a:cubicBezTo>
                    <a:cubicBezTo>
                      <a:pt x="926" y="841"/>
                      <a:pt x="1378" y="1325"/>
                      <a:pt x="1754" y="1886"/>
                    </a:cubicBezTo>
                    <a:cubicBezTo>
                      <a:pt x="2032" y="2305"/>
                      <a:pt x="2325" y="2724"/>
                      <a:pt x="2799" y="2947"/>
                    </a:cubicBezTo>
                    <a:cubicBezTo>
                      <a:pt x="2848" y="2915"/>
                      <a:pt x="2854" y="2871"/>
                      <a:pt x="2815" y="2833"/>
                    </a:cubicBezTo>
                    <a:cubicBezTo>
                      <a:pt x="2325" y="2387"/>
                      <a:pt x="1966" y="1831"/>
                      <a:pt x="1585" y="1298"/>
                    </a:cubicBezTo>
                    <a:cubicBezTo>
                      <a:pt x="1356" y="982"/>
                      <a:pt x="1013" y="786"/>
                      <a:pt x="785" y="470"/>
                    </a:cubicBezTo>
                    <a:lnTo>
                      <a:pt x="785" y="470"/>
                    </a:lnTo>
                    <a:cubicBezTo>
                      <a:pt x="1482" y="726"/>
                      <a:pt x="2086" y="1091"/>
                      <a:pt x="2554" y="1684"/>
                    </a:cubicBezTo>
                    <a:cubicBezTo>
                      <a:pt x="2826" y="2033"/>
                      <a:pt x="3148" y="2343"/>
                      <a:pt x="3556" y="2550"/>
                    </a:cubicBezTo>
                    <a:cubicBezTo>
                      <a:pt x="3589" y="2565"/>
                      <a:pt x="3628" y="2598"/>
                      <a:pt x="3663" y="2598"/>
                    </a:cubicBezTo>
                    <a:cubicBezTo>
                      <a:pt x="3679" y="2598"/>
                      <a:pt x="3695" y="2591"/>
                      <a:pt x="3708" y="2572"/>
                    </a:cubicBezTo>
                    <a:cubicBezTo>
                      <a:pt x="3725" y="2545"/>
                      <a:pt x="3681" y="2468"/>
                      <a:pt x="3665" y="2419"/>
                    </a:cubicBezTo>
                    <a:cubicBezTo>
                      <a:pt x="3403" y="2153"/>
                      <a:pt x="3104" y="1913"/>
                      <a:pt x="2881" y="1619"/>
                    </a:cubicBezTo>
                    <a:cubicBezTo>
                      <a:pt x="2287" y="835"/>
                      <a:pt x="1493" y="383"/>
                      <a:pt x="578" y="100"/>
                    </a:cubicBezTo>
                    <a:cubicBezTo>
                      <a:pt x="469" y="67"/>
                      <a:pt x="325" y="1"/>
                      <a:pt x="220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0" name="Google Shape;1300;p30"/>
              <p:cNvSpPr/>
              <p:nvPr/>
            </p:nvSpPr>
            <p:spPr>
              <a:xfrm>
                <a:off x="5985557" y="4690959"/>
                <a:ext cx="188698" cy="251161"/>
              </a:xfrm>
              <a:custGeom>
                <a:rect b="b" l="l" r="r" t="t"/>
                <a:pathLst>
                  <a:path extrusionOk="0" h="4218" w="3169">
                    <a:moveTo>
                      <a:pt x="77" y="1"/>
                    </a:moveTo>
                    <a:cubicBezTo>
                      <a:pt x="1" y="284"/>
                      <a:pt x="251" y="414"/>
                      <a:pt x="256" y="627"/>
                    </a:cubicBezTo>
                    <a:cubicBezTo>
                      <a:pt x="1242" y="1618"/>
                      <a:pt x="2184" y="2636"/>
                      <a:pt x="2597" y="4029"/>
                    </a:cubicBezTo>
                    <a:cubicBezTo>
                      <a:pt x="2635" y="4162"/>
                      <a:pt x="2700" y="4218"/>
                      <a:pt x="2774" y="4218"/>
                    </a:cubicBezTo>
                    <a:cubicBezTo>
                      <a:pt x="2850" y="4218"/>
                      <a:pt x="2934" y="4160"/>
                      <a:pt x="3011" y="4067"/>
                    </a:cubicBezTo>
                    <a:cubicBezTo>
                      <a:pt x="3169" y="3882"/>
                      <a:pt x="3136" y="3670"/>
                      <a:pt x="3066" y="3469"/>
                    </a:cubicBezTo>
                    <a:cubicBezTo>
                      <a:pt x="2940" y="3109"/>
                      <a:pt x="2804" y="2750"/>
                      <a:pt x="2668" y="2391"/>
                    </a:cubicBezTo>
                    <a:cubicBezTo>
                      <a:pt x="2325" y="1917"/>
                      <a:pt x="2080" y="1367"/>
                      <a:pt x="1645" y="959"/>
                    </a:cubicBezTo>
                    <a:lnTo>
                      <a:pt x="1645" y="959"/>
                    </a:lnTo>
                    <a:cubicBezTo>
                      <a:pt x="1960" y="1982"/>
                      <a:pt x="2772" y="2799"/>
                      <a:pt x="2880" y="4013"/>
                    </a:cubicBezTo>
                    <a:cubicBezTo>
                      <a:pt x="2663" y="3822"/>
                      <a:pt x="2635" y="3648"/>
                      <a:pt x="2592" y="3485"/>
                    </a:cubicBezTo>
                    <a:cubicBezTo>
                      <a:pt x="2472" y="3049"/>
                      <a:pt x="2276" y="2663"/>
                      <a:pt x="1988" y="2309"/>
                    </a:cubicBezTo>
                    <a:cubicBezTo>
                      <a:pt x="1367" y="1541"/>
                      <a:pt x="545" y="937"/>
                      <a:pt x="77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1" name="Google Shape;1301;p30"/>
              <p:cNvSpPr/>
              <p:nvPr/>
            </p:nvSpPr>
            <p:spPr>
              <a:xfrm>
                <a:off x="6616092" y="3297518"/>
                <a:ext cx="109265" cy="184709"/>
              </a:xfrm>
              <a:custGeom>
                <a:rect b="b" l="l" r="r" t="t"/>
                <a:pathLst>
                  <a:path extrusionOk="0" h="3102" w="1835">
                    <a:moveTo>
                      <a:pt x="1771" y="1"/>
                    </a:moveTo>
                    <a:cubicBezTo>
                      <a:pt x="1757" y="1"/>
                      <a:pt x="1738" y="5"/>
                      <a:pt x="1715" y="14"/>
                    </a:cubicBezTo>
                    <a:cubicBezTo>
                      <a:pt x="1640" y="45"/>
                      <a:pt x="1569" y="115"/>
                      <a:pt x="1482" y="115"/>
                    </a:cubicBezTo>
                    <a:cubicBezTo>
                      <a:pt x="1461" y="115"/>
                      <a:pt x="1439" y="111"/>
                      <a:pt x="1416" y="101"/>
                    </a:cubicBezTo>
                    <a:cubicBezTo>
                      <a:pt x="1312" y="281"/>
                      <a:pt x="1225" y="466"/>
                      <a:pt x="1105" y="635"/>
                    </a:cubicBezTo>
                    <a:cubicBezTo>
                      <a:pt x="1060" y="698"/>
                      <a:pt x="1007" y="747"/>
                      <a:pt x="959" y="747"/>
                    </a:cubicBezTo>
                    <a:cubicBezTo>
                      <a:pt x="915" y="747"/>
                      <a:pt x="875" y="706"/>
                      <a:pt x="849" y="597"/>
                    </a:cubicBezTo>
                    <a:cubicBezTo>
                      <a:pt x="735" y="842"/>
                      <a:pt x="572" y="1060"/>
                      <a:pt x="512" y="1326"/>
                    </a:cubicBezTo>
                    <a:cubicBezTo>
                      <a:pt x="675" y="1397"/>
                      <a:pt x="648" y="1528"/>
                      <a:pt x="604" y="1658"/>
                    </a:cubicBezTo>
                    <a:cubicBezTo>
                      <a:pt x="517" y="1952"/>
                      <a:pt x="376" y="2219"/>
                      <a:pt x="212" y="2481"/>
                    </a:cubicBezTo>
                    <a:cubicBezTo>
                      <a:pt x="93" y="2666"/>
                      <a:pt x="0" y="2862"/>
                      <a:pt x="17" y="3101"/>
                    </a:cubicBezTo>
                    <a:cubicBezTo>
                      <a:pt x="55" y="3090"/>
                      <a:pt x="87" y="3090"/>
                      <a:pt x="98" y="3074"/>
                    </a:cubicBezTo>
                    <a:cubicBezTo>
                      <a:pt x="795" y="2154"/>
                      <a:pt x="1710" y="1359"/>
                      <a:pt x="1835" y="107"/>
                    </a:cubicBezTo>
                    <a:cubicBezTo>
                      <a:pt x="1822" y="56"/>
                      <a:pt x="1823" y="1"/>
                      <a:pt x="1771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2" name="Google Shape;1302;p30"/>
              <p:cNvSpPr/>
              <p:nvPr/>
            </p:nvSpPr>
            <p:spPr>
              <a:xfrm>
                <a:off x="5844254" y="1794870"/>
                <a:ext cx="146898" cy="126593"/>
              </a:xfrm>
              <a:custGeom>
                <a:rect b="b" l="l" r="r" t="t"/>
                <a:pathLst>
                  <a:path extrusionOk="0" h="2126" w="2467">
                    <a:moveTo>
                      <a:pt x="152" y="0"/>
                    </a:moveTo>
                    <a:cubicBezTo>
                      <a:pt x="60" y="71"/>
                      <a:pt x="33" y="169"/>
                      <a:pt x="11" y="278"/>
                    </a:cubicBezTo>
                    <a:cubicBezTo>
                      <a:pt x="0" y="458"/>
                      <a:pt x="93" y="583"/>
                      <a:pt x="207" y="708"/>
                    </a:cubicBezTo>
                    <a:cubicBezTo>
                      <a:pt x="561" y="1089"/>
                      <a:pt x="1007" y="1345"/>
                      <a:pt x="1432" y="1633"/>
                    </a:cubicBezTo>
                    <a:lnTo>
                      <a:pt x="1426" y="1628"/>
                    </a:lnTo>
                    <a:lnTo>
                      <a:pt x="1426" y="1628"/>
                    </a:lnTo>
                    <a:cubicBezTo>
                      <a:pt x="1562" y="1748"/>
                      <a:pt x="1704" y="1868"/>
                      <a:pt x="1846" y="1987"/>
                    </a:cubicBezTo>
                    <a:cubicBezTo>
                      <a:pt x="1872" y="1961"/>
                      <a:pt x="1894" y="1951"/>
                      <a:pt x="1913" y="1951"/>
                    </a:cubicBezTo>
                    <a:cubicBezTo>
                      <a:pt x="1958" y="1951"/>
                      <a:pt x="1986" y="2006"/>
                      <a:pt x="2009" y="2036"/>
                    </a:cubicBezTo>
                    <a:cubicBezTo>
                      <a:pt x="2056" y="2101"/>
                      <a:pt x="2095" y="2125"/>
                      <a:pt x="2133" y="2125"/>
                    </a:cubicBezTo>
                    <a:cubicBezTo>
                      <a:pt x="2188" y="2125"/>
                      <a:pt x="2239" y="2075"/>
                      <a:pt x="2303" y="2020"/>
                    </a:cubicBezTo>
                    <a:cubicBezTo>
                      <a:pt x="2466" y="1884"/>
                      <a:pt x="2297" y="1846"/>
                      <a:pt x="2254" y="1780"/>
                    </a:cubicBezTo>
                    <a:cubicBezTo>
                      <a:pt x="2042" y="1486"/>
                      <a:pt x="1704" y="1394"/>
                      <a:pt x="1388" y="1274"/>
                    </a:cubicBezTo>
                    <a:cubicBezTo>
                      <a:pt x="1258" y="1225"/>
                      <a:pt x="1160" y="1149"/>
                      <a:pt x="1149" y="1002"/>
                    </a:cubicBezTo>
                    <a:cubicBezTo>
                      <a:pt x="1138" y="855"/>
                      <a:pt x="1252" y="806"/>
                      <a:pt x="1356" y="746"/>
                    </a:cubicBezTo>
                    <a:cubicBezTo>
                      <a:pt x="1486" y="664"/>
                      <a:pt x="1666" y="643"/>
                      <a:pt x="1742" y="436"/>
                    </a:cubicBezTo>
                    <a:cubicBezTo>
                      <a:pt x="1350" y="387"/>
                      <a:pt x="974" y="338"/>
                      <a:pt x="599" y="278"/>
                    </a:cubicBezTo>
                    <a:cubicBezTo>
                      <a:pt x="495" y="262"/>
                      <a:pt x="299" y="311"/>
                      <a:pt x="370" y="82"/>
                    </a:cubicBezTo>
                    <a:cubicBezTo>
                      <a:pt x="357" y="74"/>
                      <a:pt x="341" y="71"/>
                      <a:pt x="325" y="71"/>
                    </a:cubicBezTo>
                    <a:cubicBezTo>
                      <a:pt x="294" y="71"/>
                      <a:pt x="261" y="80"/>
                      <a:pt x="231" y="80"/>
                    </a:cubicBezTo>
                    <a:cubicBezTo>
                      <a:pt x="195" y="80"/>
                      <a:pt x="165" y="66"/>
                      <a:pt x="152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3" name="Google Shape;1303;p30"/>
              <p:cNvSpPr/>
              <p:nvPr/>
            </p:nvSpPr>
            <p:spPr>
              <a:xfrm>
                <a:off x="6028013" y="4533400"/>
                <a:ext cx="133619" cy="235739"/>
              </a:xfrm>
              <a:custGeom>
                <a:rect b="b" l="l" r="r" t="t"/>
                <a:pathLst>
                  <a:path extrusionOk="0" h="3959" w="2244">
                    <a:moveTo>
                      <a:pt x="93" y="1"/>
                    </a:moveTo>
                    <a:cubicBezTo>
                      <a:pt x="61" y="23"/>
                      <a:pt x="33" y="39"/>
                      <a:pt x="1" y="61"/>
                    </a:cubicBezTo>
                    <a:cubicBezTo>
                      <a:pt x="453" y="1498"/>
                      <a:pt x="1721" y="2489"/>
                      <a:pt x="2118" y="3959"/>
                    </a:cubicBezTo>
                    <a:cubicBezTo>
                      <a:pt x="2151" y="3942"/>
                      <a:pt x="2184" y="3926"/>
                      <a:pt x="2216" y="3915"/>
                    </a:cubicBezTo>
                    <a:cubicBezTo>
                      <a:pt x="2227" y="3812"/>
                      <a:pt x="2233" y="3714"/>
                      <a:pt x="2244" y="3616"/>
                    </a:cubicBezTo>
                    <a:cubicBezTo>
                      <a:pt x="2151" y="3191"/>
                      <a:pt x="1988" y="2794"/>
                      <a:pt x="1770" y="2413"/>
                    </a:cubicBezTo>
                    <a:cubicBezTo>
                      <a:pt x="1384" y="1743"/>
                      <a:pt x="899" y="1139"/>
                      <a:pt x="447" y="513"/>
                    </a:cubicBezTo>
                    <a:cubicBezTo>
                      <a:pt x="327" y="344"/>
                      <a:pt x="213" y="170"/>
                      <a:pt x="93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4" name="Google Shape;1304;p30"/>
              <p:cNvSpPr/>
              <p:nvPr/>
            </p:nvSpPr>
            <p:spPr>
              <a:xfrm>
                <a:off x="6025453" y="4347675"/>
                <a:ext cx="64249" cy="208169"/>
              </a:xfrm>
              <a:custGeom>
                <a:rect b="b" l="l" r="r" t="t"/>
                <a:pathLst>
                  <a:path extrusionOk="0" h="3496" w="1079">
                    <a:moveTo>
                      <a:pt x="365" y="1"/>
                    </a:moveTo>
                    <a:lnTo>
                      <a:pt x="365" y="1"/>
                    </a:lnTo>
                    <a:cubicBezTo>
                      <a:pt x="0" y="670"/>
                      <a:pt x="44" y="1498"/>
                      <a:pt x="452" y="2276"/>
                    </a:cubicBezTo>
                    <a:cubicBezTo>
                      <a:pt x="632" y="2614"/>
                      <a:pt x="751" y="2962"/>
                      <a:pt x="566" y="3343"/>
                    </a:cubicBezTo>
                    <a:cubicBezTo>
                      <a:pt x="504" y="3475"/>
                      <a:pt x="563" y="3485"/>
                      <a:pt x="631" y="3485"/>
                    </a:cubicBezTo>
                    <a:cubicBezTo>
                      <a:pt x="644" y="3485"/>
                      <a:pt x="657" y="3485"/>
                      <a:pt x="670" y="3485"/>
                    </a:cubicBezTo>
                    <a:cubicBezTo>
                      <a:pt x="695" y="3485"/>
                      <a:pt x="719" y="3486"/>
                      <a:pt x="735" y="3496"/>
                    </a:cubicBezTo>
                    <a:cubicBezTo>
                      <a:pt x="882" y="3457"/>
                      <a:pt x="915" y="3338"/>
                      <a:pt x="953" y="3207"/>
                    </a:cubicBezTo>
                    <a:cubicBezTo>
                      <a:pt x="1078" y="2804"/>
                      <a:pt x="1018" y="2412"/>
                      <a:pt x="817" y="2058"/>
                    </a:cubicBezTo>
                    <a:cubicBezTo>
                      <a:pt x="566" y="1623"/>
                      <a:pt x="474" y="1149"/>
                      <a:pt x="425" y="659"/>
                    </a:cubicBezTo>
                    <a:cubicBezTo>
                      <a:pt x="311" y="458"/>
                      <a:pt x="398" y="235"/>
                      <a:pt x="365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5" name="Google Shape;1305;p30"/>
              <p:cNvSpPr/>
              <p:nvPr/>
            </p:nvSpPr>
            <p:spPr>
              <a:xfrm>
                <a:off x="6073388" y="1453193"/>
                <a:ext cx="189710" cy="227581"/>
              </a:xfrm>
              <a:custGeom>
                <a:rect b="b" l="l" r="r" t="t"/>
                <a:pathLst>
                  <a:path extrusionOk="0" h="3822" w="3186">
                    <a:moveTo>
                      <a:pt x="1" y="0"/>
                    </a:moveTo>
                    <a:cubicBezTo>
                      <a:pt x="34" y="44"/>
                      <a:pt x="61" y="98"/>
                      <a:pt x="99" y="142"/>
                    </a:cubicBezTo>
                    <a:cubicBezTo>
                      <a:pt x="1024" y="1291"/>
                      <a:pt x="2070" y="2330"/>
                      <a:pt x="2919" y="3539"/>
                    </a:cubicBezTo>
                    <a:cubicBezTo>
                      <a:pt x="2990" y="3642"/>
                      <a:pt x="3088" y="3729"/>
                      <a:pt x="3175" y="3822"/>
                    </a:cubicBezTo>
                    <a:cubicBezTo>
                      <a:pt x="3186" y="3670"/>
                      <a:pt x="3099" y="3555"/>
                      <a:pt x="3028" y="3435"/>
                    </a:cubicBezTo>
                    <a:cubicBezTo>
                      <a:pt x="2554" y="2679"/>
                      <a:pt x="2015" y="1966"/>
                      <a:pt x="1405" y="1312"/>
                    </a:cubicBezTo>
                    <a:cubicBezTo>
                      <a:pt x="970" y="844"/>
                      <a:pt x="540" y="365"/>
                      <a:pt x="1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6" name="Google Shape;1306;p30"/>
              <p:cNvSpPr/>
              <p:nvPr/>
            </p:nvSpPr>
            <p:spPr>
              <a:xfrm>
                <a:off x="5157984" y="1697571"/>
                <a:ext cx="138442" cy="189710"/>
              </a:xfrm>
              <a:custGeom>
                <a:rect b="b" l="l" r="r" t="t"/>
                <a:pathLst>
                  <a:path extrusionOk="0" h="3186" w="2325">
                    <a:moveTo>
                      <a:pt x="114" y="0"/>
                    </a:moveTo>
                    <a:cubicBezTo>
                      <a:pt x="75" y="0"/>
                      <a:pt x="37" y="20"/>
                      <a:pt x="0" y="77"/>
                    </a:cubicBezTo>
                    <a:cubicBezTo>
                      <a:pt x="1094" y="867"/>
                      <a:pt x="1867" y="1896"/>
                      <a:pt x="2281" y="3186"/>
                    </a:cubicBezTo>
                    <a:cubicBezTo>
                      <a:pt x="2292" y="3153"/>
                      <a:pt x="2325" y="3120"/>
                      <a:pt x="2319" y="3093"/>
                    </a:cubicBezTo>
                    <a:cubicBezTo>
                      <a:pt x="2118" y="1759"/>
                      <a:pt x="1405" y="769"/>
                      <a:pt x="272" y="66"/>
                    </a:cubicBezTo>
                    <a:cubicBezTo>
                      <a:pt x="222" y="38"/>
                      <a:pt x="168" y="0"/>
                      <a:pt x="114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7" name="Google Shape;1307;p30"/>
              <p:cNvSpPr/>
              <p:nvPr/>
            </p:nvSpPr>
            <p:spPr>
              <a:xfrm>
                <a:off x="5254865" y="2025671"/>
                <a:ext cx="104442" cy="76575"/>
              </a:xfrm>
              <a:custGeom>
                <a:rect b="b" l="l" r="r" t="t"/>
                <a:pathLst>
                  <a:path extrusionOk="0" h="1286" w="1754">
                    <a:moveTo>
                      <a:pt x="1754" y="0"/>
                    </a:moveTo>
                    <a:lnTo>
                      <a:pt x="1754" y="0"/>
                    </a:lnTo>
                    <a:cubicBezTo>
                      <a:pt x="1618" y="158"/>
                      <a:pt x="1482" y="294"/>
                      <a:pt x="1291" y="365"/>
                    </a:cubicBezTo>
                    <a:cubicBezTo>
                      <a:pt x="1046" y="469"/>
                      <a:pt x="785" y="545"/>
                      <a:pt x="545" y="670"/>
                    </a:cubicBezTo>
                    <a:cubicBezTo>
                      <a:pt x="295" y="801"/>
                      <a:pt x="12" y="931"/>
                      <a:pt x="1" y="1285"/>
                    </a:cubicBezTo>
                    <a:cubicBezTo>
                      <a:pt x="137" y="1225"/>
                      <a:pt x="284" y="1182"/>
                      <a:pt x="409" y="1100"/>
                    </a:cubicBezTo>
                    <a:cubicBezTo>
                      <a:pt x="556" y="1004"/>
                      <a:pt x="694" y="950"/>
                      <a:pt x="823" y="950"/>
                    </a:cubicBezTo>
                    <a:cubicBezTo>
                      <a:pt x="986" y="950"/>
                      <a:pt x="1136" y="1036"/>
                      <a:pt x="1269" y="1231"/>
                    </a:cubicBezTo>
                    <a:cubicBezTo>
                      <a:pt x="1547" y="866"/>
                      <a:pt x="1656" y="441"/>
                      <a:pt x="1754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8" name="Google Shape;1308;p30"/>
              <p:cNvSpPr/>
              <p:nvPr/>
            </p:nvSpPr>
            <p:spPr>
              <a:xfrm>
                <a:off x="6543148" y="3607516"/>
                <a:ext cx="86936" cy="80267"/>
              </a:xfrm>
              <a:custGeom>
                <a:rect b="b" l="l" r="r" t="t"/>
                <a:pathLst>
                  <a:path extrusionOk="0" h="1348" w="1460">
                    <a:moveTo>
                      <a:pt x="318" y="0"/>
                    </a:moveTo>
                    <a:cubicBezTo>
                      <a:pt x="299" y="0"/>
                      <a:pt x="279" y="8"/>
                      <a:pt x="256" y="29"/>
                    </a:cubicBezTo>
                    <a:cubicBezTo>
                      <a:pt x="76" y="198"/>
                      <a:pt x="0" y="878"/>
                      <a:pt x="142" y="1085"/>
                    </a:cubicBezTo>
                    <a:cubicBezTo>
                      <a:pt x="240" y="1233"/>
                      <a:pt x="581" y="1347"/>
                      <a:pt x="838" y="1347"/>
                    </a:cubicBezTo>
                    <a:cubicBezTo>
                      <a:pt x="922" y="1347"/>
                      <a:pt x="996" y="1335"/>
                      <a:pt x="1051" y="1308"/>
                    </a:cubicBezTo>
                    <a:cubicBezTo>
                      <a:pt x="1274" y="1194"/>
                      <a:pt x="1459" y="791"/>
                      <a:pt x="1367" y="628"/>
                    </a:cubicBezTo>
                    <a:cubicBezTo>
                      <a:pt x="1364" y="628"/>
                      <a:pt x="1362" y="628"/>
                      <a:pt x="1359" y="628"/>
                    </a:cubicBezTo>
                    <a:cubicBezTo>
                      <a:pt x="1144" y="628"/>
                      <a:pt x="1159" y="852"/>
                      <a:pt x="1046" y="955"/>
                    </a:cubicBezTo>
                    <a:cubicBezTo>
                      <a:pt x="937" y="1055"/>
                      <a:pt x="838" y="1185"/>
                      <a:pt x="689" y="1185"/>
                    </a:cubicBezTo>
                    <a:cubicBezTo>
                      <a:pt x="644" y="1185"/>
                      <a:pt x="595" y="1173"/>
                      <a:pt x="539" y="1145"/>
                    </a:cubicBezTo>
                    <a:cubicBezTo>
                      <a:pt x="300" y="1025"/>
                      <a:pt x="294" y="835"/>
                      <a:pt x="349" y="612"/>
                    </a:cubicBezTo>
                    <a:cubicBezTo>
                      <a:pt x="392" y="432"/>
                      <a:pt x="490" y="263"/>
                      <a:pt x="441" y="67"/>
                    </a:cubicBezTo>
                    <a:cubicBezTo>
                      <a:pt x="399" y="44"/>
                      <a:pt x="363" y="0"/>
                      <a:pt x="318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9" name="Google Shape;1309;p30"/>
              <p:cNvSpPr/>
              <p:nvPr/>
            </p:nvSpPr>
            <p:spPr>
              <a:xfrm>
                <a:off x="5272074" y="1765037"/>
                <a:ext cx="121591" cy="150768"/>
              </a:xfrm>
              <a:custGeom>
                <a:rect b="b" l="l" r="r" t="t"/>
                <a:pathLst>
                  <a:path extrusionOk="0" h="2532" w="2042">
                    <a:moveTo>
                      <a:pt x="77" y="0"/>
                    </a:moveTo>
                    <a:cubicBezTo>
                      <a:pt x="0" y="185"/>
                      <a:pt x="158" y="267"/>
                      <a:pt x="256" y="365"/>
                    </a:cubicBezTo>
                    <a:cubicBezTo>
                      <a:pt x="447" y="567"/>
                      <a:pt x="670" y="746"/>
                      <a:pt x="757" y="1029"/>
                    </a:cubicBezTo>
                    <a:cubicBezTo>
                      <a:pt x="882" y="1448"/>
                      <a:pt x="1144" y="1802"/>
                      <a:pt x="1345" y="2183"/>
                    </a:cubicBezTo>
                    <a:cubicBezTo>
                      <a:pt x="1454" y="2389"/>
                      <a:pt x="1627" y="2531"/>
                      <a:pt x="1860" y="2531"/>
                    </a:cubicBezTo>
                    <a:cubicBezTo>
                      <a:pt x="1917" y="2531"/>
                      <a:pt x="1978" y="2523"/>
                      <a:pt x="2042" y="2505"/>
                    </a:cubicBezTo>
                    <a:cubicBezTo>
                      <a:pt x="1465" y="2249"/>
                      <a:pt x="1252" y="1693"/>
                      <a:pt x="980" y="1198"/>
                    </a:cubicBezTo>
                    <a:cubicBezTo>
                      <a:pt x="735" y="752"/>
                      <a:pt x="485" y="316"/>
                      <a:pt x="77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0" name="Google Shape;1310;p30"/>
              <p:cNvSpPr/>
              <p:nvPr/>
            </p:nvSpPr>
            <p:spPr>
              <a:xfrm>
                <a:off x="6338904" y="3696776"/>
                <a:ext cx="75563" cy="48351"/>
              </a:xfrm>
              <a:custGeom>
                <a:rect b="b" l="l" r="r" t="t"/>
                <a:pathLst>
                  <a:path extrusionOk="0" h="812" w="1269">
                    <a:moveTo>
                      <a:pt x="665" y="0"/>
                    </a:moveTo>
                    <a:lnTo>
                      <a:pt x="665" y="0"/>
                    </a:lnTo>
                    <a:cubicBezTo>
                      <a:pt x="496" y="82"/>
                      <a:pt x="360" y="142"/>
                      <a:pt x="229" y="218"/>
                    </a:cubicBezTo>
                    <a:cubicBezTo>
                      <a:pt x="66" y="316"/>
                      <a:pt x="1" y="474"/>
                      <a:pt x="88" y="637"/>
                    </a:cubicBezTo>
                    <a:cubicBezTo>
                      <a:pt x="147" y="756"/>
                      <a:pt x="242" y="812"/>
                      <a:pt x="363" y="812"/>
                    </a:cubicBezTo>
                    <a:cubicBezTo>
                      <a:pt x="407" y="812"/>
                      <a:pt x="455" y="804"/>
                      <a:pt x="507" y="789"/>
                    </a:cubicBezTo>
                    <a:cubicBezTo>
                      <a:pt x="719" y="730"/>
                      <a:pt x="877" y="593"/>
                      <a:pt x="1051" y="479"/>
                    </a:cubicBezTo>
                    <a:cubicBezTo>
                      <a:pt x="1089" y="370"/>
                      <a:pt x="1269" y="338"/>
                      <a:pt x="1204" y="180"/>
                    </a:cubicBezTo>
                    <a:lnTo>
                      <a:pt x="1204" y="180"/>
                    </a:lnTo>
                    <a:cubicBezTo>
                      <a:pt x="910" y="201"/>
                      <a:pt x="692" y="457"/>
                      <a:pt x="387" y="463"/>
                    </a:cubicBezTo>
                    <a:cubicBezTo>
                      <a:pt x="420" y="272"/>
                      <a:pt x="648" y="223"/>
                      <a:pt x="665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1" name="Google Shape;1311;p30"/>
              <p:cNvSpPr/>
              <p:nvPr/>
            </p:nvSpPr>
            <p:spPr>
              <a:xfrm>
                <a:off x="5393310" y="1850605"/>
                <a:ext cx="47041" cy="62939"/>
              </a:xfrm>
              <a:custGeom>
                <a:rect b="b" l="l" r="r" t="t"/>
                <a:pathLst>
                  <a:path extrusionOk="0" h="1057" w="790">
                    <a:moveTo>
                      <a:pt x="271" y="1"/>
                    </a:moveTo>
                    <a:cubicBezTo>
                      <a:pt x="231" y="1"/>
                      <a:pt x="195" y="41"/>
                      <a:pt x="153" y="104"/>
                    </a:cubicBezTo>
                    <a:cubicBezTo>
                      <a:pt x="0" y="349"/>
                      <a:pt x="22" y="823"/>
                      <a:pt x="213" y="1057"/>
                    </a:cubicBezTo>
                    <a:cubicBezTo>
                      <a:pt x="409" y="861"/>
                      <a:pt x="115" y="578"/>
                      <a:pt x="343" y="382"/>
                    </a:cubicBezTo>
                    <a:lnTo>
                      <a:pt x="343" y="382"/>
                    </a:lnTo>
                    <a:cubicBezTo>
                      <a:pt x="447" y="452"/>
                      <a:pt x="485" y="594"/>
                      <a:pt x="621" y="638"/>
                    </a:cubicBezTo>
                    <a:cubicBezTo>
                      <a:pt x="658" y="651"/>
                      <a:pt x="692" y="662"/>
                      <a:pt x="719" y="662"/>
                    </a:cubicBezTo>
                    <a:cubicBezTo>
                      <a:pt x="760" y="662"/>
                      <a:pt x="787" y="637"/>
                      <a:pt x="790" y="556"/>
                    </a:cubicBezTo>
                    <a:cubicBezTo>
                      <a:pt x="654" y="403"/>
                      <a:pt x="512" y="251"/>
                      <a:pt x="387" y="88"/>
                    </a:cubicBezTo>
                    <a:cubicBezTo>
                      <a:pt x="341" y="27"/>
                      <a:pt x="304" y="1"/>
                      <a:pt x="271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2" name="Google Shape;1312;p30"/>
              <p:cNvSpPr/>
              <p:nvPr/>
            </p:nvSpPr>
            <p:spPr>
              <a:xfrm>
                <a:off x="6636814" y="3651520"/>
                <a:ext cx="27629" cy="68953"/>
              </a:xfrm>
              <a:custGeom>
                <a:rect b="b" l="l" r="r" t="t"/>
                <a:pathLst>
                  <a:path extrusionOk="0" h="1158" w="464">
                    <a:moveTo>
                      <a:pt x="124" y="0"/>
                    </a:moveTo>
                    <a:cubicBezTo>
                      <a:pt x="111" y="0"/>
                      <a:pt x="97" y="3"/>
                      <a:pt x="82" y="9"/>
                    </a:cubicBezTo>
                    <a:cubicBezTo>
                      <a:pt x="6" y="41"/>
                      <a:pt x="1" y="118"/>
                      <a:pt x="28" y="188"/>
                    </a:cubicBezTo>
                    <a:cubicBezTo>
                      <a:pt x="137" y="504"/>
                      <a:pt x="44" y="836"/>
                      <a:pt x="82" y="1157"/>
                    </a:cubicBezTo>
                    <a:cubicBezTo>
                      <a:pt x="387" y="983"/>
                      <a:pt x="463" y="608"/>
                      <a:pt x="295" y="101"/>
                    </a:cubicBezTo>
                    <a:cubicBezTo>
                      <a:pt x="235" y="78"/>
                      <a:pt x="194" y="0"/>
                      <a:pt x="124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3" name="Google Shape;1313;p30"/>
              <p:cNvSpPr/>
              <p:nvPr/>
            </p:nvSpPr>
            <p:spPr>
              <a:xfrm>
                <a:off x="5456787" y="1857274"/>
                <a:ext cx="32869" cy="45016"/>
              </a:xfrm>
              <a:custGeom>
                <a:rect b="b" l="l" r="r" t="t"/>
                <a:pathLst>
                  <a:path extrusionOk="0" h="756" w="552">
                    <a:moveTo>
                      <a:pt x="103" y="1"/>
                    </a:moveTo>
                    <a:cubicBezTo>
                      <a:pt x="34" y="1"/>
                      <a:pt x="0" y="73"/>
                      <a:pt x="7" y="232"/>
                    </a:cubicBezTo>
                    <a:cubicBezTo>
                      <a:pt x="12" y="346"/>
                      <a:pt x="12" y="466"/>
                      <a:pt x="12" y="580"/>
                    </a:cubicBezTo>
                    <a:cubicBezTo>
                      <a:pt x="86" y="584"/>
                      <a:pt x="137" y="755"/>
                      <a:pt x="189" y="755"/>
                    </a:cubicBezTo>
                    <a:cubicBezTo>
                      <a:pt x="206" y="755"/>
                      <a:pt x="223" y="736"/>
                      <a:pt x="241" y="683"/>
                    </a:cubicBezTo>
                    <a:cubicBezTo>
                      <a:pt x="283" y="566"/>
                      <a:pt x="335" y="537"/>
                      <a:pt x="394" y="537"/>
                    </a:cubicBezTo>
                    <a:cubicBezTo>
                      <a:pt x="442" y="537"/>
                      <a:pt x="495" y="556"/>
                      <a:pt x="551" y="564"/>
                    </a:cubicBezTo>
                    <a:cubicBezTo>
                      <a:pt x="475" y="302"/>
                      <a:pt x="475" y="302"/>
                      <a:pt x="290" y="95"/>
                    </a:cubicBezTo>
                    <a:cubicBezTo>
                      <a:pt x="213" y="34"/>
                      <a:pt x="150" y="1"/>
                      <a:pt x="103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4" name="Google Shape;1314;p30"/>
              <p:cNvSpPr/>
              <p:nvPr/>
            </p:nvSpPr>
            <p:spPr>
              <a:xfrm>
                <a:off x="7282235" y="259947"/>
                <a:ext cx="45433" cy="47338"/>
              </a:xfrm>
              <a:custGeom>
                <a:rect b="b" l="l" r="r" t="t"/>
                <a:pathLst>
                  <a:path extrusionOk="0" h="795" w="763">
                    <a:moveTo>
                      <a:pt x="763" y="0"/>
                    </a:moveTo>
                    <a:cubicBezTo>
                      <a:pt x="507" y="267"/>
                      <a:pt x="251" y="528"/>
                      <a:pt x="1" y="795"/>
                    </a:cubicBezTo>
                    <a:cubicBezTo>
                      <a:pt x="409" y="724"/>
                      <a:pt x="665" y="457"/>
                      <a:pt x="763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5" name="Google Shape;1315;p30"/>
              <p:cNvSpPr/>
              <p:nvPr/>
            </p:nvSpPr>
            <p:spPr>
              <a:xfrm>
                <a:off x="8214252" y="3561248"/>
                <a:ext cx="23699" cy="49661"/>
              </a:xfrm>
              <a:custGeom>
                <a:rect b="b" l="l" r="r" t="t"/>
                <a:pathLst>
                  <a:path extrusionOk="0" h="834" w="398">
                    <a:moveTo>
                      <a:pt x="397" y="0"/>
                    </a:moveTo>
                    <a:lnTo>
                      <a:pt x="397" y="0"/>
                    </a:lnTo>
                    <a:cubicBezTo>
                      <a:pt x="142" y="218"/>
                      <a:pt x="87" y="490"/>
                      <a:pt x="0" y="833"/>
                    </a:cubicBezTo>
                    <a:cubicBezTo>
                      <a:pt x="251" y="567"/>
                      <a:pt x="354" y="322"/>
                      <a:pt x="397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6" name="Google Shape;1316;p30"/>
              <p:cNvSpPr/>
              <p:nvPr/>
            </p:nvSpPr>
            <p:spPr>
              <a:xfrm>
                <a:off x="5927559" y="1849652"/>
                <a:ext cx="27272" cy="16911"/>
              </a:xfrm>
              <a:custGeom>
                <a:rect b="b" l="l" r="r" t="t"/>
                <a:pathLst>
                  <a:path extrusionOk="0" h="284" w="458">
                    <a:moveTo>
                      <a:pt x="158" y="0"/>
                    </a:moveTo>
                    <a:cubicBezTo>
                      <a:pt x="109" y="38"/>
                      <a:pt x="16" y="76"/>
                      <a:pt x="11" y="120"/>
                    </a:cubicBezTo>
                    <a:cubicBezTo>
                      <a:pt x="0" y="202"/>
                      <a:pt x="98" y="207"/>
                      <a:pt x="163" y="218"/>
                    </a:cubicBezTo>
                    <a:cubicBezTo>
                      <a:pt x="261" y="245"/>
                      <a:pt x="359" y="262"/>
                      <a:pt x="457" y="283"/>
                    </a:cubicBezTo>
                    <a:cubicBezTo>
                      <a:pt x="414" y="125"/>
                      <a:pt x="202" y="158"/>
                      <a:pt x="158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7" name="Google Shape;1317;p30"/>
              <p:cNvSpPr/>
              <p:nvPr/>
            </p:nvSpPr>
            <p:spPr>
              <a:xfrm>
                <a:off x="6766505" y="578936"/>
                <a:ext cx="1788791" cy="2144335"/>
              </a:xfrm>
              <a:custGeom>
                <a:rect b="b" l="l" r="r" t="t"/>
                <a:pathLst>
                  <a:path extrusionOk="0" h="36012" w="30041">
                    <a:moveTo>
                      <a:pt x="15832" y="1"/>
                    </a:moveTo>
                    <a:cubicBezTo>
                      <a:pt x="15774" y="1"/>
                      <a:pt x="15736" y="72"/>
                      <a:pt x="15695" y="109"/>
                    </a:cubicBezTo>
                    <a:cubicBezTo>
                      <a:pt x="15211" y="506"/>
                      <a:pt x="14650" y="735"/>
                      <a:pt x="14035" y="827"/>
                    </a:cubicBezTo>
                    <a:cubicBezTo>
                      <a:pt x="13458" y="920"/>
                      <a:pt x="12875" y="1002"/>
                      <a:pt x="12298" y="1094"/>
                    </a:cubicBezTo>
                    <a:cubicBezTo>
                      <a:pt x="12021" y="1143"/>
                      <a:pt x="11770" y="1219"/>
                      <a:pt x="11536" y="1415"/>
                    </a:cubicBezTo>
                    <a:cubicBezTo>
                      <a:pt x="11237" y="1671"/>
                      <a:pt x="10992" y="2009"/>
                      <a:pt x="10567" y="2096"/>
                    </a:cubicBezTo>
                    <a:cubicBezTo>
                      <a:pt x="10330" y="2141"/>
                      <a:pt x="10098" y="2168"/>
                      <a:pt x="9869" y="2168"/>
                    </a:cubicBezTo>
                    <a:cubicBezTo>
                      <a:pt x="9486" y="2168"/>
                      <a:pt x="9113" y="2092"/>
                      <a:pt x="8749" y="1894"/>
                    </a:cubicBezTo>
                    <a:cubicBezTo>
                      <a:pt x="7987" y="1475"/>
                      <a:pt x="7181" y="1154"/>
                      <a:pt x="6315" y="985"/>
                    </a:cubicBezTo>
                    <a:cubicBezTo>
                      <a:pt x="6187" y="960"/>
                      <a:pt x="6070" y="947"/>
                      <a:pt x="5962" y="947"/>
                    </a:cubicBezTo>
                    <a:cubicBezTo>
                      <a:pt x="5580" y="947"/>
                      <a:pt x="5304" y="1111"/>
                      <a:pt x="5041" y="1497"/>
                    </a:cubicBezTo>
                    <a:cubicBezTo>
                      <a:pt x="4938" y="1649"/>
                      <a:pt x="4840" y="1813"/>
                      <a:pt x="4715" y="1954"/>
                    </a:cubicBezTo>
                    <a:cubicBezTo>
                      <a:pt x="4268" y="2477"/>
                      <a:pt x="3642" y="2466"/>
                      <a:pt x="3032" y="2510"/>
                    </a:cubicBezTo>
                    <a:cubicBezTo>
                      <a:pt x="3022" y="2510"/>
                      <a:pt x="3011" y="2511"/>
                      <a:pt x="3000" y="2511"/>
                    </a:cubicBezTo>
                    <a:cubicBezTo>
                      <a:pt x="2957" y="2511"/>
                      <a:pt x="2909" y="2505"/>
                      <a:pt x="2863" y="2505"/>
                    </a:cubicBezTo>
                    <a:cubicBezTo>
                      <a:pt x="2785" y="2505"/>
                      <a:pt x="2715" y="2522"/>
                      <a:pt x="2690" y="2613"/>
                    </a:cubicBezTo>
                    <a:cubicBezTo>
                      <a:pt x="2651" y="2771"/>
                      <a:pt x="2777" y="2918"/>
                      <a:pt x="2924" y="2967"/>
                    </a:cubicBezTo>
                    <a:cubicBezTo>
                      <a:pt x="3669" y="3250"/>
                      <a:pt x="4415" y="3544"/>
                      <a:pt x="5216" y="3647"/>
                    </a:cubicBezTo>
                    <a:cubicBezTo>
                      <a:pt x="5771" y="3718"/>
                      <a:pt x="6332" y="3783"/>
                      <a:pt x="6887" y="3876"/>
                    </a:cubicBezTo>
                    <a:cubicBezTo>
                      <a:pt x="7045" y="3898"/>
                      <a:pt x="7203" y="3990"/>
                      <a:pt x="7235" y="4181"/>
                    </a:cubicBezTo>
                    <a:cubicBezTo>
                      <a:pt x="7257" y="4301"/>
                      <a:pt x="7186" y="4388"/>
                      <a:pt x="7094" y="4448"/>
                    </a:cubicBezTo>
                    <a:cubicBezTo>
                      <a:pt x="7047" y="4480"/>
                      <a:pt x="7005" y="4493"/>
                      <a:pt x="6965" y="4493"/>
                    </a:cubicBezTo>
                    <a:cubicBezTo>
                      <a:pt x="6877" y="4493"/>
                      <a:pt x="6800" y="4431"/>
                      <a:pt x="6718" y="4371"/>
                    </a:cubicBezTo>
                    <a:cubicBezTo>
                      <a:pt x="6639" y="4307"/>
                      <a:pt x="6549" y="4263"/>
                      <a:pt x="6463" y="4263"/>
                    </a:cubicBezTo>
                    <a:cubicBezTo>
                      <a:pt x="6388" y="4263"/>
                      <a:pt x="6316" y="4296"/>
                      <a:pt x="6255" y="4377"/>
                    </a:cubicBezTo>
                    <a:cubicBezTo>
                      <a:pt x="6114" y="4556"/>
                      <a:pt x="6152" y="4774"/>
                      <a:pt x="6310" y="4921"/>
                    </a:cubicBezTo>
                    <a:cubicBezTo>
                      <a:pt x="6462" y="5063"/>
                      <a:pt x="6631" y="5193"/>
                      <a:pt x="6860" y="5215"/>
                    </a:cubicBezTo>
                    <a:cubicBezTo>
                      <a:pt x="6983" y="5226"/>
                      <a:pt x="7106" y="5231"/>
                      <a:pt x="7227" y="5231"/>
                    </a:cubicBezTo>
                    <a:cubicBezTo>
                      <a:pt x="7798" y="5231"/>
                      <a:pt x="8352" y="5118"/>
                      <a:pt x="8890" y="4916"/>
                    </a:cubicBezTo>
                    <a:cubicBezTo>
                      <a:pt x="9373" y="4732"/>
                      <a:pt x="9827" y="4485"/>
                      <a:pt x="10342" y="4485"/>
                    </a:cubicBezTo>
                    <a:cubicBezTo>
                      <a:pt x="10558" y="4485"/>
                      <a:pt x="10785" y="4529"/>
                      <a:pt x="11030" y="4638"/>
                    </a:cubicBezTo>
                    <a:cubicBezTo>
                      <a:pt x="11814" y="4987"/>
                      <a:pt x="11966" y="5346"/>
                      <a:pt x="11394" y="5977"/>
                    </a:cubicBezTo>
                    <a:cubicBezTo>
                      <a:pt x="10850" y="6576"/>
                      <a:pt x="10458" y="7208"/>
                      <a:pt x="10828" y="8101"/>
                    </a:cubicBezTo>
                    <a:cubicBezTo>
                      <a:pt x="11128" y="8825"/>
                      <a:pt x="11171" y="9630"/>
                      <a:pt x="10954" y="10382"/>
                    </a:cubicBezTo>
                    <a:cubicBezTo>
                      <a:pt x="10752" y="11095"/>
                      <a:pt x="10703" y="11753"/>
                      <a:pt x="11003" y="12439"/>
                    </a:cubicBezTo>
                    <a:cubicBezTo>
                      <a:pt x="11122" y="12706"/>
                      <a:pt x="11149" y="13006"/>
                      <a:pt x="11139" y="13305"/>
                    </a:cubicBezTo>
                    <a:cubicBezTo>
                      <a:pt x="11126" y="13645"/>
                      <a:pt x="11063" y="13777"/>
                      <a:pt x="10836" y="13777"/>
                    </a:cubicBezTo>
                    <a:cubicBezTo>
                      <a:pt x="10766" y="13777"/>
                      <a:pt x="10679" y="13764"/>
                      <a:pt x="10572" y="13740"/>
                    </a:cubicBezTo>
                    <a:cubicBezTo>
                      <a:pt x="10164" y="13648"/>
                      <a:pt x="9756" y="13561"/>
                      <a:pt x="9353" y="13474"/>
                    </a:cubicBezTo>
                    <a:cubicBezTo>
                      <a:pt x="9331" y="13501"/>
                      <a:pt x="9309" y="13528"/>
                      <a:pt x="9288" y="13555"/>
                    </a:cubicBezTo>
                    <a:cubicBezTo>
                      <a:pt x="9957" y="14013"/>
                      <a:pt x="10317" y="14731"/>
                      <a:pt x="10850" y="15308"/>
                    </a:cubicBezTo>
                    <a:cubicBezTo>
                      <a:pt x="11258" y="15744"/>
                      <a:pt x="11716" y="16136"/>
                      <a:pt x="12048" y="16642"/>
                    </a:cubicBezTo>
                    <a:cubicBezTo>
                      <a:pt x="12500" y="17339"/>
                      <a:pt x="12821" y="18101"/>
                      <a:pt x="13104" y="18874"/>
                    </a:cubicBezTo>
                    <a:cubicBezTo>
                      <a:pt x="13333" y="19506"/>
                      <a:pt x="13436" y="20164"/>
                      <a:pt x="13403" y="20845"/>
                    </a:cubicBezTo>
                    <a:cubicBezTo>
                      <a:pt x="13392" y="21003"/>
                      <a:pt x="13354" y="21133"/>
                      <a:pt x="13196" y="21177"/>
                    </a:cubicBezTo>
                    <a:cubicBezTo>
                      <a:pt x="13173" y="21184"/>
                      <a:pt x="13153" y="21188"/>
                      <a:pt x="13134" y="21188"/>
                    </a:cubicBezTo>
                    <a:cubicBezTo>
                      <a:pt x="13016" y="21188"/>
                      <a:pt x="12977" y="21053"/>
                      <a:pt x="12930" y="20959"/>
                    </a:cubicBezTo>
                    <a:cubicBezTo>
                      <a:pt x="12755" y="20622"/>
                      <a:pt x="12521" y="20328"/>
                      <a:pt x="12266" y="20050"/>
                    </a:cubicBezTo>
                    <a:cubicBezTo>
                      <a:pt x="12138" y="19908"/>
                      <a:pt x="11989" y="19801"/>
                      <a:pt x="11816" y="19801"/>
                    </a:cubicBezTo>
                    <a:cubicBezTo>
                      <a:pt x="11724" y="19801"/>
                      <a:pt x="11626" y="19831"/>
                      <a:pt x="11520" y="19903"/>
                    </a:cubicBezTo>
                    <a:cubicBezTo>
                      <a:pt x="11322" y="20033"/>
                      <a:pt x="11099" y="20074"/>
                      <a:pt x="10865" y="20074"/>
                    </a:cubicBezTo>
                    <a:cubicBezTo>
                      <a:pt x="10835" y="20074"/>
                      <a:pt x="10804" y="20073"/>
                      <a:pt x="10774" y="20072"/>
                    </a:cubicBezTo>
                    <a:cubicBezTo>
                      <a:pt x="10661" y="20067"/>
                      <a:pt x="10546" y="20057"/>
                      <a:pt x="10433" y="20057"/>
                    </a:cubicBezTo>
                    <a:cubicBezTo>
                      <a:pt x="10311" y="20057"/>
                      <a:pt x="10190" y="20068"/>
                      <a:pt x="10072" y="20104"/>
                    </a:cubicBezTo>
                    <a:cubicBezTo>
                      <a:pt x="9990" y="20128"/>
                      <a:pt x="9911" y="20139"/>
                      <a:pt x="9835" y="20139"/>
                    </a:cubicBezTo>
                    <a:cubicBezTo>
                      <a:pt x="9606" y="20139"/>
                      <a:pt x="9402" y="20041"/>
                      <a:pt x="9222" y="19881"/>
                    </a:cubicBezTo>
                    <a:cubicBezTo>
                      <a:pt x="8274" y="19053"/>
                      <a:pt x="7224" y="18667"/>
                      <a:pt x="6080" y="18667"/>
                    </a:cubicBezTo>
                    <a:cubicBezTo>
                      <a:pt x="5661" y="18667"/>
                      <a:pt x="5229" y="18719"/>
                      <a:pt x="4785" y="18820"/>
                    </a:cubicBezTo>
                    <a:cubicBezTo>
                      <a:pt x="4399" y="18907"/>
                      <a:pt x="4323" y="19037"/>
                      <a:pt x="4426" y="19429"/>
                    </a:cubicBezTo>
                    <a:cubicBezTo>
                      <a:pt x="4459" y="19538"/>
                      <a:pt x="4513" y="19647"/>
                      <a:pt x="4568" y="19751"/>
                    </a:cubicBezTo>
                    <a:cubicBezTo>
                      <a:pt x="4726" y="20050"/>
                      <a:pt x="4894" y="20349"/>
                      <a:pt x="5052" y="20654"/>
                    </a:cubicBezTo>
                    <a:cubicBezTo>
                      <a:pt x="5172" y="20872"/>
                      <a:pt x="5139" y="21041"/>
                      <a:pt x="4916" y="21193"/>
                    </a:cubicBezTo>
                    <a:cubicBezTo>
                      <a:pt x="4535" y="21455"/>
                      <a:pt x="4404" y="21896"/>
                      <a:pt x="4519" y="22342"/>
                    </a:cubicBezTo>
                    <a:cubicBezTo>
                      <a:pt x="4660" y="22886"/>
                      <a:pt x="5079" y="23202"/>
                      <a:pt x="5471" y="23534"/>
                    </a:cubicBezTo>
                    <a:cubicBezTo>
                      <a:pt x="6043" y="24019"/>
                      <a:pt x="6631" y="24481"/>
                      <a:pt x="7213" y="24961"/>
                    </a:cubicBezTo>
                    <a:cubicBezTo>
                      <a:pt x="6955" y="25006"/>
                      <a:pt x="6708" y="25025"/>
                      <a:pt x="6464" y="25025"/>
                    </a:cubicBezTo>
                    <a:cubicBezTo>
                      <a:pt x="6357" y="25025"/>
                      <a:pt x="6252" y="25022"/>
                      <a:pt x="6146" y="25015"/>
                    </a:cubicBezTo>
                    <a:cubicBezTo>
                      <a:pt x="6128" y="25014"/>
                      <a:pt x="6110" y="25013"/>
                      <a:pt x="6092" y="25013"/>
                    </a:cubicBezTo>
                    <a:cubicBezTo>
                      <a:pt x="5874" y="25013"/>
                      <a:pt x="5709" y="25106"/>
                      <a:pt x="5613" y="25287"/>
                    </a:cubicBezTo>
                    <a:cubicBezTo>
                      <a:pt x="5286" y="25875"/>
                      <a:pt x="4747" y="26153"/>
                      <a:pt x="4149" y="26376"/>
                    </a:cubicBezTo>
                    <a:cubicBezTo>
                      <a:pt x="3169" y="26735"/>
                      <a:pt x="2793" y="27301"/>
                      <a:pt x="2782" y="28358"/>
                    </a:cubicBezTo>
                    <a:cubicBezTo>
                      <a:pt x="2777" y="29065"/>
                      <a:pt x="2548" y="29381"/>
                      <a:pt x="1867" y="29533"/>
                    </a:cubicBezTo>
                    <a:cubicBezTo>
                      <a:pt x="1432" y="29631"/>
                      <a:pt x="986" y="29664"/>
                      <a:pt x="550" y="29746"/>
                    </a:cubicBezTo>
                    <a:cubicBezTo>
                      <a:pt x="76" y="29833"/>
                      <a:pt x="0" y="29942"/>
                      <a:pt x="142" y="30421"/>
                    </a:cubicBezTo>
                    <a:cubicBezTo>
                      <a:pt x="370" y="31210"/>
                      <a:pt x="762" y="31945"/>
                      <a:pt x="1345" y="32506"/>
                    </a:cubicBezTo>
                    <a:cubicBezTo>
                      <a:pt x="1971" y="33105"/>
                      <a:pt x="2499" y="33763"/>
                      <a:pt x="2945" y="34498"/>
                    </a:cubicBezTo>
                    <a:cubicBezTo>
                      <a:pt x="3103" y="34520"/>
                      <a:pt x="3174" y="34656"/>
                      <a:pt x="3277" y="34743"/>
                    </a:cubicBezTo>
                    <a:cubicBezTo>
                      <a:pt x="3724" y="35124"/>
                      <a:pt x="4132" y="35538"/>
                      <a:pt x="4649" y="35832"/>
                    </a:cubicBezTo>
                    <a:cubicBezTo>
                      <a:pt x="4832" y="35935"/>
                      <a:pt x="5004" y="36012"/>
                      <a:pt x="5169" y="36012"/>
                    </a:cubicBezTo>
                    <a:cubicBezTo>
                      <a:pt x="5327" y="36012"/>
                      <a:pt x="5480" y="35940"/>
                      <a:pt x="5629" y="35750"/>
                    </a:cubicBezTo>
                    <a:cubicBezTo>
                      <a:pt x="5733" y="35614"/>
                      <a:pt x="5901" y="35533"/>
                      <a:pt x="6038" y="35424"/>
                    </a:cubicBezTo>
                    <a:cubicBezTo>
                      <a:pt x="5809" y="34335"/>
                      <a:pt x="5569" y="33241"/>
                      <a:pt x="5074" y="32234"/>
                    </a:cubicBezTo>
                    <a:cubicBezTo>
                      <a:pt x="4720" y="31520"/>
                      <a:pt x="4508" y="30780"/>
                      <a:pt x="4388" y="29991"/>
                    </a:cubicBezTo>
                    <a:cubicBezTo>
                      <a:pt x="4192" y="28619"/>
                      <a:pt x="4524" y="27470"/>
                      <a:pt x="5635" y="26605"/>
                    </a:cubicBezTo>
                    <a:cubicBezTo>
                      <a:pt x="6034" y="26295"/>
                      <a:pt x="6472" y="26126"/>
                      <a:pt x="6930" y="26126"/>
                    </a:cubicBezTo>
                    <a:cubicBezTo>
                      <a:pt x="7189" y="26126"/>
                      <a:pt x="7456" y="26180"/>
                      <a:pt x="7725" y="26294"/>
                    </a:cubicBezTo>
                    <a:cubicBezTo>
                      <a:pt x="9478" y="27040"/>
                      <a:pt x="10850" y="28270"/>
                      <a:pt x="12026" y="29746"/>
                    </a:cubicBezTo>
                    <a:cubicBezTo>
                      <a:pt x="12129" y="29882"/>
                      <a:pt x="12195" y="30067"/>
                      <a:pt x="12429" y="30170"/>
                    </a:cubicBezTo>
                    <a:cubicBezTo>
                      <a:pt x="12276" y="29648"/>
                      <a:pt x="12053" y="29223"/>
                      <a:pt x="11835" y="28799"/>
                    </a:cubicBezTo>
                    <a:cubicBezTo>
                      <a:pt x="11487" y="28123"/>
                      <a:pt x="11035" y="27497"/>
                      <a:pt x="10817" y="26752"/>
                    </a:cubicBezTo>
                    <a:cubicBezTo>
                      <a:pt x="10725" y="26436"/>
                      <a:pt x="10545" y="26153"/>
                      <a:pt x="10338" y="25891"/>
                    </a:cubicBezTo>
                    <a:cubicBezTo>
                      <a:pt x="9402" y="24677"/>
                      <a:pt x="8934" y="23208"/>
                      <a:pt x="8139" y="21912"/>
                    </a:cubicBezTo>
                    <a:cubicBezTo>
                      <a:pt x="7987" y="21656"/>
                      <a:pt x="8134" y="21406"/>
                      <a:pt x="8422" y="21313"/>
                    </a:cubicBezTo>
                    <a:cubicBezTo>
                      <a:pt x="8526" y="21279"/>
                      <a:pt x="8627" y="21264"/>
                      <a:pt x="8727" y="21264"/>
                    </a:cubicBezTo>
                    <a:cubicBezTo>
                      <a:pt x="8929" y="21264"/>
                      <a:pt x="9123" y="21327"/>
                      <a:pt x="9309" y="21422"/>
                    </a:cubicBezTo>
                    <a:cubicBezTo>
                      <a:pt x="10360" y="21955"/>
                      <a:pt x="11509" y="22211"/>
                      <a:pt x="12576" y="22723"/>
                    </a:cubicBezTo>
                    <a:cubicBezTo>
                      <a:pt x="13550" y="23191"/>
                      <a:pt x="14345" y="23812"/>
                      <a:pt x="15058" y="24579"/>
                    </a:cubicBezTo>
                    <a:cubicBezTo>
                      <a:pt x="15222" y="24759"/>
                      <a:pt x="15390" y="24922"/>
                      <a:pt x="15619" y="24988"/>
                    </a:cubicBezTo>
                    <a:cubicBezTo>
                      <a:pt x="16806" y="25331"/>
                      <a:pt x="18003" y="25592"/>
                      <a:pt x="19212" y="25837"/>
                    </a:cubicBezTo>
                    <a:cubicBezTo>
                      <a:pt x="19247" y="25844"/>
                      <a:pt x="19276" y="25848"/>
                      <a:pt x="19301" y="25848"/>
                    </a:cubicBezTo>
                    <a:cubicBezTo>
                      <a:pt x="19426" y="25848"/>
                      <a:pt x="19438" y="25762"/>
                      <a:pt x="19397" y="25630"/>
                    </a:cubicBezTo>
                    <a:cubicBezTo>
                      <a:pt x="19364" y="25532"/>
                      <a:pt x="19294" y="25450"/>
                      <a:pt x="19239" y="25358"/>
                    </a:cubicBezTo>
                    <a:cubicBezTo>
                      <a:pt x="18777" y="24612"/>
                      <a:pt x="18216" y="23921"/>
                      <a:pt x="17802" y="23142"/>
                    </a:cubicBezTo>
                    <a:cubicBezTo>
                      <a:pt x="17334" y="22271"/>
                      <a:pt x="17094" y="21324"/>
                      <a:pt x="16773" y="20404"/>
                    </a:cubicBezTo>
                    <a:cubicBezTo>
                      <a:pt x="16463" y="19500"/>
                      <a:pt x="16376" y="18548"/>
                      <a:pt x="16653" y="17600"/>
                    </a:cubicBezTo>
                    <a:cubicBezTo>
                      <a:pt x="16795" y="17116"/>
                      <a:pt x="16768" y="16620"/>
                      <a:pt x="16648" y="16136"/>
                    </a:cubicBezTo>
                    <a:cubicBezTo>
                      <a:pt x="16414" y="15134"/>
                      <a:pt x="16038" y="14247"/>
                      <a:pt x="14988" y="13795"/>
                    </a:cubicBezTo>
                    <a:cubicBezTo>
                      <a:pt x="14416" y="13550"/>
                      <a:pt x="14280" y="12510"/>
                      <a:pt x="14547" y="12042"/>
                    </a:cubicBezTo>
                    <a:cubicBezTo>
                      <a:pt x="14628" y="11907"/>
                      <a:pt x="14719" y="11823"/>
                      <a:pt x="14840" y="11823"/>
                    </a:cubicBezTo>
                    <a:cubicBezTo>
                      <a:pt x="14905" y="11823"/>
                      <a:pt x="14978" y="11847"/>
                      <a:pt x="15064" y="11900"/>
                    </a:cubicBezTo>
                    <a:cubicBezTo>
                      <a:pt x="15434" y="12134"/>
                      <a:pt x="15706" y="12450"/>
                      <a:pt x="15929" y="12815"/>
                    </a:cubicBezTo>
                    <a:cubicBezTo>
                      <a:pt x="16163" y="13196"/>
                      <a:pt x="16501" y="13436"/>
                      <a:pt x="16931" y="13539"/>
                    </a:cubicBezTo>
                    <a:cubicBezTo>
                      <a:pt x="16981" y="13552"/>
                      <a:pt x="17029" y="13563"/>
                      <a:pt x="17070" y="13563"/>
                    </a:cubicBezTo>
                    <a:cubicBezTo>
                      <a:pt x="17161" y="13563"/>
                      <a:pt x="17214" y="13510"/>
                      <a:pt x="17165" y="13321"/>
                    </a:cubicBezTo>
                    <a:cubicBezTo>
                      <a:pt x="17122" y="13136"/>
                      <a:pt x="17056" y="12940"/>
                      <a:pt x="17078" y="12733"/>
                    </a:cubicBezTo>
                    <a:cubicBezTo>
                      <a:pt x="17105" y="12516"/>
                      <a:pt x="17203" y="12379"/>
                      <a:pt x="17426" y="12363"/>
                    </a:cubicBezTo>
                    <a:cubicBezTo>
                      <a:pt x="17938" y="12330"/>
                      <a:pt x="18156" y="12053"/>
                      <a:pt x="18052" y="11547"/>
                    </a:cubicBezTo>
                    <a:cubicBezTo>
                      <a:pt x="17987" y="11236"/>
                      <a:pt x="17916" y="10931"/>
                      <a:pt x="17818" y="10627"/>
                    </a:cubicBezTo>
                    <a:cubicBezTo>
                      <a:pt x="17720" y="10305"/>
                      <a:pt x="17824" y="9979"/>
                      <a:pt x="18058" y="9755"/>
                    </a:cubicBezTo>
                    <a:cubicBezTo>
                      <a:pt x="18133" y="9685"/>
                      <a:pt x="18208" y="9658"/>
                      <a:pt x="18282" y="9658"/>
                    </a:cubicBezTo>
                    <a:cubicBezTo>
                      <a:pt x="18448" y="9658"/>
                      <a:pt x="18608" y="9796"/>
                      <a:pt x="18755" y="9886"/>
                    </a:cubicBezTo>
                    <a:cubicBezTo>
                      <a:pt x="19392" y="10262"/>
                      <a:pt x="20110" y="10327"/>
                      <a:pt x="20813" y="10441"/>
                    </a:cubicBezTo>
                    <a:cubicBezTo>
                      <a:pt x="20829" y="10444"/>
                      <a:pt x="20845" y="10446"/>
                      <a:pt x="20861" y="10446"/>
                    </a:cubicBezTo>
                    <a:cubicBezTo>
                      <a:pt x="20961" y="10446"/>
                      <a:pt x="21052" y="10393"/>
                      <a:pt x="21150" y="10360"/>
                    </a:cubicBezTo>
                    <a:cubicBezTo>
                      <a:pt x="21733" y="10169"/>
                      <a:pt x="22233" y="9815"/>
                      <a:pt x="22805" y="9587"/>
                    </a:cubicBezTo>
                    <a:cubicBezTo>
                      <a:pt x="23409" y="9347"/>
                      <a:pt x="23986" y="9075"/>
                      <a:pt x="24204" y="8324"/>
                    </a:cubicBezTo>
                    <a:cubicBezTo>
                      <a:pt x="24479" y="7375"/>
                      <a:pt x="25644" y="6682"/>
                      <a:pt x="26675" y="6682"/>
                    </a:cubicBezTo>
                    <a:cubicBezTo>
                      <a:pt x="26809" y="6682"/>
                      <a:pt x="26940" y="6693"/>
                      <a:pt x="27068" y="6718"/>
                    </a:cubicBezTo>
                    <a:cubicBezTo>
                      <a:pt x="27638" y="6828"/>
                      <a:pt x="28215" y="6875"/>
                      <a:pt x="28796" y="6875"/>
                    </a:cubicBezTo>
                    <a:cubicBezTo>
                      <a:pt x="29130" y="6875"/>
                      <a:pt x="29465" y="6860"/>
                      <a:pt x="29801" y="6832"/>
                    </a:cubicBezTo>
                    <a:cubicBezTo>
                      <a:pt x="29964" y="6816"/>
                      <a:pt x="30040" y="6778"/>
                      <a:pt x="29910" y="6593"/>
                    </a:cubicBezTo>
                    <a:cubicBezTo>
                      <a:pt x="29643" y="6228"/>
                      <a:pt x="29332" y="5912"/>
                      <a:pt x="28919" y="5711"/>
                    </a:cubicBezTo>
                    <a:cubicBezTo>
                      <a:pt x="28347" y="5438"/>
                      <a:pt x="27781" y="5144"/>
                      <a:pt x="27198" y="4889"/>
                    </a:cubicBezTo>
                    <a:cubicBezTo>
                      <a:pt x="26621" y="4633"/>
                      <a:pt x="26022" y="4431"/>
                      <a:pt x="25386" y="4350"/>
                    </a:cubicBezTo>
                    <a:cubicBezTo>
                      <a:pt x="24280" y="4203"/>
                      <a:pt x="23192" y="3958"/>
                      <a:pt x="22135" y="3631"/>
                    </a:cubicBezTo>
                    <a:cubicBezTo>
                      <a:pt x="21368" y="3391"/>
                      <a:pt x="20682" y="2912"/>
                      <a:pt x="19909" y="2657"/>
                    </a:cubicBezTo>
                    <a:cubicBezTo>
                      <a:pt x="18880" y="2308"/>
                      <a:pt x="17944" y="1845"/>
                      <a:pt x="17279" y="920"/>
                    </a:cubicBezTo>
                    <a:cubicBezTo>
                      <a:pt x="16947" y="463"/>
                      <a:pt x="16332" y="365"/>
                      <a:pt x="15897" y="27"/>
                    </a:cubicBezTo>
                    <a:cubicBezTo>
                      <a:pt x="15873" y="8"/>
                      <a:pt x="15851" y="1"/>
                      <a:pt x="15832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8" name="Google Shape;1318;p30"/>
              <p:cNvSpPr/>
              <p:nvPr/>
            </p:nvSpPr>
            <p:spPr>
              <a:xfrm>
                <a:off x="5943398" y="1002369"/>
                <a:ext cx="608550" cy="1353279"/>
              </a:xfrm>
              <a:custGeom>
                <a:rect b="b" l="l" r="r" t="t"/>
                <a:pathLst>
                  <a:path extrusionOk="0" h="22727" w="10220">
                    <a:moveTo>
                      <a:pt x="366" y="1"/>
                    </a:moveTo>
                    <a:cubicBezTo>
                      <a:pt x="282" y="1"/>
                      <a:pt x="204" y="76"/>
                      <a:pt x="137" y="162"/>
                    </a:cubicBezTo>
                    <a:cubicBezTo>
                      <a:pt x="1" y="336"/>
                      <a:pt x="17" y="532"/>
                      <a:pt x="115" y="728"/>
                    </a:cubicBezTo>
                    <a:cubicBezTo>
                      <a:pt x="377" y="1256"/>
                      <a:pt x="654" y="1773"/>
                      <a:pt x="1117" y="2171"/>
                    </a:cubicBezTo>
                    <a:cubicBezTo>
                      <a:pt x="1378" y="2394"/>
                      <a:pt x="1585" y="2661"/>
                      <a:pt x="1765" y="2955"/>
                    </a:cubicBezTo>
                    <a:cubicBezTo>
                      <a:pt x="2042" y="3412"/>
                      <a:pt x="2369" y="3826"/>
                      <a:pt x="2826" y="4125"/>
                    </a:cubicBezTo>
                    <a:cubicBezTo>
                      <a:pt x="3022" y="4250"/>
                      <a:pt x="3186" y="4430"/>
                      <a:pt x="3327" y="4615"/>
                    </a:cubicBezTo>
                    <a:cubicBezTo>
                      <a:pt x="3583" y="4942"/>
                      <a:pt x="3882" y="5225"/>
                      <a:pt x="4220" y="5464"/>
                    </a:cubicBezTo>
                    <a:cubicBezTo>
                      <a:pt x="4764" y="5846"/>
                      <a:pt x="5243" y="6292"/>
                      <a:pt x="5733" y="6738"/>
                    </a:cubicBezTo>
                    <a:cubicBezTo>
                      <a:pt x="6468" y="7413"/>
                      <a:pt x="7035" y="8225"/>
                      <a:pt x="7666" y="8987"/>
                    </a:cubicBezTo>
                    <a:cubicBezTo>
                      <a:pt x="7987" y="9379"/>
                      <a:pt x="8200" y="9831"/>
                      <a:pt x="8303" y="10342"/>
                    </a:cubicBezTo>
                    <a:cubicBezTo>
                      <a:pt x="8401" y="10854"/>
                      <a:pt x="8423" y="11366"/>
                      <a:pt x="8461" y="11883"/>
                    </a:cubicBezTo>
                    <a:cubicBezTo>
                      <a:pt x="8564" y="13228"/>
                      <a:pt x="8553" y="14567"/>
                      <a:pt x="8428" y="15906"/>
                    </a:cubicBezTo>
                    <a:cubicBezTo>
                      <a:pt x="8265" y="17605"/>
                      <a:pt x="7944" y="19287"/>
                      <a:pt x="7671" y="20969"/>
                    </a:cubicBezTo>
                    <a:cubicBezTo>
                      <a:pt x="7617" y="21323"/>
                      <a:pt x="7677" y="21622"/>
                      <a:pt x="7878" y="21900"/>
                    </a:cubicBezTo>
                    <a:cubicBezTo>
                      <a:pt x="8042" y="22123"/>
                      <a:pt x="8210" y="22330"/>
                      <a:pt x="8330" y="22575"/>
                    </a:cubicBezTo>
                    <a:cubicBezTo>
                      <a:pt x="8444" y="22674"/>
                      <a:pt x="8703" y="22727"/>
                      <a:pt x="8948" y="22727"/>
                    </a:cubicBezTo>
                    <a:cubicBezTo>
                      <a:pt x="9158" y="22727"/>
                      <a:pt x="9358" y="22688"/>
                      <a:pt x="9446" y="22608"/>
                    </a:cubicBezTo>
                    <a:cubicBezTo>
                      <a:pt x="9484" y="22569"/>
                      <a:pt x="9528" y="22504"/>
                      <a:pt x="9522" y="22455"/>
                    </a:cubicBezTo>
                    <a:cubicBezTo>
                      <a:pt x="9484" y="22172"/>
                      <a:pt x="9397" y="21845"/>
                      <a:pt x="9163" y="21726"/>
                    </a:cubicBezTo>
                    <a:cubicBezTo>
                      <a:pt x="8880" y="21579"/>
                      <a:pt x="8853" y="21361"/>
                      <a:pt x="8831" y="21132"/>
                    </a:cubicBezTo>
                    <a:cubicBezTo>
                      <a:pt x="8787" y="20729"/>
                      <a:pt x="8847" y="20332"/>
                      <a:pt x="8962" y="19951"/>
                    </a:cubicBezTo>
                    <a:cubicBezTo>
                      <a:pt x="9332" y="18693"/>
                      <a:pt x="9806" y="17463"/>
                      <a:pt x="9904" y="16135"/>
                    </a:cubicBezTo>
                    <a:cubicBezTo>
                      <a:pt x="9974" y="15204"/>
                      <a:pt x="10094" y="14273"/>
                      <a:pt x="10159" y="13336"/>
                    </a:cubicBezTo>
                    <a:cubicBezTo>
                      <a:pt x="10219" y="12482"/>
                      <a:pt x="10105" y="11632"/>
                      <a:pt x="9963" y="10783"/>
                    </a:cubicBezTo>
                    <a:cubicBezTo>
                      <a:pt x="9724" y="9319"/>
                      <a:pt x="9011" y="8110"/>
                      <a:pt x="7955" y="7114"/>
                    </a:cubicBezTo>
                    <a:cubicBezTo>
                      <a:pt x="6931" y="6150"/>
                      <a:pt x="5772" y="5339"/>
                      <a:pt x="4688" y="4446"/>
                    </a:cubicBezTo>
                    <a:cubicBezTo>
                      <a:pt x="3828" y="3739"/>
                      <a:pt x="2952" y="3047"/>
                      <a:pt x="2178" y="2236"/>
                    </a:cubicBezTo>
                    <a:cubicBezTo>
                      <a:pt x="1982" y="2035"/>
                      <a:pt x="1748" y="1882"/>
                      <a:pt x="1514" y="1719"/>
                    </a:cubicBezTo>
                    <a:cubicBezTo>
                      <a:pt x="959" y="1343"/>
                      <a:pt x="698" y="772"/>
                      <a:pt x="551" y="135"/>
                    </a:cubicBezTo>
                    <a:cubicBezTo>
                      <a:pt x="488" y="38"/>
                      <a:pt x="426" y="1"/>
                      <a:pt x="366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9" name="Google Shape;1319;p30"/>
              <p:cNvSpPr/>
              <p:nvPr/>
            </p:nvSpPr>
            <p:spPr>
              <a:xfrm>
                <a:off x="5786851" y="-61007"/>
                <a:ext cx="845122" cy="1034118"/>
              </a:xfrm>
              <a:custGeom>
                <a:rect b="b" l="l" r="r" t="t"/>
                <a:pathLst>
                  <a:path extrusionOk="0" h="17367" w="14193">
                    <a:moveTo>
                      <a:pt x="14193" y="0"/>
                    </a:moveTo>
                    <a:lnTo>
                      <a:pt x="14193" y="0"/>
                    </a:lnTo>
                    <a:cubicBezTo>
                      <a:pt x="13981" y="17"/>
                      <a:pt x="13839" y="109"/>
                      <a:pt x="13719" y="245"/>
                    </a:cubicBezTo>
                    <a:cubicBezTo>
                      <a:pt x="13529" y="648"/>
                      <a:pt x="13175" y="915"/>
                      <a:pt x="12903" y="1247"/>
                    </a:cubicBezTo>
                    <a:cubicBezTo>
                      <a:pt x="12304" y="1960"/>
                      <a:pt x="11672" y="2641"/>
                      <a:pt x="11123" y="3398"/>
                    </a:cubicBezTo>
                    <a:cubicBezTo>
                      <a:pt x="10758" y="3904"/>
                      <a:pt x="10486" y="4475"/>
                      <a:pt x="10094" y="4954"/>
                    </a:cubicBezTo>
                    <a:cubicBezTo>
                      <a:pt x="9261" y="5989"/>
                      <a:pt x="8488" y="7072"/>
                      <a:pt x="7475" y="7954"/>
                    </a:cubicBezTo>
                    <a:cubicBezTo>
                      <a:pt x="7382" y="8036"/>
                      <a:pt x="7306" y="8150"/>
                      <a:pt x="7219" y="8243"/>
                    </a:cubicBezTo>
                    <a:cubicBezTo>
                      <a:pt x="6816" y="8646"/>
                      <a:pt x="6364" y="8999"/>
                      <a:pt x="5929" y="9370"/>
                    </a:cubicBezTo>
                    <a:cubicBezTo>
                      <a:pt x="5869" y="9468"/>
                      <a:pt x="5826" y="9582"/>
                      <a:pt x="5744" y="9658"/>
                    </a:cubicBezTo>
                    <a:cubicBezTo>
                      <a:pt x="5303" y="10094"/>
                      <a:pt x="4900" y="10578"/>
                      <a:pt x="4350" y="10899"/>
                    </a:cubicBezTo>
                    <a:cubicBezTo>
                      <a:pt x="4187" y="10997"/>
                      <a:pt x="4045" y="11117"/>
                      <a:pt x="3953" y="11286"/>
                    </a:cubicBezTo>
                    <a:cubicBezTo>
                      <a:pt x="3975" y="11340"/>
                      <a:pt x="3947" y="11373"/>
                      <a:pt x="3909" y="11406"/>
                    </a:cubicBezTo>
                    <a:cubicBezTo>
                      <a:pt x="3163" y="12032"/>
                      <a:pt x="2505" y="12739"/>
                      <a:pt x="1846" y="13469"/>
                    </a:cubicBezTo>
                    <a:cubicBezTo>
                      <a:pt x="1258" y="14117"/>
                      <a:pt x="773" y="14835"/>
                      <a:pt x="235" y="15516"/>
                    </a:cubicBezTo>
                    <a:cubicBezTo>
                      <a:pt x="0" y="15815"/>
                      <a:pt x="60" y="16077"/>
                      <a:pt x="371" y="16305"/>
                    </a:cubicBezTo>
                    <a:cubicBezTo>
                      <a:pt x="654" y="16512"/>
                      <a:pt x="942" y="16719"/>
                      <a:pt x="1334" y="16850"/>
                    </a:cubicBezTo>
                    <a:cubicBezTo>
                      <a:pt x="1193" y="16871"/>
                      <a:pt x="1100" y="16866"/>
                      <a:pt x="1046" y="16953"/>
                    </a:cubicBezTo>
                    <a:cubicBezTo>
                      <a:pt x="1176" y="17133"/>
                      <a:pt x="1367" y="17236"/>
                      <a:pt x="1574" y="17318"/>
                    </a:cubicBezTo>
                    <a:cubicBezTo>
                      <a:pt x="1656" y="17349"/>
                      <a:pt x="1731" y="17366"/>
                      <a:pt x="1796" y="17366"/>
                    </a:cubicBezTo>
                    <a:cubicBezTo>
                      <a:pt x="1945" y="17366"/>
                      <a:pt x="2047" y="17277"/>
                      <a:pt x="2096" y="17073"/>
                    </a:cubicBezTo>
                    <a:cubicBezTo>
                      <a:pt x="2068" y="17054"/>
                      <a:pt x="2042" y="17046"/>
                      <a:pt x="2017" y="17046"/>
                    </a:cubicBezTo>
                    <a:cubicBezTo>
                      <a:pt x="1965" y="17046"/>
                      <a:pt x="1919" y="17080"/>
                      <a:pt x="1879" y="17105"/>
                    </a:cubicBezTo>
                    <a:cubicBezTo>
                      <a:pt x="1933" y="16860"/>
                      <a:pt x="2271" y="16850"/>
                      <a:pt x="2325" y="16588"/>
                    </a:cubicBezTo>
                    <a:cubicBezTo>
                      <a:pt x="2145" y="16376"/>
                      <a:pt x="2064" y="16087"/>
                      <a:pt x="1830" y="15913"/>
                    </a:cubicBezTo>
                    <a:cubicBezTo>
                      <a:pt x="1661" y="15793"/>
                      <a:pt x="1683" y="15674"/>
                      <a:pt x="1802" y="15499"/>
                    </a:cubicBezTo>
                    <a:cubicBezTo>
                      <a:pt x="2341" y="14716"/>
                      <a:pt x="3082" y="14122"/>
                      <a:pt x="3740" y="13447"/>
                    </a:cubicBezTo>
                    <a:cubicBezTo>
                      <a:pt x="4192" y="12984"/>
                      <a:pt x="4639" y="12516"/>
                      <a:pt x="5129" y="12092"/>
                    </a:cubicBezTo>
                    <a:cubicBezTo>
                      <a:pt x="6054" y="11302"/>
                      <a:pt x="7094" y="10638"/>
                      <a:pt x="7823" y="9636"/>
                    </a:cubicBezTo>
                    <a:cubicBezTo>
                      <a:pt x="7938" y="9473"/>
                      <a:pt x="8036" y="9293"/>
                      <a:pt x="8172" y="9152"/>
                    </a:cubicBezTo>
                    <a:cubicBezTo>
                      <a:pt x="8939" y="8341"/>
                      <a:pt x="9484" y="7382"/>
                      <a:pt x="10066" y="6441"/>
                    </a:cubicBezTo>
                    <a:cubicBezTo>
                      <a:pt x="10567" y="5630"/>
                      <a:pt x="10976" y="4775"/>
                      <a:pt x="11449" y="3947"/>
                    </a:cubicBezTo>
                    <a:cubicBezTo>
                      <a:pt x="11721" y="3474"/>
                      <a:pt x="12108" y="3060"/>
                      <a:pt x="12386" y="2592"/>
                    </a:cubicBezTo>
                    <a:cubicBezTo>
                      <a:pt x="12739" y="2004"/>
                      <a:pt x="13104" y="1438"/>
                      <a:pt x="13551" y="915"/>
                    </a:cubicBezTo>
                    <a:cubicBezTo>
                      <a:pt x="13790" y="643"/>
                      <a:pt x="14089" y="398"/>
                      <a:pt x="14193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0" name="Google Shape;1320;p30"/>
              <p:cNvSpPr/>
              <p:nvPr/>
            </p:nvSpPr>
            <p:spPr>
              <a:xfrm>
                <a:off x="6772639" y="2814658"/>
                <a:ext cx="494104" cy="998808"/>
              </a:xfrm>
              <a:custGeom>
                <a:rect b="b" l="l" r="r" t="t"/>
                <a:pathLst>
                  <a:path extrusionOk="0" h="16774" w="8298">
                    <a:moveTo>
                      <a:pt x="1334" y="1"/>
                    </a:moveTo>
                    <a:cubicBezTo>
                      <a:pt x="1231" y="839"/>
                      <a:pt x="540" y="1259"/>
                      <a:pt x="1" y="1803"/>
                    </a:cubicBezTo>
                    <a:cubicBezTo>
                      <a:pt x="88" y="1846"/>
                      <a:pt x="137" y="1879"/>
                      <a:pt x="191" y="1901"/>
                    </a:cubicBezTo>
                    <a:cubicBezTo>
                      <a:pt x="1999" y="2630"/>
                      <a:pt x="3648" y="3594"/>
                      <a:pt x="4998" y="5037"/>
                    </a:cubicBezTo>
                    <a:cubicBezTo>
                      <a:pt x="5978" y="6087"/>
                      <a:pt x="6664" y="7307"/>
                      <a:pt x="7072" y="8679"/>
                    </a:cubicBezTo>
                    <a:cubicBezTo>
                      <a:pt x="7301" y="9457"/>
                      <a:pt x="7437" y="10252"/>
                      <a:pt x="7513" y="11063"/>
                    </a:cubicBezTo>
                    <a:cubicBezTo>
                      <a:pt x="7617" y="12168"/>
                      <a:pt x="7573" y="13268"/>
                      <a:pt x="7350" y="14351"/>
                    </a:cubicBezTo>
                    <a:cubicBezTo>
                      <a:pt x="7170" y="15195"/>
                      <a:pt x="6844" y="15990"/>
                      <a:pt x="6506" y="16774"/>
                    </a:cubicBezTo>
                    <a:cubicBezTo>
                      <a:pt x="6713" y="16632"/>
                      <a:pt x="6746" y="16382"/>
                      <a:pt x="6871" y="16186"/>
                    </a:cubicBezTo>
                    <a:cubicBezTo>
                      <a:pt x="7786" y="14700"/>
                      <a:pt x="8020" y="13028"/>
                      <a:pt x="8194" y="11341"/>
                    </a:cubicBezTo>
                    <a:cubicBezTo>
                      <a:pt x="8297" y="10372"/>
                      <a:pt x="8031" y="9435"/>
                      <a:pt x="7856" y="8488"/>
                    </a:cubicBezTo>
                    <a:cubicBezTo>
                      <a:pt x="7481" y="6496"/>
                      <a:pt x="6501" y="4830"/>
                      <a:pt x="5151" y="3360"/>
                    </a:cubicBezTo>
                    <a:cubicBezTo>
                      <a:pt x="4470" y="2614"/>
                      <a:pt x="3790" y="1868"/>
                      <a:pt x="3022" y="1210"/>
                    </a:cubicBezTo>
                    <a:cubicBezTo>
                      <a:pt x="2489" y="758"/>
                      <a:pt x="1982" y="290"/>
                      <a:pt x="1334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1" name="Google Shape;1321;p30"/>
              <p:cNvSpPr/>
              <p:nvPr/>
            </p:nvSpPr>
            <p:spPr>
              <a:xfrm>
                <a:off x="6230292" y="1031189"/>
                <a:ext cx="977431" cy="457365"/>
              </a:xfrm>
              <a:custGeom>
                <a:rect b="b" l="l" r="r" t="t"/>
                <a:pathLst>
                  <a:path extrusionOk="0" h="7681" w="16415">
                    <a:moveTo>
                      <a:pt x="706" y="1"/>
                    </a:moveTo>
                    <a:cubicBezTo>
                      <a:pt x="592" y="1"/>
                      <a:pt x="478" y="28"/>
                      <a:pt x="376" y="97"/>
                    </a:cubicBezTo>
                    <a:cubicBezTo>
                      <a:pt x="224" y="206"/>
                      <a:pt x="17" y="320"/>
                      <a:pt x="6" y="500"/>
                    </a:cubicBezTo>
                    <a:cubicBezTo>
                      <a:pt x="1" y="696"/>
                      <a:pt x="257" y="712"/>
                      <a:pt x="404" y="789"/>
                    </a:cubicBezTo>
                    <a:cubicBezTo>
                      <a:pt x="643" y="799"/>
                      <a:pt x="861" y="887"/>
                      <a:pt x="1090" y="936"/>
                    </a:cubicBezTo>
                    <a:cubicBezTo>
                      <a:pt x="2750" y="1279"/>
                      <a:pt x="4400" y="1665"/>
                      <a:pt x="6038" y="2090"/>
                    </a:cubicBezTo>
                    <a:cubicBezTo>
                      <a:pt x="7448" y="2454"/>
                      <a:pt x="8826" y="2901"/>
                      <a:pt x="10148" y="3511"/>
                    </a:cubicBezTo>
                    <a:cubicBezTo>
                      <a:pt x="11964" y="4351"/>
                      <a:pt x="13673" y="5367"/>
                      <a:pt x="15275" y="6565"/>
                    </a:cubicBezTo>
                    <a:lnTo>
                      <a:pt x="15275" y="6565"/>
                    </a:lnTo>
                    <a:cubicBezTo>
                      <a:pt x="14588" y="6052"/>
                      <a:pt x="13865" y="5590"/>
                      <a:pt x="13132" y="5144"/>
                    </a:cubicBezTo>
                    <a:cubicBezTo>
                      <a:pt x="13041" y="5086"/>
                      <a:pt x="12950" y="5000"/>
                      <a:pt x="12835" y="5000"/>
                    </a:cubicBezTo>
                    <a:cubicBezTo>
                      <a:pt x="12799" y="5000"/>
                      <a:pt x="12760" y="5008"/>
                      <a:pt x="12718" y="5029"/>
                    </a:cubicBezTo>
                    <a:cubicBezTo>
                      <a:pt x="12745" y="5073"/>
                      <a:pt x="12762" y="5122"/>
                      <a:pt x="12794" y="5144"/>
                    </a:cubicBezTo>
                    <a:cubicBezTo>
                      <a:pt x="13671" y="5775"/>
                      <a:pt x="14542" y="6412"/>
                      <a:pt x="15424" y="7033"/>
                    </a:cubicBezTo>
                    <a:cubicBezTo>
                      <a:pt x="15745" y="7261"/>
                      <a:pt x="16082" y="7463"/>
                      <a:pt x="16414" y="7681"/>
                    </a:cubicBezTo>
                    <a:cubicBezTo>
                      <a:pt x="16338" y="7506"/>
                      <a:pt x="16218" y="7398"/>
                      <a:pt x="16126" y="7261"/>
                    </a:cubicBezTo>
                    <a:cubicBezTo>
                      <a:pt x="15435" y="6265"/>
                      <a:pt x="14694" y="5323"/>
                      <a:pt x="13790" y="4507"/>
                    </a:cubicBezTo>
                    <a:cubicBezTo>
                      <a:pt x="13056" y="3843"/>
                      <a:pt x="12255" y="3304"/>
                      <a:pt x="11401" y="2836"/>
                    </a:cubicBezTo>
                    <a:cubicBezTo>
                      <a:pt x="9522" y="1801"/>
                      <a:pt x="7503" y="1170"/>
                      <a:pt x="5434" y="647"/>
                    </a:cubicBezTo>
                    <a:cubicBezTo>
                      <a:pt x="4309" y="360"/>
                      <a:pt x="3198" y="68"/>
                      <a:pt x="2037" y="68"/>
                    </a:cubicBezTo>
                    <a:cubicBezTo>
                      <a:pt x="1900" y="68"/>
                      <a:pt x="1762" y="72"/>
                      <a:pt x="1623" y="81"/>
                    </a:cubicBezTo>
                    <a:cubicBezTo>
                      <a:pt x="1552" y="86"/>
                      <a:pt x="1481" y="89"/>
                      <a:pt x="1410" y="89"/>
                    </a:cubicBezTo>
                    <a:cubicBezTo>
                      <a:pt x="1249" y="89"/>
                      <a:pt x="1089" y="73"/>
                      <a:pt x="926" y="32"/>
                    </a:cubicBezTo>
                    <a:cubicBezTo>
                      <a:pt x="855" y="13"/>
                      <a:pt x="781" y="1"/>
                      <a:pt x="706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2" name="Google Shape;1322;p30"/>
              <p:cNvSpPr/>
              <p:nvPr/>
            </p:nvSpPr>
            <p:spPr>
              <a:xfrm>
                <a:off x="6156097" y="443230"/>
                <a:ext cx="848040" cy="441705"/>
              </a:xfrm>
              <a:custGeom>
                <a:rect b="b" l="l" r="r" t="t"/>
                <a:pathLst>
                  <a:path extrusionOk="0" h="7418" w="14242">
                    <a:moveTo>
                      <a:pt x="14091" y="0"/>
                    </a:moveTo>
                    <a:cubicBezTo>
                      <a:pt x="14030" y="0"/>
                      <a:pt x="13968" y="21"/>
                      <a:pt x="13910" y="36"/>
                    </a:cubicBezTo>
                    <a:cubicBezTo>
                      <a:pt x="12979" y="254"/>
                      <a:pt x="12048" y="466"/>
                      <a:pt x="11188" y="907"/>
                    </a:cubicBezTo>
                    <a:cubicBezTo>
                      <a:pt x="10643" y="1185"/>
                      <a:pt x="10088" y="1441"/>
                      <a:pt x="9549" y="1729"/>
                    </a:cubicBezTo>
                    <a:cubicBezTo>
                      <a:pt x="7932" y="2584"/>
                      <a:pt x="6408" y="3596"/>
                      <a:pt x="4873" y="4582"/>
                    </a:cubicBezTo>
                    <a:cubicBezTo>
                      <a:pt x="3669" y="5349"/>
                      <a:pt x="2439" y="6073"/>
                      <a:pt x="1154" y="6694"/>
                    </a:cubicBezTo>
                    <a:cubicBezTo>
                      <a:pt x="879" y="6827"/>
                      <a:pt x="599" y="7000"/>
                      <a:pt x="270" y="7000"/>
                    </a:cubicBezTo>
                    <a:cubicBezTo>
                      <a:pt x="235" y="7000"/>
                      <a:pt x="200" y="6998"/>
                      <a:pt x="163" y="6993"/>
                    </a:cubicBezTo>
                    <a:cubicBezTo>
                      <a:pt x="0" y="7097"/>
                      <a:pt x="0" y="7097"/>
                      <a:pt x="27" y="7124"/>
                    </a:cubicBezTo>
                    <a:cubicBezTo>
                      <a:pt x="255" y="7310"/>
                      <a:pt x="495" y="7418"/>
                      <a:pt x="750" y="7418"/>
                    </a:cubicBezTo>
                    <a:cubicBezTo>
                      <a:pt x="898" y="7418"/>
                      <a:pt x="1051" y="7382"/>
                      <a:pt x="1209" y="7304"/>
                    </a:cubicBezTo>
                    <a:cubicBezTo>
                      <a:pt x="1465" y="7184"/>
                      <a:pt x="1704" y="7026"/>
                      <a:pt x="1960" y="6923"/>
                    </a:cubicBezTo>
                    <a:cubicBezTo>
                      <a:pt x="3049" y="6471"/>
                      <a:pt x="4105" y="5959"/>
                      <a:pt x="5107" y="5338"/>
                    </a:cubicBezTo>
                    <a:cubicBezTo>
                      <a:pt x="6059" y="4740"/>
                      <a:pt x="7012" y="4141"/>
                      <a:pt x="7986" y="3575"/>
                    </a:cubicBezTo>
                    <a:cubicBezTo>
                      <a:pt x="9582" y="2649"/>
                      <a:pt x="11226" y="1811"/>
                      <a:pt x="12853" y="945"/>
                    </a:cubicBezTo>
                    <a:cubicBezTo>
                      <a:pt x="13332" y="689"/>
                      <a:pt x="13844" y="455"/>
                      <a:pt x="14242" y="63"/>
                    </a:cubicBezTo>
                    <a:cubicBezTo>
                      <a:pt x="14194" y="16"/>
                      <a:pt x="14143" y="0"/>
                      <a:pt x="14091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3" name="Google Shape;1323;p30"/>
              <p:cNvSpPr/>
              <p:nvPr/>
            </p:nvSpPr>
            <p:spPr>
              <a:xfrm>
                <a:off x="5888616" y="915312"/>
                <a:ext cx="568655" cy="1431640"/>
              </a:xfrm>
              <a:custGeom>
                <a:rect b="b" l="l" r="r" t="t"/>
                <a:pathLst>
                  <a:path extrusionOk="0" h="24043" w="9550">
                    <a:moveTo>
                      <a:pt x="1467" y="1"/>
                    </a:moveTo>
                    <a:cubicBezTo>
                      <a:pt x="1190" y="1"/>
                      <a:pt x="905" y="59"/>
                      <a:pt x="616" y="192"/>
                    </a:cubicBezTo>
                    <a:cubicBezTo>
                      <a:pt x="360" y="361"/>
                      <a:pt x="99" y="519"/>
                      <a:pt x="1" y="846"/>
                    </a:cubicBezTo>
                    <a:cubicBezTo>
                      <a:pt x="4" y="846"/>
                      <a:pt x="7" y="846"/>
                      <a:pt x="9" y="846"/>
                    </a:cubicBezTo>
                    <a:cubicBezTo>
                      <a:pt x="177" y="846"/>
                      <a:pt x="248" y="687"/>
                      <a:pt x="387" y="677"/>
                    </a:cubicBezTo>
                    <a:cubicBezTo>
                      <a:pt x="654" y="388"/>
                      <a:pt x="1008" y="274"/>
                      <a:pt x="1373" y="268"/>
                    </a:cubicBezTo>
                    <a:cubicBezTo>
                      <a:pt x="1385" y="268"/>
                      <a:pt x="1398" y="268"/>
                      <a:pt x="1411" y="268"/>
                    </a:cubicBezTo>
                    <a:cubicBezTo>
                      <a:pt x="2493" y="268"/>
                      <a:pt x="3144" y="959"/>
                      <a:pt x="3774" y="1804"/>
                    </a:cubicBezTo>
                    <a:cubicBezTo>
                      <a:pt x="3659" y="1793"/>
                      <a:pt x="3616" y="1798"/>
                      <a:pt x="3572" y="1787"/>
                    </a:cubicBezTo>
                    <a:cubicBezTo>
                      <a:pt x="2881" y="1575"/>
                      <a:pt x="2184" y="1368"/>
                      <a:pt x="1465" y="1238"/>
                    </a:cubicBezTo>
                    <a:cubicBezTo>
                      <a:pt x="1374" y="1222"/>
                      <a:pt x="1281" y="1206"/>
                      <a:pt x="1194" y="1206"/>
                    </a:cubicBezTo>
                    <a:cubicBezTo>
                      <a:pt x="1072" y="1206"/>
                      <a:pt x="962" y="1236"/>
                      <a:pt x="883" y="1341"/>
                    </a:cubicBezTo>
                    <a:cubicBezTo>
                      <a:pt x="719" y="1553"/>
                      <a:pt x="578" y="1842"/>
                      <a:pt x="709" y="2103"/>
                    </a:cubicBezTo>
                    <a:cubicBezTo>
                      <a:pt x="948" y="2571"/>
                      <a:pt x="1128" y="3088"/>
                      <a:pt x="1514" y="3464"/>
                    </a:cubicBezTo>
                    <a:cubicBezTo>
                      <a:pt x="1950" y="3894"/>
                      <a:pt x="2374" y="4335"/>
                      <a:pt x="2696" y="4858"/>
                    </a:cubicBezTo>
                    <a:cubicBezTo>
                      <a:pt x="3011" y="5364"/>
                      <a:pt x="3567" y="5614"/>
                      <a:pt x="3953" y="6039"/>
                    </a:cubicBezTo>
                    <a:cubicBezTo>
                      <a:pt x="4465" y="6600"/>
                      <a:pt x="5069" y="7035"/>
                      <a:pt x="5679" y="7487"/>
                    </a:cubicBezTo>
                    <a:cubicBezTo>
                      <a:pt x="6686" y="8233"/>
                      <a:pt x="7503" y="9175"/>
                      <a:pt x="8276" y="10160"/>
                    </a:cubicBezTo>
                    <a:cubicBezTo>
                      <a:pt x="8847" y="10884"/>
                      <a:pt x="9234" y="11652"/>
                      <a:pt x="9234" y="12561"/>
                    </a:cubicBezTo>
                    <a:cubicBezTo>
                      <a:pt x="9245" y="14134"/>
                      <a:pt x="9272" y="15713"/>
                      <a:pt x="9130" y="17292"/>
                    </a:cubicBezTo>
                    <a:cubicBezTo>
                      <a:pt x="8978" y="18941"/>
                      <a:pt x="8613" y="20558"/>
                      <a:pt x="8423" y="22202"/>
                    </a:cubicBezTo>
                    <a:cubicBezTo>
                      <a:pt x="8368" y="22703"/>
                      <a:pt x="8368" y="23166"/>
                      <a:pt x="8755" y="23547"/>
                    </a:cubicBezTo>
                    <a:cubicBezTo>
                      <a:pt x="8891" y="23737"/>
                      <a:pt x="9054" y="23906"/>
                      <a:pt x="9250" y="24042"/>
                    </a:cubicBezTo>
                    <a:lnTo>
                      <a:pt x="9250" y="24037"/>
                    </a:lnTo>
                    <a:cubicBezTo>
                      <a:pt x="9332" y="23776"/>
                      <a:pt x="9103" y="23650"/>
                      <a:pt x="8994" y="23476"/>
                    </a:cubicBezTo>
                    <a:cubicBezTo>
                      <a:pt x="8836" y="23231"/>
                      <a:pt x="8613" y="23019"/>
                      <a:pt x="8651" y="22698"/>
                    </a:cubicBezTo>
                    <a:cubicBezTo>
                      <a:pt x="8787" y="21522"/>
                      <a:pt x="9060" y="20368"/>
                      <a:pt x="9207" y="19197"/>
                    </a:cubicBezTo>
                    <a:cubicBezTo>
                      <a:pt x="9337" y="18136"/>
                      <a:pt x="9506" y="17085"/>
                      <a:pt x="9528" y="16012"/>
                    </a:cubicBezTo>
                    <a:cubicBezTo>
                      <a:pt x="9539" y="15310"/>
                      <a:pt x="9550" y="14597"/>
                      <a:pt x="9517" y="13895"/>
                    </a:cubicBezTo>
                    <a:cubicBezTo>
                      <a:pt x="9484" y="13274"/>
                      <a:pt x="9468" y="12654"/>
                      <a:pt x="9365" y="12038"/>
                    </a:cubicBezTo>
                    <a:cubicBezTo>
                      <a:pt x="9223" y="11216"/>
                      <a:pt x="8766" y="10585"/>
                      <a:pt x="8265" y="9948"/>
                    </a:cubicBezTo>
                    <a:cubicBezTo>
                      <a:pt x="7492" y="8946"/>
                      <a:pt x="6648" y="8021"/>
                      <a:pt x="5679" y="7215"/>
                    </a:cubicBezTo>
                    <a:cubicBezTo>
                      <a:pt x="5260" y="6872"/>
                      <a:pt x="4775" y="6600"/>
                      <a:pt x="4443" y="6170"/>
                    </a:cubicBezTo>
                    <a:cubicBezTo>
                      <a:pt x="4193" y="5832"/>
                      <a:pt x="3893" y="5560"/>
                      <a:pt x="3556" y="5315"/>
                    </a:cubicBezTo>
                    <a:cubicBezTo>
                      <a:pt x="3392" y="5195"/>
                      <a:pt x="3267" y="5048"/>
                      <a:pt x="3137" y="4901"/>
                    </a:cubicBezTo>
                    <a:cubicBezTo>
                      <a:pt x="2788" y="4498"/>
                      <a:pt x="2614" y="3970"/>
                      <a:pt x="2184" y="3638"/>
                    </a:cubicBezTo>
                    <a:cubicBezTo>
                      <a:pt x="1661" y="3235"/>
                      <a:pt x="1389" y="2658"/>
                      <a:pt x="1084" y="2098"/>
                    </a:cubicBezTo>
                    <a:cubicBezTo>
                      <a:pt x="992" y="1929"/>
                      <a:pt x="1035" y="1776"/>
                      <a:pt x="1133" y="1635"/>
                    </a:cubicBezTo>
                    <a:cubicBezTo>
                      <a:pt x="1184" y="1566"/>
                      <a:pt x="1243" y="1533"/>
                      <a:pt x="1307" y="1533"/>
                    </a:cubicBezTo>
                    <a:cubicBezTo>
                      <a:pt x="1359" y="1533"/>
                      <a:pt x="1414" y="1555"/>
                      <a:pt x="1471" y="1597"/>
                    </a:cubicBezTo>
                    <a:cubicBezTo>
                      <a:pt x="2178" y="1689"/>
                      <a:pt x="2870" y="1885"/>
                      <a:pt x="3561" y="2054"/>
                    </a:cubicBezTo>
                    <a:cubicBezTo>
                      <a:pt x="3746" y="2103"/>
                      <a:pt x="3904" y="2141"/>
                      <a:pt x="3964" y="2375"/>
                    </a:cubicBezTo>
                    <a:cubicBezTo>
                      <a:pt x="3991" y="2482"/>
                      <a:pt x="4044" y="2531"/>
                      <a:pt x="4104" y="2531"/>
                    </a:cubicBezTo>
                    <a:cubicBezTo>
                      <a:pt x="4164" y="2531"/>
                      <a:pt x="4231" y="2484"/>
                      <a:pt x="4291" y="2397"/>
                    </a:cubicBezTo>
                    <a:cubicBezTo>
                      <a:pt x="4400" y="2228"/>
                      <a:pt x="4378" y="2076"/>
                      <a:pt x="4214" y="1967"/>
                    </a:cubicBezTo>
                    <a:cubicBezTo>
                      <a:pt x="4078" y="1874"/>
                      <a:pt x="4013" y="1744"/>
                      <a:pt x="3931" y="1613"/>
                    </a:cubicBezTo>
                    <a:cubicBezTo>
                      <a:pt x="3420" y="822"/>
                      <a:pt x="2505" y="1"/>
                      <a:pt x="1467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4" name="Google Shape;1324;p30"/>
              <p:cNvSpPr/>
              <p:nvPr/>
            </p:nvSpPr>
            <p:spPr>
              <a:xfrm>
                <a:off x="6124955" y="407681"/>
                <a:ext cx="685006" cy="405144"/>
              </a:xfrm>
              <a:custGeom>
                <a:rect b="b" l="l" r="r" t="t"/>
                <a:pathLst>
                  <a:path extrusionOk="0" h="6804" w="11504">
                    <a:moveTo>
                      <a:pt x="11359" y="1"/>
                    </a:moveTo>
                    <a:cubicBezTo>
                      <a:pt x="11300" y="1"/>
                      <a:pt x="11226" y="24"/>
                      <a:pt x="11172" y="40"/>
                    </a:cubicBezTo>
                    <a:cubicBezTo>
                      <a:pt x="10769" y="165"/>
                      <a:pt x="10371" y="295"/>
                      <a:pt x="9985" y="481"/>
                    </a:cubicBezTo>
                    <a:cubicBezTo>
                      <a:pt x="8907" y="998"/>
                      <a:pt x="7856" y="1586"/>
                      <a:pt x="6784" y="2119"/>
                    </a:cubicBezTo>
                    <a:cubicBezTo>
                      <a:pt x="4933" y="3045"/>
                      <a:pt x="3136" y="4057"/>
                      <a:pt x="1498" y="5337"/>
                    </a:cubicBezTo>
                    <a:cubicBezTo>
                      <a:pt x="1024" y="5707"/>
                      <a:pt x="561" y="6088"/>
                      <a:pt x="148" y="6523"/>
                    </a:cubicBezTo>
                    <a:cubicBezTo>
                      <a:pt x="88" y="6589"/>
                      <a:pt x="1" y="6665"/>
                      <a:pt x="77" y="6763"/>
                    </a:cubicBezTo>
                    <a:cubicBezTo>
                      <a:pt x="98" y="6792"/>
                      <a:pt x="121" y="6804"/>
                      <a:pt x="145" y="6804"/>
                    </a:cubicBezTo>
                    <a:cubicBezTo>
                      <a:pt x="183" y="6804"/>
                      <a:pt x="223" y="6775"/>
                      <a:pt x="256" y="6741"/>
                    </a:cubicBezTo>
                    <a:cubicBezTo>
                      <a:pt x="300" y="6621"/>
                      <a:pt x="414" y="6572"/>
                      <a:pt x="512" y="6512"/>
                    </a:cubicBezTo>
                    <a:cubicBezTo>
                      <a:pt x="1813" y="5750"/>
                      <a:pt x="3104" y="4977"/>
                      <a:pt x="4416" y="4237"/>
                    </a:cubicBezTo>
                    <a:cubicBezTo>
                      <a:pt x="6642" y="2968"/>
                      <a:pt x="8891" y="1727"/>
                      <a:pt x="11030" y="312"/>
                    </a:cubicBezTo>
                    <a:cubicBezTo>
                      <a:pt x="11068" y="284"/>
                      <a:pt x="11106" y="257"/>
                      <a:pt x="11146" y="257"/>
                    </a:cubicBezTo>
                    <a:cubicBezTo>
                      <a:pt x="11170" y="257"/>
                      <a:pt x="11195" y="266"/>
                      <a:pt x="11221" y="290"/>
                    </a:cubicBezTo>
                    <a:cubicBezTo>
                      <a:pt x="11357" y="274"/>
                      <a:pt x="11504" y="214"/>
                      <a:pt x="11460" y="61"/>
                    </a:cubicBezTo>
                    <a:cubicBezTo>
                      <a:pt x="11446" y="16"/>
                      <a:pt x="11407" y="1"/>
                      <a:pt x="11359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5" name="Google Shape;1325;p30"/>
              <p:cNvSpPr/>
              <p:nvPr/>
            </p:nvSpPr>
            <p:spPr>
              <a:xfrm>
                <a:off x="6165803" y="421853"/>
                <a:ext cx="907049" cy="442062"/>
              </a:xfrm>
              <a:custGeom>
                <a:rect b="b" l="l" r="r" t="t"/>
                <a:pathLst>
                  <a:path extrusionOk="0" h="7424" w="15233">
                    <a:moveTo>
                      <a:pt x="15106" y="0"/>
                    </a:moveTo>
                    <a:cubicBezTo>
                      <a:pt x="14967" y="0"/>
                      <a:pt x="14849" y="62"/>
                      <a:pt x="14726" y="62"/>
                    </a:cubicBezTo>
                    <a:cubicBezTo>
                      <a:pt x="14699" y="62"/>
                      <a:pt x="14672" y="59"/>
                      <a:pt x="14645" y="52"/>
                    </a:cubicBezTo>
                    <a:cubicBezTo>
                      <a:pt x="14592" y="27"/>
                      <a:pt x="14538" y="18"/>
                      <a:pt x="14483" y="18"/>
                    </a:cubicBezTo>
                    <a:cubicBezTo>
                      <a:pt x="14410" y="18"/>
                      <a:pt x="14336" y="34"/>
                      <a:pt x="14264" y="47"/>
                    </a:cubicBezTo>
                    <a:cubicBezTo>
                      <a:pt x="13180" y="232"/>
                      <a:pt x="12108" y="471"/>
                      <a:pt x="11112" y="950"/>
                    </a:cubicBezTo>
                    <a:cubicBezTo>
                      <a:pt x="9070" y="1925"/>
                      <a:pt x="7121" y="3063"/>
                      <a:pt x="5232" y="4304"/>
                    </a:cubicBezTo>
                    <a:cubicBezTo>
                      <a:pt x="3735" y="5289"/>
                      <a:pt x="2184" y="6176"/>
                      <a:pt x="632" y="7069"/>
                    </a:cubicBezTo>
                    <a:cubicBezTo>
                      <a:pt x="441" y="7200"/>
                      <a:pt x="229" y="7298"/>
                      <a:pt x="0" y="7352"/>
                    </a:cubicBezTo>
                    <a:cubicBezTo>
                      <a:pt x="49" y="7406"/>
                      <a:pt x="102" y="7424"/>
                      <a:pt x="157" y="7424"/>
                    </a:cubicBezTo>
                    <a:cubicBezTo>
                      <a:pt x="213" y="7424"/>
                      <a:pt x="272" y="7404"/>
                      <a:pt x="327" y="7385"/>
                    </a:cubicBezTo>
                    <a:cubicBezTo>
                      <a:pt x="648" y="7276"/>
                      <a:pt x="980" y="7189"/>
                      <a:pt x="1280" y="7026"/>
                    </a:cubicBezTo>
                    <a:cubicBezTo>
                      <a:pt x="2521" y="6351"/>
                      <a:pt x="3746" y="5654"/>
                      <a:pt x="4933" y="4892"/>
                    </a:cubicBezTo>
                    <a:cubicBezTo>
                      <a:pt x="6326" y="3999"/>
                      <a:pt x="7715" y="3090"/>
                      <a:pt x="9174" y="2295"/>
                    </a:cubicBezTo>
                    <a:cubicBezTo>
                      <a:pt x="10731" y="1451"/>
                      <a:pt x="12315" y="700"/>
                      <a:pt x="14079" y="422"/>
                    </a:cubicBezTo>
                    <a:cubicBezTo>
                      <a:pt x="14454" y="292"/>
                      <a:pt x="14830" y="161"/>
                      <a:pt x="15233" y="19"/>
                    </a:cubicBezTo>
                    <a:cubicBezTo>
                      <a:pt x="15188" y="6"/>
                      <a:pt x="15146" y="0"/>
                      <a:pt x="15106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6" name="Google Shape;1326;p30"/>
              <p:cNvSpPr/>
              <p:nvPr/>
            </p:nvSpPr>
            <p:spPr>
              <a:xfrm>
                <a:off x="6203377" y="404466"/>
                <a:ext cx="853935" cy="438370"/>
              </a:xfrm>
              <a:custGeom>
                <a:rect b="b" l="l" r="r" t="t"/>
                <a:pathLst>
                  <a:path extrusionOk="0" h="7362" w="14341">
                    <a:moveTo>
                      <a:pt x="14235" y="0"/>
                    </a:moveTo>
                    <a:cubicBezTo>
                      <a:pt x="14232" y="0"/>
                      <a:pt x="14229" y="1"/>
                      <a:pt x="14226" y="1"/>
                    </a:cubicBezTo>
                    <a:cubicBezTo>
                      <a:pt x="13371" y="115"/>
                      <a:pt x="12511" y="230"/>
                      <a:pt x="11700" y="551"/>
                    </a:cubicBezTo>
                    <a:cubicBezTo>
                      <a:pt x="10698" y="943"/>
                      <a:pt x="9795" y="1531"/>
                      <a:pt x="8842" y="2010"/>
                    </a:cubicBezTo>
                    <a:cubicBezTo>
                      <a:pt x="7911" y="2483"/>
                      <a:pt x="7007" y="3012"/>
                      <a:pt x="6109" y="3540"/>
                    </a:cubicBezTo>
                    <a:cubicBezTo>
                      <a:pt x="4427" y="4530"/>
                      <a:pt x="2843" y="5674"/>
                      <a:pt x="1122" y="6594"/>
                    </a:cubicBezTo>
                    <a:cubicBezTo>
                      <a:pt x="725" y="6806"/>
                      <a:pt x="300" y="6997"/>
                      <a:pt x="1" y="7361"/>
                    </a:cubicBezTo>
                    <a:cubicBezTo>
                      <a:pt x="192" y="7361"/>
                      <a:pt x="344" y="7263"/>
                      <a:pt x="491" y="7176"/>
                    </a:cubicBezTo>
                    <a:cubicBezTo>
                      <a:pt x="1732" y="6441"/>
                      <a:pt x="2995" y="5734"/>
                      <a:pt x="4215" y="4950"/>
                    </a:cubicBezTo>
                    <a:cubicBezTo>
                      <a:pt x="5891" y="3866"/>
                      <a:pt x="7557" y="2756"/>
                      <a:pt x="9359" y="1874"/>
                    </a:cubicBezTo>
                    <a:cubicBezTo>
                      <a:pt x="10339" y="1389"/>
                      <a:pt x="11324" y="926"/>
                      <a:pt x="12402" y="687"/>
                    </a:cubicBezTo>
                    <a:cubicBezTo>
                      <a:pt x="12941" y="567"/>
                      <a:pt x="13486" y="486"/>
                      <a:pt x="14014" y="344"/>
                    </a:cubicBezTo>
                    <a:cubicBezTo>
                      <a:pt x="14101" y="230"/>
                      <a:pt x="14275" y="202"/>
                      <a:pt x="14340" y="39"/>
                    </a:cubicBezTo>
                    <a:cubicBezTo>
                      <a:pt x="14296" y="24"/>
                      <a:pt x="14265" y="0"/>
                      <a:pt x="14235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7" name="Google Shape;1327;p30"/>
              <p:cNvSpPr/>
              <p:nvPr/>
            </p:nvSpPr>
            <p:spPr>
              <a:xfrm>
                <a:off x="6139841" y="-46418"/>
                <a:ext cx="469810" cy="549541"/>
              </a:xfrm>
              <a:custGeom>
                <a:rect b="b" l="l" r="r" t="t"/>
                <a:pathLst>
                  <a:path extrusionOk="0" h="9229" w="7890">
                    <a:moveTo>
                      <a:pt x="7791" y="0"/>
                    </a:moveTo>
                    <a:lnTo>
                      <a:pt x="7791" y="0"/>
                    </a:lnTo>
                    <a:cubicBezTo>
                      <a:pt x="7688" y="109"/>
                      <a:pt x="7595" y="235"/>
                      <a:pt x="7476" y="327"/>
                    </a:cubicBezTo>
                    <a:cubicBezTo>
                      <a:pt x="6583" y="1035"/>
                      <a:pt x="5902" y="1933"/>
                      <a:pt x="5195" y="2815"/>
                    </a:cubicBezTo>
                    <a:cubicBezTo>
                      <a:pt x="4715" y="3414"/>
                      <a:pt x="4416" y="4132"/>
                      <a:pt x="3926" y="4720"/>
                    </a:cubicBezTo>
                    <a:cubicBezTo>
                      <a:pt x="3115" y="5689"/>
                      <a:pt x="2375" y="6718"/>
                      <a:pt x="1444" y="7595"/>
                    </a:cubicBezTo>
                    <a:cubicBezTo>
                      <a:pt x="1155" y="7862"/>
                      <a:pt x="905" y="8177"/>
                      <a:pt x="600" y="8439"/>
                    </a:cubicBezTo>
                    <a:cubicBezTo>
                      <a:pt x="366" y="8635"/>
                      <a:pt x="132" y="8836"/>
                      <a:pt x="1" y="9125"/>
                    </a:cubicBezTo>
                    <a:cubicBezTo>
                      <a:pt x="22" y="9202"/>
                      <a:pt x="44" y="9229"/>
                      <a:pt x="66" y="9229"/>
                    </a:cubicBezTo>
                    <a:cubicBezTo>
                      <a:pt x="105" y="9229"/>
                      <a:pt x="144" y="9144"/>
                      <a:pt x="175" y="9119"/>
                    </a:cubicBezTo>
                    <a:cubicBezTo>
                      <a:pt x="937" y="8477"/>
                      <a:pt x="1623" y="7753"/>
                      <a:pt x="2326" y="7050"/>
                    </a:cubicBezTo>
                    <a:cubicBezTo>
                      <a:pt x="3197" y="6174"/>
                      <a:pt x="3932" y="5189"/>
                      <a:pt x="4617" y="4171"/>
                    </a:cubicBezTo>
                    <a:cubicBezTo>
                      <a:pt x="4993" y="3615"/>
                      <a:pt x="5352" y="3049"/>
                      <a:pt x="5777" y="2532"/>
                    </a:cubicBezTo>
                    <a:cubicBezTo>
                      <a:pt x="6430" y="1748"/>
                      <a:pt x="7094" y="975"/>
                      <a:pt x="7753" y="202"/>
                    </a:cubicBezTo>
                    <a:cubicBezTo>
                      <a:pt x="7802" y="142"/>
                      <a:pt x="7889" y="88"/>
                      <a:pt x="7791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8" name="Google Shape;1328;p30"/>
              <p:cNvSpPr/>
              <p:nvPr/>
            </p:nvSpPr>
            <p:spPr>
              <a:xfrm>
                <a:off x="6254289" y="1078112"/>
                <a:ext cx="903834" cy="359235"/>
              </a:xfrm>
              <a:custGeom>
                <a:rect b="b" l="l" r="r" t="t"/>
                <a:pathLst>
                  <a:path extrusionOk="0" h="6033" w="15179">
                    <a:moveTo>
                      <a:pt x="1" y="1"/>
                    </a:moveTo>
                    <a:cubicBezTo>
                      <a:pt x="235" y="71"/>
                      <a:pt x="469" y="158"/>
                      <a:pt x="703" y="213"/>
                    </a:cubicBezTo>
                    <a:cubicBezTo>
                      <a:pt x="2358" y="621"/>
                      <a:pt x="4013" y="1002"/>
                      <a:pt x="5657" y="1427"/>
                    </a:cubicBezTo>
                    <a:cubicBezTo>
                      <a:pt x="8014" y="2031"/>
                      <a:pt x="10268" y="2902"/>
                      <a:pt x="12315" y="4241"/>
                    </a:cubicBezTo>
                    <a:cubicBezTo>
                      <a:pt x="12435" y="4263"/>
                      <a:pt x="12527" y="4329"/>
                      <a:pt x="12631" y="4394"/>
                    </a:cubicBezTo>
                    <a:cubicBezTo>
                      <a:pt x="13464" y="4933"/>
                      <a:pt x="14302" y="5466"/>
                      <a:pt x="15179" y="6033"/>
                    </a:cubicBezTo>
                    <a:cubicBezTo>
                      <a:pt x="15146" y="5956"/>
                      <a:pt x="15140" y="5918"/>
                      <a:pt x="15119" y="5902"/>
                    </a:cubicBezTo>
                    <a:cubicBezTo>
                      <a:pt x="14830" y="5684"/>
                      <a:pt x="14547" y="5455"/>
                      <a:pt x="14253" y="5243"/>
                    </a:cubicBezTo>
                    <a:cubicBezTo>
                      <a:pt x="12320" y="3844"/>
                      <a:pt x="10235" y="2728"/>
                      <a:pt x="7987" y="1922"/>
                    </a:cubicBezTo>
                    <a:cubicBezTo>
                      <a:pt x="6060" y="1236"/>
                      <a:pt x="4062" y="828"/>
                      <a:pt x="2080" y="354"/>
                    </a:cubicBezTo>
                    <a:cubicBezTo>
                      <a:pt x="1394" y="197"/>
                      <a:pt x="708" y="50"/>
                      <a:pt x="1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9" name="Google Shape;1329;p30"/>
              <p:cNvSpPr/>
              <p:nvPr/>
            </p:nvSpPr>
            <p:spPr>
              <a:xfrm>
                <a:off x="6137936" y="418042"/>
                <a:ext cx="655174" cy="391092"/>
              </a:xfrm>
              <a:custGeom>
                <a:rect b="b" l="l" r="r" t="t"/>
                <a:pathLst>
                  <a:path extrusionOk="0" h="6568" w="11003">
                    <a:moveTo>
                      <a:pt x="10921" y="1"/>
                    </a:moveTo>
                    <a:cubicBezTo>
                      <a:pt x="10865" y="1"/>
                      <a:pt x="10804" y="96"/>
                      <a:pt x="10779" y="111"/>
                    </a:cubicBezTo>
                    <a:cubicBezTo>
                      <a:pt x="9783" y="660"/>
                      <a:pt x="8825" y="1281"/>
                      <a:pt x="7845" y="1858"/>
                    </a:cubicBezTo>
                    <a:cubicBezTo>
                      <a:pt x="6517" y="2642"/>
                      <a:pt x="5178" y="3404"/>
                      <a:pt x="3838" y="4155"/>
                    </a:cubicBezTo>
                    <a:cubicBezTo>
                      <a:pt x="2630" y="4836"/>
                      <a:pt x="1443" y="5549"/>
                      <a:pt x="262" y="6279"/>
                    </a:cubicBezTo>
                    <a:cubicBezTo>
                      <a:pt x="158" y="6338"/>
                      <a:pt x="0" y="6382"/>
                      <a:pt x="38" y="6567"/>
                    </a:cubicBezTo>
                    <a:cubicBezTo>
                      <a:pt x="1742" y="5685"/>
                      <a:pt x="3376" y="4678"/>
                      <a:pt x="5058" y="3758"/>
                    </a:cubicBezTo>
                    <a:cubicBezTo>
                      <a:pt x="6522" y="2958"/>
                      <a:pt x="7965" y="2114"/>
                      <a:pt x="9386" y="1243"/>
                    </a:cubicBezTo>
                    <a:cubicBezTo>
                      <a:pt x="9946" y="900"/>
                      <a:pt x="10464" y="492"/>
                      <a:pt x="11003" y="116"/>
                    </a:cubicBezTo>
                    <a:cubicBezTo>
                      <a:pt x="10981" y="29"/>
                      <a:pt x="10952" y="1"/>
                      <a:pt x="10921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0" name="Google Shape;1330;p30"/>
              <p:cNvSpPr/>
              <p:nvPr/>
            </p:nvSpPr>
            <p:spPr>
              <a:xfrm>
                <a:off x="6603111" y="2452260"/>
                <a:ext cx="318030" cy="269441"/>
              </a:xfrm>
              <a:custGeom>
                <a:rect b="b" l="l" r="r" t="t"/>
                <a:pathLst>
                  <a:path extrusionOk="0" h="4525" w="5341">
                    <a:moveTo>
                      <a:pt x="360" y="1"/>
                    </a:moveTo>
                    <a:cubicBezTo>
                      <a:pt x="28" y="158"/>
                      <a:pt x="0" y="295"/>
                      <a:pt x="235" y="599"/>
                    </a:cubicBezTo>
                    <a:cubicBezTo>
                      <a:pt x="338" y="725"/>
                      <a:pt x="485" y="768"/>
                      <a:pt x="616" y="850"/>
                    </a:cubicBezTo>
                    <a:cubicBezTo>
                      <a:pt x="1677" y="1503"/>
                      <a:pt x="2521" y="2407"/>
                      <a:pt x="3392" y="3278"/>
                    </a:cubicBezTo>
                    <a:cubicBezTo>
                      <a:pt x="3947" y="3833"/>
                      <a:pt x="4611" y="4203"/>
                      <a:pt x="5341" y="4525"/>
                    </a:cubicBezTo>
                    <a:cubicBezTo>
                      <a:pt x="5303" y="4405"/>
                      <a:pt x="5270" y="4323"/>
                      <a:pt x="5243" y="4236"/>
                    </a:cubicBezTo>
                    <a:cubicBezTo>
                      <a:pt x="5167" y="4024"/>
                      <a:pt x="4954" y="3991"/>
                      <a:pt x="4791" y="3893"/>
                    </a:cubicBezTo>
                    <a:cubicBezTo>
                      <a:pt x="4448" y="3686"/>
                      <a:pt x="4078" y="3501"/>
                      <a:pt x="3855" y="3158"/>
                    </a:cubicBezTo>
                    <a:cubicBezTo>
                      <a:pt x="3201" y="2173"/>
                      <a:pt x="2320" y="1411"/>
                      <a:pt x="1394" y="703"/>
                    </a:cubicBezTo>
                    <a:cubicBezTo>
                      <a:pt x="1067" y="447"/>
                      <a:pt x="784" y="115"/>
                      <a:pt x="360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1" name="Google Shape;1331;p30"/>
              <p:cNvSpPr/>
              <p:nvPr/>
            </p:nvSpPr>
            <p:spPr>
              <a:xfrm>
                <a:off x="6282157" y="1238887"/>
                <a:ext cx="367988" cy="299333"/>
              </a:xfrm>
              <a:custGeom>
                <a:rect b="b" l="l" r="r" t="t"/>
                <a:pathLst>
                  <a:path extrusionOk="0" h="5027" w="6180">
                    <a:moveTo>
                      <a:pt x="703" y="425"/>
                    </a:moveTo>
                    <a:lnTo>
                      <a:pt x="703" y="425"/>
                    </a:lnTo>
                    <a:cubicBezTo>
                      <a:pt x="769" y="490"/>
                      <a:pt x="839" y="550"/>
                      <a:pt x="912" y="606"/>
                    </a:cubicBezTo>
                    <a:lnTo>
                      <a:pt x="912" y="606"/>
                    </a:lnTo>
                    <a:cubicBezTo>
                      <a:pt x="828" y="556"/>
                      <a:pt x="745" y="508"/>
                      <a:pt x="703" y="425"/>
                    </a:cubicBezTo>
                    <a:close/>
                    <a:moveTo>
                      <a:pt x="321" y="1"/>
                    </a:moveTo>
                    <a:cubicBezTo>
                      <a:pt x="262" y="1"/>
                      <a:pt x="203" y="13"/>
                      <a:pt x="142" y="44"/>
                    </a:cubicBezTo>
                    <a:cubicBezTo>
                      <a:pt x="50" y="88"/>
                      <a:pt x="1" y="164"/>
                      <a:pt x="99" y="229"/>
                    </a:cubicBezTo>
                    <a:cubicBezTo>
                      <a:pt x="447" y="458"/>
                      <a:pt x="725" y="801"/>
                      <a:pt x="1155" y="915"/>
                    </a:cubicBezTo>
                    <a:cubicBezTo>
                      <a:pt x="1149" y="831"/>
                      <a:pt x="1117" y="770"/>
                      <a:pt x="1072" y="722"/>
                    </a:cubicBezTo>
                    <a:lnTo>
                      <a:pt x="1072" y="722"/>
                    </a:lnTo>
                    <a:cubicBezTo>
                      <a:pt x="1397" y="946"/>
                      <a:pt x="1758" y="1125"/>
                      <a:pt x="2080" y="1362"/>
                    </a:cubicBezTo>
                    <a:cubicBezTo>
                      <a:pt x="3474" y="2402"/>
                      <a:pt x="4704" y="3610"/>
                      <a:pt x="5908" y="4851"/>
                    </a:cubicBezTo>
                    <a:cubicBezTo>
                      <a:pt x="5972" y="4916"/>
                      <a:pt x="6013" y="5027"/>
                      <a:pt x="6116" y="5027"/>
                    </a:cubicBezTo>
                    <a:cubicBezTo>
                      <a:pt x="6135" y="5027"/>
                      <a:pt x="6156" y="5023"/>
                      <a:pt x="6180" y="5015"/>
                    </a:cubicBezTo>
                    <a:cubicBezTo>
                      <a:pt x="6163" y="4879"/>
                      <a:pt x="6087" y="4775"/>
                      <a:pt x="6011" y="4672"/>
                    </a:cubicBezTo>
                    <a:cubicBezTo>
                      <a:pt x="5184" y="3474"/>
                      <a:pt x="4193" y="2429"/>
                      <a:pt x="3055" y="1520"/>
                    </a:cubicBezTo>
                    <a:cubicBezTo>
                      <a:pt x="2293" y="915"/>
                      <a:pt x="1503" y="344"/>
                      <a:pt x="551" y="44"/>
                    </a:cubicBezTo>
                    <a:cubicBezTo>
                      <a:pt x="472" y="20"/>
                      <a:pt x="396" y="1"/>
                      <a:pt x="321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2" name="Google Shape;1332;p30"/>
              <p:cNvSpPr/>
              <p:nvPr/>
            </p:nvSpPr>
            <p:spPr>
              <a:xfrm>
                <a:off x="6624488" y="2447913"/>
                <a:ext cx="298618" cy="256639"/>
              </a:xfrm>
              <a:custGeom>
                <a:rect b="b" l="l" r="r" t="t"/>
                <a:pathLst>
                  <a:path extrusionOk="0" h="4310" w="5015">
                    <a:moveTo>
                      <a:pt x="47" y="0"/>
                    </a:moveTo>
                    <a:cubicBezTo>
                      <a:pt x="25" y="0"/>
                      <a:pt x="7" y="17"/>
                      <a:pt x="1" y="74"/>
                    </a:cubicBezTo>
                    <a:cubicBezTo>
                      <a:pt x="311" y="313"/>
                      <a:pt x="616" y="547"/>
                      <a:pt x="921" y="781"/>
                    </a:cubicBezTo>
                    <a:cubicBezTo>
                      <a:pt x="1699" y="1380"/>
                      <a:pt x="2494" y="1984"/>
                      <a:pt x="3049" y="2779"/>
                    </a:cubicBezTo>
                    <a:cubicBezTo>
                      <a:pt x="3539" y="3482"/>
                      <a:pt x="4160" y="3939"/>
                      <a:pt x="4884" y="4309"/>
                    </a:cubicBezTo>
                    <a:cubicBezTo>
                      <a:pt x="5015" y="4140"/>
                      <a:pt x="4824" y="4091"/>
                      <a:pt x="4753" y="4020"/>
                    </a:cubicBezTo>
                    <a:cubicBezTo>
                      <a:pt x="4421" y="3661"/>
                      <a:pt x="3959" y="3416"/>
                      <a:pt x="3703" y="2992"/>
                    </a:cubicBezTo>
                    <a:cubicBezTo>
                      <a:pt x="3256" y="2224"/>
                      <a:pt x="2603" y="1658"/>
                      <a:pt x="1955" y="1081"/>
                    </a:cubicBezTo>
                    <a:cubicBezTo>
                      <a:pt x="1422" y="613"/>
                      <a:pt x="817" y="253"/>
                      <a:pt x="137" y="41"/>
                    </a:cubicBezTo>
                    <a:cubicBezTo>
                      <a:pt x="114" y="35"/>
                      <a:pt x="77" y="0"/>
                      <a:pt x="47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3" name="Google Shape;1333;p30"/>
              <p:cNvSpPr/>
              <p:nvPr/>
            </p:nvSpPr>
            <p:spPr>
              <a:xfrm>
                <a:off x="5772560" y="610972"/>
                <a:ext cx="256163" cy="337203"/>
              </a:xfrm>
              <a:custGeom>
                <a:rect b="b" l="l" r="r" t="t"/>
                <a:pathLst>
                  <a:path extrusionOk="0" h="5663" w="4302">
                    <a:moveTo>
                      <a:pt x="4193" y="1"/>
                    </a:moveTo>
                    <a:lnTo>
                      <a:pt x="4193" y="1"/>
                    </a:lnTo>
                    <a:cubicBezTo>
                      <a:pt x="3539" y="567"/>
                      <a:pt x="2783" y="992"/>
                      <a:pt x="2222" y="1694"/>
                    </a:cubicBezTo>
                    <a:cubicBezTo>
                      <a:pt x="1612" y="2451"/>
                      <a:pt x="948" y="3158"/>
                      <a:pt x="387" y="3959"/>
                    </a:cubicBezTo>
                    <a:cubicBezTo>
                      <a:pt x="28" y="4476"/>
                      <a:pt x="1" y="4884"/>
                      <a:pt x="458" y="5200"/>
                    </a:cubicBezTo>
                    <a:cubicBezTo>
                      <a:pt x="714" y="5379"/>
                      <a:pt x="981" y="5559"/>
                      <a:pt x="1286" y="5663"/>
                    </a:cubicBezTo>
                    <a:cubicBezTo>
                      <a:pt x="1316" y="5655"/>
                      <a:pt x="1349" y="5654"/>
                      <a:pt x="1382" y="5654"/>
                    </a:cubicBezTo>
                    <a:cubicBezTo>
                      <a:pt x="1414" y="5654"/>
                      <a:pt x="1446" y="5655"/>
                      <a:pt x="1479" y="5655"/>
                    </a:cubicBezTo>
                    <a:cubicBezTo>
                      <a:pt x="1573" y="5655"/>
                      <a:pt x="1671" y="5643"/>
                      <a:pt x="1759" y="5548"/>
                    </a:cubicBezTo>
                    <a:cubicBezTo>
                      <a:pt x="1346" y="5412"/>
                      <a:pt x="1008" y="5200"/>
                      <a:pt x="681" y="4971"/>
                    </a:cubicBezTo>
                    <a:cubicBezTo>
                      <a:pt x="371" y="4753"/>
                      <a:pt x="311" y="4519"/>
                      <a:pt x="567" y="4242"/>
                    </a:cubicBezTo>
                    <a:cubicBezTo>
                      <a:pt x="807" y="3975"/>
                      <a:pt x="997" y="3681"/>
                      <a:pt x="1177" y="3382"/>
                    </a:cubicBezTo>
                    <a:cubicBezTo>
                      <a:pt x="1596" y="2685"/>
                      <a:pt x="2320" y="2255"/>
                      <a:pt x="2734" y="1558"/>
                    </a:cubicBezTo>
                    <a:cubicBezTo>
                      <a:pt x="2924" y="1237"/>
                      <a:pt x="3207" y="1008"/>
                      <a:pt x="3512" y="801"/>
                    </a:cubicBezTo>
                    <a:cubicBezTo>
                      <a:pt x="3757" y="632"/>
                      <a:pt x="3942" y="404"/>
                      <a:pt x="4155" y="197"/>
                    </a:cubicBezTo>
                    <a:cubicBezTo>
                      <a:pt x="4209" y="148"/>
                      <a:pt x="4302" y="88"/>
                      <a:pt x="4193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4" name="Google Shape;1334;p30"/>
              <p:cNvSpPr/>
              <p:nvPr/>
            </p:nvSpPr>
            <p:spPr>
              <a:xfrm>
                <a:off x="6311691" y="1257167"/>
                <a:ext cx="372156" cy="325294"/>
              </a:xfrm>
              <a:custGeom>
                <a:rect b="b" l="l" r="r" t="t"/>
                <a:pathLst>
                  <a:path extrusionOk="0" h="5463" w="6250">
                    <a:moveTo>
                      <a:pt x="61" y="1"/>
                    </a:moveTo>
                    <a:cubicBezTo>
                      <a:pt x="42" y="1"/>
                      <a:pt x="22" y="6"/>
                      <a:pt x="0" y="20"/>
                    </a:cubicBezTo>
                    <a:cubicBezTo>
                      <a:pt x="223" y="222"/>
                      <a:pt x="441" y="412"/>
                      <a:pt x="659" y="608"/>
                    </a:cubicBezTo>
                    <a:cubicBezTo>
                      <a:pt x="1350" y="1082"/>
                      <a:pt x="2036" y="1572"/>
                      <a:pt x="2641" y="2160"/>
                    </a:cubicBezTo>
                    <a:cubicBezTo>
                      <a:pt x="3452" y="2895"/>
                      <a:pt x="4214" y="3679"/>
                      <a:pt x="4982" y="4457"/>
                    </a:cubicBezTo>
                    <a:cubicBezTo>
                      <a:pt x="5286" y="4773"/>
                      <a:pt x="5640" y="5029"/>
                      <a:pt x="5951" y="5339"/>
                    </a:cubicBezTo>
                    <a:cubicBezTo>
                      <a:pt x="5998" y="5386"/>
                      <a:pt x="6061" y="5462"/>
                      <a:pt x="6128" y="5462"/>
                    </a:cubicBezTo>
                    <a:cubicBezTo>
                      <a:pt x="6169" y="5462"/>
                      <a:pt x="6210" y="5433"/>
                      <a:pt x="6250" y="5350"/>
                    </a:cubicBezTo>
                    <a:cubicBezTo>
                      <a:pt x="6065" y="5132"/>
                      <a:pt x="5874" y="4920"/>
                      <a:pt x="5684" y="4708"/>
                    </a:cubicBezTo>
                    <a:cubicBezTo>
                      <a:pt x="4987" y="4011"/>
                      <a:pt x="4296" y="3314"/>
                      <a:pt x="3588" y="2628"/>
                    </a:cubicBezTo>
                    <a:cubicBezTo>
                      <a:pt x="2553" y="1643"/>
                      <a:pt x="1416" y="810"/>
                      <a:pt x="202" y="69"/>
                    </a:cubicBezTo>
                    <a:cubicBezTo>
                      <a:pt x="162" y="45"/>
                      <a:pt x="115" y="1"/>
                      <a:pt x="61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5" name="Google Shape;1335;p30"/>
              <p:cNvSpPr/>
              <p:nvPr/>
            </p:nvSpPr>
            <p:spPr>
              <a:xfrm>
                <a:off x="6855944" y="-91316"/>
                <a:ext cx="167976" cy="120936"/>
              </a:xfrm>
              <a:custGeom>
                <a:rect b="b" l="l" r="r" t="t"/>
                <a:pathLst>
                  <a:path extrusionOk="0" h="2031" w="2821">
                    <a:moveTo>
                      <a:pt x="1995" y="0"/>
                    </a:moveTo>
                    <a:cubicBezTo>
                      <a:pt x="1777" y="0"/>
                      <a:pt x="1562" y="59"/>
                      <a:pt x="1422" y="183"/>
                    </a:cubicBezTo>
                    <a:cubicBezTo>
                      <a:pt x="1552" y="401"/>
                      <a:pt x="1792" y="362"/>
                      <a:pt x="1988" y="417"/>
                    </a:cubicBezTo>
                    <a:cubicBezTo>
                      <a:pt x="2140" y="460"/>
                      <a:pt x="2216" y="531"/>
                      <a:pt x="2064" y="646"/>
                    </a:cubicBezTo>
                    <a:cubicBezTo>
                      <a:pt x="1634" y="950"/>
                      <a:pt x="1198" y="1250"/>
                      <a:pt x="790" y="1587"/>
                    </a:cubicBezTo>
                    <a:cubicBezTo>
                      <a:pt x="743" y="1629"/>
                      <a:pt x="679" y="1656"/>
                      <a:pt x="615" y="1656"/>
                    </a:cubicBezTo>
                    <a:cubicBezTo>
                      <a:pt x="561" y="1656"/>
                      <a:pt x="508" y="1637"/>
                      <a:pt x="463" y="1593"/>
                    </a:cubicBezTo>
                    <a:cubicBezTo>
                      <a:pt x="349" y="1478"/>
                      <a:pt x="458" y="1375"/>
                      <a:pt x="518" y="1277"/>
                    </a:cubicBezTo>
                    <a:cubicBezTo>
                      <a:pt x="649" y="1076"/>
                      <a:pt x="866" y="923"/>
                      <a:pt x="926" y="667"/>
                    </a:cubicBezTo>
                    <a:cubicBezTo>
                      <a:pt x="887" y="643"/>
                      <a:pt x="852" y="633"/>
                      <a:pt x="820" y="633"/>
                    </a:cubicBezTo>
                    <a:cubicBezTo>
                      <a:pt x="731" y="633"/>
                      <a:pt x="665" y="711"/>
                      <a:pt x="605" y="771"/>
                    </a:cubicBezTo>
                    <a:cubicBezTo>
                      <a:pt x="463" y="907"/>
                      <a:pt x="333" y="1065"/>
                      <a:pt x="213" y="1223"/>
                    </a:cubicBezTo>
                    <a:cubicBezTo>
                      <a:pt x="72" y="1397"/>
                      <a:pt x="1" y="1609"/>
                      <a:pt x="131" y="1805"/>
                    </a:cubicBezTo>
                    <a:cubicBezTo>
                      <a:pt x="230" y="1960"/>
                      <a:pt x="377" y="2031"/>
                      <a:pt x="539" y="2031"/>
                    </a:cubicBezTo>
                    <a:cubicBezTo>
                      <a:pt x="610" y="2031"/>
                      <a:pt x="684" y="2017"/>
                      <a:pt x="757" y="1990"/>
                    </a:cubicBezTo>
                    <a:cubicBezTo>
                      <a:pt x="1482" y="1740"/>
                      <a:pt x="2091" y="1304"/>
                      <a:pt x="2663" y="809"/>
                    </a:cubicBezTo>
                    <a:cubicBezTo>
                      <a:pt x="2821" y="673"/>
                      <a:pt x="2821" y="471"/>
                      <a:pt x="2706" y="297"/>
                    </a:cubicBezTo>
                    <a:cubicBezTo>
                      <a:pt x="2579" y="104"/>
                      <a:pt x="2285" y="0"/>
                      <a:pt x="1995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6" name="Google Shape;1336;p30"/>
              <p:cNvSpPr/>
              <p:nvPr/>
            </p:nvSpPr>
            <p:spPr>
              <a:xfrm>
                <a:off x="6468893" y="1385728"/>
                <a:ext cx="272359" cy="251339"/>
              </a:xfrm>
              <a:custGeom>
                <a:rect b="b" l="l" r="r" t="t"/>
                <a:pathLst>
                  <a:path extrusionOk="0" h="4221" w="4574">
                    <a:moveTo>
                      <a:pt x="1" y="1"/>
                    </a:moveTo>
                    <a:lnTo>
                      <a:pt x="1" y="1"/>
                    </a:lnTo>
                    <a:cubicBezTo>
                      <a:pt x="33" y="50"/>
                      <a:pt x="60" y="104"/>
                      <a:pt x="99" y="142"/>
                    </a:cubicBezTo>
                    <a:cubicBezTo>
                      <a:pt x="654" y="687"/>
                      <a:pt x="1177" y="1253"/>
                      <a:pt x="1672" y="1846"/>
                    </a:cubicBezTo>
                    <a:cubicBezTo>
                      <a:pt x="2146" y="2413"/>
                      <a:pt x="2652" y="2946"/>
                      <a:pt x="3164" y="3485"/>
                    </a:cubicBezTo>
                    <a:cubicBezTo>
                      <a:pt x="3264" y="3590"/>
                      <a:pt x="3338" y="3643"/>
                      <a:pt x="3398" y="3643"/>
                    </a:cubicBezTo>
                    <a:cubicBezTo>
                      <a:pt x="3478" y="3643"/>
                      <a:pt x="3532" y="3549"/>
                      <a:pt x="3588" y="3360"/>
                    </a:cubicBezTo>
                    <a:cubicBezTo>
                      <a:pt x="3991" y="3578"/>
                      <a:pt x="4220" y="4002"/>
                      <a:pt x="4574" y="4220"/>
                    </a:cubicBezTo>
                    <a:cubicBezTo>
                      <a:pt x="4263" y="3888"/>
                      <a:pt x="3937" y="3540"/>
                      <a:pt x="3610" y="3191"/>
                    </a:cubicBezTo>
                    <a:cubicBezTo>
                      <a:pt x="3569" y="3228"/>
                      <a:pt x="3536" y="3242"/>
                      <a:pt x="3507" y="3242"/>
                    </a:cubicBezTo>
                    <a:cubicBezTo>
                      <a:pt x="3429" y="3242"/>
                      <a:pt x="3388" y="3136"/>
                      <a:pt x="3332" y="3088"/>
                    </a:cubicBezTo>
                    <a:cubicBezTo>
                      <a:pt x="2576" y="2429"/>
                      <a:pt x="1901" y="1694"/>
                      <a:pt x="1160" y="1014"/>
                    </a:cubicBezTo>
                    <a:cubicBezTo>
                      <a:pt x="785" y="671"/>
                      <a:pt x="458" y="257"/>
                      <a:pt x="1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7" name="Google Shape;1337;p30"/>
              <p:cNvSpPr/>
              <p:nvPr/>
            </p:nvSpPr>
            <p:spPr>
              <a:xfrm>
                <a:off x="5705154" y="2055503"/>
                <a:ext cx="154996" cy="89675"/>
              </a:xfrm>
              <a:custGeom>
                <a:rect b="b" l="l" r="r" t="t"/>
                <a:pathLst>
                  <a:path extrusionOk="0" h="1506" w="2603">
                    <a:moveTo>
                      <a:pt x="235" y="0"/>
                    </a:moveTo>
                    <a:cubicBezTo>
                      <a:pt x="175" y="11"/>
                      <a:pt x="120" y="17"/>
                      <a:pt x="1" y="38"/>
                    </a:cubicBezTo>
                    <a:cubicBezTo>
                      <a:pt x="828" y="349"/>
                      <a:pt x="1503" y="784"/>
                      <a:pt x="2205" y="1269"/>
                    </a:cubicBezTo>
                    <a:cubicBezTo>
                      <a:pt x="2154" y="1280"/>
                      <a:pt x="2106" y="1285"/>
                      <a:pt x="2061" y="1285"/>
                    </a:cubicBezTo>
                    <a:cubicBezTo>
                      <a:pt x="1875" y="1285"/>
                      <a:pt x="1733" y="1201"/>
                      <a:pt x="1585" y="1149"/>
                    </a:cubicBezTo>
                    <a:cubicBezTo>
                      <a:pt x="1247" y="1036"/>
                      <a:pt x="925" y="860"/>
                      <a:pt x="556" y="860"/>
                    </a:cubicBezTo>
                    <a:cubicBezTo>
                      <a:pt x="551" y="860"/>
                      <a:pt x="545" y="860"/>
                      <a:pt x="539" y="860"/>
                    </a:cubicBezTo>
                    <a:cubicBezTo>
                      <a:pt x="387" y="866"/>
                      <a:pt x="256" y="893"/>
                      <a:pt x="436" y="1067"/>
                    </a:cubicBezTo>
                    <a:cubicBezTo>
                      <a:pt x="817" y="1089"/>
                      <a:pt x="1176" y="1187"/>
                      <a:pt x="1525" y="1329"/>
                    </a:cubicBezTo>
                    <a:cubicBezTo>
                      <a:pt x="1739" y="1417"/>
                      <a:pt x="1953" y="1505"/>
                      <a:pt x="2187" y="1505"/>
                    </a:cubicBezTo>
                    <a:cubicBezTo>
                      <a:pt x="2227" y="1505"/>
                      <a:pt x="2268" y="1503"/>
                      <a:pt x="2309" y="1497"/>
                    </a:cubicBezTo>
                    <a:cubicBezTo>
                      <a:pt x="2328" y="1495"/>
                      <a:pt x="2350" y="1495"/>
                      <a:pt x="2372" y="1495"/>
                    </a:cubicBezTo>
                    <a:cubicBezTo>
                      <a:pt x="2377" y="1495"/>
                      <a:pt x="2382" y="1495"/>
                      <a:pt x="2388" y="1495"/>
                    </a:cubicBezTo>
                    <a:cubicBezTo>
                      <a:pt x="2470" y="1495"/>
                      <a:pt x="2555" y="1492"/>
                      <a:pt x="2576" y="1394"/>
                    </a:cubicBezTo>
                    <a:cubicBezTo>
                      <a:pt x="2603" y="1274"/>
                      <a:pt x="2472" y="1209"/>
                      <a:pt x="2385" y="1165"/>
                    </a:cubicBezTo>
                    <a:cubicBezTo>
                      <a:pt x="1998" y="986"/>
                      <a:pt x="1677" y="708"/>
                      <a:pt x="1318" y="485"/>
                    </a:cubicBezTo>
                    <a:cubicBezTo>
                      <a:pt x="980" y="272"/>
                      <a:pt x="616" y="109"/>
                      <a:pt x="235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8" name="Google Shape;1338;p30"/>
              <p:cNvSpPr/>
              <p:nvPr/>
            </p:nvSpPr>
            <p:spPr>
              <a:xfrm>
                <a:off x="6409883" y="2317388"/>
                <a:ext cx="29594" cy="29594"/>
              </a:xfrm>
              <a:custGeom>
                <a:rect b="b" l="l" r="r" t="t"/>
                <a:pathLst>
                  <a:path extrusionOk="0" h="497" w="497">
                    <a:moveTo>
                      <a:pt x="1" y="1"/>
                    </a:moveTo>
                    <a:cubicBezTo>
                      <a:pt x="82" y="251"/>
                      <a:pt x="246" y="415"/>
                      <a:pt x="496" y="496"/>
                    </a:cubicBezTo>
                    <a:cubicBezTo>
                      <a:pt x="355" y="306"/>
                      <a:pt x="191" y="137"/>
                      <a:pt x="1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9" name="Google Shape;1339;p30"/>
              <p:cNvSpPr/>
              <p:nvPr/>
            </p:nvSpPr>
            <p:spPr>
              <a:xfrm>
                <a:off x="5493169" y="1747828"/>
                <a:ext cx="225021" cy="153745"/>
              </a:xfrm>
              <a:custGeom>
                <a:rect b="b" l="l" r="r" t="t"/>
                <a:pathLst>
                  <a:path extrusionOk="0" h="2582" w="3779">
                    <a:moveTo>
                      <a:pt x="3718" y="1"/>
                    </a:moveTo>
                    <a:cubicBezTo>
                      <a:pt x="3446" y="72"/>
                      <a:pt x="3169" y="121"/>
                      <a:pt x="2913" y="224"/>
                    </a:cubicBezTo>
                    <a:cubicBezTo>
                      <a:pt x="2483" y="398"/>
                      <a:pt x="1960" y="398"/>
                      <a:pt x="1677" y="866"/>
                    </a:cubicBezTo>
                    <a:cubicBezTo>
                      <a:pt x="1644" y="920"/>
                      <a:pt x="1575" y="973"/>
                      <a:pt x="1503" y="973"/>
                    </a:cubicBezTo>
                    <a:cubicBezTo>
                      <a:pt x="1479" y="973"/>
                      <a:pt x="1455" y="967"/>
                      <a:pt x="1432" y="954"/>
                    </a:cubicBezTo>
                    <a:cubicBezTo>
                      <a:pt x="1350" y="910"/>
                      <a:pt x="1394" y="807"/>
                      <a:pt x="1383" y="730"/>
                    </a:cubicBezTo>
                    <a:cubicBezTo>
                      <a:pt x="1367" y="605"/>
                      <a:pt x="1416" y="474"/>
                      <a:pt x="1350" y="349"/>
                    </a:cubicBezTo>
                    <a:cubicBezTo>
                      <a:pt x="822" y="856"/>
                      <a:pt x="327" y="1378"/>
                      <a:pt x="27" y="2059"/>
                    </a:cubicBezTo>
                    <a:cubicBezTo>
                      <a:pt x="109" y="2064"/>
                      <a:pt x="185" y="2075"/>
                      <a:pt x="272" y="2086"/>
                    </a:cubicBezTo>
                    <a:cubicBezTo>
                      <a:pt x="207" y="2260"/>
                      <a:pt x="0" y="2369"/>
                      <a:pt x="65" y="2581"/>
                    </a:cubicBezTo>
                    <a:cubicBezTo>
                      <a:pt x="197" y="2567"/>
                      <a:pt x="250" y="2333"/>
                      <a:pt x="373" y="2333"/>
                    </a:cubicBezTo>
                    <a:cubicBezTo>
                      <a:pt x="434" y="2333"/>
                      <a:pt x="513" y="2390"/>
                      <a:pt x="626" y="2560"/>
                    </a:cubicBezTo>
                    <a:cubicBezTo>
                      <a:pt x="517" y="2059"/>
                      <a:pt x="790" y="1955"/>
                      <a:pt x="1056" y="1841"/>
                    </a:cubicBezTo>
                    <a:cubicBezTo>
                      <a:pt x="1470" y="1661"/>
                      <a:pt x="1911" y="1531"/>
                      <a:pt x="2298" y="1286"/>
                    </a:cubicBezTo>
                    <a:cubicBezTo>
                      <a:pt x="2134" y="1090"/>
                      <a:pt x="2368" y="1057"/>
                      <a:pt x="2445" y="1008"/>
                    </a:cubicBezTo>
                    <a:cubicBezTo>
                      <a:pt x="2787" y="790"/>
                      <a:pt x="3207" y="763"/>
                      <a:pt x="3561" y="627"/>
                    </a:cubicBezTo>
                    <a:cubicBezTo>
                      <a:pt x="3109" y="284"/>
                      <a:pt x="3778" y="251"/>
                      <a:pt x="3718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0" name="Google Shape;1340;p30"/>
              <p:cNvSpPr/>
              <p:nvPr/>
            </p:nvSpPr>
            <p:spPr>
              <a:xfrm>
                <a:off x="5549857" y="2080096"/>
                <a:ext cx="79493" cy="237049"/>
              </a:xfrm>
              <a:custGeom>
                <a:rect b="b" l="l" r="r" t="t"/>
                <a:pathLst>
                  <a:path extrusionOk="0" h="3981" w="1335">
                    <a:moveTo>
                      <a:pt x="1335" y="1"/>
                    </a:moveTo>
                    <a:lnTo>
                      <a:pt x="1335" y="1"/>
                    </a:lnTo>
                    <a:cubicBezTo>
                      <a:pt x="1150" y="12"/>
                      <a:pt x="1062" y="126"/>
                      <a:pt x="986" y="240"/>
                    </a:cubicBezTo>
                    <a:cubicBezTo>
                      <a:pt x="872" y="344"/>
                      <a:pt x="845" y="475"/>
                      <a:pt x="834" y="622"/>
                    </a:cubicBezTo>
                    <a:cubicBezTo>
                      <a:pt x="823" y="752"/>
                      <a:pt x="796" y="877"/>
                      <a:pt x="736" y="992"/>
                    </a:cubicBezTo>
                    <a:cubicBezTo>
                      <a:pt x="684" y="1093"/>
                      <a:pt x="634" y="1141"/>
                      <a:pt x="587" y="1141"/>
                    </a:cubicBezTo>
                    <a:cubicBezTo>
                      <a:pt x="536" y="1141"/>
                      <a:pt x="487" y="1084"/>
                      <a:pt x="442" y="975"/>
                    </a:cubicBezTo>
                    <a:cubicBezTo>
                      <a:pt x="251" y="1106"/>
                      <a:pt x="197" y="1324"/>
                      <a:pt x="159" y="1520"/>
                    </a:cubicBezTo>
                    <a:cubicBezTo>
                      <a:pt x="1" y="2347"/>
                      <a:pt x="39" y="3169"/>
                      <a:pt x="289" y="3980"/>
                    </a:cubicBezTo>
                    <a:cubicBezTo>
                      <a:pt x="485" y="3877"/>
                      <a:pt x="447" y="3686"/>
                      <a:pt x="420" y="3540"/>
                    </a:cubicBezTo>
                    <a:cubicBezTo>
                      <a:pt x="317" y="3028"/>
                      <a:pt x="382" y="2511"/>
                      <a:pt x="355" y="1999"/>
                    </a:cubicBezTo>
                    <a:cubicBezTo>
                      <a:pt x="338" y="1759"/>
                      <a:pt x="409" y="1591"/>
                      <a:pt x="627" y="1493"/>
                    </a:cubicBezTo>
                    <a:cubicBezTo>
                      <a:pt x="932" y="1346"/>
                      <a:pt x="1090" y="1079"/>
                      <a:pt x="1122" y="769"/>
                    </a:cubicBezTo>
                    <a:cubicBezTo>
                      <a:pt x="1150" y="502"/>
                      <a:pt x="1193" y="251"/>
                      <a:pt x="1335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1" name="Google Shape;1341;p30"/>
              <p:cNvSpPr/>
              <p:nvPr/>
            </p:nvSpPr>
            <p:spPr>
              <a:xfrm>
                <a:off x="5586181" y="1831669"/>
                <a:ext cx="113195" cy="115577"/>
              </a:xfrm>
              <a:custGeom>
                <a:rect b="b" l="l" r="r" t="t"/>
                <a:pathLst>
                  <a:path extrusionOk="0" h="1941" w="1901">
                    <a:moveTo>
                      <a:pt x="1697" y="0"/>
                    </a:moveTo>
                    <a:cubicBezTo>
                      <a:pt x="1637" y="0"/>
                      <a:pt x="1575" y="26"/>
                      <a:pt x="1525" y="57"/>
                    </a:cubicBezTo>
                    <a:cubicBezTo>
                      <a:pt x="1144" y="308"/>
                      <a:pt x="757" y="558"/>
                      <a:pt x="398" y="836"/>
                    </a:cubicBezTo>
                    <a:cubicBezTo>
                      <a:pt x="240" y="956"/>
                      <a:pt x="66" y="1092"/>
                      <a:pt x="1" y="1326"/>
                    </a:cubicBezTo>
                    <a:cubicBezTo>
                      <a:pt x="469" y="956"/>
                      <a:pt x="953" y="618"/>
                      <a:pt x="1476" y="335"/>
                    </a:cubicBezTo>
                    <a:lnTo>
                      <a:pt x="1476" y="335"/>
                    </a:lnTo>
                    <a:cubicBezTo>
                      <a:pt x="1106" y="852"/>
                      <a:pt x="518" y="1217"/>
                      <a:pt x="501" y="1941"/>
                    </a:cubicBezTo>
                    <a:cubicBezTo>
                      <a:pt x="746" y="1478"/>
                      <a:pt x="1079" y="1092"/>
                      <a:pt x="1454" y="732"/>
                    </a:cubicBezTo>
                    <a:cubicBezTo>
                      <a:pt x="1579" y="613"/>
                      <a:pt x="1672" y="455"/>
                      <a:pt x="1759" y="302"/>
                    </a:cubicBezTo>
                    <a:cubicBezTo>
                      <a:pt x="1808" y="231"/>
                      <a:pt x="1901" y="139"/>
                      <a:pt x="1819" y="52"/>
                    </a:cubicBezTo>
                    <a:cubicBezTo>
                      <a:pt x="1784" y="15"/>
                      <a:pt x="1741" y="0"/>
                      <a:pt x="1697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2" name="Google Shape;1342;p30"/>
              <p:cNvSpPr/>
              <p:nvPr/>
            </p:nvSpPr>
            <p:spPr>
              <a:xfrm>
                <a:off x="5623456" y="1799693"/>
                <a:ext cx="174765" cy="151482"/>
              </a:xfrm>
              <a:custGeom>
                <a:rect b="b" l="l" r="r" t="t"/>
                <a:pathLst>
                  <a:path extrusionOk="0" h="2544" w="2935">
                    <a:moveTo>
                      <a:pt x="2935" y="1"/>
                    </a:moveTo>
                    <a:cubicBezTo>
                      <a:pt x="2369" y="1329"/>
                      <a:pt x="1160" y="1912"/>
                      <a:pt x="1" y="2543"/>
                    </a:cubicBezTo>
                    <a:cubicBezTo>
                      <a:pt x="1705" y="1890"/>
                      <a:pt x="2674" y="1041"/>
                      <a:pt x="2935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5572544" y="2094387"/>
                <a:ext cx="36084" cy="65857"/>
              </a:xfrm>
              <a:custGeom>
                <a:rect b="b" l="l" r="r" t="t"/>
                <a:pathLst>
                  <a:path extrusionOk="0" h="1106" w="606">
                    <a:moveTo>
                      <a:pt x="605" y="0"/>
                    </a:moveTo>
                    <a:lnTo>
                      <a:pt x="605" y="0"/>
                    </a:lnTo>
                    <a:cubicBezTo>
                      <a:pt x="562" y="6"/>
                      <a:pt x="513" y="11"/>
                      <a:pt x="469" y="17"/>
                    </a:cubicBezTo>
                    <a:cubicBezTo>
                      <a:pt x="377" y="131"/>
                      <a:pt x="235" y="202"/>
                      <a:pt x="175" y="343"/>
                    </a:cubicBezTo>
                    <a:cubicBezTo>
                      <a:pt x="137" y="474"/>
                      <a:pt x="99" y="605"/>
                      <a:pt x="61" y="735"/>
                    </a:cubicBezTo>
                    <a:cubicBezTo>
                      <a:pt x="72" y="861"/>
                      <a:pt x="1" y="986"/>
                      <a:pt x="83" y="1106"/>
                    </a:cubicBezTo>
                    <a:cubicBezTo>
                      <a:pt x="377" y="969"/>
                      <a:pt x="496" y="812"/>
                      <a:pt x="540" y="518"/>
                    </a:cubicBezTo>
                    <a:cubicBezTo>
                      <a:pt x="567" y="343"/>
                      <a:pt x="583" y="175"/>
                      <a:pt x="605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5473579" y="2116360"/>
                <a:ext cx="31618" cy="39538"/>
              </a:xfrm>
              <a:custGeom>
                <a:rect b="b" l="l" r="r" t="t"/>
                <a:pathLst>
                  <a:path extrusionOk="0" h="664" w="531">
                    <a:moveTo>
                      <a:pt x="328" y="1"/>
                    </a:moveTo>
                    <a:cubicBezTo>
                      <a:pt x="321" y="1"/>
                      <a:pt x="314" y="1"/>
                      <a:pt x="307" y="2"/>
                    </a:cubicBezTo>
                    <a:cubicBezTo>
                      <a:pt x="84" y="18"/>
                      <a:pt x="68" y="258"/>
                      <a:pt x="24" y="432"/>
                    </a:cubicBezTo>
                    <a:cubicBezTo>
                      <a:pt x="0" y="523"/>
                      <a:pt x="90" y="664"/>
                      <a:pt x="130" y="664"/>
                    </a:cubicBezTo>
                    <a:cubicBezTo>
                      <a:pt x="136" y="664"/>
                      <a:pt x="141" y="661"/>
                      <a:pt x="144" y="655"/>
                    </a:cubicBezTo>
                    <a:cubicBezTo>
                      <a:pt x="231" y="502"/>
                      <a:pt x="531" y="600"/>
                      <a:pt x="498" y="279"/>
                    </a:cubicBezTo>
                    <a:cubicBezTo>
                      <a:pt x="477" y="211"/>
                      <a:pt x="507" y="1"/>
                      <a:pt x="328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5" name="Google Shape;1345;p30"/>
              <p:cNvSpPr/>
              <p:nvPr/>
            </p:nvSpPr>
            <p:spPr>
              <a:xfrm>
                <a:off x="5558611" y="1867873"/>
                <a:ext cx="39002" cy="44361"/>
              </a:xfrm>
              <a:custGeom>
                <a:rect b="b" l="l" r="r" t="t"/>
                <a:pathLst>
                  <a:path extrusionOk="0" h="745" w="655">
                    <a:moveTo>
                      <a:pt x="424" y="0"/>
                    </a:moveTo>
                    <a:cubicBezTo>
                      <a:pt x="412" y="0"/>
                      <a:pt x="400" y="2"/>
                      <a:pt x="387" y="5"/>
                    </a:cubicBezTo>
                    <a:cubicBezTo>
                      <a:pt x="273" y="37"/>
                      <a:pt x="110" y="92"/>
                      <a:pt x="115" y="201"/>
                    </a:cubicBezTo>
                    <a:cubicBezTo>
                      <a:pt x="132" y="386"/>
                      <a:pt x="1" y="549"/>
                      <a:pt x="66" y="745"/>
                    </a:cubicBezTo>
                    <a:cubicBezTo>
                      <a:pt x="273" y="669"/>
                      <a:pt x="311" y="456"/>
                      <a:pt x="442" y="331"/>
                    </a:cubicBezTo>
                    <a:cubicBezTo>
                      <a:pt x="507" y="271"/>
                      <a:pt x="654" y="222"/>
                      <a:pt x="567" y="86"/>
                    </a:cubicBezTo>
                    <a:cubicBezTo>
                      <a:pt x="535" y="32"/>
                      <a:pt x="481" y="0"/>
                      <a:pt x="424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6" name="Google Shape;1346;p30"/>
              <p:cNvSpPr/>
              <p:nvPr/>
            </p:nvSpPr>
            <p:spPr>
              <a:xfrm>
                <a:off x="5508711" y="2307324"/>
                <a:ext cx="29534" cy="41681"/>
              </a:xfrm>
              <a:custGeom>
                <a:rect b="b" l="l" r="r" t="t"/>
                <a:pathLst>
                  <a:path extrusionOk="0" h="700" w="496">
                    <a:moveTo>
                      <a:pt x="413" y="0"/>
                    </a:moveTo>
                    <a:cubicBezTo>
                      <a:pt x="375" y="0"/>
                      <a:pt x="324" y="20"/>
                      <a:pt x="300" y="45"/>
                    </a:cubicBezTo>
                    <a:cubicBezTo>
                      <a:pt x="164" y="197"/>
                      <a:pt x="66" y="371"/>
                      <a:pt x="17" y="562"/>
                    </a:cubicBezTo>
                    <a:cubicBezTo>
                      <a:pt x="1" y="629"/>
                      <a:pt x="22" y="699"/>
                      <a:pt x="77" y="699"/>
                    </a:cubicBezTo>
                    <a:cubicBezTo>
                      <a:pt x="98" y="699"/>
                      <a:pt x="123" y="689"/>
                      <a:pt x="153" y="665"/>
                    </a:cubicBezTo>
                    <a:cubicBezTo>
                      <a:pt x="322" y="529"/>
                      <a:pt x="458" y="371"/>
                      <a:pt x="490" y="154"/>
                    </a:cubicBezTo>
                    <a:cubicBezTo>
                      <a:pt x="485" y="88"/>
                      <a:pt x="496" y="17"/>
                      <a:pt x="425" y="1"/>
                    </a:cubicBezTo>
                    <a:cubicBezTo>
                      <a:pt x="421" y="1"/>
                      <a:pt x="417" y="0"/>
                      <a:pt x="413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7" name="Google Shape;1347;p30"/>
              <p:cNvSpPr/>
              <p:nvPr/>
            </p:nvSpPr>
            <p:spPr>
              <a:xfrm>
                <a:off x="5401111" y="2111536"/>
                <a:ext cx="18816" cy="50971"/>
              </a:xfrm>
              <a:custGeom>
                <a:rect b="b" l="l" r="r" t="t"/>
                <a:pathLst>
                  <a:path extrusionOk="0" h="856" w="316">
                    <a:moveTo>
                      <a:pt x="153" y="1"/>
                    </a:moveTo>
                    <a:cubicBezTo>
                      <a:pt x="104" y="279"/>
                      <a:pt x="0" y="578"/>
                      <a:pt x="316" y="856"/>
                    </a:cubicBezTo>
                    <a:cubicBezTo>
                      <a:pt x="256" y="535"/>
                      <a:pt x="201" y="268"/>
                      <a:pt x="153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8" name="Google Shape;1348;p30"/>
              <p:cNvSpPr/>
              <p:nvPr/>
            </p:nvSpPr>
            <p:spPr>
              <a:xfrm>
                <a:off x="5783933" y="1811364"/>
                <a:ext cx="145588" cy="141717"/>
              </a:xfrm>
              <a:custGeom>
                <a:rect b="b" l="l" r="r" t="t"/>
                <a:pathLst>
                  <a:path extrusionOk="0" h="2380" w="2445">
                    <a:moveTo>
                      <a:pt x="1024" y="1"/>
                    </a:moveTo>
                    <a:cubicBezTo>
                      <a:pt x="997" y="50"/>
                      <a:pt x="959" y="99"/>
                      <a:pt x="937" y="153"/>
                    </a:cubicBezTo>
                    <a:cubicBezTo>
                      <a:pt x="626" y="888"/>
                      <a:pt x="550" y="1727"/>
                      <a:pt x="0" y="2380"/>
                    </a:cubicBezTo>
                    <a:cubicBezTo>
                      <a:pt x="659" y="2070"/>
                      <a:pt x="1416" y="2031"/>
                      <a:pt x="2015" y="1580"/>
                    </a:cubicBezTo>
                    <a:cubicBezTo>
                      <a:pt x="2132" y="1489"/>
                      <a:pt x="2255" y="1356"/>
                      <a:pt x="2434" y="1356"/>
                    </a:cubicBezTo>
                    <a:cubicBezTo>
                      <a:pt x="2438" y="1356"/>
                      <a:pt x="2441" y="1356"/>
                      <a:pt x="2445" y="1356"/>
                    </a:cubicBezTo>
                    <a:cubicBezTo>
                      <a:pt x="2369" y="1231"/>
                      <a:pt x="2265" y="1144"/>
                      <a:pt x="2145" y="1062"/>
                    </a:cubicBezTo>
                    <a:cubicBezTo>
                      <a:pt x="1715" y="768"/>
                      <a:pt x="1269" y="485"/>
                      <a:pt x="1024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9" name="Google Shape;1349;p30"/>
              <p:cNvSpPr/>
              <p:nvPr/>
            </p:nvSpPr>
            <p:spPr>
              <a:xfrm>
                <a:off x="7496840" y="777820"/>
                <a:ext cx="462665" cy="34417"/>
              </a:xfrm>
              <a:custGeom>
                <a:rect b="b" l="l" r="r" t="t"/>
                <a:pathLst>
                  <a:path extrusionOk="0" h="578" w="7770">
                    <a:moveTo>
                      <a:pt x="2862" y="0"/>
                    </a:moveTo>
                    <a:cubicBezTo>
                      <a:pt x="1911" y="0"/>
                      <a:pt x="958" y="102"/>
                      <a:pt x="1" y="378"/>
                    </a:cubicBezTo>
                    <a:cubicBezTo>
                      <a:pt x="133" y="417"/>
                      <a:pt x="264" y="432"/>
                      <a:pt x="396" y="432"/>
                    </a:cubicBezTo>
                    <a:cubicBezTo>
                      <a:pt x="633" y="432"/>
                      <a:pt x="867" y="384"/>
                      <a:pt x="1095" y="345"/>
                    </a:cubicBezTo>
                    <a:cubicBezTo>
                      <a:pt x="1507" y="270"/>
                      <a:pt x="1919" y="244"/>
                      <a:pt x="2330" y="244"/>
                    </a:cubicBezTo>
                    <a:cubicBezTo>
                      <a:pt x="2963" y="244"/>
                      <a:pt x="3595" y="306"/>
                      <a:pt x="4225" y="345"/>
                    </a:cubicBezTo>
                    <a:cubicBezTo>
                      <a:pt x="4492" y="362"/>
                      <a:pt x="4764" y="351"/>
                      <a:pt x="5031" y="394"/>
                    </a:cubicBezTo>
                    <a:cubicBezTo>
                      <a:pt x="5693" y="498"/>
                      <a:pt x="6356" y="578"/>
                      <a:pt x="7023" y="578"/>
                    </a:cubicBezTo>
                    <a:cubicBezTo>
                      <a:pt x="7271" y="578"/>
                      <a:pt x="7520" y="567"/>
                      <a:pt x="7769" y="541"/>
                    </a:cubicBezTo>
                    <a:cubicBezTo>
                      <a:pt x="6136" y="304"/>
                      <a:pt x="4502" y="0"/>
                      <a:pt x="2862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0" name="Google Shape;1350;p30"/>
              <p:cNvSpPr/>
              <p:nvPr/>
            </p:nvSpPr>
            <p:spPr>
              <a:xfrm>
                <a:off x="7551920" y="712617"/>
                <a:ext cx="261343" cy="47874"/>
              </a:xfrm>
              <a:custGeom>
                <a:rect b="b" l="l" r="r" t="t"/>
                <a:pathLst>
                  <a:path extrusionOk="0" h="804" w="4389">
                    <a:moveTo>
                      <a:pt x="644" y="1"/>
                    </a:moveTo>
                    <a:cubicBezTo>
                      <a:pt x="431" y="1"/>
                      <a:pt x="217" y="9"/>
                      <a:pt x="1" y="25"/>
                    </a:cubicBezTo>
                    <a:cubicBezTo>
                      <a:pt x="1482" y="194"/>
                      <a:pt x="2930" y="515"/>
                      <a:pt x="4389" y="804"/>
                    </a:cubicBezTo>
                    <a:cubicBezTo>
                      <a:pt x="3187" y="294"/>
                      <a:pt x="1941" y="1"/>
                      <a:pt x="644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1" name="Google Shape;1351;p30"/>
              <p:cNvSpPr/>
              <p:nvPr/>
            </p:nvSpPr>
            <p:spPr>
              <a:xfrm>
                <a:off x="7526017" y="1618494"/>
                <a:ext cx="110277" cy="189710"/>
              </a:xfrm>
              <a:custGeom>
                <a:rect b="b" l="l" r="r" t="t"/>
                <a:pathLst>
                  <a:path extrusionOk="0" h="3186" w="1852">
                    <a:moveTo>
                      <a:pt x="0" y="1"/>
                    </a:moveTo>
                    <a:cubicBezTo>
                      <a:pt x="0" y="246"/>
                      <a:pt x="1334" y="2543"/>
                      <a:pt x="1851" y="3185"/>
                    </a:cubicBezTo>
                    <a:cubicBezTo>
                      <a:pt x="1519" y="1901"/>
                      <a:pt x="817" y="932"/>
                      <a:pt x="0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52" name="Google Shape;1352;p30"/>
            <p:cNvGrpSpPr/>
            <p:nvPr/>
          </p:nvGrpSpPr>
          <p:grpSpPr>
            <a:xfrm>
              <a:off x="5234850" y="71375"/>
              <a:ext cx="3462813" cy="5436445"/>
              <a:chOff x="5112550" y="-494325"/>
              <a:chExt cx="3462813" cy="5436445"/>
            </a:xfrm>
          </p:grpSpPr>
          <p:sp>
            <p:nvSpPr>
              <p:cNvPr id="1353" name="Google Shape;1353;p30"/>
              <p:cNvSpPr/>
              <p:nvPr/>
            </p:nvSpPr>
            <p:spPr>
              <a:xfrm>
                <a:off x="5669188" y="-379996"/>
                <a:ext cx="2350539" cy="5307544"/>
              </a:xfrm>
              <a:custGeom>
                <a:rect b="b" l="l" r="r" t="t"/>
                <a:pathLst>
                  <a:path extrusionOk="0" h="89135" w="39475">
                    <a:moveTo>
                      <a:pt x="21935" y="51897"/>
                    </a:moveTo>
                    <a:lnTo>
                      <a:pt x="21935" y="51897"/>
                    </a:lnTo>
                    <a:cubicBezTo>
                      <a:pt x="22076" y="52153"/>
                      <a:pt x="22229" y="52404"/>
                      <a:pt x="22386" y="52655"/>
                    </a:cubicBezTo>
                    <a:cubicBezTo>
                      <a:pt x="22329" y="52617"/>
                      <a:pt x="22267" y="52611"/>
                      <a:pt x="22207" y="52611"/>
                    </a:cubicBezTo>
                    <a:cubicBezTo>
                      <a:pt x="22180" y="52611"/>
                      <a:pt x="22154" y="52612"/>
                      <a:pt x="22128" y="52612"/>
                    </a:cubicBezTo>
                    <a:cubicBezTo>
                      <a:pt x="22082" y="52612"/>
                      <a:pt x="22039" y="52608"/>
                      <a:pt x="22005" y="52584"/>
                    </a:cubicBezTo>
                    <a:cubicBezTo>
                      <a:pt x="22310" y="52573"/>
                      <a:pt x="22146" y="52366"/>
                      <a:pt x="22097" y="52252"/>
                    </a:cubicBezTo>
                    <a:cubicBezTo>
                      <a:pt x="22044" y="52133"/>
                      <a:pt x="21990" y="52014"/>
                      <a:pt x="21935" y="51897"/>
                    </a:cubicBezTo>
                    <a:close/>
                    <a:moveTo>
                      <a:pt x="5243" y="85542"/>
                    </a:moveTo>
                    <a:lnTo>
                      <a:pt x="5243" y="85542"/>
                    </a:lnTo>
                    <a:cubicBezTo>
                      <a:pt x="5239" y="85623"/>
                      <a:pt x="5228" y="85709"/>
                      <a:pt x="5232" y="85792"/>
                    </a:cubicBezTo>
                    <a:lnTo>
                      <a:pt x="5232" y="85792"/>
                    </a:lnTo>
                    <a:cubicBezTo>
                      <a:pt x="5216" y="85705"/>
                      <a:pt x="5207" y="85619"/>
                      <a:pt x="5243" y="85542"/>
                    </a:cubicBezTo>
                    <a:close/>
                    <a:moveTo>
                      <a:pt x="21625" y="0"/>
                    </a:moveTo>
                    <a:cubicBezTo>
                      <a:pt x="21548" y="0"/>
                      <a:pt x="21482" y="82"/>
                      <a:pt x="21422" y="137"/>
                    </a:cubicBezTo>
                    <a:cubicBezTo>
                      <a:pt x="21194" y="360"/>
                      <a:pt x="20960" y="572"/>
                      <a:pt x="20780" y="839"/>
                    </a:cubicBezTo>
                    <a:cubicBezTo>
                      <a:pt x="20530" y="1220"/>
                      <a:pt x="20197" y="1525"/>
                      <a:pt x="19795" y="1737"/>
                    </a:cubicBezTo>
                    <a:cubicBezTo>
                      <a:pt x="19468" y="1906"/>
                      <a:pt x="19185" y="2140"/>
                      <a:pt x="18913" y="2380"/>
                    </a:cubicBezTo>
                    <a:cubicBezTo>
                      <a:pt x="18651" y="2603"/>
                      <a:pt x="18379" y="2815"/>
                      <a:pt x="18074" y="2968"/>
                    </a:cubicBezTo>
                    <a:cubicBezTo>
                      <a:pt x="16828" y="3577"/>
                      <a:pt x="15744" y="4427"/>
                      <a:pt x="14639" y="5254"/>
                    </a:cubicBezTo>
                    <a:cubicBezTo>
                      <a:pt x="14449" y="5396"/>
                      <a:pt x="14285" y="5559"/>
                      <a:pt x="14133" y="5744"/>
                    </a:cubicBezTo>
                    <a:cubicBezTo>
                      <a:pt x="13431" y="6599"/>
                      <a:pt x="12679" y="7415"/>
                      <a:pt x="12124" y="8384"/>
                    </a:cubicBezTo>
                    <a:cubicBezTo>
                      <a:pt x="12080" y="8466"/>
                      <a:pt x="12015" y="8537"/>
                      <a:pt x="11955" y="8608"/>
                    </a:cubicBezTo>
                    <a:cubicBezTo>
                      <a:pt x="11057" y="9609"/>
                      <a:pt x="10366" y="10774"/>
                      <a:pt x="9397" y="11716"/>
                    </a:cubicBezTo>
                    <a:cubicBezTo>
                      <a:pt x="8711" y="12380"/>
                      <a:pt x="8085" y="13104"/>
                      <a:pt x="7404" y="13774"/>
                    </a:cubicBezTo>
                    <a:cubicBezTo>
                      <a:pt x="6979" y="14193"/>
                      <a:pt x="6500" y="14563"/>
                      <a:pt x="6049" y="14955"/>
                    </a:cubicBezTo>
                    <a:cubicBezTo>
                      <a:pt x="4611" y="16191"/>
                      <a:pt x="3076" y="17307"/>
                      <a:pt x="1661" y="18575"/>
                    </a:cubicBezTo>
                    <a:cubicBezTo>
                      <a:pt x="1427" y="18782"/>
                      <a:pt x="1225" y="19000"/>
                      <a:pt x="1116" y="19299"/>
                    </a:cubicBezTo>
                    <a:cubicBezTo>
                      <a:pt x="1046" y="19490"/>
                      <a:pt x="980" y="19691"/>
                      <a:pt x="909" y="19893"/>
                    </a:cubicBezTo>
                    <a:cubicBezTo>
                      <a:pt x="937" y="19697"/>
                      <a:pt x="1105" y="19534"/>
                      <a:pt x="969" y="19327"/>
                    </a:cubicBezTo>
                    <a:lnTo>
                      <a:pt x="969" y="19327"/>
                    </a:lnTo>
                    <a:cubicBezTo>
                      <a:pt x="779" y="19621"/>
                      <a:pt x="566" y="19904"/>
                      <a:pt x="485" y="20252"/>
                    </a:cubicBezTo>
                    <a:cubicBezTo>
                      <a:pt x="501" y="20459"/>
                      <a:pt x="409" y="20639"/>
                      <a:pt x="349" y="20829"/>
                    </a:cubicBezTo>
                    <a:cubicBezTo>
                      <a:pt x="0" y="21978"/>
                      <a:pt x="120" y="23050"/>
                      <a:pt x="839" y="24041"/>
                    </a:cubicBezTo>
                    <a:cubicBezTo>
                      <a:pt x="1427" y="24847"/>
                      <a:pt x="2009" y="25658"/>
                      <a:pt x="2690" y="26393"/>
                    </a:cubicBezTo>
                    <a:cubicBezTo>
                      <a:pt x="3087" y="26823"/>
                      <a:pt x="3517" y="27226"/>
                      <a:pt x="3800" y="27749"/>
                    </a:cubicBezTo>
                    <a:cubicBezTo>
                      <a:pt x="3985" y="27939"/>
                      <a:pt x="4176" y="28135"/>
                      <a:pt x="4361" y="28326"/>
                    </a:cubicBezTo>
                    <a:cubicBezTo>
                      <a:pt x="4481" y="28353"/>
                      <a:pt x="4557" y="28451"/>
                      <a:pt x="4639" y="28532"/>
                    </a:cubicBezTo>
                    <a:cubicBezTo>
                      <a:pt x="5379" y="29240"/>
                      <a:pt x="6152" y="29910"/>
                      <a:pt x="6941" y="30563"/>
                    </a:cubicBezTo>
                    <a:cubicBezTo>
                      <a:pt x="8057" y="31499"/>
                      <a:pt x="9048" y="32550"/>
                      <a:pt x="9843" y="33780"/>
                    </a:cubicBezTo>
                    <a:cubicBezTo>
                      <a:pt x="10148" y="34249"/>
                      <a:pt x="10355" y="34760"/>
                      <a:pt x="10485" y="35299"/>
                    </a:cubicBezTo>
                    <a:cubicBezTo>
                      <a:pt x="10510" y="35410"/>
                      <a:pt x="10510" y="35483"/>
                      <a:pt x="10433" y="35483"/>
                    </a:cubicBezTo>
                    <a:cubicBezTo>
                      <a:pt x="10407" y="35483"/>
                      <a:pt x="10372" y="35475"/>
                      <a:pt x="10328" y="35457"/>
                    </a:cubicBezTo>
                    <a:cubicBezTo>
                      <a:pt x="10306" y="35811"/>
                      <a:pt x="10213" y="36165"/>
                      <a:pt x="10235" y="36524"/>
                    </a:cubicBezTo>
                    <a:cubicBezTo>
                      <a:pt x="10311" y="36573"/>
                      <a:pt x="10279" y="36644"/>
                      <a:pt x="10268" y="36715"/>
                    </a:cubicBezTo>
                    <a:cubicBezTo>
                      <a:pt x="10208" y="37036"/>
                      <a:pt x="10093" y="37346"/>
                      <a:pt x="10061" y="37678"/>
                    </a:cubicBezTo>
                    <a:cubicBezTo>
                      <a:pt x="9936" y="38849"/>
                      <a:pt x="9691" y="39997"/>
                      <a:pt x="9342" y="41124"/>
                    </a:cubicBezTo>
                    <a:cubicBezTo>
                      <a:pt x="9173" y="41663"/>
                      <a:pt x="8939" y="42159"/>
                      <a:pt x="8618" y="42611"/>
                    </a:cubicBezTo>
                    <a:cubicBezTo>
                      <a:pt x="8308" y="43041"/>
                      <a:pt x="7976" y="43449"/>
                      <a:pt x="7638" y="43857"/>
                    </a:cubicBezTo>
                    <a:cubicBezTo>
                      <a:pt x="7181" y="44413"/>
                      <a:pt x="6724" y="44968"/>
                      <a:pt x="6533" y="45686"/>
                    </a:cubicBezTo>
                    <a:cubicBezTo>
                      <a:pt x="6381" y="46258"/>
                      <a:pt x="6266" y="46835"/>
                      <a:pt x="6359" y="47429"/>
                    </a:cubicBezTo>
                    <a:cubicBezTo>
                      <a:pt x="6375" y="47525"/>
                      <a:pt x="6417" y="47652"/>
                      <a:pt x="6250" y="47652"/>
                    </a:cubicBezTo>
                    <a:cubicBezTo>
                      <a:pt x="6246" y="47652"/>
                      <a:pt x="6243" y="47652"/>
                      <a:pt x="6239" y="47652"/>
                    </a:cubicBezTo>
                    <a:cubicBezTo>
                      <a:pt x="6207" y="47658"/>
                      <a:pt x="6177" y="47661"/>
                      <a:pt x="6149" y="47661"/>
                    </a:cubicBezTo>
                    <a:cubicBezTo>
                      <a:pt x="6027" y="47661"/>
                      <a:pt x="5937" y="47601"/>
                      <a:pt x="5880" y="47456"/>
                    </a:cubicBezTo>
                    <a:cubicBezTo>
                      <a:pt x="5755" y="47135"/>
                      <a:pt x="5629" y="46813"/>
                      <a:pt x="5613" y="46470"/>
                    </a:cubicBezTo>
                    <a:cubicBezTo>
                      <a:pt x="5531" y="44772"/>
                      <a:pt x="5744" y="43128"/>
                      <a:pt x="6549" y="41603"/>
                    </a:cubicBezTo>
                    <a:cubicBezTo>
                      <a:pt x="6669" y="41375"/>
                      <a:pt x="6718" y="41168"/>
                      <a:pt x="6587" y="40939"/>
                    </a:cubicBezTo>
                    <a:cubicBezTo>
                      <a:pt x="6125" y="40030"/>
                      <a:pt x="5510" y="39230"/>
                      <a:pt x="4845" y="38468"/>
                    </a:cubicBezTo>
                    <a:cubicBezTo>
                      <a:pt x="4696" y="38376"/>
                      <a:pt x="4628" y="38157"/>
                      <a:pt x="4429" y="38157"/>
                    </a:cubicBezTo>
                    <a:cubicBezTo>
                      <a:pt x="4403" y="38157"/>
                      <a:pt x="4375" y="38160"/>
                      <a:pt x="4345" y="38168"/>
                    </a:cubicBezTo>
                    <a:cubicBezTo>
                      <a:pt x="4192" y="38381"/>
                      <a:pt x="4116" y="38626"/>
                      <a:pt x="3958" y="38838"/>
                    </a:cubicBezTo>
                    <a:cubicBezTo>
                      <a:pt x="3397" y="39578"/>
                      <a:pt x="2695" y="40095"/>
                      <a:pt x="1791" y="40330"/>
                    </a:cubicBezTo>
                    <a:cubicBezTo>
                      <a:pt x="1465" y="40411"/>
                      <a:pt x="1127" y="40498"/>
                      <a:pt x="866" y="40738"/>
                    </a:cubicBezTo>
                    <a:cubicBezTo>
                      <a:pt x="822" y="40798"/>
                      <a:pt x="784" y="40858"/>
                      <a:pt x="833" y="40934"/>
                    </a:cubicBezTo>
                    <a:cubicBezTo>
                      <a:pt x="1612" y="41277"/>
                      <a:pt x="2319" y="41740"/>
                      <a:pt x="3043" y="42257"/>
                    </a:cubicBezTo>
                    <a:cubicBezTo>
                      <a:pt x="2948" y="42288"/>
                      <a:pt x="2859" y="42301"/>
                      <a:pt x="2775" y="42301"/>
                    </a:cubicBezTo>
                    <a:cubicBezTo>
                      <a:pt x="2540" y="42301"/>
                      <a:pt x="2344" y="42201"/>
                      <a:pt x="2140" y="42137"/>
                    </a:cubicBezTo>
                    <a:cubicBezTo>
                      <a:pt x="1866" y="42054"/>
                      <a:pt x="1599" y="41908"/>
                      <a:pt x="1309" y="41908"/>
                    </a:cubicBezTo>
                    <a:cubicBezTo>
                      <a:pt x="1218" y="41908"/>
                      <a:pt x="1125" y="41922"/>
                      <a:pt x="1029" y="41957"/>
                    </a:cubicBezTo>
                    <a:cubicBezTo>
                      <a:pt x="915" y="42317"/>
                      <a:pt x="1105" y="42578"/>
                      <a:pt x="1329" y="42823"/>
                    </a:cubicBezTo>
                    <a:cubicBezTo>
                      <a:pt x="1546" y="42872"/>
                      <a:pt x="1470" y="43182"/>
                      <a:pt x="1682" y="43237"/>
                    </a:cubicBezTo>
                    <a:cubicBezTo>
                      <a:pt x="1819" y="43013"/>
                      <a:pt x="1639" y="42866"/>
                      <a:pt x="1568" y="42714"/>
                    </a:cubicBezTo>
                    <a:lnTo>
                      <a:pt x="1568" y="42714"/>
                    </a:lnTo>
                    <a:cubicBezTo>
                      <a:pt x="1650" y="42801"/>
                      <a:pt x="1693" y="42932"/>
                      <a:pt x="1753" y="43057"/>
                    </a:cubicBezTo>
                    <a:cubicBezTo>
                      <a:pt x="2156" y="43982"/>
                      <a:pt x="2238" y="44973"/>
                      <a:pt x="2287" y="45959"/>
                    </a:cubicBezTo>
                    <a:cubicBezTo>
                      <a:pt x="2319" y="46704"/>
                      <a:pt x="2385" y="47439"/>
                      <a:pt x="2581" y="48158"/>
                    </a:cubicBezTo>
                    <a:cubicBezTo>
                      <a:pt x="3185" y="50401"/>
                      <a:pt x="4464" y="52094"/>
                      <a:pt x="6571" y="53117"/>
                    </a:cubicBezTo>
                    <a:cubicBezTo>
                      <a:pt x="7109" y="53378"/>
                      <a:pt x="7658" y="53619"/>
                      <a:pt x="8278" y="53619"/>
                    </a:cubicBezTo>
                    <a:cubicBezTo>
                      <a:pt x="8291" y="53619"/>
                      <a:pt x="8305" y="53619"/>
                      <a:pt x="8319" y="53618"/>
                    </a:cubicBezTo>
                    <a:cubicBezTo>
                      <a:pt x="8830" y="52992"/>
                      <a:pt x="9348" y="52383"/>
                      <a:pt x="9941" y="51822"/>
                    </a:cubicBezTo>
                    <a:cubicBezTo>
                      <a:pt x="10621" y="51190"/>
                      <a:pt x="11346" y="50646"/>
                      <a:pt x="12157" y="50210"/>
                    </a:cubicBezTo>
                    <a:cubicBezTo>
                      <a:pt x="12739" y="49906"/>
                      <a:pt x="13376" y="49786"/>
                      <a:pt x="14024" y="49715"/>
                    </a:cubicBezTo>
                    <a:cubicBezTo>
                      <a:pt x="14055" y="49712"/>
                      <a:pt x="14089" y="49709"/>
                      <a:pt x="14122" y="49709"/>
                    </a:cubicBezTo>
                    <a:cubicBezTo>
                      <a:pt x="14247" y="49709"/>
                      <a:pt x="14366" y="49750"/>
                      <a:pt x="14323" y="49960"/>
                    </a:cubicBezTo>
                    <a:cubicBezTo>
                      <a:pt x="13779" y="50210"/>
                      <a:pt x="13305" y="50548"/>
                      <a:pt x="12957" y="51043"/>
                    </a:cubicBezTo>
                    <a:cubicBezTo>
                      <a:pt x="12870" y="51169"/>
                      <a:pt x="12756" y="51277"/>
                      <a:pt x="12636" y="51370"/>
                    </a:cubicBezTo>
                    <a:cubicBezTo>
                      <a:pt x="11787" y="52040"/>
                      <a:pt x="11237" y="52905"/>
                      <a:pt x="10845" y="53901"/>
                    </a:cubicBezTo>
                    <a:cubicBezTo>
                      <a:pt x="10284" y="55328"/>
                      <a:pt x="10600" y="56564"/>
                      <a:pt x="11525" y="57723"/>
                    </a:cubicBezTo>
                    <a:cubicBezTo>
                      <a:pt x="12075" y="58414"/>
                      <a:pt x="12756" y="58981"/>
                      <a:pt x="13365" y="59623"/>
                    </a:cubicBezTo>
                    <a:cubicBezTo>
                      <a:pt x="13539" y="59803"/>
                      <a:pt x="13703" y="59988"/>
                      <a:pt x="13774" y="60282"/>
                    </a:cubicBezTo>
                    <a:cubicBezTo>
                      <a:pt x="13686" y="60135"/>
                      <a:pt x="13610" y="60031"/>
                      <a:pt x="13523" y="59933"/>
                    </a:cubicBezTo>
                    <a:cubicBezTo>
                      <a:pt x="13404" y="59798"/>
                      <a:pt x="13329" y="59594"/>
                      <a:pt x="13105" y="59594"/>
                    </a:cubicBezTo>
                    <a:cubicBezTo>
                      <a:pt x="13094" y="59594"/>
                      <a:pt x="13083" y="59595"/>
                      <a:pt x="13071" y="59596"/>
                    </a:cubicBezTo>
                    <a:cubicBezTo>
                      <a:pt x="13425" y="60260"/>
                      <a:pt x="13779" y="60924"/>
                      <a:pt x="14133" y="61583"/>
                    </a:cubicBezTo>
                    <a:cubicBezTo>
                      <a:pt x="14204" y="61545"/>
                      <a:pt x="14166" y="61441"/>
                      <a:pt x="14236" y="61387"/>
                    </a:cubicBezTo>
                    <a:cubicBezTo>
                      <a:pt x="14400" y="61779"/>
                      <a:pt x="14405" y="62154"/>
                      <a:pt x="14285" y="62541"/>
                    </a:cubicBezTo>
                    <a:cubicBezTo>
                      <a:pt x="14122" y="63096"/>
                      <a:pt x="13997" y="63657"/>
                      <a:pt x="13768" y="64191"/>
                    </a:cubicBezTo>
                    <a:cubicBezTo>
                      <a:pt x="13387" y="65083"/>
                      <a:pt x="13137" y="66014"/>
                      <a:pt x="12952" y="66967"/>
                    </a:cubicBezTo>
                    <a:cubicBezTo>
                      <a:pt x="12826" y="67588"/>
                      <a:pt x="12859" y="68203"/>
                      <a:pt x="12973" y="68823"/>
                    </a:cubicBezTo>
                    <a:cubicBezTo>
                      <a:pt x="13006" y="68987"/>
                      <a:pt x="13050" y="69155"/>
                      <a:pt x="13186" y="69259"/>
                    </a:cubicBezTo>
                    <a:cubicBezTo>
                      <a:pt x="13496" y="69498"/>
                      <a:pt x="13714" y="69825"/>
                      <a:pt x="13970" y="70114"/>
                    </a:cubicBezTo>
                    <a:cubicBezTo>
                      <a:pt x="14215" y="70387"/>
                      <a:pt x="14520" y="70518"/>
                      <a:pt x="14816" y="70518"/>
                    </a:cubicBezTo>
                    <a:cubicBezTo>
                      <a:pt x="15209" y="70518"/>
                      <a:pt x="15587" y="70285"/>
                      <a:pt x="15782" y="69847"/>
                    </a:cubicBezTo>
                    <a:cubicBezTo>
                      <a:pt x="15815" y="69771"/>
                      <a:pt x="15853" y="69700"/>
                      <a:pt x="15891" y="69624"/>
                    </a:cubicBezTo>
                    <a:cubicBezTo>
                      <a:pt x="15940" y="69515"/>
                      <a:pt x="16006" y="69400"/>
                      <a:pt x="15902" y="69297"/>
                    </a:cubicBezTo>
                    <a:cubicBezTo>
                      <a:pt x="15870" y="69267"/>
                      <a:pt x="15837" y="69256"/>
                      <a:pt x="15803" y="69256"/>
                    </a:cubicBezTo>
                    <a:cubicBezTo>
                      <a:pt x="15737" y="69256"/>
                      <a:pt x="15669" y="69297"/>
                      <a:pt x="15608" y="69330"/>
                    </a:cubicBezTo>
                    <a:cubicBezTo>
                      <a:pt x="15439" y="69416"/>
                      <a:pt x="15277" y="69459"/>
                      <a:pt x="15119" y="69459"/>
                    </a:cubicBezTo>
                    <a:cubicBezTo>
                      <a:pt x="14891" y="69459"/>
                      <a:pt x="14672" y="69370"/>
                      <a:pt x="14460" y="69199"/>
                    </a:cubicBezTo>
                    <a:cubicBezTo>
                      <a:pt x="14313" y="69079"/>
                      <a:pt x="14155" y="68976"/>
                      <a:pt x="14002" y="68812"/>
                    </a:cubicBezTo>
                    <a:lnTo>
                      <a:pt x="14002" y="68812"/>
                    </a:lnTo>
                    <a:cubicBezTo>
                      <a:pt x="14215" y="68916"/>
                      <a:pt x="14372" y="69041"/>
                      <a:pt x="14536" y="69155"/>
                    </a:cubicBezTo>
                    <a:cubicBezTo>
                      <a:pt x="14720" y="69287"/>
                      <a:pt x="14908" y="69346"/>
                      <a:pt x="15111" y="69346"/>
                    </a:cubicBezTo>
                    <a:cubicBezTo>
                      <a:pt x="15226" y="69346"/>
                      <a:pt x="15346" y="69327"/>
                      <a:pt x="15472" y="69292"/>
                    </a:cubicBezTo>
                    <a:cubicBezTo>
                      <a:pt x="15777" y="69204"/>
                      <a:pt x="16016" y="69019"/>
                      <a:pt x="16278" y="68872"/>
                    </a:cubicBezTo>
                    <a:lnTo>
                      <a:pt x="16310" y="68883"/>
                    </a:lnTo>
                    <a:lnTo>
                      <a:pt x="16332" y="68861"/>
                    </a:lnTo>
                    <a:cubicBezTo>
                      <a:pt x="16501" y="68567"/>
                      <a:pt x="16430" y="68252"/>
                      <a:pt x="16392" y="67947"/>
                    </a:cubicBezTo>
                    <a:cubicBezTo>
                      <a:pt x="16376" y="67822"/>
                      <a:pt x="16414" y="67801"/>
                      <a:pt x="16474" y="67801"/>
                    </a:cubicBezTo>
                    <a:cubicBezTo>
                      <a:pt x="16495" y="67801"/>
                      <a:pt x="16519" y="67804"/>
                      <a:pt x="16545" y="67805"/>
                    </a:cubicBezTo>
                    <a:cubicBezTo>
                      <a:pt x="16508" y="67610"/>
                      <a:pt x="16408" y="67566"/>
                      <a:pt x="16288" y="67566"/>
                    </a:cubicBezTo>
                    <a:cubicBezTo>
                      <a:pt x="16210" y="67566"/>
                      <a:pt x="16125" y="67584"/>
                      <a:pt x="16044" y="67593"/>
                    </a:cubicBezTo>
                    <a:cubicBezTo>
                      <a:pt x="16022" y="67773"/>
                      <a:pt x="15946" y="67931"/>
                      <a:pt x="15826" y="68067"/>
                    </a:cubicBezTo>
                    <a:cubicBezTo>
                      <a:pt x="15718" y="68188"/>
                      <a:pt x="15600" y="68231"/>
                      <a:pt x="15478" y="68231"/>
                    </a:cubicBezTo>
                    <a:cubicBezTo>
                      <a:pt x="15359" y="68231"/>
                      <a:pt x="15236" y="68191"/>
                      <a:pt x="15113" y="68143"/>
                    </a:cubicBezTo>
                    <a:cubicBezTo>
                      <a:pt x="14900" y="68061"/>
                      <a:pt x="14786" y="67892"/>
                      <a:pt x="14808" y="67675"/>
                    </a:cubicBezTo>
                    <a:cubicBezTo>
                      <a:pt x="14835" y="67435"/>
                      <a:pt x="14879" y="67179"/>
                      <a:pt x="15118" y="67032"/>
                    </a:cubicBezTo>
                    <a:cubicBezTo>
                      <a:pt x="15151" y="66885"/>
                      <a:pt x="14955" y="66820"/>
                      <a:pt x="14988" y="66673"/>
                    </a:cubicBezTo>
                    <a:cubicBezTo>
                      <a:pt x="14944" y="66504"/>
                      <a:pt x="14928" y="66330"/>
                      <a:pt x="14982" y="66156"/>
                    </a:cubicBezTo>
                    <a:cubicBezTo>
                      <a:pt x="15034" y="65981"/>
                      <a:pt x="15103" y="65895"/>
                      <a:pt x="15198" y="65895"/>
                    </a:cubicBezTo>
                    <a:cubicBezTo>
                      <a:pt x="15262" y="65895"/>
                      <a:pt x="15338" y="65935"/>
                      <a:pt x="15429" y="66014"/>
                    </a:cubicBezTo>
                    <a:cubicBezTo>
                      <a:pt x="15510" y="66085"/>
                      <a:pt x="15570" y="66178"/>
                      <a:pt x="15646" y="66243"/>
                    </a:cubicBezTo>
                    <a:cubicBezTo>
                      <a:pt x="15686" y="66279"/>
                      <a:pt x="15727" y="66321"/>
                      <a:pt x="15775" y="66321"/>
                    </a:cubicBezTo>
                    <a:cubicBezTo>
                      <a:pt x="15793" y="66321"/>
                      <a:pt x="15811" y="66316"/>
                      <a:pt x="15831" y="66303"/>
                    </a:cubicBezTo>
                    <a:cubicBezTo>
                      <a:pt x="15897" y="66259"/>
                      <a:pt x="15897" y="66183"/>
                      <a:pt x="15891" y="66112"/>
                    </a:cubicBezTo>
                    <a:cubicBezTo>
                      <a:pt x="15886" y="66052"/>
                      <a:pt x="15870" y="65992"/>
                      <a:pt x="15842" y="65943"/>
                    </a:cubicBezTo>
                    <a:cubicBezTo>
                      <a:pt x="15521" y="65339"/>
                      <a:pt x="15690" y="64757"/>
                      <a:pt x="15940" y="64191"/>
                    </a:cubicBezTo>
                    <a:cubicBezTo>
                      <a:pt x="16104" y="63826"/>
                      <a:pt x="16300" y="63472"/>
                      <a:pt x="16474" y="63118"/>
                    </a:cubicBezTo>
                    <a:cubicBezTo>
                      <a:pt x="16577" y="62862"/>
                      <a:pt x="16713" y="62623"/>
                      <a:pt x="16833" y="62372"/>
                    </a:cubicBezTo>
                    <a:cubicBezTo>
                      <a:pt x="16920" y="62231"/>
                      <a:pt x="16996" y="62089"/>
                      <a:pt x="17062" y="61937"/>
                    </a:cubicBezTo>
                    <a:cubicBezTo>
                      <a:pt x="17437" y="61071"/>
                      <a:pt x="17710" y="60195"/>
                      <a:pt x="17143" y="59302"/>
                    </a:cubicBezTo>
                    <a:cubicBezTo>
                      <a:pt x="16860" y="58850"/>
                      <a:pt x="16746" y="58344"/>
                      <a:pt x="16670" y="57832"/>
                    </a:cubicBezTo>
                    <a:cubicBezTo>
                      <a:pt x="16594" y="57337"/>
                      <a:pt x="16523" y="56798"/>
                      <a:pt x="16953" y="56406"/>
                    </a:cubicBezTo>
                    <a:cubicBezTo>
                      <a:pt x="17280" y="56101"/>
                      <a:pt x="17606" y="55796"/>
                      <a:pt x="17993" y="55562"/>
                    </a:cubicBezTo>
                    <a:cubicBezTo>
                      <a:pt x="18657" y="55164"/>
                      <a:pt x="19228" y="54653"/>
                      <a:pt x="19604" y="53961"/>
                    </a:cubicBezTo>
                    <a:cubicBezTo>
                      <a:pt x="19654" y="53871"/>
                      <a:pt x="19700" y="53757"/>
                      <a:pt x="19826" y="53757"/>
                    </a:cubicBezTo>
                    <a:cubicBezTo>
                      <a:pt x="19837" y="53757"/>
                      <a:pt x="19848" y="53758"/>
                      <a:pt x="19860" y="53760"/>
                    </a:cubicBezTo>
                    <a:cubicBezTo>
                      <a:pt x="20442" y="53989"/>
                      <a:pt x="20894" y="54408"/>
                      <a:pt x="21352" y="54811"/>
                    </a:cubicBezTo>
                    <a:cubicBezTo>
                      <a:pt x="22081" y="55447"/>
                      <a:pt x="22751" y="56139"/>
                      <a:pt x="23404" y="56847"/>
                    </a:cubicBezTo>
                    <a:cubicBezTo>
                      <a:pt x="24765" y="58322"/>
                      <a:pt x="25854" y="59928"/>
                      <a:pt x="26235" y="61937"/>
                    </a:cubicBezTo>
                    <a:cubicBezTo>
                      <a:pt x="26382" y="62721"/>
                      <a:pt x="26621" y="63488"/>
                      <a:pt x="26643" y="64299"/>
                    </a:cubicBezTo>
                    <a:cubicBezTo>
                      <a:pt x="26681" y="65807"/>
                      <a:pt x="26333" y="67250"/>
                      <a:pt x="25876" y="68665"/>
                    </a:cubicBezTo>
                    <a:cubicBezTo>
                      <a:pt x="25680" y="69281"/>
                      <a:pt x="25348" y="69847"/>
                      <a:pt x="24966" y="70375"/>
                    </a:cubicBezTo>
                    <a:cubicBezTo>
                      <a:pt x="24705" y="70723"/>
                      <a:pt x="24525" y="71121"/>
                      <a:pt x="24286" y="71491"/>
                    </a:cubicBezTo>
                    <a:cubicBezTo>
                      <a:pt x="23132" y="73309"/>
                      <a:pt x="21482" y="74414"/>
                      <a:pt x="19403" y="74899"/>
                    </a:cubicBezTo>
                    <a:cubicBezTo>
                      <a:pt x="17296" y="75383"/>
                      <a:pt x="15145" y="75541"/>
                      <a:pt x="12995" y="75699"/>
                    </a:cubicBezTo>
                    <a:cubicBezTo>
                      <a:pt x="11514" y="75808"/>
                      <a:pt x="10110" y="76167"/>
                      <a:pt x="8776" y="76793"/>
                    </a:cubicBezTo>
                    <a:cubicBezTo>
                      <a:pt x="7181" y="77545"/>
                      <a:pt x="5989" y="78748"/>
                      <a:pt x="5183" y="80321"/>
                    </a:cubicBezTo>
                    <a:cubicBezTo>
                      <a:pt x="4851" y="80963"/>
                      <a:pt x="4639" y="81644"/>
                      <a:pt x="4840" y="82384"/>
                    </a:cubicBezTo>
                    <a:cubicBezTo>
                      <a:pt x="4824" y="82335"/>
                      <a:pt x="4807" y="82281"/>
                      <a:pt x="4796" y="82226"/>
                    </a:cubicBezTo>
                    <a:cubicBezTo>
                      <a:pt x="4780" y="82150"/>
                      <a:pt x="4796" y="82041"/>
                      <a:pt x="4682" y="82041"/>
                    </a:cubicBezTo>
                    <a:cubicBezTo>
                      <a:pt x="4584" y="82047"/>
                      <a:pt x="4546" y="82145"/>
                      <a:pt x="4535" y="82221"/>
                    </a:cubicBezTo>
                    <a:cubicBezTo>
                      <a:pt x="4486" y="82607"/>
                      <a:pt x="4056" y="82950"/>
                      <a:pt x="4410" y="83381"/>
                    </a:cubicBezTo>
                    <a:cubicBezTo>
                      <a:pt x="4426" y="83397"/>
                      <a:pt x="4415" y="83430"/>
                      <a:pt x="4415" y="83451"/>
                    </a:cubicBezTo>
                    <a:cubicBezTo>
                      <a:pt x="4399" y="83696"/>
                      <a:pt x="4437" y="83947"/>
                      <a:pt x="4443" y="84192"/>
                    </a:cubicBezTo>
                    <a:cubicBezTo>
                      <a:pt x="4448" y="84872"/>
                      <a:pt x="4666" y="85487"/>
                      <a:pt x="5014" y="86059"/>
                    </a:cubicBezTo>
                    <a:cubicBezTo>
                      <a:pt x="5051" y="86119"/>
                      <a:pt x="5092" y="86198"/>
                      <a:pt x="5159" y="86198"/>
                    </a:cubicBezTo>
                    <a:cubicBezTo>
                      <a:pt x="5172" y="86198"/>
                      <a:pt x="5185" y="86195"/>
                      <a:pt x="5199" y="86190"/>
                    </a:cubicBezTo>
                    <a:cubicBezTo>
                      <a:pt x="5292" y="86157"/>
                      <a:pt x="5275" y="86054"/>
                      <a:pt x="5265" y="85972"/>
                    </a:cubicBezTo>
                    <a:cubicBezTo>
                      <a:pt x="5264" y="85964"/>
                      <a:pt x="5263" y="85955"/>
                      <a:pt x="5261" y="85947"/>
                    </a:cubicBezTo>
                    <a:lnTo>
                      <a:pt x="5261" y="85947"/>
                    </a:lnTo>
                    <a:cubicBezTo>
                      <a:pt x="5288" y="86018"/>
                      <a:pt x="5337" y="86084"/>
                      <a:pt x="5422" y="86141"/>
                    </a:cubicBezTo>
                    <a:cubicBezTo>
                      <a:pt x="5433" y="86005"/>
                      <a:pt x="5401" y="85852"/>
                      <a:pt x="5569" y="85787"/>
                    </a:cubicBezTo>
                    <a:cubicBezTo>
                      <a:pt x="5678" y="85629"/>
                      <a:pt x="5482" y="85564"/>
                      <a:pt x="5471" y="85444"/>
                    </a:cubicBezTo>
                    <a:lnTo>
                      <a:pt x="5471" y="85444"/>
                    </a:lnTo>
                    <a:cubicBezTo>
                      <a:pt x="5814" y="86043"/>
                      <a:pt x="6332" y="86494"/>
                      <a:pt x="6789" y="86995"/>
                    </a:cubicBezTo>
                    <a:cubicBezTo>
                      <a:pt x="7252" y="87507"/>
                      <a:pt x="7687" y="88024"/>
                      <a:pt x="7829" y="88727"/>
                    </a:cubicBezTo>
                    <a:cubicBezTo>
                      <a:pt x="7851" y="88841"/>
                      <a:pt x="7899" y="88950"/>
                      <a:pt x="7970" y="89042"/>
                    </a:cubicBezTo>
                    <a:cubicBezTo>
                      <a:pt x="8011" y="89092"/>
                      <a:pt x="8052" y="89135"/>
                      <a:pt x="8112" y="89135"/>
                    </a:cubicBezTo>
                    <a:cubicBezTo>
                      <a:pt x="8124" y="89135"/>
                      <a:pt x="8136" y="89133"/>
                      <a:pt x="8150" y="89129"/>
                    </a:cubicBezTo>
                    <a:cubicBezTo>
                      <a:pt x="8232" y="89102"/>
                      <a:pt x="8248" y="89031"/>
                      <a:pt x="8259" y="88961"/>
                    </a:cubicBezTo>
                    <a:cubicBezTo>
                      <a:pt x="8275" y="88792"/>
                      <a:pt x="8199" y="88639"/>
                      <a:pt x="8150" y="88482"/>
                    </a:cubicBezTo>
                    <a:cubicBezTo>
                      <a:pt x="7905" y="87703"/>
                      <a:pt x="7410" y="87044"/>
                      <a:pt x="7077" y="86304"/>
                    </a:cubicBezTo>
                    <a:lnTo>
                      <a:pt x="7077" y="86304"/>
                    </a:lnTo>
                    <a:cubicBezTo>
                      <a:pt x="7295" y="86690"/>
                      <a:pt x="7584" y="87039"/>
                      <a:pt x="7796" y="87431"/>
                    </a:cubicBezTo>
                    <a:cubicBezTo>
                      <a:pt x="7828" y="87486"/>
                      <a:pt x="7860" y="87560"/>
                      <a:pt x="7934" y="87560"/>
                    </a:cubicBezTo>
                    <a:cubicBezTo>
                      <a:pt x="7948" y="87560"/>
                      <a:pt x="7964" y="87557"/>
                      <a:pt x="7981" y="87551"/>
                    </a:cubicBezTo>
                    <a:cubicBezTo>
                      <a:pt x="7932" y="87104"/>
                      <a:pt x="7638" y="86772"/>
                      <a:pt x="7442" y="86391"/>
                    </a:cubicBezTo>
                    <a:lnTo>
                      <a:pt x="7442" y="86391"/>
                    </a:lnTo>
                    <a:cubicBezTo>
                      <a:pt x="7649" y="86701"/>
                      <a:pt x="8041" y="86701"/>
                      <a:pt x="8286" y="86952"/>
                    </a:cubicBezTo>
                    <a:cubicBezTo>
                      <a:pt x="8362" y="86788"/>
                      <a:pt x="8063" y="86690"/>
                      <a:pt x="8215" y="86576"/>
                    </a:cubicBezTo>
                    <a:cubicBezTo>
                      <a:pt x="8422" y="86424"/>
                      <a:pt x="8319" y="86282"/>
                      <a:pt x="8270" y="86130"/>
                    </a:cubicBezTo>
                    <a:cubicBezTo>
                      <a:pt x="8268" y="86129"/>
                      <a:pt x="8267" y="86129"/>
                      <a:pt x="8265" y="86129"/>
                    </a:cubicBezTo>
                    <a:cubicBezTo>
                      <a:pt x="8231" y="86129"/>
                      <a:pt x="8221" y="86249"/>
                      <a:pt x="8186" y="86249"/>
                    </a:cubicBezTo>
                    <a:cubicBezTo>
                      <a:pt x="8170" y="86249"/>
                      <a:pt x="8149" y="86224"/>
                      <a:pt x="8117" y="86152"/>
                    </a:cubicBezTo>
                    <a:cubicBezTo>
                      <a:pt x="7899" y="85656"/>
                      <a:pt x="7665" y="85172"/>
                      <a:pt x="7377" y="84714"/>
                    </a:cubicBezTo>
                    <a:cubicBezTo>
                      <a:pt x="6930" y="84017"/>
                      <a:pt x="6310" y="83424"/>
                      <a:pt x="6147" y="82635"/>
                    </a:cubicBezTo>
                    <a:lnTo>
                      <a:pt x="6147" y="82635"/>
                    </a:lnTo>
                    <a:cubicBezTo>
                      <a:pt x="6223" y="82738"/>
                      <a:pt x="6239" y="82972"/>
                      <a:pt x="6473" y="83027"/>
                    </a:cubicBezTo>
                    <a:cubicBezTo>
                      <a:pt x="6484" y="82953"/>
                      <a:pt x="6536" y="82950"/>
                      <a:pt x="6590" y="82950"/>
                    </a:cubicBezTo>
                    <a:cubicBezTo>
                      <a:pt x="6594" y="82950"/>
                      <a:pt x="6598" y="82950"/>
                      <a:pt x="6602" y="82950"/>
                    </a:cubicBezTo>
                    <a:cubicBezTo>
                      <a:pt x="6652" y="82950"/>
                      <a:pt x="6701" y="82948"/>
                      <a:pt x="6718" y="82891"/>
                    </a:cubicBezTo>
                    <a:cubicBezTo>
                      <a:pt x="6773" y="82292"/>
                      <a:pt x="6598" y="81747"/>
                      <a:pt x="6359" y="81197"/>
                    </a:cubicBezTo>
                    <a:cubicBezTo>
                      <a:pt x="6114" y="80637"/>
                      <a:pt x="6147" y="80049"/>
                      <a:pt x="6332" y="79526"/>
                    </a:cubicBezTo>
                    <a:lnTo>
                      <a:pt x="6332" y="79526"/>
                    </a:lnTo>
                    <a:cubicBezTo>
                      <a:pt x="6332" y="79673"/>
                      <a:pt x="6130" y="79880"/>
                      <a:pt x="6408" y="80054"/>
                    </a:cubicBezTo>
                    <a:cubicBezTo>
                      <a:pt x="6430" y="79760"/>
                      <a:pt x="6620" y="79537"/>
                      <a:pt x="6713" y="79276"/>
                    </a:cubicBezTo>
                    <a:cubicBezTo>
                      <a:pt x="6653" y="79156"/>
                      <a:pt x="6767" y="79151"/>
                      <a:pt x="6822" y="79112"/>
                    </a:cubicBezTo>
                    <a:cubicBezTo>
                      <a:pt x="7720" y="78427"/>
                      <a:pt x="8760" y="78029"/>
                      <a:pt x="9843" y="77790"/>
                    </a:cubicBezTo>
                    <a:cubicBezTo>
                      <a:pt x="11912" y="77318"/>
                      <a:pt x="14003" y="77008"/>
                      <a:pt x="16125" y="77008"/>
                    </a:cubicBezTo>
                    <a:cubicBezTo>
                      <a:pt x="16425" y="77008"/>
                      <a:pt x="16727" y="77015"/>
                      <a:pt x="17029" y="77027"/>
                    </a:cubicBezTo>
                    <a:cubicBezTo>
                      <a:pt x="17168" y="77033"/>
                      <a:pt x="17306" y="77036"/>
                      <a:pt x="17445" y="77036"/>
                    </a:cubicBezTo>
                    <a:cubicBezTo>
                      <a:pt x="18311" y="77036"/>
                      <a:pt x="19168" y="76923"/>
                      <a:pt x="20018" y="76744"/>
                    </a:cubicBezTo>
                    <a:cubicBezTo>
                      <a:pt x="21989" y="76336"/>
                      <a:pt x="23791" y="75558"/>
                      <a:pt x="25326" y="74235"/>
                    </a:cubicBezTo>
                    <a:cubicBezTo>
                      <a:pt x="26480" y="73244"/>
                      <a:pt x="27335" y="72019"/>
                      <a:pt x="28080" y="70712"/>
                    </a:cubicBezTo>
                    <a:cubicBezTo>
                      <a:pt x="28712" y="69596"/>
                      <a:pt x="29213" y="68431"/>
                      <a:pt x="29425" y="67157"/>
                    </a:cubicBezTo>
                    <a:cubicBezTo>
                      <a:pt x="29637" y="65889"/>
                      <a:pt x="29768" y="64621"/>
                      <a:pt x="29675" y="63325"/>
                    </a:cubicBezTo>
                    <a:cubicBezTo>
                      <a:pt x="29539" y="61485"/>
                      <a:pt x="29300" y="59683"/>
                      <a:pt x="28668" y="57930"/>
                    </a:cubicBezTo>
                    <a:cubicBezTo>
                      <a:pt x="28037" y="56172"/>
                      <a:pt x="27242" y="54517"/>
                      <a:pt x="26180" y="52987"/>
                    </a:cubicBezTo>
                    <a:cubicBezTo>
                      <a:pt x="25935" y="52633"/>
                      <a:pt x="25625" y="52366"/>
                      <a:pt x="25250" y="52165"/>
                    </a:cubicBezTo>
                    <a:cubicBezTo>
                      <a:pt x="24945" y="52050"/>
                      <a:pt x="24770" y="51827"/>
                      <a:pt x="24694" y="51517"/>
                    </a:cubicBezTo>
                    <a:cubicBezTo>
                      <a:pt x="24663" y="51571"/>
                      <a:pt x="24635" y="51589"/>
                      <a:pt x="24607" y="51589"/>
                    </a:cubicBezTo>
                    <a:cubicBezTo>
                      <a:pt x="24556" y="51589"/>
                      <a:pt x="24509" y="51527"/>
                      <a:pt x="24460" y="51506"/>
                    </a:cubicBezTo>
                    <a:cubicBezTo>
                      <a:pt x="24253" y="51522"/>
                      <a:pt x="24123" y="51675"/>
                      <a:pt x="23997" y="51800"/>
                    </a:cubicBezTo>
                    <a:cubicBezTo>
                      <a:pt x="23852" y="51948"/>
                      <a:pt x="23713" y="52011"/>
                      <a:pt x="23566" y="52011"/>
                    </a:cubicBezTo>
                    <a:cubicBezTo>
                      <a:pt x="23438" y="52011"/>
                      <a:pt x="23303" y="51963"/>
                      <a:pt x="23154" y="51882"/>
                    </a:cubicBezTo>
                    <a:cubicBezTo>
                      <a:pt x="22626" y="51588"/>
                      <a:pt x="22212" y="51158"/>
                      <a:pt x="21749" y="50782"/>
                    </a:cubicBezTo>
                    <a:cubicBezTo>
                      <a:pt x="21677" y="50722"/>
                      <a:pt x="21619" y="50596"/>
                      <a:pt x="21517" y="50596"/>
                    </a:cubicBezTo>
                    <a:cubicBezTo>
                      <a:pt x="21481" y="50596"/>
                      <a:pt x="21439" y="50612"/>
                      <a:pt x="21390" y="50651"/>
                    </a:cubicBezTo>
                    <a:cubicBezTo>
                      <a:pt x="21451" y="50849"/>
                      <a:pt x="21524" y="51041"/>
                      <a:pt x="21605" y="51228"/>
                    </a:cubicBezTo>
                    <a:lnTo>
                      <a:pt x="21605" y="51228"/>
                    </a:lnTo>
                    <a:cubicBezTo>
                      <a:pt x="21099" y="50263"/>
                      <a:pt x="20491" y="49368"/>
                      <a:pt x="19669" y="48599"/>
                    </a:cubicBezTo>
                    <a:cubicBezTo>
                      <a:pt x="19060" y="48022"/>
                      <a:pt x="18679" y="47249"/>
                      <a:pt x="18417" y="46449"/>
                    </a:cubicBezTo>
                    <a:cubicBezTo>
                      <a:pt x="18249" y="45953"/>
                      <a:pt x="18428" y="45714"/>
                      <a:pt x="18951" y="45637"/>
                    </a:cubicBezTo>
                    <a:cubicBezTo>
                      <a:pt x="19332" y="45583"/>
                      <a:pt x="19718" y="45523"/>
                      <a:pt x="20099" y="45441"/>
                    </a:cubicBezTo>
                    <a:cubicBezTo>
                      <a:pt x="20796" y="45294"/>
                      <a:pt x="20965" y="45098"/>
                      <a:pt x="21020" y="44396"/>
                    </a:cubicBezTo>
                    <a:cubicBezTo>
                      <a:pt x="21030" y="44271"/>
                      <a:pt x="21047" y="44140"/>
                      <a:pt x="21063" y="44010"/>
                    </a:cubicBezTo>
                    <a:cubicBezTo>
                      <a:pt x="21167" y="43182"/>
                      <a:pt x="21613" y="42627"/>
                      <a:pt x="22391" y="42338"/>
                    </a:cubicBezTo>
                    <a:cubicBezTo>
                      <a:pt x="22604" y="42262"/>
                      <a:pt x="22811" y="42175"/>
                      <a:pt x="23017" y="42088"/>
                    </a:cubicBezTo>
                    <a:cubicBezTo>
                      <a:pt x="23306" y="41963"/>
                      <a:pt x="23556" y="41794"/>
                      <a:pt x="23731" y="41533"/>
                    </a:cubicBezTo>
                    <a:cubicBezTo>
                      <a:pt x="23963" y="41179"/>
                      <a:pt x="24252" y="40922"/>
                      <a:pt x="24697" y="40922"/>
                    </a:cubicBezTo>
                    <a:cubicBezTo>
                      <a:pt x="24710" y="40922"/>
                      <a:pt x="24724" y="40922"/>
                      <a:pt x="24738" y="40923"/>
                    </a:cubicBezTo>
                    <a:cubicBezTo>
                      <a:pt x="24747" y="40924"/>
                      <a:pt x="24756" y="40924"/>
                      <a:pt x="24765" y="40924"/>
                    </a:cubicBezTo>
                    <a:cubicBezTo>
                      <a:pt x="24840" y="40924"/>
                      <a:pt x="24921" y="40902"/>
                      <a:pt x="24950" y="40825"/>
                    </a:cubicBezTo>
                    <a:cubicBezTo>
                      <a:pt x="24994" y="40722"/>
                      <a:pt x="24912" y="40651"/>
                      <a:pt x="24841" y="40591"/>
                    </a:cubicBezTo>
                    <a:cubicBezTo>
                      <a:pt x="24602" y="40379"/>
                      <a:pt x="24340" y="40193"/>
                      <a:pt x="24101" y="39987"/>
                    </a:cubicBezTo>
                    <a:cubicBezTo>
                      <a:pt x="23698" y="39644"/>
                      <a:pt x="23252" y="39339"/>
                      <a:pt x="22968" y="38876"/>
                    </a:cubicBezTo>
                    <a:cubicBezTo>
                      <a:pt x="22685" y="38419"/>
                      <a:pt x="22724" y="37678"/>
                      <a:pt x="23039" y="37314"/>
                    </a:cubicBezTo>
                    <a:cubicBezTo>
                      <a:pt x="23366" y="36938"/>
                      <a:pt x="23366" y="36943"/>
                      <a:pt x="23137" y="36486"/>
                    </a:cubicBezTo>
                    <a:cubicBezTo>
                      <a:pt x="22963" y="36138"/>
                      <a:pt x="22745" y="35811"/>
                      <a:pt x="22675" y="35419"/>
                    </a:cubicBezTo>
                    <a:cubicBezTo>
                      <a:pt x="22598" y="35027"/>
                      <a:pt x="22691" y="34886"/>
                      <a:pt x="23077" y="34777"/>
                    </a:cubicBezTo>
                    <a:cubicBezTo>
                      <a:pt x="23513" y="34660"/>
                      <a:pt x="23948" y="34602"/>
                      <a:pt x="24392" y="34602"/>
                    </a:cubicBezTo>
                    <a:cubicBezTo>
                      <a:pt x="24569" y="34602"/>
                      <a:pt x="24748" y="34611"/>
                      <a:pt x="24928" y="34630"/>
                    </a:cubicBezTo>
                    <a:cubicBezTo>
                      <a:pt x="25919" y="34733"/>
                      <a:pt x="26807" y="35054"/>
                      <a:pt x="27580" y="35691"/>
                    </a:cubicBezTo>
                    <a:cubicBezTo>
                      <a:pt x="27748" y="35833"/>
                      <a:pt x="27928" y="36007"/>
                      <a:pt x="28151" y="36023"/>
                    </a:cubicBezTo>
                    <a:cubicBezTo>
                      <a:pt x="28424" y="36039"/>
                      <a:pt x="28696" y="36065"/>
                      <a:pt x="28967" y="36065"/>
                    </a:cubicBezTo>
                    <a:cubicBezTo>
                      <a:pt x="29270" y="36065"/>
                      <a:pt x="29570" y="36032"/>
                      <a:pt x="29866" y="35915"/>
                    </a:cubicBezTo>
                    <a:cubicBezTo>
                      <a:pt x="30018" y="35851"/>
                      <a:pt x="30147" y="35818"/>
                      <a:pt x="30264" y="35818"/>
                    </a:cubicBezTo>
                    <a:cubicBezTo>
                      <a:pt x="30469" y="35818"/>
                      <a:pt x="30638" y="35919"/>
                      <a:pt x="30835" y="36138"/>
                    </a:cubicBezTo>
                    <a:cubicBezTo>
                      <a:pt x="31009" y="36328"/>
                      <a:pt x="31173" y="36530"/>
                      <a:pt x="31320" y="36742"/>
                    </a:cubicBezTo>
                    <a:cubicBezTo>
                      <a:pt x="31382" y="36823"/>
                      <a:pt x="31444" y="36946"/>
                      <a:pt x="31542" y="36946"/>
                    </a:cubicBezTo>
                    <a:cubicBezTo>
                      <a:pt x="31556" y="36946"/>
                      <a:pt x="31571" y="36943"/>
                      <a:pt x="31586" y="36938"/>
                    </a:cubicBezTo>
                    <a:cubicBezTo>
                      <a:pt x="31733" y="36894"/>
                      <a:pt x="31706" y="36726"/>
                      <a:pt x="31706" y="36600"/>
                    </a:cubicBezTo>
                    <a:cubicBezTo>
                      <a:pt x="31695" y="36317"/>
                      <a:pt x="31668" y="36029"/>
                      <a:pt x="31592" y="35762"/>
                    </a:cubicBezTo>
                    <a:cubicBezTo>
                      <a:pt x="31200" y="34412"/>
                      <a:pt x="30775" y="33095"/>
                      <a:pt x="29703" y="32077"/>
                    </a:cubicBezTo>
                    <a:cubicBezTo>
                      <a:pt x="28957" y="31363"/>
                      <a:pt x="28412" y="30454"/>
                      <a:pt x="27678" y="29719"/>
                    </a:cubicBezTo>
                    <a:cubicBezTo>
                      <a:pt x="27656" y="29692"/>
                      <a:pt x="27634" y="29665"/>
                      <a:pt x="27618" y="29632"/>
                    </a:cubicBezTo>
                    <a:cubicBezTo>
                      <a:pt x="27590" y="29572"/>
                      <a:pt x="27525" y="29507"/>
                      <a:pt x="27574" y="29436"/>
                    </a:cubicBezTo>
                    <a:cubicBezTo>
                      <a:pt x="27598" y="29405"/>
                      <a:pt x="27629" y="29395"/>
                      <a:pt x="27663" y="29395"/>
                    </a:cubicBezTo>
                    <a:cubicBezTo>
                      <a:pt x="27698" y="29395"/>
                      <a:pt x="27736" y="29406"/>
                      <a:pt x="27770" y="29414"/>
                    </a:cubicBezTo>
                    <a:cubicBezTo>
                      <a:pt x="28168" y="29518"/>
                      <a:pt x="28576" y="29599"/>
                      <a:pt x="28973" y="29692"/>
                    </a:cubicBezTo>
                    <a:cubicBezTo>
                      <a:pt x="29032" y="29705"/>
                      <a:pt x="29085" y="29711"/>
                      <a:pt x="29132" y="29711"/>
                    </a:cubicBezTo>
                    <a:cubicBezTo>
                      <a:pt x="29349" y="29711"/>
                      <a:pt x="29448" y="29578"/>
                      <a:pt x="29431" y="29306"/>
                    </a:cubicBezTo>
                    <a:cubicBezTo>
                      <a:pt x="29414" y="28984"/>
                      <a:pt x="29376" y="28663"/>
                      <a:pt x="29240" y="28375"/>
                    </a:cubicBezTo>
                    <a:cubicBezTo>
                      <a:pt x="28990" y="27825"/>
                      <a:pt x="29049" y="27275"/>
                      <a:pt x="29196" y="26714"/>
                    </a:cubicBezTo>
                    <a:cubicBezTo>
                      <a:pt x="29338" y="26153"/>
                      <a:pt x="29425" y="25587"/>
                      <a:pt x="29311" y="25005"/>
                    </a:cubicBezTo>
                    <a:cubicBezTo>
                      <a:pt x="29229" y="24575"/>
                      <a:pt x="29137" y="24150"/>
                      <a:pt x="29011" y="23736"/>
                    </a:cubicBezTo>
                    <a:cubicBezTo>
                      <a:pt x="28919" y="23442"/>
                      <a:pt x="28957" y="23170"/>
                      <a:pt x="29109" y="22920"/>
                    </a:cubicBezTo>
                    <a:cubicBezTo>
                      <a:pt x="29349" y="22528"/>
                      <a:pt x="29545" y="22114"/>
                      <a:pt x="29882" y="21782"/>
                    </a:cubicBezTo>
                    <a:cubicBezTo>
                      <a:pt x="30138" y="21532"/>
                      <a:pt x="30089" y="21167"/>
                      <a:pt x="29768" y="21014"/>
                    </a:cubicBezTo>
                    <a:cubicBezTo>
                      <a:pt x="29414" y="20848"/>
                      <a:pt x="29055" y="20696"/>
                      <a:pt x="28678" y="20696"/>
                    </a:cubicBezTo>
                    <a:cubicBezTo>
                      <a:pt x="28464" y="20696"/>
                      <a:pt x="28244" y="20745"/>
                      <a:pt x="28015" y="20867"/>
                    </a:cubicBezTo>
                    <a:cubicBezTo>
                      <a:pt x="27324" y="21238"/>
                      <a:pt x="26572" y="21439"/>
                      <a:pt x="25783" y="21477"/>
                    </a:cubicBezTo>
                    <a:cubicBezTo>
                      <a:pt x="25743" y="21479"/>
                      <a:pt x="25703" y="21480"/>
                      <a:pt x="25664" y="21480"/>
                    </a:cubicBezTo>
                    <a:cubicBezTo>
                      <a:pt x="25333" y="21480"/>
                      <a:pt x="25021" y="21414"/>
                      <a:pt x="24749" y="21199"/>
                    </a:cubicBezTo>
                    <a:cubicBezTo>
                      <a:pt x="24547" y="21036"/>
                      <a:pt x="24471" y="20835"/>
                      <a:pt x="24498" y="20579"/>
                    </a:cubicBezTo>
                    <a:cubicBezTo>
                      <a:pt x="24564" y="20062"/>
                      <a:pt x="24558" y="20062"/>
                      <a:pt x="24030" y="19969"/>
                    </a:cubicBezTo>
                    <a:cubicBezTo>
                      <a:pt x="23910" y="19947"/>
                      <a:pt x="23796" y="19931"/>
                      <a:pt x="23676" y="19915"/>
                    </a:cubicBezTo>
                    <a:cubicBezTo>
                      <a:pt x="22865" y="19795"/>
                      <a:pt x="22103" y="19523"/>
                      <a:pt x="21335" y="19240"/>
                    </a:cubicBezTo>
                    <a:cubicBezTo>
                      <a:pt x="21085" y="19147"/>
                      <a:pt x="20916" y="18946"/>
                      <a:pt x="20954" y="18668"/>
                    </a:cubicBezTo>
                    <a:cubicBezTo>
                      <a:pt x="20988" y="18440"/>
                      <a:pt x="21159" y="18431"/>
                      <a:pt x="21328" y="18431"/>
                    </a:cubicBezTo>
                    <a:cubicBezTo>
                      <a:pt x="21342" y="18431"/>
                      <a:pt x="21356" y="18431"/>
                      <a:pt x="21370" y="18431"/>
                    </a:cubicBezTo>
                    <a:cubicBezTo>
                      <a:pt x="21405" y="18431"/>
                      <a:pt x="21439" y="18431"/>
                      <a:pt x="21471" y="18428"/>
                    </a:cubicBezTo>
                    <a:cubicBezTo>
                      <a:pt x="21836" y="18401"/>
                      <a:pt x="22201" y="18385"/>
                      <a:pt x="22544" y="18238"/>
                    </a:cubicBezTo>
                    <a:cubicBezTo>
                      <a:pt x="22914" y="18080"/>
                      <a:pt x="23132" y="17770"/>
                      <a:pt x="23344" y="17465"/>
                    </a:cubicBezTo>
                    <a:cubicBezTo>
                      <a:pt x="23627" y="17053"/>
                      <a:pt x="23992" y="16864"/>
                      <a:pt x="24430" y="16864"/>
                    </a:cubicBezTo>
                    <a:cubicBezTo>
                      <a:pt x="24547" y="16864"/>
                      <a:pt x="24670" y="16878"/>
                      <a:pt x="24798" y="16904"/>
                    </a:cubicBezTo>
                    <a:cubicBezTo>
                      <a:pt x="25467" y="17046"/>
                      <a:pt x="26121" y="17247"/>
                      <a:pt x="26736" y="17557"/>
                    </a:cubicBezTo>
                    <a:cubicBezTo>
                      <a:pt x="27051" y="17715"/>
                      <a:pt x="27356" y="17900"/>
                      <a:pt x="27699" y="17987"/>
                    </a:cubicBezTo>
                    <a:cubicBezTo>
                      <a:pt x="27941" y="18051"/>
                      <a:pt x="28178" y="18088"/>
                      <a:pt x="28406" y="18088"/>
                    </a:cubicBezTo>
                    <a:cubicBezTo>
                      <a:pt x="28866" y="18088"/>
                      <a:pt x="29293" y="17938"/>
                      <a:pt x="29665" y="17552"/>
                    </a:cubicBezTo>
                    <a:cubicBezTo>
                      <a:pt x="29948" y="17258"/>
                      <a:pt x="30291" y="17089"/>
                      <a:pt x="30688" y="17040"/>
                    </a:cubicBezTo>
                    <a:cubicBezTo>
                      <a:pt x="31216" y="16980"/>
                      <a:pt x="31733" y="16855"/>
                      <a:pt x="32261" y="16790"/>
                    </a:cubicBezTo>
                    <a:cubicBezTo>
                      <a:pt x="33334" y="16648"/>
                      <a:pt x="34161" y="16153"/>
                      <a:pt x="34613" y="15108"/>
                    </a:cubicBezTo>
                    <a:cubicBezTo>
                      <a:pt x="34934" y="14367"/>
                      <a:pt x="35245" y="13611"/>
                      <a:pt x="35724" y="12941"/>
                    </a:cubicBezTo>
                    <a:cubicBezTo>
                      <a:pt x="35811" y="12821"/>
                      <a:pt x="35893" y="12674"/>
                      <a:pt x="35909" y="12527"/>
                    </a:cubicBezTo>
                    <a:cubicBezTo>
                      <a:pt x="35985" y="11836"/>
                      <a:pt x="36350" y="11237"/>
                      <a:pt x="36546" y="10584"/>
                    </a:cubicBezTo>
                    <a:cubicBezTo>
                      <a:pt x="36666" y="10181"/>
                      <a:pt x="36911" y="9865"/>
                      <a:pt x="37297" y="9642"/>
                    </a:cubicBezTo>
                    <a:cubicBezTo>
                      <a:pt x="37885" y="9310"/>
                      <a:pt x="38489" y="9021"/>
                      <a:pt x="39121" y="8798"/>
                    </a:cubicBezTo>
                    <a:cubicBezTo>
                      <a:pt x="39213" y="8765"/>
                      <a:pt x="39300" y="8738"/>
                      <a:pt x="39377" y="8678"/>
                    </a:cubicBezTo>
                    <a:cubicBezTo>
                      <a:pt x="39426" y="8646"/>
                      <a:pt x="39475" y="8602"/>
                      <a:pt x="39464" y="8537"/>
                    </a:cubicBezTo>
                    <a:cubicBezTo>
                      <a:pt x="39458" y="8466"/>
                      <a:pt x="39398" y="8450"/>
                      <a:pt x="39339" y="8433"/>
                    </a:cubicBezTo>
                    <a:cubicBezTo>
                      <a:pt x="39273" y="8412"/>
                      <a:pt x="39202" y="8412"/>
                      <a:pt x="39132" y="8406"/>
                    </a:cubicBezTo>
                    <a:cubicBezTo>
                      <a:pt x="38157" y="8330"/>
                      <a:pt x="37177" y="8373"/>
                      <a:pt x="36203" y="8319"/>
                    </a:cubicBezTo>
                    <a:cubicBezTo>
                      <a:pt x="36105" y="8314"/>
                      <a:pt x="36008" y="8311"/>
                      <a:pt x="35912" y="8311"/>
                    </a:cubicBezTo>
                    <a:cubicBezTo>
                      <a:pt x="34976" y="8311"/>
                      <a:pt x="34095" y="8544"/>
                      <a:pt x="33236" y="8880"/>
                    </a:cubicBezTo>
                    <a:cubicBezTo>
                      <a:pt x="32962" y="8987"/>
                      <a:pt x="32701" y="9055"/>
                      <a:pt x="32444" y="9055"/>
                    </a:cubicBezTo>
                    <a:cubicBezTo>
                      <a:pt x="32180" y="9055"/>
                      <a:pt x="31922" y="8983"/>
                      <a:pt x="31663" y="8809"/>
                    </a:cubicBezTo>
                    <a:cubicBezTo>
                      <a:pt x="31482" y="8688"/>
                      <a:pt x="31212" y="8631"/>
                      <a:pt x="30918" y="8631"/>
                    </a:cubicBezTo>
                    <a:cubicBezTo>
                      <a:pt x="30341" y="8631"/>
                      <a:pt x="29672" y="8848"/>
                      <a:pt x="29409" y="9212"/>
                    </a:cubicBezTo>
                    <a:cubicBezTo>
                      <a:pt x="28957" y="9832"/>
                      <a:pt x="28255" y="10252"/>
                      <a:pt x="27993" y="11036"/>
                    </a:cubicBezTo>
                    <a:cubicBezTo>
                      <a:pt x="27863" y="11428"/>
                      <a:pt x="27536" y="11711"/>
                      <a:pt x="27084" y="11721"/>
                    </a:cubicBezTo>
                    <a:cubicBezTo>
                      <a:pt x="26594" y="11732"/>
                      <a:pt x="26164" y="11907"/>
                      <a:pt x="25756" y="12152"/>
                    </a:cubicBezTo>
                    <a:cubicBezTo>
                      <a:pt x="25467" y="12326"/>
                      <a:pt x="25152" y="12418"/>
                      <a:pt x="24825" y="12473"/>
                    </a:cubicBezTo>
                    <a:cubicBezTo>
                      <a:pt x="24794" y="12479"/>
                      <a:pt x="24763" y="12482"/>
                      <a:pt x="24733" y="12482"/>
                    </a:cubicBezTo>
                    <a:cubicBezTo>
                      <a:pt x="24622" y="12482"/>
                      <a:pt x="24516" y="12441"/>
                      <a:pt x="24444" y="12348"/>
                    </a:cubicBezTo>
                    <a:cubicBezTo>
                      <a:pt x="24335" y="12211"/>
                      <a:pt x="24400" y="12075"/>
                      <a:pt x="24466" y="11950"/>
                    </a:cubicBezTo>
                    <a:cubicBezTo>
                      <a:pt x="24602" y="11694"/>
                      <a:pt x="24814" y="11509"/>
                      <a:pt x="25032" y="11324"/>
                    </a:cubicBezTo>
                    <a:cubicBezTo>
                      <a:pt x="25375" y="11030"/>
                      <a:pt x="25614" y="10682"/>
                      <a:pt x="25625" y="10208"/>
                    </a:cubicBezTo>
                    <a:cubicBezTo>
                      <a:pt x="25636" y="9522"/>
                      <a:pt x="25919" y="8907"/>
                      <a:pt x="26170" y="8292"/>
                    </a:cubicBezTo>
                    <a:cubicBezTo>
                      <a:pt x="26289" y="8216"/>
                      <a:pt x="26093" y="8069"/>
                      <a:pt x="26240" y="7998"/>
                    </a:cubicBezTo>
                    <a:cubicBezTo>
                      <a:pt x="25859" y="7693"/>
                      <a:pt x="25582" y="7290"/>
                      <a:pt x="25211" y="6969"/>
                    </a:cubicBezTo>
                    <a:cubicBezTo>
                      <a:pt x="25152" y="6914"/>
                      <a:pt x="25081" y="6871"/>
                      <a:pt x="25010" y="6833"/>
                    </a:cubicBezTo>
                    <a:cubicBezTo>
                      <a:pt x="24881" y="6766"/>
                      <a:pt x="24775" y="6731"/>
                      <a:pt x="24682" y="6731"/>
                    </a:cubicBezTo>
                    <a:cubicBezTo>
                      <a:pt x="24521" y="6731"/>
                      <a:pt x="24404" y="6838"/>
                      <a:pt x="24297" y="7067"/>
                    </a:cubicBezTo>
                    <a:cubicBezTo>
                      <a:pt x="24182" y="7312"/>
                      <a:pt x="24068" y="7557"/>
                      <a:pt x="23932" y="7791"/>
                    </a:cubicBezTo>
                    <a:cubicBezTo>
                      <a:pt x="23769" y="8079"/>
                      <a:pt x="23584" y="8346"/>
                      <a:pt x="23295" y="8537"/>
                    </a:cubicBezTo>
                    <a:cubicBezTo>
                      <a:pt x="22936" y="8782"/>
                      <a:pt x="22604" y="9065"/>
                      <a:pt x="22299" y="9375"/>
                    </a:cubicBezTo>
                    <a:cubicBezTo>
                      <a:pt x="21930" y="9749"/>
                      <a:pt x="21482" y="9912"/>
                      <a:pt x="20972" y="9912"/>
                    </a:cubicBezTo>
                    <a:cubicBezTo>
                      <a:pt x="20932" y="9912"/>
                      <a:pt x="20892" y="9911"/>
                      <a:pt x="20851" y="9909"/>
                    </a:cubicBezTo>
                    <a:cubicBezTo>
                      <a:pt x="20426" y="9979"/>
                      <a:pt x="20002" y="10045"/>
                      <a:pt x="19577" y="10116"/>
                    </a:cubicBezTo>
                    <a:cubicBezTo>
                      <a:pt x="19408" y="10306"/>
                      <a:pt x="19201" y="10448"/>
                      <a:pt x="18967" y="10529"/>
                    </a:cubicBezTo>
                    <a:cubicBezTo>
                      <a:pt x="18455" y="10709"/>
                      <a:pt x="18036" y="11019"/>
                      <a:pt x="17655" y="11400"/>
                    </a:cubicBezTo>
                    <a:cubicBezTo>
                      <a:pt x="17307" y="11743"/>
                      <a:pt x="16860" y="11917"/>
                      <a:pt x="16398" y="11999"/>
                    </a:cubicBezTo>
                    <a:cubicBezTo>
                      <a:pt x="16344" y="12009"/>
                      <a:pt x="16293" y="12013"/>
                      <a:pt x="16244" y="12013"/>
                    </a:cubicBezTo>
                    <a:cubicBezTo>
                      <a:pt x="15839" y="12013"/>
                      <a:pt x="15553" y="11716"/>
                      <a:pt x="15233" y="11493"/>
                    </a:cubicBezTo>
                    <a:cubicBezTo>
                      <a:pt x="15848" y="11389"/>
                      <a:pt x="16289" y="11057"/>
                      <a:pt x="16686" y="10638"/>
                    </a:cubicBezTo>
                    <a:cubicBezTo>
                      <a:pt x="16833" y="10480"/>
                      <a:pt x="17007" y="10355"/>
                      <a:pt x="17198" y="10257"/>
                    </a:cubicBezTo>
                    <a:cubicBezTo>
                      <a:pt x="17655" y="10012"/>
                      <a:pt x="18080" y="9718"/>
                      <a:pt x="18499" y="9408"/>
                    </a:cubicBezTo>
                    <a:cubicBezTo>
                      <a:pt x="19081" y="8983"/>
                      <a:pt x="19686" y="8575"/>
                      <a:pt x="20415" y="8461"/>
                    </a:cubicBezTo>
                    <a:cubicBezTo>
                      <a:pt x="21025" y="8363"/>
                      <a:pt x="21373" y="8014"/>
                      <a:pt x="21575" y="7453"/>
                    </a:cubicBezTo>
                    <a:cubicBezTo>
                      <a:pt x="21695" y="7110"/>
                      <a:pt x="21907" y="6827"/>
                      <a:pt x="22223" y="6642"/>
                    </a:cubicBezTo>
                    <a:cubicBezTo>
                      <a:pt x="22745" y="6337"/>
                      <a:pt x="23213" y="5962"/>
                      <a:pt x="23654" y="5553"/>
                    </a:cubicBezTo>
                    <a:cubicBezTo>
                      <a:pt x="24025" y="5205"/>
                      <a:pt x="24471" y="4944"/>
                      <a:pt x="24809" y="4563"/>
                    </a:cubicBezTo>
                    <a:cubicBezTo>
                      <a:pt x="25135" y="4192"/>
                      <a:pt x="25086" y="3931"/>
                      <a:pt x="24629" y="3757"/>
                    </a:cubicBezTo>
                    <a:cubicBezTo>
                      <a:pt x="24155" y="3583"/>
                      <a:pt x="23682" y="3370"/>
                      <a:pt x="23186" y="3289"/>
                    </a:cubicBezTo>
                    <a:cubicBezTo>
                      <a:pt x="22315" y="3153"/>
                      <a:pt x="21667" y="2679"/>
                      <a:pt x="21063" y="2091"/>
                    </a:cubicBezTo>
                    <a:lnTo>
                      <a:pt x="21063" y="2091"/>
                    </a:lnTo>
                    <a:cubicBezTo>
                      <a:pt x="21183" y="2151"/>
                      <a:pt x="21268" y="2285"/>
                      <a:pt x="21407" y="2285"/>
                    </a:cubicBezTo>
                    <a:cubicBezTo>
                      <a:pt x="21432" y="2285"/>
                      <a:pt x="21459" y="2281"/>
                      <a:pt x="21488" y="2271"/>
                    </a:cubicBezTo>
                    <a:cubicBezTo>
                      <a:pt x="21412" y="1993"/>
                      <a:pt x="21270" y="1764"/>
                      <a:pt x="20998" y="1634"/>
                    </a:cubicBezTo>
                    <a:cubicBezTo>
                      <a:pt x="20969" y="1623"/>
                      <a:pt x="20942" y="1619"/>
                      <a:pt x="20918" y="1619"/>
                    </a:cubicBezTo>
                    <a:cubicBezTo>
                      <a:pt x="20812" y="1619"/>
                      <a:pt x="20738" y="1701"/>
                      <a:pt x="20649" y="1754"/>
                    </a:cubicBezTo>
                    <a:cubicBezTo>
                      <a:pt x="20268" y="1988"/>
                      <a:pt x="19974" y="2320"/>
                      <a:pt x="19708" y="2516"/>
                    </a:cubicBezTo>
                    <a:cubicBezTo>
                      <a:pt x="20018" y="2254"/>
                      <a:pt x="20393" y="1901"/>
                      <a:pt x="20791" y="1568"/>
                    </a:cubicBezTo>
                    <a:cubicBezTo>
                      <a:pt x="21205" y="1231"/>
                      <a:pt x="21428" y="757"/>
                      <a:pt x="21684" y="305"/>
                    </a:cubicBezTo>
                    <a:cubicBezTo>
                      <a:pt x="21733" y="218"/>
                      <a:pt x="21803" y="93"/>
                      <a:pt x="21695" y="22"/>
                    </a:cubicBezTo>
                    <a:cubicBezTo>
                      <a:pt x="21670" y="7"/>
                      <a:pt x="21647" y="0"/>
                      <a:pt x="216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4" name="Google Shape;1354;p30"/>
              <p:cNvSpPr/>
              <p:nvPr/>
            </p:nvSpPr>
            <p:spPr>
              <a:xfrm>
                <a:off x="5751540" y="2150777"/>
                <a:ext cx="516077" cy="680957"/>
              </a:xfrm>
              <a:custGeom>
                <a:rect b="b" l="l" r="r" t="t"/>
                <a:pathLst>
                  <a:path extrusionOk="0" h="11436" w="8667">
                    <a:moveTo>
                      <a:pt x="0" y="1"/>
                    </a:moveTo>
                    <a:lnTo>
                      <a:pt x="0" y="1"/>
                    </a:lnTo>
                    <a:cubicBezTo>
                      <a:pt x="109" y="251"/>
                      <a:pt x="272" y="469"/>
                      <a:pt x="299" y="736"/>
                    </a:cubicBezTo>
                    <a:cubicBezTo>
                      <a:pt x="713" y="1650"/>
                      <a:pt x="746" y="2630"/>
                      <a:pt x="779" y="3599"/>
                    </a:cubicBezTo>
                    <a:cubicBezTo>
                      <a:pt x="817" y="4998"/>
                      <a:pt x="1138" y="6321"/>
                      <a:pt x="1802" y="7541"/>
                    </a:cubicBezTo>
                    <a:cubicBezTo>
                      <a:pt x="2722" y="9245"/>
                      <a:pt x="4072" y="10486"/>
                      <a:pt x="5950" y="11085"/>
                    </a:cubicBezTo>
                    <a:cubicBezTo>
                      <a:pt x="6021" y="11096"/>
                      <a:pt x="6092" y="11090"/>
                      <a:pt x="6157" y="11112"/>
                    </a:cubicBezTo>
                    <a:cubicBezTo>
                      <a:pt x="6870" y="11319"/>
                      <a:pt x="7600" y="11417"/>
                      <a:pt x="8340" y="11428"/>
                    </a:cubicBezTo>
                    <a:cubicBezTo>
                      <a:pt x="8382" y="11428"/>
                      <a:pt x="8427" y="11435"/>
                      <a:pt x="8473" y="11435"/>
                    </a:cubicBezTo>
                    <a:cubicBezTo>
                      <a:pt x="8542" y="11435"/>
                      <a:pt x="8611" y="11418"/>
                      <a:pt x="8667" y="11330"/>
                    </a:cubicBezTo>
                    <a:cubicBezTo>
                      <a:pt x="8084" y="11243"/>
                      <a:pt x="7513" y="11155"/>
                      <a:pt x="6941" y="11068"/>
                    </a:cubicBezTo>
                    <a:cubicBezTo>
                      <a:pt x="6680" y="11008"/>
                      <a:pt x="6413" y="10970"/>
                      <a:pt x="6157" y="10889"/>
                    </a:cubicBezTo>
                    <a:cubicBezTo>
                      <a:pt x="3669" y="10083"/>
                      <a:pt x="2140" y="8357"/>
                      <a:pt x="1356" y="5897"/>
                    </a:cubicBezTo>
                    <a:cubicBezTo>
                      <a:pt x="953" y="4644"/>
                      <a:pt x="1062" y="3338"/>
                      <a:pt x="866" y="2069"/>
                    </a:cubicBezTo>
                    <a:cubicBezTo>
                      <a:pt x="768" y="1460"/>
                      <a:pt x="610" y="877"/>
                      <a:pt x="354" y="322"/>
                    </a:cubicBezTo>
                    <a:cubicBezTo>
                      <a:pt x="289" y="180"/>
                      <a:pt x="212" y="22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5" name="Google Shape;1355;p30"/>
              <p:cNvSpPr/>
              <p:nvPr/>
            </p:nvSpPr>
            <p:spPr>
              <a:xfrm>
                <a:off x="6751559" y="103043"/>
                <a:ext cx="1823804" cy="2664162"/>
              </a:xfrm>
              <a:custGeom>
                <a:rect b="b" l="l" r="r" t="t"/>
                <a:pathLst>
                  <a:path extrusionOk="0" h="44742" w="30629">
                    <a:moveTo>
                      <a:pt x="17805" y="0"/>
                    </a:moveTo>
                    <a:cubicBezTo>
                      <a:pt x="17367" y="0"/>
                      <a:pt x="16931" y="22"/>
                      <a:pt x="16502" y="114"/>
                    </a:cubicBezTo>
                    <a:cubicBezTo>
                      <a:pt x="15886" y="251"/>
                      <a:pt x="15298" y="490"/>
                      <a:pt x="14694" y="681"/>
                    </a:cubicBezTo>
                    <a:cubicBezTo>
                      <a:pt x="14559" y="725"/>
                      <a:pt x="14422" y="766"/>
                      <a:pt x="14288" y="766"/>
                    </a:cubicBezTo>
                    <a:cubicBezTo>
                      <a:pt x="14174" y="766"/>
                      <a:pt x="14061" y="736"/>
                      <a:pt x="13954" y="653"/>
                    </a:cubicBezTo>
                    <a:cubicBezTo>
                      <a:pt x="13580" y="372"/>
                      <a:pt x="13189" y="254"/>
                      <a:pt x="12803" y="254"/>
                    </a:cubicBezTo>
                    <a:cubicBezTo>
                      <a:pt x="12390" y="254"/>
                      <a:pt x="11981" y="388"/>
                      <a:pt x="11602" y="599"/>
                    </a:cubicBezTo>
                    <a:cubicBezTo>
                      <a:pt x="10774" y="1062"/>
                      <a:pt x="10176" y="1824"/>
                      <a:pt x="9675" y="2635"/>
                    </a:cubicBezTo>
                    <a:cubicBezTo>
                      <a:pt x="9495" y="2973"/>
                      <a:pt x="9256" y="3256"/>
                      <a:pt x="8913" y="3430"/>
                    </a:cubicBezTo>
                    <a:cubicBezTo>
                      <a:pt x="8314" y="3462"/>
                      <a:pt x="7791" y="3740"/>
                      <a:pt x="7247" y="3947"/>
                    </a:cubicBezTo>
                    <a:cubicBezTo>
                      <a:pt x="7029" y="4029"/>
                      <a:pt x="6800" y="4089"/>
                      <a:pt x="6577" y="4159"/>
                    </a:cubicBezTo>
                    <a:cubicBezTo>
                      <a:pt x="6525" y="4177"/>
                      <a:pt x="6484" y="4185"/>
                      <a:pt x="6451" y="4185"/>
                    </a:cubicBezTo>
                    <a:cubicBezTo>
                      <a:pt x="6345" y="4185"/>
                      <a:pt x="6339" y="4095"/>
                      <a:pt x="6397" y="3952"/>
                    </a:cubicBezTo>
                    <a:cubicBezTo>
                      <a:pt x="6501" y="3686"/>
                      <a:pt x="6724" y="3528"/>
                      <a:pt x="6926" y="3348"/>
                    </a:cubicBezTo>
                    <a:cubicBezTo>
                      <a:pt x="7285" y="3032"/>
                      <a:pt x="7611" y="2679"/>
                      <a:pt x="7617" y="2172"/>
                    </a:cubicBezTo>
                    <a:cubicBezTo>
                      <a:pt x="7622" y="1742"/>
                      <a:pt x="7704" y="1334"/>
                      <a:pt x="7818" y="926"/>
                    </a:cubicBezTo>
                    <a:cubicBezTo>
                      <a:pt x="7889" y="681"/>
                      <a:pt x="8003" y="441"/>
                      <a:pt x="7993" y="180"/>
                    </a:cubicBezTo>
                    <a:cubicBezTo>
                      <a:pt x="7972" y="161"/>
                      <a:pt x="7951" y="152"/>
                      <a:pt x="7932" y="152"/>
                    </a:cubicBezTo>
                    <a:cubicBezTo>
                      <a:pt x="7908" y="152"/>
                      <a:pt x="7888" y="168"/>
                      <a:pt x="7878" y="196"/>
                    </a:cubicBezTo>
                    <a:cubicBezTo>
                      <a:pt x="7671" y="757"/>
                      <a:pt x="7366" y="1301"/>
                      <a:pt x="7366" y="1906"/>
                    </a:cubicBezTo>
                    <a:cubicBezTo>
                      <a:pt x="7372" y="2461"/>
                      <a:pt x="7149" y="2847"/>
                      <a:pt x="6746" y="3179"/>
                    </a:cubicBezTo>
                    <a:cubicBezTo>
                      <a:pt x="6555" y="3332"/>
                      <a:pt x="6354" y="3490"/>
                      <a:pt x="6240" y="3718"/>
                    </a:cubicBezTo>
                    <a:cubicBezTo>
                      <a:pt x="6147" y="3898"/>
                      <a:pt x="5978" y="4094"/>
                      <a:pt x="6152" y="4301"/>
                    </a:cubicBezTo>
                    <a:cubicBezTo>
                      <a:pt x="6260" y="4423"/>
                      <a:pt x="6395" y="4475"/>
                      <a:pt x="6546" y="4475"/>
                    </a:cubicBezTo>
                    <a:cubicBezTo>
                      <a:pt x="6617" y="4475"/>
                      <a:pt x="6691" y="4463"/>
                      <a:pt x="6768" y="4442"/>
                    </a:cubicBezTo>
                    <a:cubicBezTo>
                      <a:pt x="7633" y="4208"/>
                      <a:pt x="8385" y="3680"/>
                      <a:pt x="9315" y="3582"/>
                    </a:cubicBezTo>
                    <a:cubicBezTo>
                      <a:pt x="9740" y="3544"/>
                      <a:pt x="9914" y="3016"/>
                      <a:pt x="10072" y="2624"/>
                    </a:cubicBezTo>
                    <a:cubicBezTo>
                      <a:pt x="10192" y="2325"/>
                      <a:pt x="10377" y="2091"/>
                      <a:pt x="10627" y="1911"/>
                    </a:cubicBezTo>
                    <a:cubicBezTo>
                      <a:pt x="10807" y="1786"/>
                      <a:pt x="10960" y="1639"/>
                      <a:pt x="11052" y="1448"/>
                    </a:cubicBezTo>
                    <a:cubicBezTo>
                      <a:pt x="11302" y="940"/>
                      <a:pt x="12057" y="614"/>
                      <a:pt x="12732" y="614"/>
                    </a:cubicBezTo>
                    <a:cubicBezTo>
                      <a:pt x="13040" y="614"/>
                      <a:pt x="13332" y="683"/>
                      <a:pt x="13551" y="833"/>
                    </a:cubicBezTo>
                    <a:cubicBezTo>
                      <a:pt x="13786" y="991"/>
                      <a:pt x="14023" y="1057"/>
                      <a:pt x="14267" y="1057"/>
                    </a:cubicBezTo>
                    <a:cubicBezTo>
                      <a:pt x="14492" y="1057"/>
                      <a:pt x="14723" y="1001"/>
                      <a:pt x="14961" y="909"/>
                    </a:cubicBezTo>
                    <a:cubicBezTo>
                      <a:pt x="15494" y="702"/>
                      <a:pt x="16044" y="512"/>
                      <a:pt x="16605" y="398"/>
                    </a:cubicBezTo>
                    <a:cubicBezTo>
                      <a:pt x="17016" y="312"/>
                      <a:pt x="17431" y="289"/>
                      <a:pt x="17848" y="289"/>
                    </a:cubicBezTo>
                    <a:cubicBezTo>
                      <a:pt x="18302" y="289"/>
                      <a:pt x="18758" y="316"/>
                      <a:pt x="19213" y="316"/>
                    </a:cubicBezTo>
                    <a:cubicBezTo>
                      <a:pt x="19888" y="321"/>
                      <a:pt x="20557" y="376"/>
                      <a:pt x="21232" y="403"/>
                    </a:cubicBezTo>
                    <a:cubicBezTo>
                      <a:pt x="21221" y="539"/>
                      <a:pt x="21129" y="523"/>
                      <a:pt x="21069" y="545"/>
                    </a:cubicBezTo>
                    <a:cubicBezTo>
                      <a:pt x="20356" y="784"/>
                      <a:pt x="19675" y="1105"/>
                      <a:pt x="19017" y="1475"/>
                    </a:cubicBezTo>
                    <a:cubicBezTo>
                      <a:pt x="18744" y="1628"/>
                      <a:pt x="18538" y="1835"/>
                      <a:pt x="18418" y="2101"/>
                    </a:cubicBezTo>
                    <a:cubicBezTo>
                      <a:pt x="18205" y="2591"/>
                      <a:pt x="17971" y="3098"/>
                      <a:pt x="17846" y="3609"/>
                    </a:cubicBezTo>
                    <a:cubicBezTo>
                      <a:pt x="17677" y="4295"/>
                      <a:pt x="17449" y="4927"/>
                      <a:pt x="17024" y="5493"/>
                    </a:cubicBezTo>
                    <a:cubicBezTo>
                      <a:pt x="16904" y="5651"/>
                      <a:pt x="16834" y="5847"/>
                      <a:pt x="16763" y="6032"/>
                    </a:cubicBezTo>
                    <a:cubicBezTo>
                      <a:pt x="16600" y="6462"/>
                      <a:pt x="16382" y="6870"/>
                      <a:pt x="16180" y="7279"/>
                    </a:cubicBezTo>
                    <a:cubicBezTo>
                      <a:pt x="15854" y="7921"/>
                      <a:pt x="15320" y="8297"/>
                      <a:pt x="14629" y="8455"/>
                    </a:cubicBezTo>
                    <a:cubicBezTo>
                      <a:pt x="14139" y="8563"/>
                      <a:pt x="13643" y="8667"/>
                      <a:pt x="13148" y="8732"/>
                    </a:cubicBezTo>
                    <a:cubicBezTo>
                      <a:pt x="12408" y="8825"/>
                      <a:pt x="11716" y="8961"/>
                      <a:pt x="11194" y="9565"/>
                    </a:cubicBezTo>
                    <a:cubicBezTo>
                      <a:pt x="10987" y="9799"/>
                      <a:pt x="10666" y="9848"/>
                      <a:pt x="10350" y="9875"/>
                    </a:cubicBezTo>
                    <a:cubicBezTo>
                      <a:pt x="10291" y="9880"/>
                      <a:pt x="10233" y="9883"/>
                      <a:pt x="10175" y="9883"/>
                    </a:cubicBezTo>
                    <a:cubicBezTo>
                      <a:pt x="9718" y="9883"/>
                      <a:pt x="9303" y="9733"/>
                      <a:pt x="8902" y="9511"/>
                    </a:cubicBezTo>
                    <a:cubicBezTo>
                      <a:pt x="8281" y="9162"/>
                      <a:pt x="7611" y="8945"/>
                      <a:pt x="6931" y="8754"/>
                    </a:cubicBezTo>
                    <a:cubicBezTo>
                      <a:pt x="6704" y="8692"/>
                      <a:pt x="6487" y="8657"/>
                      <a:pt x="6283" y="8657"/>
                    </a:cubicBezTo>
                    <a:cubicBezTo>
                      <a:pt x="5757" y="8657"/>
                      <a:pt x="5313" y="8885"/>
                      <a:pt x="4987" y="9445"/>
                    </a:cubicBezTo>
                    <a:cubicBezTo>
                      <a:pt x="4971" y="9467"/>
                      <a:pt x="4955" y="9484"/>
                      <a:pt x="4938" y="9500"/>
                    </a:cubicBezTo>
                    <a:cubicBezTo>
                      <a:pt x="4666" y="9903"/>
                      <a:pt x="4312" y="10142"/>
                      <a:pt x="3801" y="10169"/>
                    </a:cubicBezTo>
                    <a:cubicBezTo>
                      <a:pt x="3545" y="10186"/>
                      <a:pt x="3289" y="10218"/>
                      <a:pt x="3033" y="10235"/>
                    </a:cubicBezTo>
                    <a:cubicBezTo>
                      <a:pt x="2701" y="10251"/>
                      <a:pt x="2608" y="10404"/>
                      <a:pt x="2679" y="10725"/>
                    </a:cubicBezTo>
                    <a:cubicBezTo>
                      <a:pt x="2755" y="11062"/>
                      <a:pt x="3011" y="11187"/>
                      <a:pt x="3294" y="11291"/>
                    </a:cubicBezTo>
                    <a:cubicBezTo>
                      <a:pt x="4280" y="11645"/>
                      <a:pt x="5281" y="11922"/>
                      <a:pt x="6332" y="12015"/>
                    </a:cubicBezTo>
                    <a:cubicBezTo>
                      <a:pt x="6098" y="12810"/>
                      <a:pt x="6234" y="13147"/>
                      <a:pt x="6860" y="13365"/>
                    </a:cubicBezTo>
                    <a:cubicBezTo>
                      <a:pt x="7058" y="13433"/>
                      <a:pt x="7265" y="13470"/>
                      <a:pt x="7476" y="13470"/>
                    </a:cubicBezTo>
                    <a:cubicBezTo>
                      <a:pt x="7503" y="13470"/>
                      <a:pt x="7530" y="13470"/>
                      <a:pt x="7557" y="13469"/>
                    </a:cubicBezTo>
                    <a:cubicBezTo>
                      <a:pt x="8341" y="13420"/>
                      <a:pt x="9103" y="13267"/>
                      <a:pt x="9784" y="12881"/>
                    </a:cubicBezTo>
                    <a:cubicBezTo>
                      <a:pt x="10030" y="12742"/>
                      <a:pt x="10265" y="12687"/>
                      <a:pt x="10494" y="12687"/>
                    </a:cubicBezTo>
                    <a:cubicBezTo>
                      <a:pt x="10848" y="12687"/>
                      <a:pt x="11187" y="12817"/>
                      <a:pt x="11531" y="12962"/>
                    </a:cubicBezTo>
                    <a:cubicBezTo>
                      <a:pt x="11798" y="13077"/>
                      <a:pt x="11885" y="13398"/>
                      <a:pt x="11700" y="13561"/>
                    </a:cubicBezTo>
                    <a:cubicBezTo>
                      <a:pt x="11303" y="13899"/>
                      <a:pt x="11101" y="14372"/>
                      <a:pt x="10829" y="14791"/>
                    </a:cubicBezTo>
                    <a:cubicBezTo>
                      <a:pt x="10687" y="15015"/>
                      <a:pt x="10633" y="15265"/>
                      <a:pt x="10720" y="15537"/>
                    </a:cubicBezTo>
                    <a:cubicBezTo>
                      <a:pt x="11079" y="16664"/>
                      <a:pt x="11232" y="17791"/>
                      <a:pt x="10845" y="18956"/>
                    </a:cubicBezTo>
                    <a:cubicBezTo>
                      <a:pt x="10704" y="19375"/>
                      <a:pt x="10758" y="19838"/>
                      <a:pt x="10965" y="20263"/>
                    </a:cubicBezTo>
                    <a:cubicBezTo>
                      <a:pt x="11123" y="20584"/>
                      <a:pt x="11150" y="20943"/>
                      <a:pt x="11161" y="21297"/>
                    </a:cubicBezTo>
                    <a:cubicBezTo>
                      <a:pt x="11165" y="21447"/>
                      <a:pt x="11125" y="21533"/>
                      <a:pt x="10999" y="21533"/>
                    </a:cubicBezTo>
                    <a:cubicBezTo>
                      <a:pt x="10965" y="21533"/>
                      <a:pt x="10925" y="21527"/>
                      <a:pt x="10878" y="21515"/>
                    </a:cubicBezTo>
                    <a:cubicBezTo>
                      <a:pt x="10426" y="21390"/>
                      <a:pt x="9969" y="21292"/>
                      <a:pt x="9511" y="21188"/>
                    </a:cubicBezTo>
                    <a:cubicBezTo>
                      <a:pt x="9456" y="21174"/>
                      <a:pt x="9397" y="21135"/>
                      <a:pt x="9341" y="21135"/>
                    </a:cubicBezTo>
                    <a:cubicBezTo>
                      <a:pt x="9310" y="21135"/>
                      <a:pt x="9279" y="21148"/>
                      <a:pt x="9250" y="21183"/>
                    </a:cubicBezTo>
                    <a:cubicBezTo>
                      <a:pt x="9158" y="21286"/>
                      <a:pt x="9256" y="21379"/>
                      <a:pt x="9294" y="21471"/>
                    </a:cubicBezTo>
                    <a:cubicBezTo>
                      <a:pt x="9315" y="21536"/>
                      <a:pt x="9354" y="21602"/>
                      <a:pt x="9408" y="21651"/>
                    </a:cubicBezTo>
                    <a:cubicBezTo>
                      <a:pt x="9925" y="22135"/>
                      <a:pt x="10323" y="22723"/>
                      <a:pt x="10785" y="23257"/>
                    </a:cubicBezTo>
                    <a:cubicBezTo>
                      <a:pt x="11172" y="23709"/>
                      <a:pt x="11640" y="24106"/>
                      <a:pt x="11988" y="24580"/>
                    </a:cubicBezTo>
                    <a:cubicBezTo>
                      <a:pt x="12604" y="25418"/>
                      <a:pt x="12985" y="26393"/>
                      <a:pt x="13268" y="27394"/>
                    </a:cubicBezTo>
                    <a:cubicBezTo>
                      <a:pt x="13388" y="27835"/>
                      <a:pt x="13486" y="28309"/>
                      <a:pt x="13415" y="28853"/>
                    </a:cubicBezTo>
                    <a:cubicBezTo>
                      <a:pt x="13143" y="28472"/>
                      <a:pt x="12930" y="28140"/>
                      <a:pt x="12642" y="27884"/>
                    </a:cubicBezTo>
                    <a:cubicBezTo>
                      <a:pt x="12484" y="27739"/>
                      <a:pt x="12307" y="27575"/>
                      <a:pt x="12097" y="27575"/>
                    </a:cubicBezTo>
                    <a:cubicBezTo>
                      <a:pt x="12032" y="27575"/>
                      <a:pt x="11963" y="27591"/>
                      <a:pt x="11890" y="27628"/>
                    </a:cubicBezTo>
                    <a:cubicBezTo>
                      <a:pt x="11368" y="27895"/>
                      <a:pt x="10818" y="27830"/>
                      <a:pt x="10268" y="27851"/>
                    </a:cubicBezTo>
                    <a:cubicBezTo>
                      <a:pt x="10252" y="27852"/>
                      <a:pt x="10237" y="27852"/>
                      <a:pt x="10221" y="27852"/>
                    </a:cubicBezTo>
                    <a:cubicBezTo>
                      <a:pt x="9976" y="27852"/>
                      <a:pt x="9772" y="27771"/>
                      <a:pt x="9588" y="27617"/>
                    </a:cubicBezTo>
                    <a:cubicBezTo>
                      <a:pt x="9359" y="27416"/>
                      <a:pt x="9125" y="27220"/>
                      <a:pt x="8853" y="27068"/>
                    </a:cubicBezTo>
                    <a:cubicBezTo>
                      <a:pt x="8016" y="26613"/>
                      <a:pt x="7155" y="26392"/>
                      <a:pt x="6268" y="26392"/>
                    </a:cubicBezTo>
                    <a:cubicBezTo>
                      <a:pt x="5775" y="26392"/>
                      <a:pt x="5274" y="26460"/>
                      <a:pt x="4764" y="26594"/>
                    </a:cubicBezTo>
                    <a:cubicBezTo>
                      <a:pt x="4498" y="26659"/>
                      <a:pt x="4356" y="26790"/>
                      <a:pt x="4372" y="27084"/>
                    </a:cubicBezTo>
                    <a:cubicBezTo>
                      <a:pt x="4389" y="27302"/>
                      <a:pt x="4427" y="27509"/>
                      <a:pt x="4519" y="27699"/>
                    </a:cubicBezTo>
                    <a:cubicBezTo>
                      <a:pt x="4672" y="28020"/>
                      <a:pt x="4835" y="28331"/>
                      <a:pt x="5004" y="28641"/>
                    </a:cubicBezTo>
                    <a:cubicBezTo>
                      <a:pt x="5091" y="28804"/>
                      <a:pt x="5091" y="28913"/>
                      <a:pt x="4922" y="29022"/>
                    </a:cubicBezTo>
                    <a:cubicBezTo>
                      <a:pt x="4644" y="29207"/>
                      <a:pt x="4563" y="29490"/>
                      <a:pt x="4514" y="29806"/>
                    </a:cubicBezTo>
                    <a:cubicBezTo>
                      <a:pt x="4400" y="30612"/>
                      <a:pt x="4846" y="31118"/>
                      <a:pt x="5407" y="31575"/>
                    </a:cubicBezTo>
                    <a:cubicBezTo>
                      <a:pt x="5859" y="31940"/>
                      <a:pt x="6310" y="32305"/>
                      <a:pt x="6822" y="32724"/>
                    </a:cubicBezTo>
                    <a:cubicBezTo>
                      <a:pt x="6754" y="32724"/>
                      <a:pt x="6688" y="32723"/>
                      <a:pt x="6622" y="32723"/>
                    </a:cubicBezTo>
                    <a:cubicBezTo>
                      <a:pt x="6235" y="32723"/>
                      <a:pt x="5896" y="32747"/>
                      <a:pt x="5701" y="33078"/>
                    </a:cubicBezTo>
                    <a:cubicBezTo>
                      <a:pt x="5374" y="33644"/>
                      <a:pt x="4857" y="33905"/>
                      <a:pt x="4274" y="34101"/>
                    </a:cubicBezTo>
                    <a:cubicBezTo>
                      <a:pt x="3735" y="34281"/>
                      <a:pt x="3300" y="34597"/>
                      <a:pt x="3017" y="35114"/>
                    </a:cubicBezTo>
                    <a:cubicBezTo>
                      <a:pt x="2821" y="35484"/>
                      <a:pt x="2772" y="35870"/>
                      <a:pt x="2755" y="36268"/>
                    </a:cubicBezTo>
                    <a:cubicBezTo>
                      <a:pt x="2723" y="36899"/>
                      <a:pt x="2603" y="37052"/>
                      <a:pt x="2015" y="37210"/>
                    </a:cubicBezTo>
                    <a:cubicBezTo>
                      <a:pt x="1552" y="37335"/>
                      <a:pt x="1068" y="37373"/>
                      <a:pt x="600" y="37466"/>
                    </a:cubicBezTo>
                    <a:cubicBezTo>
                      <a:pt x="180" y="37547"/>
                      <a:pt x="1" y="37798"/>
                      <a:pt x="110" y="38200"/>
                    </a:cubicBezTo>
                    <a:cubicBezTo>
                      <a:pt x="366" y="39121"/>
                      <a:pt x="828" y="39943"/>
                      <a:pt x="1492" y="40623"/>
                    </a:cubicBezTo>
                    <a:cubicBezTo>
                      <a:pt x="2118" y="41255"/>
                      <a:pt x="2701" y="41913"/>
                      <a:pt x="3120" y="42697"/>
                    </a:cubicBezTo>
                    <a:cubicBezTo>
                      <a:pt x="3414" y="43258"/>
                      <a:pt x="3670" y="43840"/>
                      <a:pt x="3948" y="44418"/>
                    </a:cubicBezTo>
                    <a:cubicBezTo>
                      <a:pt x="3928" y="44422"/>
                      <a:pt x="3910" y="44424"/>
                      <a:pt x="3893" y="44424"/>
                    </a:cubicBezTo>
                    <a:cubicBezTo>
                      <a:pt x="3798" y="44424"/>
                      <a:pt x="3733" y="44361"/>
                      <a:pt x="3654" y="44361"/>
                    </a:cubicBezTo>
                    <a:cubicBezTo>
                      <a:pt x="3635" y="44361"/>
                      <a:pt x="3615" y="44365"/>
                      <a:pt x="3594" y="44374"/>
                    </a:cubicBezTo>
                    <a:cubicBezTo>
                      <a:pt x="3790" y="44548"/>
                      <a:pt x="4084" y="44521"/>
                      <a:pt x="4263" y="44722"/>
                    </a:cubicBezTo>
                    <a:cubicBezTo>
                      <a:pt x="4274" y="44735"/>
                      <a:pt x="4291" y="44741"/>
                      <a:pt x="4309" y="44741"/>
                    </a:cubicBezTo>
                    <a:cubicBezTo>
                      <a:pt x="4336" y="44741"/>
                      <a:pt x="4367" y="44727"/>
                      <a:pt x="4383" y="44701"/>
                    </a:cubicBezTo>
                    <a:cubicBezTo>
                      <a:pt x="4438" y="44624"/>
                      <a:pt x="4394" y="44559"/>
                      <a:pt x="4351" y="44510"/>
                    </a:cubicBezTo>
                    <a:cubicBezTo>
                      <a:pt x="3833" y="43911"/>
                      <a:pt x="3594" y="43155"/>
                      <a:pt x="3196" y="42490"/>
                    </a:cubicBezTo>
                    <a:cubicBezTo>
                      <a:pt x="3224" y="42387"/>
                      <a:pt x="3186" y="42300"/>
                      <a:pt x="3137" y="42218"/>
                    </a:cubicBezTo>
                    <a:cubicBezTo>
                      <a:pt x="2794" y="41641"/>
                      <a:pt x="2396" y="41091"/>
                      <a:pt x="1890" y="40645"/>
                    </a:cubicBezTo>
                    <a:cubicBezTo>
                      <a:pt x="1226" y="40068"/>
                      <a:pt x="839" y="39322"/>
                      <a:pt x="523" y="38527"/>
                    </a:cubicBezTo>
                    <a:cubicBezTo>
                      <a:pt x="322" y="38015"/>
                      <a:pt x="458" y="37847"/>
                      <a:pt x="1013" y="37792"/>
                    </a:cubicBezTo>
                    <a:cubicBezTo>
                      <a:pt x="1433" y="37754"/>
                      <a:pt x="1857" y="37705"/>
                      <a:pt x="2265" y="37574"/>
                    </a:cubicBezTo>
                    <a:cubicBezTo>
                      <a:pt x="2859" y="37384"/>
                      <a:pt x="3120" y="37090"/>
                      <a:pt x="3115" y="36469"/>
                    </a:cubicBezTo>
                    <a:cubicBezTo>
                      <a:pt x="3104" y="35370"/>
                      <a:pt x="3599" y="34678"/>
                      <a:pt x="4639" y="34368"/>
                    </a:cubicBezTo>
                    <a:cubicBezTo>
                      <a:pt x="4677" y="34357"/>
                      <a:pt x="4704" y="34341"/>
                      <a:pt x="4742" y="34330"/>
                    </a:cubicBezTo>
                    <a:cubicBezTo>
                      <a:pt x="5194" y="34156"/>
                      <a:pt x="5575" y="33894"/>
                      <a:pt x="5837" y="33475"/>
                    </a:cubicBezTo>
                    <a:cubicBezTo>
                      <a:pt x="5988" y="33233"/>
                      <a:pt x="6192" y="33103"/>
                      <a:pt x="6477" y="33103"/>
                    </a:cubicBezTo>
                    <a:cubicBezTo>
                      <a:pt x="6499" y="33103"/>
                      <a:pt x="6521" y="33103"/>
                      <a:pt x="6544" y="33105"/>
                    </a:cubicBezTo>
                    <a:cubicBezTo>
                      <a:pt x="6625" y="33111"/>
                      <a:pt x="6705" y="33114"/>
                      <a:pt x="6785" y="33114"/>
                    </a:cubicBezTo>
                    <a:cubicBezTo>
                      <a:pt x="6928" y="33114"/>
                      <a:pt x="7071" y="33104"/>
                      <a:pt x="7214" y="33083"/>
                    </a:cubicBezTo>
                    <a:cubicBezTo>
                      <a:pt x="7312" y="33067"/>
                      <a:pt x="7454" y="33105"/>
                      <a:pt x="7486" y="32980"/>
                    </a:cubicBezTo>
                    <a:cubicBezTo>
                      <a:pt x="7519" y="32860"/>
                      <a:pt x="7410" y="32789"/>
                      <a:pt x="7328" y="32724"/>
                    </a:cubicBezTo>
                    <a:cubicBezTo>
                      <a:pt x="6806" y="32321"/>
                      <a:pt x="6327" y="31864"/>
                      <a:pt x="5799" y="31466"/>
                    </a:cubicBezTo>
                    <a:cubicBezTo>
                      <a:pt x="5543" y="31270"/>
                      <a:pt x="5314" y="31047"/>
                      <a:pt x="5113" y="30802"/>
                    </a:cubicBezTo>
                    <a:cubicBezTo>
                      <a:pt x="4737" y="30334"/>
                      <a:pt x="4742" y="29719"/>
                      <a:pt x="5118" y="29349"/>
                    </a:cubicBezTo>
                    <a:cubicBezTo>
                      <a:pt x="5526" y="28951"/>
                      <a:pt x="5537" y="28842"/>
                      <a:pt x="5249" y="28352"/>
                    </a:cubicBezTo>
                    <a:cubicBezTo>
                      <a:pt x="5080" y="28053"/>
                      <a:pt x="4906" y="27759"/>
                      <a:pt x="4797" y="27432"/>
                    </a:cubicBezTo>
                    <a:cubicBezTo>
                      <a:pt x="4688" y="27100"/>
                      <a:pt x="4764" y="26980"/>
                      <a:pt x="5096" y="26899"/>
                    </a:cubicBezTo>
                    <a:cubicBezTo>
                      <a:pt x="5524" y="26791"/>
                      <a:pt x="5947" y="26735"/>
                      <a:pt x="6360" y="26735"/>
                    </a:cubicBezTo>
                    <a:cubicBezTo>
                      <a:pt x="7257" y="26735"/>
                      <a:pt x="8109" y="26997"/>
                      <a:pt x="8869" y="27552"/>
                    </a:cubicBezTo>
                    <a:cubicBezTo>
                      <a:pt x="9425" y="27960"/>
                      <a:pt x="9948" y="28195"/>
                      <a:pt x="10565" y="28195"/>
                    </a:cubicBezTo>
                    <a:cubicBezTo>
                      <a:pt x="10697" y="28195"/>
                      <a:pt x="10834" y="28184"/>
                      <a:pt x="10976" y="28162"/>
                    </a:cubicBezTo>
                    <a:cubicBezTo>
                      <a:pt x="11232" y="28118"/>
                      <a:pt x="11493" y="28124"/>
                      <a:pt x="11738" y="28020"/>
                    </a:cubicBezTo>
                    <a:cubicBezTo>
                      <a:pt x="11886" y="27957"/>
                      <a:pt x="11995" y="27923"/>
                      <a:pt x="12089" y="27923"/>
                    </a:cubicBezTo>
                    <a:cubicBezTo>
                      <a:pt x="12244" y="27923"/>
                      <a:pt x="12357" y="28014"/>
                      <a:pt x="12533" y="28211"/>
                    </a:cubicBezTo>
                    <a:cubicBezTo>
                      <a:pt x="12767" y="28467"/>
                      <a:pt x="12952" y="28755"/>
                      <a:pt x="13126" y="29049"/>
                    </a:cubicBezTo>
                    <a:cubicBezTo>
                      <a:pt x="13190" y="29154"/>
                      <a:pt x="13274" y="29244"/>
                      <a:pt x="13399" y="29244"/>
                    </a:cubicBezTo>
                    <a:cubicBezTo>
                      <a:pt x="13423" y="29244"/>
                      <a:pt x="13448" y="29241"/>
                      <a:pt x="13475" y="29234"/>
                    </a:cubicBezTo>
                    <a:cubicBezTo>
                      <a:pt x="13622" y="29191"/>
                      <a:pt x="13698" y="29071"/>
                      <a:pt x="13725" y="28919"/>
                    </a:cubicBezTo>
                    <a:cubicBezTo>
                      <a:pt x="13747" y="28826"/>
                      <a:pt x="13741" y="28733"/>
                      <a:pt x="13747" y="28641"/>
                    </a:cubicBezTo>
                    <a:cubicBezTo>
                      <a:pt x="13774" y="27465"/>
                      <a:pt x="13328" y="26425"/>
                      <a:pt x="12832" y="25407"/>
                    </a:cubicBezTo>
                    <a:cubicBezTo>
                      <a:pt x="12625" y="24983"/>
                      <a:pt x="12435" y="24542"/>
                      <a:pt x="12086" y="24209"/>
                    </a:cubicBezTo>
                    <a:cubicBezTo>
                      <a:pt x="11264" y="23415"/>
                      <a:pt x="10595" y="22489"/>
                      <a:pt x="9811" y="21607"/>
                    </a:cubicBezTo>
                    <a:lnTo>
                      <a:pt x="9811" y="21607"/>
                    </a:lnTo>
                    <a:cubicBezTo>
                      <a:pt x="10197" y="21673"/>
                      <a:pt x="10546" y="21787"/>
                      <a:pt x="10900" y="21836"/>
                    </a:cubicBezTo>
                    <a:cubicBezTo>
                      <a:pt x="10956" y="21843"/>
                      <a:pt x="11007" y="21846"/>
                      <a:pt x="11053" y="21846"/>
                    </a:cubicBezTo>
                    <a:cubicBezTo>
                      <a:pt x="11341" y="21846"/>
                      <a:pt x="11453" y="21710"/>
                      <a:pt x="11477" y="21368"/>
                    </a:cubicBezTo>
                    <a:cubicBezTo>
                      <a:pt x="11509" y="20954"/>
                      <a:pt x="11433" y="20567"/>
                      <a:pt x="11270" y="20192"/>
                    </a:cubicBezTo>
                    <a:cubicBezTo>
                      <a:pt x="11068" y="19724"/>
                      <a:pt x="11058" y="19239"/>
                      <a:pt x="11199" y="18771"/>
                    </a:cubicBezTo>
                    <a:cubicBezTo>
                      <a:pt x="11466" y="17867"/>
                      <a:pt x="11493" y="16969"/>
                      <a:pt x="11166" y="16098"/>
                    </a:cubicBezTo>
                    <a:cubicBezTo>
                      <a:pt x="10911" y="15401"/>
                      <a:pt x="11068" y="14835"/>
                      <a:pt x="11493" y="14285"/>
                    </a:cubicBezTo>
                    <a:cubicBezTo>
                      <a:pt x="11596" y="14144"/>
                      <a:pt x="11727" y="14024"/>
                      <a:pt x="11847" y="13893"/>
                    </a:cubicBezTo>
                    <a:cubicBezTo>
                      <a:pt x="12228" y="13496"/>
                      <a:pt x="12184" y="12946"/>
                      <a:pt x="11689" y="12717"/>
                    </a:cubicBezTo>
                    <a:cubicBezTo>
                      <a:pt x="11298" y="12534"/>
                      <a:pt x="10900" y="12358"/>
                      <a:pt x="10480" y="12358"/>
                    </a:cubicBezTo>
                    <a:cubicBezTo>
                      <a:pt x="10250" y="12358"/>
                      <a:pt x="10013" y="12410"/>
                      <a:pt x="9767" y="12543"/>
                    </a:cubicBezTo>
                    <a:cubicBezTo>
                      <a:pt x="9087" y="12908"/>
                      <a:pt x="8336" y="13087"/>
                      <a:pt x="7562" y="13136"/>
                    </a:cubicBezTo>
                    <a:cubicBezTo>
                      <a:pt x="7525" y="13138"/>
                      <a:pt x="7487" y="13140"/>
                      <a:pt x="7450" y="13140"/>
                    </a:cubicBezTo>
                    <a:cubicBezTo>
                      <a:pt x="7187" y="13140"/>
                      <a:pt x="6939" y="13085"/>
                      <a:pt x="6730" y="12913"/>
                    </a:cubicBezTo>
                    <a:cubicBezTo>
                      <a:pt x="6588" y="12804"/>
                      <a:pt x="6485" y="12663"/>
                      <a:pt x="6593" y="12489"/>
                    </a:cubicBezTo>
                    <a:cubicBezTo>
                      <a:pt x="6635" y="12420"/>
                      <a:pt x="6685" y="12396"/>
                      <a:pt x="6738" y="12396"/>
                    </a:cubicBezTo>
                    <a:cubicBezTo>
                      <a:pt x="6812" y="12396"/>
                      <a:pt x="6893" y="12441"/>
                      <a:pt x="6969" y="12472"/>
                    </a:cubicBezTo>
                    <a:cubicBezTo>
                      <a:pt x="7068" y="12517"/>
                      <a:pt x="7157" y="12539"/>
                      <a:pt x="7235" y="12539"/>
                    </a:cubicBezTo>
                    <a:cubicBezTo>
                      <a:pt x="7375" y="12539"/>
                      <a:pt x="7477" y="12467"/>
                      <a:pt x="7530" y="12331"/>
                    </a:cubicBezTo>
                    <a:cubicBezTo>
                      <a:pt x="7617" y="12129"/>
                      <a:pt x="7497" y="11912"/>
                      <a:pt x="7230" y="11814"/>
                    </a:cubicBezTo>
                    <a:cubicBezTo>
                      <a:pt x="6996" y="11726"/>
                      <a:pt x="6751" y="11705"/>
                      <a:pt x="6501" y="11683"/>
                    </a:cubicBezTo>
                    <a:cubicBezTo>
                      <a:pt x="5439" y="11596"/>
                      <a:pt x="4405" y="11362"/>
                      <a:pt x="3420" y="10948"/>
                    </a:cubicBezTo>
                    <a:cubicBezTo>
                      <a:pt x="3294" y="10899"/>
                      <a:pt x="3098" y="10850"/>
                      <a:pt x="3137" y="10687"/>
                    </a:cubicBezTo>
                    <a:cubicBezTo>
                      <a:pt x="3154" y="10608"/>
                      <a:pt x="3216" y="10592"/>
                      <a:pt x="3288" y="10592"/>
                    </a:cubicBezTo>
                    <a:cubicBezTo>
                      <a:pt x="3341" y="10592"/>
                      <a:pt x="3400" y="10601"/>
                      <a:pt x="3450" y="10601"/>
                    </a:cubicBezTo>
                    <a:cubicBezTo>
                      <a:pt x="3460" y="10601"/>
                      <a:pt x="3470" y="10600"/>
                      <a:pt x="3479" y="10600"/>
                    </a:cubicBezTo>
                    <a:cubicBezTo>
                      <a:pt x="4220" y="10540"/>
                      <a:pt x="4911" y="10387"/>
                      <a:pt x="5298" y="9652"/>
                    </a:cubicBezTo>
                    <a:cubicBezTo>
                      <a:pt x="5525" y="9219"/>
                      <a:pt x="5849" y="9049"/>
                      <a:pt x="6258" y="9049"/>
                    </a:cubicBezTo>
                    <a:cubicBezTo>
                      <a:pt x="6379" y="9049"/>
                      <a:pt x="6507" y="9064"/>
                      <a:pt x="6642" y="9092"/>
                    </a:cubicBezTo>
                    <a:cubicBezTo>
                      <a:pt x="7519" y="9266"/>
                      <a:pt x="8303" y="9674"/>
                      <a:pt x="9114" y="10028"/>
                    </a:cubicBezTo>
                    <a:cubicBezTo>
                      <a:pt x="9482" y="10189"/>
                      <a:pt x="9850" y="10282"/>
                      <a:pt x="10208" y="10282"/>
                    </a:cubicBezTo>
                    <a:cubicBezTo>
                      <a:pt x="10689" y="10282"/>
                      <a:pt x="11153" y="10114"/>
                      <a:pt x="11580" y="9712"/>
                    </a:cubicBezTo>
                    <a:cubicBezTo>
                      <a:pt x="11858" y="9456"/>
                      <a:pt x="12157" y="9228"/>
                      <a:pt x="12560" y="9190"/>
                    </a:cubicBezTo>
                    <a:cubicBezTo>
                      <a:pt x="13099" y="9141"/>
                      <a:pt x="13633" y="9026"/>
                      <a:pt x="14166" y="8945"/>
                    </a:cubicBezTo>
                    <a:cubicBezTo>
                      <a:pt x="14776" y="8847"/>
                      <a:pt x="15364" y="8661"/>
                      <a:pt x="15865" y="8275"/>
                    </a:cubicBezTo>
                    <a:cubicBezTo>
                      <a:pt x="15939" y="8220"/>
                      <a:pt x="16019" y="8163"/>
                      <a:pt x="16108" y="8163"/>
                    </a:cubicBezTo>
                    <a:cubicBezTo>
                      <a:pt x="16143" y="8163"/>
                      <a:pt x="16180" y="8172"/>
                      <a:pt x="16218" y="8193"/>
                    </a:cubicBezTo>
                    <a:cubicBezTo>
                      <a:pt x="16785" y="8504"/>
                      <a:pt x="17389" y="8765"/>
                      <a:pt x="17786" y="9315"/>
                    </a:cubicBezTo>
                    <a:cubicBezTo>
                      <a:pt x="18135" y="9794"/>
                      <a:pt x="18603" y="10110"/>
                      <a:pt x="19153" y="10338"/>
                    </a:cubicBezTo>
                    <a:cubicBezTo>
                      <a:pt x="19915" y="10654"/>
                      <a:pt x="20721" y="10872"/>
                      <a:pt x="21434" y="11291"/>
                    </a:cubicBezTo>
                    <a:cubicBezTo>
                      <a:pt x="22468" y="11906"/>
                      <a:pt x="23639" y="12026"/>
                      <a:pt x="24766" y="12293"/>
                    </a:cubicBezTo>
                    <a:cubicBezTo>
                      <a:pt x="25522" y="12472"/>
                      <a:pt x="26306" y="12510"/>
                      <a:pt x="27036" y="12815"/>
                    </a:cubicBezTo>
                    <a:cubicBezTo>
                      <a:pt x="27809" y="13136"/>
                      <a:pt x="28549" y="13528"/>
                      <a:pt x="29300" y="13893"/>
                    </a:cubicBezTo>
                    <a:cubicBezTo>
                      <a:pt x="29562" y="14013"/>
                      <a:pt x="29752" y="14231"/>
                      <a:pt x="29932" y="14454"/>
                    </a:cubicBezTo>
                    <a:cubicBezTo>
                      <a:pt x="29986" y="14514"/>
                      <a:pt x="30068" y="14574"/>
                      <a:pt x="30035" y="14661"/>
                    </a:cubicBezTo>
                    <a:cubicBezTo>
                      <a:pt x="30011" y="14722"/>
                      <a:pt x="29961" y="14730"/>
                      <a:pt x="29909" y="14730"/>
                    </a:cubicBezTo>
                    <a:cubicBezTo>
                      <a:pt x="29891" y="14730"/>
                      <a:pt x="29873" y="14729"/>
                      <a:pt x="29856" y="14729"/>
                    </a:cubicBezTo>
                    <a:cubicBezTo>
                      <a:pt x="29842" y="14729"/>
                      <a:pt x="29830" y="14730"/>
                      <a:pt x="29818" y="14732"/>
                    </a:cubicBezTo>
                    <a:cubicBezTo>
                      <a:pt x="29566" y="14761"/>
                      <a:pt x="29315" y="14774"/>
                      <a:pt x="29064" y="14774"/>
                    </a:cubicBezTo>
                    <a:cubicBezTo>
                      <a:pt x="28491" y="14774"/>
                      <a:pt x="27921" y="14708"/>
                      <a:pt x="27357" y="14628"/>
                    </a:cubicBezTo>
                    <a:cubicBezTo>
                      <a:pt x="27200" y="14605"/>
                      <a:pt x="27045" y="14593"/>
                      <a:pt x="26893" y="14593"/>
                    </a:cubicBezTo>
                    <a:cubicBezTo>
                      <a:pt x="25731" y="14593"/>
                      <a:pt x="24739" y="15259"/>
                      <a:pt x="24325" y="16381"/>
                    </a:cubicBezTo>
                    <a:cubicBezTo>
                      <a:pt x="24178" y="16768"/>
                      <a:pt x="23943" y="17040"/>
                      <a:pt x="23573" y="17230"/>
                    </a:cubicBezTo>
                    <a:cubicBezTo>
                      <a:pt x="23040" y="17508"/>
                      <a:pt x="22474" y="17704"/>
                      <a:pt x="21951" y="18009"/>
                    </a:cubicBezTo>
                    <a:cubicBezTo>
                      <a:pt x="21623" y="18200"/>
                      <a:pt x="21278" y="18315"/>
                      <a:pt x="20907" y="18315"/>
                    </a:cubicBezTo>
                    <a:cubicBezTo>
                      <a:pt x="20730" y="18315"/>
                      <a:pt x="20546" y="18288"/>
                      <a:pt x="20356" y="18232"/>
                    </a:cubicBezTo>
                    <a:cubicBezTo>
                      <a:pt x="19860" y="18085"/>
                      <a:pt x="19360" y="17987"/>
                      <a:pt x="18902" y="17709"/>
                    </a:cubicBezTo>
                    <a:cubicBezTo>
                      <a:pt x="18759" y="17622"/>
                      <a:pt x="18631" y="17580"/>
                      <a:pt x="18518" y="17580"/>
                    </a:cubicBezTo>
                    <a:cubicBezTo>
                      <a:pt x="18306" y="17580"/>
                      <a:pt x="18149" y="17730"/>
                      <a:pt x="18042" y="18014"/>
                    </a:cubicBezTo>
                    <a:cubicBezTo>
                      <a:pt x="17944" y="18281"/>
                      <a:pt x="17928" y="18542"/>
                      <a:pt x="18031" y="18809"/>
                    </a:cubicBezTo>
                    <a:cubicBezTo>
                      <a:pt x="18135" y="19076"/>
                      <a:pt x="18178" y="19359"/>
                      <a:pt x="18211" y="19637"/>
                    </a:cubicBezTo>
                    <a:cubicBezTo>
                      <a:pt x="18254" y="20039"/>
                      <a:pt x="18102" y="20224"/>
                      <a:pt x="17705" y="20273"/>
                    </a:cubicBezTo>
                    <a:cubicBezTo>
                      <a:pt x="17405" y="20306"/>
                      <a:pt x="17269" y="20453"/>
                      <a:pt x="17247" y="20758"/>
                    </a:cubicBezTo>
                    <a:cubicBezTo>
                      <a:pt x="17236" y="20900"/>
                      <a:pt x="17269" y="21041"/>
                      <a:pt x="17296" y="21177"/>
                    </a:cubicBezTo>
                    <a:cubicBezTo>
                      <a:pt x="17328" y="21346"/>
                      <a:pt x="17283" y="21413"/>
                      <a:pt x="17182" y="21413"/>
                    </a:cubicBezTo>
                    <a:cubicBezTo>
                      <a:pt x="17143" y="21413"/>
                      <a:pt x="17095" y="21402"/>
                      <a:pt x="17040" y="21384"/>
                    </a:cubicBezTo>
                    <a:cubicBezTo>
                      <a:pt x="16659" y="21259"/>
                      <a:pt x="16404" y="20987"/>
                      <a:pt x="16197" y="20660"/>
                    </a:cubicBezTo>
                    <a:cubicBezTo>
                      <a:pt x="16006" y="20361"/>
                      <a:pt x="15777" y="20094"/>
                      <a:pt x="15473" y="19898"/>
                    </a:cubicBezTo>
                    <a:cubicBezTo>
                      <a:pt x="15322" y="19802"/>
                      <a:pt x="15192" y="19753"/>
                      <a:pt x="15079" y="19753"/>
                    </a:cubicBezTo>
                    <a:cubicBezTo>
                      <a:pt x="14885" y="19753"/>
                      <a:pt x="14743" y="19896"/>
                      <a:pt x="14640" y="20192"/>
                    </a:cubicBezTo>
                    <a:cubicBezTo>
                      <a:pt x="14422" y="20829"/>
                      <a:pt x="14710" y="21585"/>
                      <a:pt x="15304" y="21934"/>
                    </a:cubicBezTo>
                    <a:cubicBezTo>
                      <a:pt x="15587" y="22097"/>
                      <a:pt x="15914" y="22233"/>
                      <a:pt x="16099" y="22511"/>
                    </a:cubicBezTo>
                    <a:cubicBezTo>
                      <a:pt x="16752" y="23485"/>
                      <a:pt x="17079" y="24542"/>
                      <a:pt x="16768" y="25728"/>
                    </a:cubicBezTo>
                    <a:cubicBezTo>
                      <a:pt x="16725" y="25897"/>
                      <a:pt x="16676" y="26066"/>
                      <a:pt x="16670" y="26246"/>
                    </a:cubicBezTo>
                    <a:cubicBezTo>
                      <a:pt x="16649" y="27209"/>
                      <a:pt x="16741" y="28151"/>
                      <a:pt x="17155" y="29044"/>
                    </a:cubicBezTo>
                    <a:cubicBezTo>
                      <a:pt x="17247" y="29245"/>
                      <a:pt x="17313" y="29463"/>
                      <a:pt x="17373" y="29675"/>
                    </a:cubicBezTo>
                    <a:cubicBezTo>
                      <a:pt x="17541" y="30296"/>
                      <a:pt x="17814" y="30867"/>
                      <a:pt x="18113" y="31434"/>
                    </a:cubicBezTo>
                    <a:cubicBezTo>
                      <a:pt x="18494" y="32130"/>
                      <a:pt x="19011" y="32735"/>
                      <a:pt x="19420" y="33410"/>
                    </a:cubicBezTo>
                    <a:cubicBezTo>
                      <a:pt x="19463" y="33491"/>
                      <a:pt x="19556" y="33573"/>
                      <a:pt x="19490" y="33666"/>
                    </a:cubicBezTo>
                    <a:cubicBezTo>
                      <a:pt x="19463" y="33704"/>
                      <a:pt x="19429" y="33716"/>
                      <a:pt x="19392" y="33716"/>
                    </a:cubicBezTo>
                    <a:cubicBezTo>
                      <a:pt x="19339" y="33716"/>
                      <a:pt x="19280" y="33692"/>
                      <a:pt x="19229" y="33682"/>
                    </a:cubicBezTo>
                    <a:cubicBezTo>
                      <a:pt x="18129" y="33459"/>
                      <a:pt x="17035" y="33219"/>
                      <a:pt x="15963" y="32904"/>
                    </a:cubicBezTo>
                    <a:cubicBezTo>
                      <a:pt x="15750" y="32844"/>
                      <a:pt x="15571" y="32729"/>
                      <a:pt x="15434" y="32561"/>
                    </a:cubicBezTo>
                    <a:cubicBezTo>
                      <a:pt x="14395" y="31254"/>
                      <a:pt x="12941" y="30590"/>
                      <a:pt x="11439" y="30018"/>
                    </a:cubicBezTo>
                    <a:cubicBezTo>
                      <a:pt x="10823" y="29779"/>
                      <a:pt x="10181" y="29615"/>
                      <a:pt x="9582" y="29321"/>
                    </a:cubicBezTo>
                    <a:cubicBezTo>
                      <a:pt x="9435" y="29251"/>
                      <a:pt x="9277" y="29191"/>
                      <a:pt x="9114" y="29180"/>
                    </a:cubicBezTo>
                    <a:cubicBezTo>
                      <a:pt x="9058" y="29177"/>
                      <a:pt x="9001" y="29174"/>
                      <a:pt x="8945" y="29174"/>
                    </a:cubicBezTo>
                    <a:cubicBezTo>
                      <a:pt x="8715" y="29174"/>
                      <a:pt x="8496" y="29218"/>
                      <a:pt x="8352" y="29441"/>
                    </a:cubicBezTo>
                    <a:cubicBezTo>
                      <a:pt x="8172" y="29708"/>
                      <a:pt x="8292" y="29964"/>
                      <a:pt x="8439" y="30203"/>
                    </a:cubicBezTo>
                    <a:cubicBezTo>
                      <a:pt x="8689" y="30617"/>
                      <a:pt x="8940" y="31031"/>
                      <a:pt x="9125" y="31477"/>
                    </a:cubicBezTo>
                    <a:cubicBezTo>
                      <a:pt x="9506" y="32370"/>
                      <a:pt x="9991" y="33208"/>
                      <a:pt x="10557" y="33992"/>
                    </a:cubicBezTo>
                    <a:cubicBezTo>
                      <a:pt x="10774" y="34303"/>
                      <a:pt x="10949" y="34640"/>
                      <a:pt x="11063" y="34999"/>
                    </a:cubicBezTo>
                    <a:cubicBezTo>
                      <a:pt x="11156" y="35283"/>
                      <a:pt x="11281" y="35544"/>
                      <a:pt x="11428" y="35805"/>
                    </a:cubicBezTo>
                    <a:cubicBezTo>
                      <a:pt x="11803" y="36475"/>
                      <a:pt x="12195" y="37133"/>
                      <a:pt x="12457" y="37787"/>
                    </a:cubicBezTo>
                    <a:cubicBezTo>
                      <a:pt x="11275" y="36344"/>
                      <a:pt x="9914" y="35027"/>
                      <a:pt x="8112" y="34237"/>
                    </a:cubicBezTo>
                    <a:cubicBezTo>
                      <a:pt x="7806" y="34104"/>
                      <a:pt x="7489" y="34022"/>
                      <a:pt x="7178" y="34022"/>
                    </a:cubicBezTo>
                    <a:cubicBezTo>
                      <a:pt x="6981" y="34022"/>
                      <a:pt x="6787" y="34055"/>
                      <a:pt x="6599" y="34128"/>
                    </a:cubicBezTo>
                    <a:cubicBezTo>
                      <a:pt x="5374" y="34602"/>
                      <a:pt x="4650" y="35528"/>
                      <a:pt x="4514" y="36834"/>
                    </a:cubicBezTo>
                    <a:cubicBezTo>
                      <a:pt x="4410" y="37847"/>
                      <a:pt x="4579" y="38848"/>
                      <a:pt x="5015" y="39768"/>
                    </a:cubicBezTo>
                    <a:cubicBezTo>
                      <a:pt x="5516" y="40830"/>
                      <a:pt x="5891" y="41930"/>
                      <a:pt x="6120" y="43078"/>
                    </a:cubicBezTo>
                    <a:cubicBezTo>
                      <a:pt x="6147" y="43209"/>
                      <a:pt x="6169" y="43340"/>
                      <a:pt x="6289" y="43416"/>
                    </a:cubicBezTo>
                    <a:cubicBezTo>
                      <a:pt x="6370" y="43508"/>
                      <a:pt x="6321" y="43672"/>
                      <a:pt x="6485" y="43737"/>
                    </a:cubicBezTo>
                    <a:cubicBezTo>
                      <a:pt x="6495" y="43617"/>
                      <a:pt x="6506" y="43508"/>
                      <a:pt x="6517" y="43405"/>
                    </a:cubicBezTo>
                    <a:cubicBezTo>
                      <a:pt x="6419" y="42572"/>
                      <a:pt x="6272" y="41755"/>
                      <a:pt x="5951" y="40971"/>
                    </a:cubicBezTo>
                    <a:cubicBezTo>
                      <a:pt x="5635" y="40193"/>
                      <a:pt x="5222" y="39453"/>
                      <a:pt x="5058" y="38609"/>
                    </a:cubicBezTo>
                    <a:cubicBezTo>
                      <a:pt x="4840" y="37487"/>
                      <a:pt x="4655" y="36382"/>
                      <a:pt x="5407" y="35359"/>
                    </a:cubicBezTo>
                    <a:cubicBezTo>
                      <a:pt x="5950" y="34620"/>
                      <a:pt x="6443" y="34280"/>
                      <a:pt x="7069" y="34280"/>
                    </a:cubicBezTo>
                    <a:cubicBezTo>
                      <a:pt x="7314" y="34280"/>
                      <a:pt x="7581" y="34332"/>
                      <a:pt x="7878" y="34433"/>
                    </a:cubicBezTo>
                    <a:cubicBezTo>
                      <a:pt x="8238" y="34558"/>
                      <a:pt x="8570" y="34776"/>
                      <a:pt x="8891" y="34994"/>
                    </a:cubicBezTo>
                    <a:cubicBezTo>
                      <a:pt x="10377" y="36001"/>
                      <a:pt x="11651" y="37221"/>
                      <a:pt x="12631" y="38739"/>
                    </a:cubicBezTo>
                    <a:cubicBezTo>
                      <a:pt x="12710" y="38860"/>
                      <a:pt x="12781" y="39028"/>
                      <a:pt x="12935" y="39028"/>
                    </a:cubicBezTo>
                    <a:cubicBezTo>
                      <a:pt x="12961" y="39028"/>
                      <a:pt x="12991" y="39023"/>
                      <a:pt x="13023" y="39012"/>
                    </a:cubicBezTo>
                    <a:cubicBezTo>
                      <a:pt x="13257" y="38930"/>
                      <a:pt x="13137" y="38712"/>
                      <a:pt x="13148" y="38549"/>
                    </a:cubicBezTo>
                    <a:cubicBezTo>
                      <a:pt x="13153" y="38494"/>
                      <a:pt x="13115" y="38435"/>
                      <a:pt x="13104" y="38380"/>
                    </a:cubicBezTo>
                    <a:cubicBezTo>
                      <a:pt x="12936" y="37689"/>
                      <a:pt x="12625" y="37057"/>
                      <a:pt x="12288" y="36442"/>
                    </a:cubicBezTo>
                    <a:cubicBezTo>
                      <a:pt x="11999" y="35914"/>
                      <a:pt x="11662" y="35413"/>
                      <a:pt x="11471" y="34847"/>
                    </a:cubicBezTo>
                    <a:cubicBezTo>
                      <a:pt x="11341" y="34466"/>
                      <a:pt x="11188" y="34090"/>
                      <a:pt x="10954" y="33775"/>
                    </a:cubicBezTo>
                    <a:cubicBezTo>
                      <a:pt x="10061" y="32566"/>
                      <a:pt x="9511" y="31161"/>
                      <a:pt x="8684" y="29920"/>
                    </a:cubicBezTo>
                    <a:cubicBezTo>
                      <a:pt x="8559" y="29724"/>
                      <a:pt x="8662" y="29528"/>
                      <a:pt x="8896" y="29479"/>
                    </a:cubicBezTo>
                    <a:cubicBezTo>
                      <a:pt x="8926" y="29473"/>
                      <a:pt x="8956" y="29470"/>
                      <a:pt x="8985" y="29470"/>
                    </a:cubicBezTo>
                    <a:cubicBezTo>
                      <a:pt x="9084" y="29470"/>
                      <a:pt x="9179" y="29503"/>
                      <a:pt x="9272" y="29545"/>
                    </a:cubicBezTo>
                    <a:cubicBezTo>
                      <a:pt x="10529" y="30111"/>
                      <a:pt x="11885" y="30427"/>
                      <a:pt x="13110" y="31091"/>
                    </a:cubicBezTo>
                    <a:cubicBezTo>
                      <a:pt x="13856" y="31494"/>
                      <a:pt x="14504" y="32000"/>
                      <a:pt x="15043" y="32642"/>
                    </a:cubicBezTo>
                    <a:cubicBezTo>
                      <a:pt x="15266" y="32909"/>
                      <a:pt x="15500" y="33138"/>
                      <a:pt x="15848" y="33241"/>
                    </a:cubicBezTo>
                    <a:cubicBezTo>
                      <a:pt x="17030" y="33595"/>
                      <a:pt x="18233" y="33862"/>
                      <a:pt x="19441" y="34090"/>
                    </a:cubicBezTo>
                    <a:cubicBezTo>
                      <a:pt x="19489" y="34099"/>
                      <a:pt x="19534" y="34104"/>
                      <a:pt x="19576" y="34104"/>
                    </a:cubicBezTo>
                    <a:cubicBezTo>
                      <a:pt x="19886" y="34104"/>
                      <a:pt x="20042" y="33866"/>
                      <a:pt x="19931" y="33535"/>
                    </a:cubicBezTo>
                    <a:cubicBezTo>
                      <a:pt x="19882" y="33393"/>
                      <a:pt x="19795" y="33263"/>
                      <a:pt x="19708" y="33138"/>
                    </a:cubicBezTo>
                    <a:cubicBezTo>
                      <a:pt x="19360" y="32620"/>
                      <a:pt x="18995" y="32114"/>
                      <a:pt x="18652" y="31597"/>
                    </a:cubicBezTo>
                    <a:cubicBezTo>
                      <a:pt x="17939" y="30524"/>
                      <a:pt x="17623" y="29283"/>
                      <a:pt x="17226" y="28086"/>
                    </a:cubicBezTo>
                    <a:cubicBezTo>
                      <a:pt x="16986" y="27356"/>
                      <a:pt x="16937" y="26556"/>
                      <a:pt x="17160" y="25788"/>
                    </a:cubicBezTo>
                    <a:cubicBezTo>
                      <a:pt x="17324" y="25228"/>
                      <a:pt x="17313" y="24678"/>
                      <a:pt x="17193" y="24117"/>
                    </a:cubicBezTo>
                    <a:cubicBezTo>
                      <a:pt x="16953" y="23006"/>
                      <a:pt x="16507" y="22054"/>
                      <a:pt x="15396" y="21542"/>
                    </a:cubicBezTo>
                    <a:cubicBezTo>
                      <a:pt x="15032" y="21379"/>
                      <a:pt x="14841" y="20622"/>
                      <a:pt x="15015" y="20246"/>
                    </a:cubicBezTo>
                    <a:cubicBezTo>
                      <a:pt x="15049" y="20172"/>
                      <a:pt x="15084" y="20132"/>
                      <a:pt x="15136" y="20132"/>
                    </a:cubicBezTo>
                    <a:cubicBezTo>
                      <a:pt x="15168" y="20132"/>
                      <a:pt x="15207" y="20148"/>
                      <a:pt x="15255" y="20181"/>
                    </a:cubicBezTo>
                    <a:cubicBezTo>
                      <a:pt x="15505" y="20361"/>
                      <a:pt x="15718" y="20573"/>
                      <a:pt x="15875" y="20845"/>
                    </a:cubicBezTo>
                    <a:cubicBezTo>
                      <a:pt x="16191" y="21395"/>
                      <a:pt x="16654" y="21743"/>
                      <a:pt x="17296" y="21825"/>
                    </a:cubicBezTo>
                    <a:cubicBezTo>
                      <a:pt x="17400" y="21836"/>
                      <a:pt x="17471" y="21874"/>
                      <a:pt x="17541" y="21945"/>
                    </a:cubicBezTo>
                    <a:cubicBezTo>
                      <a:pt x="17606" y="22001"/>
                      <a:pt x="17653" y="22107"/>
                      <a:pt x="17742" y="22107"/>
                    </a:cubicBezTo>
                    <a:cubicBezTo>
                      <a:pt x="17766" y="22107"/>
                      <a:pt x="17793" y="22099"/>
                      <a:pt x="17824" y="22081"/>
                    </a:cubicBezTo>
                    <a:cubicBezTo>
                      <a:pt x="17977" y="21988"/>
                      <a:pt x="17939" y="21836"/>
                      <a:pt x="17895" y="21700"/>
                    </a:cubicBezTo>
                    <a:cubicBezTo>
                      <a:pt x="17835" y="21509"/>
                      <a:pt x="17743" y="21330"/>
                      <a:pt x="17694" y="21139"/>
                    </a:cubicBezTo>
                    <a:cubicBezTo>
                      <a:pt x="17645" y="20916"/>
                      <a:pt x="17656" y="20736"/>
                      <a:pt x="17971" y="20687"/>
                    </a:cubicBezTo>
                    <a:cubicBezTo>
                      <a:pt x="18363" y="20633"/>
                      <a:pt x="18630" y="20246"/>
                      <a:pt x="18608" y="19860"/>
                    </a:cubicBezTo>
                    <a:cubicBezTo>
                      <a:pt x="18587" y="19446"/>
                      <a:pt x="18478" y="19054"/>
                      <a:pt x="18352" y="18662"/>
                    </a:cubicBezTo>
                    <a:cubicBezTo>
                      <a:pt x="18298" y="18482"/>
                      <a:pt x="18298" y="18319"/>
                      <a:pt x="18358" y="18145"/>
                    </a:cubicBezTo>
                    <a:cubicBezTo>
                      <a:pt x="18412" y="18001"/>
                      <a:pt x="18478" y="17924"/>
                      <a:pt x="18575" y="17924"/>
                    </a:cubicBezTo>
                    <a:cubicBezTo>
                      <a:pt x="18626" y="17924"/>
                      <a:pt x="18685" y="17944"/>
                      <a:pt x="18755" y="17987"/>
                    </a:cubicBezTo>
                    <a:cubicBezTo>
                      <a:pt x="19387" y="18379"/>
                      <a:pt x="20078" y="18570"/>
                      <a:pt x="20808" y="18673"/>
                    </a:cubicBezTo>
                    <a:cubicBezTo>
                      <a:pt x="20874" y="18683"/>
                      <a:pt x="20937" y="18688"/>
                      <a:pt x="20998" y="18688"/>
                    </a:cubicBezTo>
                    <a:cubicBezTo>
                      <a:pt x="21192" y="18688"/>
                      <a:pt x="21363" y="18640"/>
                      <a:pt x="21554" y="18570"/>
                    </a:cubicBezTo>
                    <a:cubicBezTo>
                      <a:pt x="22109" y="18374"/>
                      <a:pt x="22588" y="18036"/>
                      <a:pt x="23143" y="17829"/>
                    </a:cubicBezTo>
                    <a:cubicBezTo>
                      <a:pt x="23742" y="17600"/>
                      <a:pt x="24428" y="17366"/>
                      <a:pt x="24602" y="16626"/>
                    </a:cubicBezTo>
                    <a:cubicBezTo>
                      <a:pt x="24874" y="15505"/>
                      <a:pt x="26003" y="14946"/>
                      <a:pt x="26981" y="14946"/>
                    </a:cubicBezTo>
                    <a:cubicBezTo>
                      <a:pt x="27100" y="14946"/>
                      <a:pt x="27217" y="14955"/>
                      <a:pt x="27330" y="14971"/>
                    </a:cubicBezTo>
                    <a:cubicBezTo>
                      <a:pt x="28184" y="15096"/>
                      <a:pt x="29044" y="15107"/>
                      <a:pt x="29905" y="15107"/>
                    </a:cubicBezTo>
                    <a:cubicBezTo>
                      <a:pt x="29915" y="15108"/>
                      <a:pt x="29926" y="15108"/>
                      <a:pt x="29936" y="15108"/>
                    </a:cubicBezTo>
                    <a:cubicBezTo>
                      <a:pt x="30071" y="15108"/>
                      <a:pt x="30197" y="15076"/>
                      <a:pt x="30313" y="15025"/>
                    </a:cubicBezTo>
                    <a:cubicBezTo>
                      <a:pt x="30552" y="14917"/>
                      <a:pt x="30629" y="14737"/>
                      <a:pt x="30460" y="14519"/>
                    </a:cubicBezTo>
                    <a:cubicBezTo>
                      <a:pt x="30161" y="14127"/>
                      <a:pt x="29861" y="13730"/>
                      <a:pt x="29393" y="13512"/>
                    </a:cubicBezTo>
                    <a:cubicBezTo>
                      <a:pt x="28718" y="13191"/>
                      <a:pt x="28043" y="12870"/>
                      <a:pt x="27357" y="12554"/>
                    </a:cubicBezTo>
                    <a:cubicBezTo>
                      <a:pt x="26671" y="12244"/>
                      <a:pt x="25941" y="12091"/>
                      <a:pt x="25190" y="11982"/>
                    </a:cubicBezTo>
                    <a:cubicBezTo>
                      <a:pt x="24243" y="11841"/>
                      <a:pt x="23263" y="11699"/>
                      <a:pt x="22392" y="11318"/>
                    </a:cubicBezTo>
                    <a:cubicBezTo>
                      <a:pt x="21260" y="10812"/>
                      <a:pt x="20116" y="10333"/>
                      <a:pt x="18984" y="9832"/>
                    </a:cubicBezTo>
                    <a:cubicBezTo>
                      <a:pt x="18608" y="9669"/>
                      <a:pt x="18309" y="9396"/>
                      <a:pt x="18091" y="9053"/>
                    </a:cubicBezTo>
                    <a:cubicBezTo>
                      <a:pt x="17966" y="8847"/>
                      <a:pt x="17803" y="8683"/>
                      <a:pt x="17612" y="8542"/>
                    </a:cubicBezTo>
                    <a:cubicBezTo>
                      <a:pt x="17236" y="8253"/>
                      <a:pt x="16823" y="8041"/>
                      <a:pt x="16382" y="7872"/>
                    </a:cubicBezTo>
                    <a:cubicBezTo>
                      <a:pt x="16316" y="7845"/>
                      <a:pt x="16153" y="7872"/>
                      <a:pt x="16257" y="7682"/>
                    </a:cubicBezTo>
                    <a:cubicBezTo>
                      <a:pt x="16649" y="6936"/>
                      <a:pt x="17019" y="6174"/>
                      <a:pt x="17411" y="5422"/>
                    </a:cubicBezTo>
                    <a:cubicBezTo>
                      <a:pt x="17569" y="5112"/>
                      <a:pt x="17852" y="4856"/>
                      <a:pt x="17895" y="4497"/>
                    </a:cubicBezTo>
                    <a:cubicBezTo>
                      <a:pt x="17993" y="3789"/>
                      <a:pt x="18342" y="3174"/>
                      <a:pt x="18543" y="2504"/>
                    </a:cubicBezTo>
                    <a:cubicBezTo>
                      <a:pt x="18657" y="2134"/>
                      <a:pt x="18891" y="1867"/>
                      <a:pt x="19245" y="1666"/>
                    </a:cubicBezTo>
                    <a:cubicBezTo>
                      <a:pt x="20040" y="1203"/>
                      <a:pt x="20911" y="926"/>
                      <a:pt x="21760" y="599"/>
                    </a:cubicBezTo>
                    <a:cubicBezTo>
                      <a:pt x="21891" y="550"/>
                      <a:pt x="22071" y="528"/>
                      <a:pt x="22033" y="343"/>
                    </a:cubicBezTo>
                    <a:cubicBezTo>
                      <a:pt x="21995" y="180"/>
                      <a:pt x="21815" y="191"/>
                      <a:pt x="21679" y="174"/>
                    </a:cubicBezTo>
                    <a:cubicBezTo>
                      <a:pt x="20797" y="87"/>
                      <a:pt x="19920" y="16"/>
                      <a:pt x="19038" y="16"/>
                    </a:cubicBezTo>
                    <a:cubicBezTo>
                      <a:pt x="19012" y="17"/>
                      <a:pt x="18985" y="17"/>
                      <a:pt x="18959" y="17"/>
                    </a:cubicBezTo>
                    <a:cubicBezTo>
                      <a:pt x="18574" y="17"/>
                      <a:pt x="18189" y="0"/>
                      <a:pt x="1780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6" name="Google Shape;1356;p30"/>
              <p:cNvSpPr/>
              <p:nvPr/>
            </p:nvSpPr>
            <p:spPr>
              <a:xfrm>
                <a:off x="5146313" y="1681732"/>
                <a:ext cx="744967" cy="716565"/>
              </a:xfrm>
              <a:custGeom>
                <a:rect b="b" l="l" r="r" t="t"/>
                <a:pathLst>
                  <a:path extrusionOk="0" h="12034" w="12511">
                    <a:moveTo>
                      <a:pt x="0" y="0"/>
                    </a:moveTo>
                    <a:lnTo>
                      <a:pt x="0" y="0"/>
                    </a:lnTo>
                    <a:cubicBezTo>
                      <a:pt x="65" y="169"/>
                      <a:pt x="76" y="289"/>
                      <a:pt x="196" y="343"/>
                    </a:cubicBezTo>
                    <a:cubicBezTo>
                      <a:pt x="305" y="354"/>
                      <a:pt x="403" y="381"/>
                      <a:pt x="495" y="441"/>
                    </a:cubicBezTo>
                    <a:cubicBezTo>
                      <a:pt x="1590" y="1154"/>
                      <a:pt x="2243" y="2167"/>
                      <a:pt x="2477" y="3452"/>
                    </a:cubicBezTo>
                    <a:cubicBezTo>
                      <a:pt x="2575" y="3996"/>
                      <a:pt x="2749" y="4508"/>
                      <a:pt x="3092" y="4954"/>
                    </a:cubicBezTo>
                    <a:cubicBezTo>
                      <a:pt x="3517" y="5406"/>
                      <a:pt x="3991" y="5825"/>
                      <a:pt x="4285" y="6381"/>
                    </a:cubicBezTo>
                    <a:cubicBezTo>
                      <a:pt x="4774" y="7312"/>
                      <a:pt x="4856" y="8308"/>
                      <a:pt x="4736" y="9337"/>
                    </a:cubicBezTo>
                    <a:cubicBezTo>
                      <a:pt x="4698" y="9663"/>
                      <a:pt x="4693" y="9995"/>
                      <a:pt x="4725" y="10322"/>
                    </a:cubicBezTo>
                    <a:cubicBezTo>
                      <a:pt x="4752" y="10594"/>
                      <a:pt x="4845" y="10702"/>
                      <a:pt x="5063" y="10702"/>
                    </a:cubicBezTo>
                    <a:cubicBezTo>
                      <a:pt x="5111" y="10702"/>
                      <a:pt x="5165" y="10697"/>
                      <a:pt x="5226" y="10687"/>
                    </a:cubicBezTo>
                    <a:cubicBezTo>
                      <a:pt x="5247" y="10683"/>
                      <a:pt x="5267" y="10682"/>
                      <a:pt x="5287" y="10682"/>
                    </a:cubicBezTo>
                    <a:cubicBezTo>
                      <a:pt x="5362" y="10682"/>
                      <a:pt x="5425" y="10709"/>
                      <a:pt x="5477" y="10774"/>
                    </a:cubicBezTo>
                    <a:cubicBezTo>
                      <a:pt x="5520" y="10817"/>
                      <a:pt x="5564" y="10888"/>
                      <a:pt x="5509" y="10926"/>
                    </a:cubicBezTo>
                    <a:cubicBezTo>
                      <a:pt x="5210" y="11122"/>
                      <a:pt x="5450" y="11258"/>
                      <a:pt x="5564" y="11389"/>
                    </a:cubicBezTo>
                    <a:cubicBezTo>
                      <a:pt x="5695" y="11531"/>
                      <a:pt x="5793" y="11688"/>
                      <a:pt x="5890" y="11846"/>
                    </a:cubicBezTo>
                    <a:cubicBezTo>
                      <a:pt x="5970" y="11971"/>
                      <a:pt x="6037" y="12034"/>
                      <a:pt x="6108" y="12034"/>
                    </a:cubicBezTo>
                    <a:cubicBezTo>
                      <a:pt x="6173" y="12034"/>
                      <a:pt x="6240" y="11981"/>
                      <a:pt x="6321" y="11874"/>
                    </a:cubicBezTo>
                    <a:cubicBezTo>
                      <a:pt x="6576" y="11536"/>
                      <a:pt x="6849" y="11209"/>
                      <a:pt x="7072" y="10850"/>
                    </a:cubicBezTo>
                    <a:cubicBezTo>
                      <a:pt x="7105" y="10779"/>
                      <a:pt x="7126" y="10709"/>
                      <a:pt x="7126" y="10632"/>
                    </a:cubicBezTo>
                    <a:cubicBezTo>
                      <a:pt x="7056" y="10311"/>
                      <a:pt x="6996" y="9985"/>
                      <a:pt x="6974" y="9658"/>
                    </a:cubicBezTo>
                    <a:cubicBezTo>
                      <a:pt x="6930" y="9016"/>
                      <a:pt x="6876" y="8368"/>
                      <a:pt x="7235" y="7774"/>
                    </a:cubicBezTo>
                    <a:cubicBezTo>
                      <a:pt x="7339" y="7638"/>
                      <a:pt x="7377" y="7480"/>
                      <a:pt x="7393" y="7312"/>
                    </a:cubicBezTo>
                    <a:cubicBezTo>
                      <a:pt x="7388" y="6920"/>
                      <a:pt x="7633" y="6685"/>
                      <a:pt x="7921" y="6490"/>
                    </a:cubicBezTo>
                    <a:cubicBezTo>
                      <a:pt x="8596" y="6021"/>
                      <a:pt x="9320" y="5629"/>
                      <a:pt x="9973" y="5123"/>
                    </a:cubicBezTo>
                    <a:cubicBezTo>
                      <a:pt x="10567" y="4660"/>
                      <a:pt x="10997" y="4083"/>
                      <a:pt x="11198" y="3359"/>
                    </a:cubicBezTo>
                    <a:cubicBezTo>
                      <a:pt x="11432" y="2537"/>
                      <a:pt x="11705" y="1748"/>
                      <a:pt x="12358" y="1144"/>
                    </a:cubicBezTo>
                    <a:cubicBezTo>
                      <a:pt x="12418" y="1084"/>
                      <a:pt x="12510" y="991"/>
                      <a:pt x="12418" y="904"/>
                    </a:cubicBezTo>
                    <a:cubicBezTo>
                      <a:pt x="12392" y="880"/>
                      <a:pt x="12365" y="871"/>
                      <a:pt x="12337" y="871"/>
                    </a:cubicBezTo>
                    <a:cubicBezTo>
                      <a:pt x="12275" y="871"/>
                      <a:pt x="12211" y="917"/>
                      <a:pt x="12162" y="958"/>
                    </a:cubicBezTo>
                    <a:cubicBezTo>
                      <a:pt x="11999" y="1089"/>
                      <a:pt x="11863" y="1258"/>
                      <a:pt x="11656" y="1323"/>
                    </a:cubicBezTo>
                    <a:cubicBezTo>
                      <a:pt x="11520" y="1329"/>
                      <a:pt x="11449" y="1437"/>
                      <a:pt x="11383" y="1525"/>
                    </a:cubicBezTo>
                    <a:cubicBezTo>
                      <a:pt x="11167" y="1814"/>
                      <a:pt x="10937" y="1927"/>
                      <a:pt x="10686" y="1927"/>
                    </a:cubicBezTo>
                    <a:cubicBezTo>
                      <a:pt x="10503" y="1927"/>
                      <a:pt x="10308" y="1866"/>
                      <a:pt x="10099" y="1770"/>
                    </a:cubicBezTo>
                    <a:cubicBezTo>
                      <a:pt x="9424" y="1906"/>
                      <a:pt x="8738" y="2009"/>
                      <a:pt x="8106" y="2325"/>
                    </a:cubicBezTo>
                    <a:cubicBezTo>
                      <a:pt x="8008" y="2390"/>
                      <a:pt x="7899" y="2428"/>
                      <a:pt x="7790" y="2477"/>
                    </a:cubicBezTo>
                    <a:cubicBezTo>
                      <a:pt x="7475" y="2624"/>
                      <a:pt x="7154" y="2777"/>
                      <a:pt x="6816" y="2875"/>
                    </a:cubicBezTo>
                    <a:cubicBezTo>
                      <a:pt x="6462" y="2984"/>
                      <a:pt x="6370" y="3414"/>
                      <a:pt x="6016" y="3457"/>
                    </a:cubicBezTo>
                    <a:cubicBezTo>
                      <a:pt x="6135" y="3321"/>
                      <a:pt x="6293" y="3147"/>
                      <a:pt x="5923" y="3082"/>
                    </a:cubicBezTo>
                    <a:cubicBezTo>
                      <a:pt x="5803" y="3065"/>
                      <a:pt x="5798" y="2935"/>
                      <a:pt x="5711" y="2886"/>
                    </a:cubicBezTo>
                    <a:cubicBezTo>
                      <a:pt x="5618" y="2907"/>
                      <a:pt x="5613" y="3043"/>
                      <a:pt x="5504" y="3043"/>
                    </a:cubicBezTo>
                    <a:cubicBezTo>
                      <a:pt x="5602" y="3386"/>
                      <a:pt x="5558" y="3463"/>
                      <a:pt x="5226" y="3528"/>
                    </a:cubicBezTo>
                    <a:cubicBezTo>
                      <a:pt x="5212" y="3533"/>
                      <a:pt x="5198" y="3535"/>
                      <a:pt x="5186" y="3535"/>
                    </a:cubicBezTo>
                    <a:cubicBezTo>
                      <a:pt x="5082" y="3535"/>
                      <a:pt x="5045" y="3392"/>
                      <a:pt x="4938" y="3392"/>
                    </a:cubicBezTo>
                    <a:cubicBezTo>
                      <a:pt x="4911" y="3405"/>
                      <a:pt x="4888" y="3411"/>
                      <a:pt x="4866" y="3411"/>
                    </a:cubicBezTo>
                    <a:cubicBezTo>
                      <a:pt x="4784" y="3411"/>
                      <a:pt x="4736" y="3325"/>
                      <a:pt x="4671" y="3278"/>
                    </a:cubicBezTo>
                    <a:cubicBezTo>
                      <a:pt x="4592" y="3221"/>
                      <a:pt x="4527" y="3192"/>
                      <a:pt x="4475" y="3192"/>
                    </a:cubicBezTo>
                    <a:cubicBezTo>
                      <a:pt x="4388" y="3192"/>
                      <a:pt x="4338" y="3274"/>
                      <a:pt x="4317" y="3441"/>
                    </a:cubicBezTo>
                    <a:cubicBezTo>
                      <a:pt x="4295" y="3593"/>
                      <a:pt x="4372" y="3740"/>
                      <a:pt x="4361" y="3893"/>
                    </a:cubicBezTo>
                    <a:cubicBezTo>
                      <a:pt x="4341" y="3950"/>
                      <a:pt x="4320" y="3969"/>
                      <a:pt x="4297" y="3969"/>
                    </a:cubicBezTo>
                    <a:cubicBezTo>
                      <a:pt x="4255" y="3969"/>
                      <a:pt x="4208" y="3901"/>
                      <a:pt x="4167" y="3901"/>
                    </a:cubicBezTo>
                    <a:cubicBezTo>
                      <a:pt x="4163" y="3901"/>
                      <a:pt x="4158" y="3902"/>
                      <a:pt x="4154" y="3904"/>
                    </a:cubicBezTo>
                    <a:cubicBezTo>
                      <a:pt x="3822" y="3866"/>
                      <a:pt x="3593" y="3697"/>
                      <a:pt x="3446" y="3403"/>
                    </a:cubicBezTo>
                    <a:cubicBezTo>
                      <a:pt x="3261" y="3038"/>
                      <a:pt x="3016" y="2700"/>
                      <a:pt x="2869" y="2319"/>
                    </a:cubicBezTo>
                    <a:cubicBezTo>
                      <a:pt x="2728" y="1944"/>
                      <a:pt x="2352" y="1753"/>
                      <a:pt x="2189" y="1399"/>
                    </a:cubicBezTo>
                    <a:cubicBezTo>
                      <a:pt x="1573" y="779"/>
                      <a:pt x="887" y="278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7" name="Google Shape;1357;p30"/>
              <p:cNvSpPr/>
              <p:nvPr/>
            </p:nvSpPr>
            <p:spPr>
              <a:xfrm>
                <a:off x="5873729" y="2812217"/>
                <a:ext cx="1361854" cy="2000414"/>
              </a:xfrm>
              <a:custGeom>
                <a:rect b="b" l="l" r="r" t="t"/>
                <a:pathLst>
                  <a:path extrusionOk="0" h="33595" w="22871">
                    <a:moveTo>
                      <a:pt x="16310" y="1"/>
                    </a:moveTo>
                    <a:cubicBezTo>
                      <a:pt x="16197" y="1"/>
                      <a:pt x="16168" y="148"/>
                      <a:pt x="16126" y="233"/>
                    </a:cubicBezTo>
                    <a:cubicBezTo>
                      <a:pt x="15859" y="804"/>
                      <a:pt x="15423" y="1229"/>
                      <a:pt x="14928" y="1594"/>
                    </a:cubicBezTo>
                    <a:cubicBezTo>
                      <a:pt x="14460" y="1931"/>
                      <a:pt x="13959" y="2214"/>
                      <a:pt x="13545" y="2628"/>
                    </a:cubicBezTo>
                    <a:cubicBezTo>
                      <a:pt x="13289" y="2884"/>
                      <a:pt x="13099" y="3156"/>
                      <a:pt x="13099" y="3542"/>
                    </a:cubicBezTo>
                    <a:cubicBezTo>
                      <a:pt x="13099" y="4294"/>
                      <a:pt x="13251" y="5001"/>
                      <a:pt x="13594" y="5676"/>
                    </a:cubicBezTo>
                    <a:cubicBezTo>
                      <a:pt x="13812" y="6096"/>
                      <a:pt x="14089" y="6537"/>
                      <a:pt x="13959" y="7037"/>
                    </a:cubicBezTo>
                    <a:cubicBezTo>
                      <a:pt x="13806" y="7625"/>
                      <a:pt x="13632" y="8213"/>
                      <a:pt x="13316" y="8747"/>
                    </a:cubicBezTo>
                    <a:cubicBezTo>
                      <a:pt x="13343" y="8877"/>
                      <a:pt x="13388" y="8943"/>
                      <a:pt x="13454" y="8943"/>
                    </a:cubicBezTo>
                    <a:cubicBezTo>
                      <a:pt x="13495" y="8943"/>
                      <a:pt x="13546" y="8916"/>
                      <a:pt x="13605" y="8861"/>
                    </a:cubicBezTo>
                    <a:cubicBezTo>
                      <a:pt x="13785" y="8703"/>
                      <a:pt x="13888" y="8496"/>
                      <a:pt x="13883" y="8251"/>
                    </a:cubicBezTo>
                    <a:cubicBezTo>
                      <a:pt x="13904" y="8197"/>
                      <a:pt x="13921" y="8148"/>
                      <a:pt x="13942" y="8094"/>
                    </a:cubicBezTo>
                    <a:cubicBezTo>
                      <a:pt x="14204" y="7419"/>
                      <a:pt x="14460" y="6738"/>
                      <a:pt x="14089" y="6025"/>
                    </a:cubicBezTo>
                    <a:cubicBezTo>
                      <a:pt x="13855" y="5584"/>
                      <a:pt x="13991" y="5192"/>
                      <a:pt x="14160" y="4784"/>
                    </a:cubicBezTo>
                    <a:cubicBezTo>
                      <a:pt x="14411" y="4169"/>
                      <a:pt x="14868" y="3711"/>
                      <a:pt x="15314" y="3248"/>
                    </a:cubicBezTo>
                    <a:cubicBezTo>
                      <a:pt x="15240" y="3153"/>
                      <a:pt x="15187" y="3101"/>
                      <a:pt x="15117" y="3101"/>
                    </a:cubicBezTo>
                    <a:cubicBezTo>
                      <a:pt x="15064" y="3101"/>
                      <a:pt x="15001" y="3131"/>
                      <a:pt x="14912" y="3194"/>
                    </a:cubicBezTo>
                    <a:cubicBezTo>
                      <a:pt x="14264" y="3635"/>
                      <a:pt x="13883" y="4256"/>
                      <a:pt x="13725" y="4963"/>
                    </a:cubicBezTo>
                    <a:cubicBezTo>
                      <a:pt x="13654" y="4615"/>
                      <a:pt x="13507" y="4218"/>
                      <a:pt x="13436" y="3804"/>
                    </a:cubicBezTo>
                    <a:cubicBezTo>
                      <a:pt x="13376" y="3477"/>
                      <a:pt x="13469" y="3189"/>
                      <a:pt x="13703" y="2965"/>
                    </a:cubicBezTo>
                    <a:cubicBezTo>
                      <a:pt x="13899" y="2780"/>
                      <a:pt x="14100" y="2601"/>
                      <a:pt x="14302" y="2421"/>
                    </a:cubicBezTo>
                    <a:cubicBezTo>
                      <a:pt x="14503" y="2243"/>
                      <a:pt x="14712" y="2132"/>
                      <a:pt x="14940" y="2132"/>
                    </a:cubicBezTo>
                    <a:cubicBezTo>
                      <a:pt x="15082" y="2132"/>
                      <a:pt x="15231" y="2176"/>
                      <a:pt x="15391" y="2274"/>
                    </a:cubicBezTo>
                    <a:cubicBezTo>
                      <a:pt x="15582" y="2390"/>
                      <a:pt x="15786" y="2505"/>
                      <a:pt x="16022" y="2505"/>
                    </a:cubicBezTo>
                    <a:cubicBezTo>
                      <a:pt x="16042" y="2505"/>
                      <a:pt x="16062" y="2504"/>
                      <a:pt x="16082" y="2503"/>
                    </a:cubicBezTo>
                    <a:cubicBezTo>
                      <a:pt x="16561" y="2742"/>
                      <a:pt x="17067" y="2944"/>
                      <a:pt x="17497" y="3270"/>
                    </a:cubicBezTo>
                    <a:cubicBezTo>
                      <a:pt x="17977" y="3635"/>
                      <a:pt x="18423" y="4043"/>
                      <a:pt x="18897" y="4419"/>
                    </a:cubicBezTo>
                    <a:cubicBezTo>
                      <a:pt x="19354" y="4784"/>
                      <a:pt x="19866" y="5078"/>
                      <a:pt x="20247" y="5530"/>
                    </a:cubicBezTo>
                    <a:cubicBezTo>
                      <a:pt x="21597" y="7130"/>
                      <a:pt x="22239" y="8997"/>
                      <a:pt x="22310" y="11071"/>
                    </a:cubicBezTo>
                    <a:cubicBezTo>
                      <a:pt x="22343" y="12062"/>
                      <a:pt x="22353" y="13064"/>
                      <a:pt x="22174" y="14049"/>
                    </a:cubicBezTo>
                    <a:cubicBezTo>
                      <a:pt x="21978" y="15100"/>
                      <a:pt x="21684" y="16118"/>
                      <a:pt x="21178" y="17071"/>
                    </a:cubicBezTo>
                    <a:cubicBezTo>
                      <a:pt x="20078" y="19123"/>
                      <a:pt x="18379" y="20446"/>
                      <a:pt x="16153" y="21029"/>
                    </a:cubicBezTo>
                    <a:cubicBezTo>
                      <a:pt x="14340" y="21502"/>
                      <a:pt x="12467" y="21627"/>
                      <a:pt x="10600" y="21774"/>
                    </a:cubicBezTo>
                    <a:cubicBezTo>
                      <a:pt x="9163" y="21883"/>
                      <a:pt x="7736" y="22041"/>
                      <a:pt x="6354" y="22536"/>
                    </a:cubicBezTo>
                    <a:cubicBezTo>
                      <a:pt x="3544" y="23544"/>
                      <a:pt x="1732" y="25427"/>
                      <a:pt x="991" y="28329"/>
                    </a:cubicBezTo>
                    <a:cubicBezTo>
                      <a:pt x="915" y="28623"/>
                      <a:pt x="806" y="28911"/>
                      <a:pt x="697" y="29189"/>
                    </a:cubicBezTo>
                    <a:cubicBezTo>
                      <a:pt x="479" y="29739"/>
                      <a:pt x="245" y="30272"/>
                      <a:pt x="126" y="30849"/>
                    </a:cubicBezTo>
                    <a:cubicBezTo>
                      <a:pt x="93" y="31007"/>
                      <a:pt x="0" y="31231"/>
                      <a:pt x="175" y="31296"/>
                    </a:cubicBezTo>
                    <a:cubicBezTo>
                      <a:pt x="202" y="31307"/>
                      <a:pt x="227" y="31312"/>
                      <a:pt x="250" y="31312"/>
                    </a:cubicBezTo>
                    <a:cubicBezTo>
                      <a:pt x="398" y="31312"/>
                      <a:pt x="452" y="31103"/>
                      <a:pt x="523" y="30980"/>
                    </a:cubicBezTo>
                    <a:cubicBezTo>
                      <a:pt x="648" y="30762"/>
                      <a:pt x="703" y="30506"/>
                      <a:pt x="888" y="30321"/>
                    </a:cubicBezTo>
                    <a:cubicBezTo>
                      <a:pt x="964" y="30370"/>
                      <a:pt x="937" y="30436"/>
                      <a:pt x="937" y="30485"/>
                    </a:cubicBezTo>
                    <a:cubicBezTo>
                      <a:pt x="850" y="31628"/>
                      <a:pt x="1378" y="32543"/>
                      <a:pt x="2009" y="33419"/>
                    </a:cubicBezTo>
                    <a:cubicBezTo>
                      <a:pt x="2052" y="33483"/>
                      <a:pt x="2105" y="33594"/>
                      <a:pt x="2194" y="33594"/>
                    </a:cubicBezTo>
                    <a:cubicBezTo>
                      <a:pt x="2218" y="33594"/>
                      <a:pt x="2246" y="33586"/>
                      <a:pt x="2276" y="33566"/>
                    </a:cubicBezTo>
                    <a:cubicBezTo>
                      <a:pt x="2401" y="33484"/>
                      <a:pt x="2320" y="33348"/>
                      <a:pt x="2265" y="33250"/>
                    </a:cubicBezTo>
                    <a:cubicBezTo>
                      <a:pt x="2140" y="33022"/>
                      <a:pt x="2064" y="32777"/>
                      <a:pt x="1987" y="32532"/>
                    </a:cubicBezTo>
                    <a:cubicBezTo>
                      <a:pt x="1862" y="32287"/>
                      <a:pt x="1879" y="32014"/>
                      <a:pt x="1824" y="31753"/>
                    </a:cubicBezTo>
                    <a:cubicBezTo>
                      <a:pt x="1688" y="32014"/>
                      <a:pt x="1715" y="32287"/>
                      <a:pt x="1759" y="32570"/>
                    </a:cubicBezTo>
                    <a:cubicBezTo>
                      <a:pt x="1536" y="32189"/>
                      <a:pt x="1329" y="31818"/>
                      <a:pt x="1209" y="31394"/>
                    </a:cubicBezTo>
                    <a:cubicBezTo>
                      <a:pt x="1051" y="30817"/>
                      <a:pt x="1078" y="30229"/>
                      <a:pt x="1084" y="29641"/>
                    </a:cubicBezTo>
                    <a:cubicBezTo>
                      <a:pt x="1086" y="29526"/>
                      <a:pt x="1067" y="29485"/>
                      <a:pt x="1032" y="29485"/>
                    </a:cubicBezTo>
                    <a:cubicBezTo>
                      <a:pt x="985" y="29485"/>
                      <a:pt x="908" y="29561"/>
                      <a:pt x="817" y="29630"/>
                    </a:cubicBezTo>
                    <a:cubicBezTo>
                      <a:pt x="1002" y="29194"/>
                      <a:pt x="1138" y="28841"/>
                      <a:pt x="1247" y="28432"/>
                    </a:cubicBezTo>
                    <a:cubicBezTo>
                      <a:pt x="1329" y="28645"/>
                      <a:pt x="1329" y="28846"/>
                      <a:pt x="1487" y="29026"/>
                    </a:cubicBezTo>
                    <a:cubicBezTo>
                      <a:pt x="1465" y="28813"/>
                      <a:pt x="1438" y="28639"/>
                      <a:pt x="1427" y="28470"/>
                    </a:cubicBezTo>
                    <a:cubicBezTo>
                      <a:pt x="1372" y="27670"/>
                      <a:pt x="1688" y="26984"/>
                      <a:pt x="2080" y="26315"/>
                    </a:cubicBezTo>
                    <a:cubicBezTo>
                      <a:pt x="2946" y="24845"/>
                      <a:pt x="4176" y="23794"/>
                      <a:pt x="5728" y="23108"/>
                    </a:cubicBezTo>
                    <a:cubicBezTo>
                      <a:pt x="7372" y="22379"/>
                      <a:pt x="9119" y="22172"/>
                      <a:pt x="10878" y="22063"/>
                    </a:cubicBezTo>
                    <a:cubicBezTo>
                      <a:pt x="12451" y="21970"/>
                      <a:pt x="14008" y="21763"/>
                      <a:pt x="15554" y="21480"/>
                    </a:cubicBezTo>
                    <a:cubicBezTo>
                      <a:pt x="17236" y="21170"/>
                      <a:pt x="18728" y="20457"/>
                      <a:pt x="19931" y="19210"/>
                    </a:cubicBezTo>
                    <a:cubicBezTo>
                      <a:pt x="20611" y="18502"/>
                      <a:pt x="21129" y="17675"/>
                      <a:pt x="21602" y="16815"/>
                    </a:cubicBezTo>
                    <a:cubicBezTo>
                      <a:pt x="22108" y="15955"/>
                      <a:pt x="22451" y="15024"/>
                      <a:pt x="22609" y="14044"/>
                    </a:cubicBezTo>
                    <a:cubicBezTo>
                      <a:pt x="22871" y="12454"/>
                      <a:pt x="22789" y="10875"/>
                      <a:pt x="22419" y="9308"/>
                    </a:cubicBezTo>
                    <a:cubicBezTo>
                      <a:pt x="21896" y="7070"/>
                      <a:pt x="20704" y="5279"/>
                      <a:pt x="18907" y="3864"/>
                    </a:cubicBezTo>
                    <a:cubicBezTo>
                      <a:pt x="17879" y="3052"/>
                      <a:pt x="16730" y="2459"/>
                      <a:pt x="15543" y="1936"/>
                    </a:cubicBezTo>
                    <a:cubicBezTo>
                      <a:pt x="15249" y="1811"/>
                      <a:pt x="15238" y="1784"/>
                      <a:pt x="15499" y="1583"/>
                    </a:cubicBezTo>
                    <a:cubicBezTo>
                      <a:pt x="15848" y="1316"/>
                      <a:pt x="16142" y="995"/>
                      <a:pt x="16349" y="603"/>
                    </a:cubicBezTo>
                    <a:cubicBezTo>
                      <a:pt x="16436" y="434"/>
                      <a:pt x="16561" y="254"/>
                      <a:pt x="16430" y="42"/>
                    </a:cubicBezTo>
                    <a:cubicBezTo>
                      <a:pt x="16382" y="13"/>
                      <a:pt x="16343" y="1"/>
                      <a:pt x="163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8" name="Google Shape;1358;p30"/>
              <p:cNvSpPr/>
              <p:nvPr/>
            </p:nvSpPr>
            <p:spPr>
              <a:xfrm>
                <a:off x="5516154" y="1920095"/>
                <a:ext cx="391687" cy="498273"/>
              </a:xfrm>
              <a:custGeom>
                <a:rect b="b" l="l" r="r" t="t"/>
                <a:pathLst>
                  <a:path extrusionOk="0" h="8368" w="6578">
                    <a:moveTo>
                      <a:pt x="6427" y="0"/>
                    </a:moveTo>
                    <a:cubicBezTo>
                      <a:pt x="6384" y="0"/>
                      <a:pt x="6338" y="21"/>
                      <a:pt x="6299" y="42"/>
                    </a:cubicBezTo>
                    <a:cubicBezTo>
                      <a:pt x="6000" y="184"/>
                      <a:pt x="5701" y="309"/>
                      <a:pt x="5374" y="374"/>
                    </a:cubicBezTo>
                    <a:cubicBezTo>
                      <a:pt x="5026" y="440"/>
                      <a:pt x="4688" y="559"/>
                      <a:pt x="4383" y="739"/>
                    </a:cubicBezTo>
                    <a:cubicBezTo>
                      <a:pt x="3430" y="1316"/>
                      <a:pt x="2543" y="1991"/>
                      <a:pt x="1585" y="2557"/>
                    </a:cubicBezTo>
                    <a:cubicBezTo>
                      <a:pt x="1465" y="2633"/>
                      <a:pt x="1340" y="2759"/>
                      <a:pt x="1427" y="2944"/>
                    </a:cubicBezTo>
                    <a:cubicBezTo>
                      <a:pt x="1452" y="2959"/>
                      <a:pt x="1480" y="2966"/>
                      <a:pt x="1508" y="2966"/>
                    </a:cubicBezTo>
                    <a:cubicBezTo>
                      <a:pt x="1530" y="2966"/>
                      <a:pt x="1553" y="2962"/>
                      <a:pt x="1574" y="2955"/>
                    </a:cubicBezTo>
                    <a:cubicBezTo>
                      <a:pt x="1615" y="2950"/>
                      <a:pt x="1675" y="2911"/>
                      <a:pt x="1682" y="2911"/>
                    </a:cubicBezTo>
                    <a:cubicBezTo>
                      <a:pt x="1683" y="2911"/>
                      <a:pt x="1683" y="2911"/>
                      <a:pt x="1683" y="2911"/>
                    </a:cubicBezTo>
                    <a:cubicBezTo>
                      <a:pt x="1574" y="3368"/>
                      <a:pt x="1612" y="3896"/>
                      <a:pt x="1079" y="4152"/>
                    </a:cubicBezTo>
                    <a:cubicBezTo>
                      <a:pt x="921" y="4229"/>
                      <a:pt x="834" y="4376"/>
                      <a:pt x="834" y="4555"/>
                    </a:cubicBezTo>
                    <a:cubicBezTo>
                      <a:pt x="839" y="5062"/>
                      <a:pt x="796" y="5573"/>
                      <a:pt x="866" y="6074"/>
                    </a:cubicBezTo>
                    <a:cubicBezTo>
                      <a:pt x="899" y="6270"/>
                      <a:pt x="943" y="6471"/>
                      <a:pt x="855" y="6667"/>
                    </a:cubicBezTo>
                    <a:cubicBezTo>
                      <a:pt x="834" y="6716"/>
                      <a:pt x="806" y="6765"/>
                      <a:pt x="785" y="6814"/>
                    </a:cubicBezTo>
                    <a:cubicBezTo>
                      <a:pt x="817" y="7043"/>
                      <a:pt x="632" y="7168"/>
                      <a:pt x="534" y="7332"/>
                    </a:cubicBezTo>
                    <a:cubicBezTo>
                      <a:pt x="355" y="7626"/>
                      <a:pt x="55" y="7849"/>
                      <a:pt x="1" y="8219"/>
                    </a:cubicBezTo>
                    <a:cubicBezTo>
                      <a:pt x="123" y="8320"/>
                      <a:pt x="255" y="8367"/>
                      <a:pt x="381" y="8367"/>
                    </a:cubicBezTo>
                    <a:cubicBezTo>
                      <a:pt x="514" y="8367"/>
                      <a:pt x="640" y="8314"/>
                      <a:pt x="741" y="8214"/>
                    </a:cubicBezTo>
                    <a:cubicBezTo>
                      <a:pt x="1100" y="7860"/>
                      <a:pt x="1411" y="7462"/>
                      <a:pt x="1650" y="7005"/>
                    </a:cubicBezTo>
                    <a:cubicBezTo>
                      <a:pt x="1824" y="6678"/>
                      <a:pt x="1569" y="6090"/>
                      <a:pt x="2200" y="6020"/>
                    </a:cubicBezTo>
                    <a:cubicBezTo>
                      <a:pt x="2216" y="6020"/>
                      <a:pt x="2227" y="5960"/>
                      <a:pt x="2249" y="5933"/>
                    </a:cubicBezTo>
                    <a:cubicBezTo>
                      <a:pt x="2298" y="5889"/>
                      <a:pt x="2255" y="5780"/>
                      <a:pt x="2358" y="5775"/>
                    </a:cubicBezTo>
                    <a:cubicBezTo>
                      <a:pt x="2897" y="5758"/>
                      <a:pt x="2968" y="5317"/>
                      <a:pt x="3038" y="4942"/>
                    </a:cubicBezTo>
                    <a:cubicBezTo>
                      <a:pt x="3098" y="4649"/>
                      <a:pt x="3188" y="4476"/>
                      <a:pt x="3441" y="4476"/>
                    </a:cubicBezTo>
                    <a:cubicBezTo>
                      <a:pt x="3489" y="4476"/>
                      <a:pt x="3543" y="4482"/>
                      <a:pt x="3605" y="4495"/>
                    </a:cubicBezTo>
                    <a:cubicBezTo>
                      <a:pt x="3649" y="4505"/>
                      <a:pt x="3691" y="4510"/>
                      <a:pt x="3727" y="4510"/>
                    </a:cubicBezTo>
                    <a:cubicBezTo>
                      <a:pt x="3883" y="4510"/>
                      <a:pt x="3960" y="4420"/>
                      <a:pt x="3899" y="4196"/>
                    </a:cubicBezTo>
                    <a:cubicBezTo>
                      <a:pt x="3850" y="3896"/>
                      <a:pt x="3583" y="3668"/>
                      <a:pt x="3610" y="3341"/>
                    </a:cubicBezTo>
                    <a:cubicBezTo>
                      <a:pt x="3665" y="3251"/>
                      <a:pt x="3733" y="3224"/>
                      <a:pt x="3804" y="3224"/>
                    </a:cubicBezTo>
                    <a:cubicBezTo>
                      <a:pt x="3875" y="3224"/>
                      <a:pt x="3950" y="3251"/>
                      <a:pt x="4018" y="3270"/>
                    </a:cubicBezTo>
                    <a:cubicBezTo>
                      <a:pt x="4258" y="3336"/>
                      <a:pt x="4492" y="3407"/>
                      <a:pt x="4721" y="3505"/>
                    </a:cubicBezTo>
                    <a:cubicBezTo>
                      <a:pt x="4862" y="3567"/>
                      <a:pt x="5008" y="3630"/>
                      <a:pt x="5174" y="3630"/>
                    </a:cubicBezTo>
                    <a:cubicBezTo>
                      <a:pt x="5181" y="3630"/>
                      <a:pt x="5187" y="3630"/>
                      <a:pt x="5194" y="3630"/>
                    </a:cubicBezTo>
                    <a:cubicBezTo>
                      <a:pt x="5265" y="3624"/>
                      <a:pt x="5341" y="3619"/>
                      <a:pt x="5374" y="3543"/>
                    </a:cubicBezTo>
                    <a:cubicBezTo>
                      <a:pt x="5407" y="3461"/>
                      <a:pt x="5347" y="3412"/>
                      <a:pt x="5287" y="3379"/>
                    </a:cubicBezTo>
                    <a:cubicBezTo>
                      <a:pt x="4655" y="2998"/>
                      <a:pt x="4073" y="2535"/>
                      <a:pt x="3349" y="2329"/>
                    </a:cubicBezTo>
                    <a:cubicBezTo>
                      <a:pt x="3360" y="2301"/>
                      <a:pt x="3398" y="2301"/>
                      <a:pt x="3409" y="2274"/>
                    </a:cubicBezTo>
                    <a:cubicBezTo>
                      <a:pt x="3430" y="2231"/>
                      <a:pt x="3452" y="2193"/>
                      <a:pt x="3474" y="2149"/>
                    </a:cubicBezTo>
                    <a:cubicBezTo>
                      <a:pt x="3425" y="1986"/>
                      <a:pt x="3577" y="1986"/>
                      <a:pt x="3659" y="1948"/>
                    </a:cubicBezTo>
                    <a:cubicBezTo>
                      <a:pt x="4013" y="1790"/>
                      <a:pt x="4383" y="1675"/>
                      <a:pt x="4753" y="1561"/>
                    </a:cubicBezTo>
                    <a:cubicBezTo>
                      <a:pt x="5488" y="1343"/>
                      <a:pt x="6016" y="859"/>
                      <a:pt x="6468" y="276"/>
                    </a:cubicBezTo>
                    <a:cubicBezTo>
                      <a:pt x="6517" y="205"/>
                      <a:pt x="6577" y="135"/>
                      <a:pt x="6523" y="53"/>
                    </a:cubicBezTo>
                    <a:cubicBezTo>
                      <a:pt x="6496" y="14"/>
                      <a:pt x="6462" y="0"/>
                      <a:pt x="64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9" name="Google Shape;1359;p30"/>
              <p:cNvSpPr/>
              <p:nvPr/>
            </p:nvSpPr>
            <p:spPr>
              <a:xfrm>
                <a:off x="6052010" y="2714859"/>
                <a:ext cx="1399784" cy="1632843"/>
              </a:xfrm>
              <a:custGeom>
                <a:rect b="b" l="l" r="r" t="t"/>
                <a:pathLst>
                  <a:path extrusionOk="0" h="27422" w="23508">
                    <a:moveTo>
                      <a:pt x="18744" y="0"/>
                    </a:moveTo>
                    <a:cubicBezTo>
                      <a:pt x="18782" y="87"/>
                      <a:pt x="18804" y="136"/>
                      <a:pt x="18821" y="191"/>
                    </a:cubicBezTo>
                    <a:cubicBezTo>
                      <a:pt x="19006" y="485"/>
                      <a:pt x="19365" y="594"/>
                      <a:pt x="19561" y="860"/>
                    </a:cubicBezTo>
                    <a:cubicBezTo>
                      <a:pt x="19806" y="1203"/>
                      <a:pt x="20018" y="1574"/>
                      <a:pt x="20236" y="1933"/>
                    </a:cubicBezTo>
                    <a:cubicBezTo>
                      <a:pt x="21532" y="4061"/>
                      <a:pt x="22479" y="6321"/>
                      <a:pt x="22865" y="8792"/>
                    </a:cubicBezTo>
                    <a:cubicBezTo>
                      <a:pt x="23083" y="10197"/>
                      <a:pt x="23219" y="11607"/>
                      <a:pt x="23148" y="13033"/>
                    </a:cubicBezTo>
                    <a:cubicBezTo>
                      <a:pt x="23051" y="15042"/>
                      <a:pt x="22582" y="16920"/>
                      <a:pt x="21581" y="18679"/>
                    </a:cubicBezTo>
                    <a:cubicBezTo>
                      <a:pt x="20497" y="20573"/>
                      <a:pt x="19169" y="22223"/>
                      <a:pt x="17247" y="23317"/>
                    </a:cubicBezTo>
                    <a:cubicBezTo>
                      <a:pt x="15418" y="24362"/>
                      <a:pt x="13426" y="24896"/>
                      <a:pt x="11330" y="24950"/>
                    </a:cubicBezTo>
                    <a:cubicBezTo>
                      <a:pt x="9370" y="24999"/>
                      <a:pt x="7404" y="24928"/>
                      <a:pt x="5461" y="25315"/>
                    </a:cubicBezTo>
                    <a:cubicBezTo>
                      <a:pt x="4095" y="25581"/>
                      <a:pt x="2712" y="25788"/>
                      <a:pt x="1432" y="26398"/>
                    </a:cubicBezTo>
                    <a:cubicBezTo>
                      <a:pt x="926" y="26643"/>
                      <a:pt x="463" y="26942"/>
                      <a:pt x="1" y="27422"/>
                    </a:cubicBezTo>
                    <a:cubicBezTo>
                      <a:pt x="158" y="27351"/>
                      <a:pt x="218" y="27329"/>
                      <a:pt x="284" y="27302"/>
                    </a:cubicBezTo>
                    <a:cubicBezTo>
                      <a:pt x="708" y="27013"/>
                      <a:pt x="1133" y="26725"/>
                      <a:pt x="1617" y="26540"/>
                    </a:cubicBezTo>
                    <a:cubicBezTo>
                      <a:pt x="2706" y="26131"/>
                      <a:pt x="3828" y="25886"/>
                      <a:pt x="4976" y="25690"/>
                    </a:cubicBezTo>
                    <a:cubicBezTo>
                      <a:pt x="6363" y="25453"/>
                      <a:pt x="7753" y="25240"/>
                      <a:pt x="9154" y="25240"/>
                    </a:cubicBezTo>
                    <a:cubicBezTo>
                      <a:pt x="9360" y="25240"/>
                      <a:pt x="9566" y="25245"/>
                      <a:pt x="9773" y="25255"/>
                    </a:cubicBezTo>
                    <a:cubicBezTo>
                      <a:pt x="10019" y="25267"/>
                      <a:pt x="10265" y="25273"/>
                      <a:pt x="10510" y="25273"/>
                    </a:cubicBezTo>
                    <a:cubicBezTo>
                      <a:pt x="11549" y="25273"/>
                      <a:pt x="12577" y="25163"/>
                      <a:pt x="13594" y="24961"/>
                    </a:cubicBezTo>
                    <a:cubicBezTo>
                      <a:pt x="16327" y="24416"/>
                      <a:pt x="18674" y="23202"/>
                      <a:pt x="20405" y="20949"/>
                    </a:cubicBezTo>
                    <a:cubicBezTo>
                      <a:pt x="22022" y="18836"/>
                      <a:pt x="23165" y="16539"/>
                      <a:pt x="23372" y="13822"/>
                    </a:cubicBezTo>
                    <a:cubicBezTo>
                      <a:pt x="23508" y="12026"/>
                      <a:pt x="23377" y="10257"/>
                      <a:pt x="23105" y="8482"/>
                    </a:cubicBezTo>
                    <a:cubicBezTo>
                      <a:pt x="22936" y="7404"/>
                      <a:pt x="22561" y="6381"/>
                      <a:pt x="22201" y="5357"/>
                    </a:cubicBezTo>
                    <a:cubicBezTo>
                      <a:pt x="21613" y="3664"/>
                      <a:pt x="20808" y="2085"/>
                      <a:pt x="19632" y="713"/>
                    </a:cubicBezTo>
                    <a:cubicBezTo>
                      <a:pt x="19392" y="436"/>
                      <a:pt x="19158" y="131"/>
                      <a:pt x="187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0" name="Google Shape;1360;p30"/>
              <p:cNvSpPr/>
              <p:nvPr/>
            </p:nvSpPr>
            <p:spPr>
              <a:xfrm>
                <a:off x="5715872" y="-494325"/>
                <a:ext cx="1325531" cy="1313801"/>
              </a:xfrm>
              <a:custGeom>
                <a:rect b="b" l="l" r="r" t="t"/>
                <a:pathLst>
                  <a:path extrusionOk="0" h="22064" w="22261">
                    <a:moveTo>
                      <a:pt x="22032" y="0"/>
                    </a:moveTo>
                    <a:cubicBezTo>
                      <a:pt x="21945" y="0"/>
                      <a:pt x="21889" y="98"/>
                      <a:pt x="21847" y="179"/>
                    </a:cubicBezTo>
                    <a:cubicBezTo>
                      <a:pt x="21433" y="957"/>
                      <a:pt x="20840" y="1567"/>
                      <a:pt x="20241" y="2209"/>
                    </a:cubicBezTo>
                    <a:cubicBezTo>
                      <a:pt x="19697" y="2792"/>
                      <a:pt x="19130" y="3325"/>
                      <a:pt x="18499" y="3821"/>
                    </a:cubicBezTo>
                    <a:cubicBezTo>
                      <a:pt x="17688" y="4452"/>
                      <a:pt x="16811" y="4958"/>
                      <a:pt x="15929" y="5476"/>
                    </a:cubicBezTo>
                    <a:cubicBezTo>
                      <a:pt x="14977" y="6031"/>
                      <a:pt x="14073" y="6684"/>
                      <a:pt x="13305" y="7473"/>
                    </a:cubicBezTo>
                    <a:cubicBezTo>
                      <a:pt x="12124" y="8687"/>
                      <a:pt x="11182" y="10108"/>
                      <a:pt x="10186" y="11475"/>
                    </a:cubicBezTo>
                    <a:cubicBezTo>
                      <a:pt x="8939" y="13173"/>
                      <a:pt x="7453" y="14654"/>
                      <a:pt x="5918" y="16075"/>
                    </a:cubicBezTo>
                    <a:cubicBezTo>
                      <a:pt x="4257" y="17605"/>
                      <a:pt x="2412" y="18922"/>
                      <a:pt x="746" y="20446"/>
                    </a:cubicBezTo>
                    <a:cubicBezTo>
                      <a:pt x="496" y="20675"/>
                      <a:pt x="294" y="20926"/>
                      <a:pt x="185" y="21247"/>
                    </a:cubicBezTo>
                    <a:cubicBezTo>
                      <a:pt x="185" y="21524"/>
                      <a:pt x="44" y="21769"/>
                      <a:pt x="0" y="22063"/>
                    </a:cubicBezTo>
                    <a:cubicBezTo>
                      <a:pt x="49" y="22031"/>
                      <a:pt x="71" y="22025"/>
                      <a:pt x="82" y="22009"/>
                    </a:cubicBezTo>
                    <a:cubicBezTo>
                      <a:pt x="115" y="21971"/>
                      <a:pt x="147" y="21933"/>
                      <a:pt x="158" y="21889"/>
                    </a:cubicBezTo>
                    <a:cubicBezTo>
                      <a:pt x="349" y="21132"/>
                      <a:pt x="871" y="20664"/>
                      <a:pt x="1432" y="20147"/>
                    </a:cubicBezTo>
                    <a:cubicBezTo>
                      <a:pt x="2210" y="19428"/>
                      <a:pt x="3087" y="18830"/>
                      <a:pt x="3882" y="18133"/>
                    </a:cubicBezTo>
                    <a:cubicBezTo>
                      <a:pt x="4932" y="17224"/>
                      <a:pt x="6054" y="16396"/>
                      <a:pt x="7034" y="15411"/>
                    </a:cubicBezTo>
                    <a:cubicBezTo>
                      <a:pt x="8455" y="13968"/>
                      <a:pt x="9810" y="12466"/>
                      <a:pt x="11030" y="10843"/>
                    </a:cubicBezTo>
                    <a:cubicBezTo>
                      <a:pt x="11585" y="10114"/>
                      <a:pt x="11999" y="9281"/>
                      <a:pt x="12657" y="8628"/>
                    </a:cubicBezTo>
                    <a:cubicBezTo>
                      <a:pt x="13098" y="8187"/>
                      <a:pt x="13392" y="7615"/>
                      <a:pt x="13910" y="7245"/>
                    </a:cubicBezTo>
                    <a:cubicBezTo>
                      <a:pt x="14982" y="6466"/>
                      <a:pt x="15984" y="5584"/>
                      <a:pt x="17214" y="5035"/>
                    </a:cubicBezTo>
                    <a:cubicBezTo>
                      <a:pt x="17846" y="4751"/>
                      <a:pt x="18281" y="4185"/>
                      <a:pt x="18869" y="3842"/>
                    </a:cubicBezTo>
                    <a:cubicBezTo>
                      <a:pt x="19375" y="3548"/>
                      <a:pt x="19822" y="3205"/>
                      <a:pt x="20148" y="2705"/>
                    </a:cubicBezTo>
                    <a:cubicBezTo>
                      <a:pt x="20372" y="2356"/>
                      <a:pt x="20671" y="2106"/>
                      <a:pt x="20894" y="2008"/>
                    </a:cubicBezTo>
                    <a:lnTo>
                      <a:pt x="20894" y="2008"/>
                    </a:lnTo>
                    <a:cubicBezTo>
                      <a:pt x="20491" y="3211"/>
                      <a:pt x="19392" y="3842"/>
                      <a:pt x="18581" y="4724"/>
                    </a:cubicBezTo>
                    <a:cubicBezTo>
                      <a:pt x="19147" y="4359"/>
                      <a:pt x="19631" y="3886"/>
                      <a:pt x="20214" y="3554"/>
                    </a:cubicBezTo>
                    <a:cubicBezTo>
                      <a:pt x="20306" y="3380"/>
                      <a:pt x="20486" y="3276"/>
                      <a:pt x="20589" y="3096"/>
                    </a:cubicBezTo>
                    <a:cubicBezTo>
                      <a:pt x="21112" y="2187"/>
                      <a:pt x="21749" y="1344"/>
                      <a:pt x="22097" y="336"/>
                    </a:cubicBezTo>
                    <a:cubicBezTo>
                      <a:pt x="22130" y="238"/>
                      <a:pt x="22261" y="113"/>
                      <a:pt x="22114" y="26"/>
                    </a:cubicBezTo>
                    <a:cubicBezTo>
                      <a:pt x="22084" y="8"/>
                      <a:pt x="22057" y="0"/>
                      <a:pt x="220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6105840" y="2574091"/>
                <a:ext cx="427652" cy="270453"/>
              </a:xfrm>
              <a:custGeom>
                <a:rect b="b" l="l" r="r" t="t"/>
                <a:pathLst>
                  <a:path extrusionOk="0" h="4542" w="7182">
                    <a:moveTo>
                      <a:pt x="1595" y="4169"/>
                    </a:moveTo>
                    <a:cubicBezTo>
                      <a:pt x="1727" y="4174"/>
                      <a:pt x="1861" y="4174"/>
                      <a:pt x="1987" y="4199"/>
                    </a:cubicBezTo>
                    <a:cubicBezTo>
                      <a:pt x="2012" y="4204"/>
                      <a:pt x="2037" y="4210"/>
                      <a:pt x="2063" y="4216"/>
                    </a:cubicBezTo>
                    <a:lnTo>
                      <a:pt x="2063" y="4216"/>
                    </a:lnTo>
                    <a:cubicBezTo>
                      <a:pt x="1907" y="4201"/>
                      <a:pt x="1750" y="4186"/>
                      <a:pt x="1595" y="4169"/>
                    </a:cubicBezTo>
                    <a:close/>
                    <a:moveTo>
                      <a:pt x="2573" y="4168"/>
                    </a:moveTo>
                    <a:cubicBezTo>
                      <a:pt x="2579" y="4168"/>
                      <a:pt x="2602" y="4208"/>
                      <a:pt x="2564" y="4221"/>
                    </a:cubicBezTo>
                    <a:cubicBezTo>
                      <a:pt x="2535" y="4250"/>
                      <a:pt x="2497" y="4257"/>
                      <a:pt x="2458" y="4257"/>
                    </a:cubicBezTo>
                    <a:cubicBezTo>
                      <a:pt x="2451" y="4257"/>
                      <a:pt x="2444" y="4257"/>
                      <a:pt x="2437" y="4256"/>
                    </a:cubicBezTo>
                    <a:lnTo>
                      <a:pt x="2437" y="4256"/>
                    </a:lnTo>
                    <a:cubicBezTo>
                      <a:pt x="2480" y="4248"/>
                      <a:pt x="2523" y="4234"/>
                      <a:pt x="2564" y="4210"/>
                    </a:cubicBezTo>
                    <a:cubicBezTo>
                      <a:pt x="2575" y="4204"/>
                      <a:pt x="2581" y="4199"/>
                      <a:pt x="2575" y="4183"/>
                    </a:cubicBezTo>
                    <a:cubicBezTo>
                      <a:pt x="2571" y="4172"/>
                      <a:pt x="2572" y="4168"/>
                      <a:pt x="2573" y="4168"/>
                    </a:cubicBezTo>
                    <a:close/>
                    <a:moveTo>
                      <a:pt x="6766" y="1"/>
                    </a:moveTo>
                    <a:cubicBezTo>
                      <a:pt x="6714" y="1"/>
                      <a:pt x="6657" y="5"/>
                      <a:pt x="6593" y="12"/>
                    </a:cubicBezTo>
                    <a:cubicBezTo>
                      <a:pt x="5684" y="121"/>
                      <a:pt x="4851" y="437"/>
                      <a:pt x="4072" y="922"/>
                    </a:cubicBezTo>
                    <a:cubicBezTo>
                      <a:pt x="3234" y="1444"/>
                      <a:pt x="2559" y="2152"/>
                      <a:pt x="1857" y="2816"/>
                    </a:cubicBezTo>
                    <a:cubicBezTo>
                      <a:pt x="1514" y="3143"/>
                      <a:pt x="1187" y="3513"/>
                      <a:pt x="991" y="3959"/>
                    </a:cubicBezTo>
                    <a:cubicBezTo>
                      <a:pt x="1089" y="4057"/>
                      <a:pt x="1198" y="4108"/>
                      <a:pt x="1313" y="4136"/>
                    </a:cubicBezTo>
                    <a:lnTo>
                      <a:pt x="1313" y="4136"/>
                    </a:lnTo>
                    <a:cubicBezTo>
                      <a:pt x="1040" y="4100"/>
                      <a:pt x="769" y="4054"/>
                      <a:pt x="501" y="3981"/>
                    </a:cubicBezTo>
                    <a:cubicBezTo>
                      <a:pt x="401" y="3951"/>
                      <a:pt x="299" y="3905"/>
                      <a:pt x="196" y="3905"/>
                    </a:cubicBezTo>
                    <a:cubicBezTo>
                      <a:pt x="131" y="3905"/>
                      <a:pt x="66" y="3923"/>
                      <a:pt x="0" y="3976"/>
                    </a:cubicBezTo>
                    <a:cubicBezTo>
                      <a:pt x="403" y="4209"/>
                      <a:pt x="821" y="4395"/>
                      <a:pt x="1294" y="4395"/>
                    </a:cubicBezTo>
                    <a:cubicBezTo>
                      <a:pt x="1307" y="4395"/>
                      <a:pt x="1321" y="4395"/>
                      <a:pt x="1334" y="4395"/>
                    </a:cubicBezTo>
                    <a:cubicBezTo>
                      <a:pt x="1495" y="4392"/>
                      <a:pt x="1654" y="4387"/>
                      <a:pt x="1812" y="4387"/>
                    </a:cubicBezTo>
                    <a:cubicBezTo>
                      <a:pt x="1944" y="4387"/>
                      <a:pt x="2074" y="4390"/>
                      <a:pt x="2205" y="4400"/>
                    </a:cubicBezTo>
                    <a:cubicBezTo>
                      <a:pt x="2537" y="4422"/>
                      <a:pt x="2869" y="4427"/>
                      <a:pt x="3191" y="4542"/>
                    </a:cubicBezTo>
                    <a:cubicBezTo>
                      <a:pt x="3327" y="4498"/>
                      <a:pt x="3332" y="4368"/>
                      <a:pt x="3376" y="4264"/>
                    </a:cubicBezTo>
                    <a:cubicBezTo>
                      <a:pt x="3773" y="3262"/>
                      <a:pt x="4312" y="2370"/>
                      <a:pt x="5210" y="1733"/>
                    </a:cubicBezTo>
                    <a:cubicBezTo>
                      <a:pt x="5412" y="1591"/>
                      <a:pt x="5559" y="1384"/>
                      <a:pt x="5722" y="1199"/>
                    </a:cubicBezTo>
                    <a:cubicBezTo>
                      <a:pt x="6087" y="791"/>
                      <a:pt x="6490" y="437"/>
                      <a:pt x="7083" y="432"/>
                    </a:cubicBezTo>
                    <a:cubicBezTo>
                      <a:pt x="7181" y="142"/>
                      <a:pt x="7079" y="1"/>
                      <a:pt x="67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6234222" y="3480266"/>
                <a:ext cx="232464" cy="299035"/>
              </a:xfrm>
              <a:custGeom>
                <a:rect b="b" l="l" r="r" t="t"/>
                <a:pathLst>
                  <a:path extrusionOk="0" h="5022" w="3904">
                    <a:moveTo>
                      <a:pt x="3622" y="1"/>
                    </a:moveTo>
                    <a:cubicBezTo>
                      <a:pt x="3496" y="1"/>
                      <a:pt x="3369" y="152"/>
                      <a:pt x="3267" y="250"/>
                    </a:cubicBezTo>
                    <a:cubicBezTo>
                      <a:pt x="2232" y="1230"/>
                      <a:pt x="1225" y="2242"/>
                      <a:pt x="392" y="3407"/>
                    </a:cubicBezTo>
                    <a:cubicBezTo>
                      <a:pt x="0" y="3957"/>
                      <a:pt x="60" y="4453"/>
                      <a:pt x="561" y="4904"/>
                    </a:cubicBezTo>
                    <a:cubicBezTo>
                      <a:pt x="636" y="4971"/>
                      <a:pt x="716" y="5021"/>
                      <a:pt x="806" y="5021"/>
                    </a:cubicBezTo>
                    <a:cubicBezTo>
                      <a:pt x="841" y="5021"/>
                      <a:pt x="877" y="5014"/>
                      <a:pt x="915" y="4997"/>
                    </a:cubicBezTo>
                    <a:cubicBezTo>
                      <a:pt x="1035" y="4937"/>
                      <a:pt x="1007" y="4823"/>
                      <a:pt x="1002" y="4714"/>
                    </a:cubicBezTo>
                    <a:cubicBezTo>
                      <a:pt x="996" y="4616"/>
                      <a:pt x="969" y="4518"/>
                      <a:pt x="991" y="4409"/>
                    </a:cubicBezTo>
                    <a:lnTo>
                      <a:pt x="991" y="4409"/>
                    </a:lnTo>
                    <a:cubicBezTo>
                      <a:pt x="1125" y="4836"/>
                      <a:pt x="1243" y="4993"/>
                      <a:pt x="1525" y="4993"/>
                    </a:cubicBezTo>
                    <a:cubicBezTo>
                      <a:pt x="1610" y="4993"/>
                      <a:pt x="1710" y="4979"/>
                      <a:pt x="1829" y="4953"/>
                    </a:cubicBezTo>
                    <a:cubicBezTo>
                      <a:pt x="2042" y="4910"/>
                      <a:pt x="2249" y="4850"/>
                      <a:pt x="2428" y="4736"/>
                    </a:cubicBezTo>
                    <a:cubicBezTo>
                      <a:pt x="2473" y="4707"/>
                      <a:pt x="2514" y="4689"/>
                      <a:pt x="2552" y="4689"/>
                    </a:cubicBezTo>
                    <a:cubicBezTo>
                      <a:pt x="2593" y="4689"/>
                      <a:pt x="2631" y="4710"/>
                      <a:pt x="2668" y="4757"/>
                    </a:cubicBezTo>
                    <a:cubicBezTo>
                      <a:pt x="2782" y="4556"/>
                      <a:pt x="2733" y="4322"/>
                      <a:pt x="2809" y="4115"/>
                    </a:cubicBezTo>
                    <a:cubicBezTo>
                      <a:pt x="2793" y="4112"/>
                      <a:pt x="2777" y="4111"/>
                      <a:pt x="2761" y="4111"/>
                    </a:cubicBezTo>
                    <a:cubicBezTo>
                      <a:pt x="2561" y="4111"/>
                      <a:pt x="2435" y="4323"/>
                      <a:pt x="2238" y="4333"/>
                    </a:cubicBezTo>
                    <a:cubicBezTo>
                      <a:pt x="2213" y="4334"/>
                      <a:pt x="2188" y="4335"/>
                      <a:pt x="2165" y="4335"/>
                    </a:cubicBezTo>
                    <a:cubicBezTo>
                      <a:pt x="2080" y="4335"/>
                      <a:pt x="2006" y="4320"/>
                      <a:pt x="1955" y="4235"/>
                    </a:cubicBezTo>
                    <a:cubicBezTo>
                      <a:pt x="1889" y="4126"/>
                      <a:pt x="1933" y="4033"/>
                      <a:pt x="2020" y="3952"/>
                    </a:cubicBezTo>
                    <a:cubicBezTo>
                      <a:pt x="2074" y="3903"/>
                      <a:pt x="2140" y="3865"/>
                      <a:pt x="2210" y="3832"/>
                    </a:cubicBezTo>
                    <a:lnTo>
                      <a:pt x="2210" y="3832"/>
                    </a:lnTo>
                    <a:cubicBezTo>
                      <a:pt x="2172" y="3925"/>
                      <a:pt x="2031" y="3995"/>
                      <a:pt x="2118" y="4110"/>
                    </a:cubicBezTo>
                    <a:cubicBezTo>
                      <a:pt x="2151" y="4154"/>
                      <a:pt x="2191" y="4169"/>
                      <a:pt x="2235" y="4169"/>
                    </a:cubicBezTo>
                    <a:cubicBezTo>
                      <a:pt x="2293" y="4169"/>
                      <a:pt x="2356" y="4142"/>
                      <a:pt x="2412" y="4121"/>
                    </a:cubicBezTo>
                    <a:cubicBezTo>
                      <a:pt x="2608" y="4039"/>
                      <a:pt x="2809" y="3974"/>
                      <a:pt x="2962" y="3816"/>
                    </a:cubicBezTo>
                    <a:cubicBezTo>
                      <a:pt x="2951" y="3641"/>
                      <a:pt x="3054" y="3494"/>
                      <a:pt x="3092" y="3331"/>
                    </a:cubicBezTo>
                    <a:cubicBezTo>
                      <a:pt x="2994" y="3108"/>
                      <a:pt x="3256" y="3005"/>
                      <a:pt x="3256" y="2787"/>
                    </a:cubicBezTo>
                    <a:cubicBezTo>
                      <a:pt x="3272" y="2019"/>
                      <a:pt x="3506" y="1284"/>
                      <a:pt x="3702" y="544"/>
                    </a:cubicBezTo>
                    <a:cubicBezTo>
                      <a:pt x="3746" y="370"/>
                      <a:pt x="3903" y="146"/>
                      <a:pt x="3708" y="27"/>
                    </a:cubicBezTo>
                    <a:cubicBezTo>
                      <a:pt x="3679" y="8"/>
                      <a:pt x="3651" y="1"/>
                      <a:pt x="362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5991750" y="2013464"/>
                <a:ext cx="169227" cy="452542"/>
              </a:xfrm>
              <a:custGeom>
                <a:rect b="b" l="l" r="r" t="t"/>
                <a:pathLst>
                  <a:path extrusionOk="0" h="7600" w="2842">
                    <a:moveTo>
                      <a:pt x="941" y="0"/>
                    </a:moveTo>
                    <a:cubicBezTo>
                      <a:pt x="915" y="0"/>
                      <a:pt x="888" y="11"/>
                      <a:pt x="860" y="37"/>
                    </a:cubicBezTo>
                    <a:cubicBezTo>
                      <a:pt x="779" y="118"/>
                      <a:pt x="871" y="211"/>
                      <a:pt x="920" y="292"/>
                    </a:cubicBezTo>
                    <a:cubicBezTo>
                      <a:pt x="1013" y="450"/>
                      <a:pt x="1116" y="608"/>
                      <a:pt x="1274" y="782"/>
                    </a:cubicBezTo>
                    <a:cubicBezTo>
                      <a:pt x="1215" y="731"/>
                      <a:pt x="1170" y="706"/>
                      <a:pt x="1127" y="706"/>
                    </a:cubicBezTo>
                    <a:cubicBezTo>
                      <a:pt x="1111" y="706"/>
                      <a:pt x="1095" y="710"/>
                      <a:pt x="1078" y="717"/>
                    </a:cubicBezTo>
                    <a:cubicBezTo>
                      <a:pt x="1045" y="875"/>
                      <a:pt x="1268" y="984"/>
                      <a:pt x="1154" y="1174"/>
                    </a:cubicBezTo>
                    <a:cubicBezTo>
                      <a:pt x="528" y="2198"/>
                      <a:pt x="272" y="3336"/>
                      <a:pt x="147" y="4512"/>
                    </a:cubicBezTo>
                    <a:cubicBezTo>
                      <a:pt x="44" y="5459"/>
                      <a:pt x="0" y="6395"/>
                      <a:pt x="365" y="7315"/>
                    </a:cubicBezTo>
                    <a:cubicBezTo>
                      <a:pt x="442" y="7508"/>
                      <a:pt x="517" y="7599"/>
                      <a:pt x="628" y="7599"/>
                    </a:cubicBezTo>
                    <a:cubicBezTo>
                      <a:pt x="690" y="7599"/>
                      <a:pt x="763" y="7571"/>
                      <a:pt x="855" y="7517"/>
                    </a:cubicBezTo>
                    <a:cubicBezTo>
                      <a:pt x="838" y="7141"/>
                      <a:pt x="893" y="6744"/>
                      <a:pt x="550" y="6455"/>
                    </a:cubicBezTo>
                    <a:cubicBezTo>
                      <a:pt x="430" y="6352"/>
                      <a:pt x="397" y="6199"/>
                      <a:pt x="387" y="6041"/>
                    </a:cubicBezTo>
                    <a:cubicBezTo>
                      <a:pt x="343" y="5497"/>
                      <a:pt x="599" y="5072"/>
                      <a:pt x="953" y="4593"/>
                    </a:cubicBezTo>
                    <a:lnTo>
                      <a:pt x="953" y="4593"/>
                    </a:lnTo>
                    <a:cubicBezTo>
                      <a:pt x="779" y="4942"/>
                      <a:pt x="626" y="5208"/>
                      <a:pt x="512" y="5497"/>
                    </a:cubicBezTo>
                    <a:cubicBezTo>
                      <a:pt x="419" y="5731"/>
                      <a:pt x="387" y="5976"/>
                      <a:pt x="474" y="6221"/>
                    </a:cubicBezTo>
                    <a:cubicBezTo>
                      <a:pt x="506" y="6319"/>
                      <a:pt x="544" y="6444"/>
                      <a:pt x="670" y="6444"/>
                    </a:cubicBezTo>
                    <a:cubicBezTo>
                      <a:pt x="806" y="6439"/>
                      <a:pt x="800" y="6297"/>
                      <a:pt x="822" y="6199"/>
                    </a:cubicBezTo>
                    <a:cubicBezTo>
                      <a:pt x="893" y="5840"/>
                      <a:pt x="1002" y="5497"/>
                      <a:pt x="1181" y="5176"/>
                    </a:cubicBezTo>
                    <a:cubicBezTo>
                      <a:pt x="1535" y="4533"/>
                      <a:pt x="1916" y="3918"/>
                      <a:pt x="2395" y="3363"/>
                    </a:cubicBezTo>
                    <a:cubicBezTo>
                      <a:pt x="2651" y="3063"/>
                      <a:pt x="2640" y="2987"/>
                      <a:pt x="2368" y="2704"/>
                    </a:cubicBezTo>
                    <a:cubicBezTo>
                      <a:pt x="2167" y="2492"/>
                      <a:pt x="2009" y="2252"/>
                      <a:pt x="1895" y="1986"/>
                    </a:cubicBezTo>
                    <a:lnTo>
                      <a:pt x="1895" y="1986"/>
                    </a:lnTo>
                    <a:cubicBezTo>
                      <a:pt x="2101" y="2230"/>
                      <a:pt x="2254" y="2508"/>
                      <a:pt x="2477" y="2742"/>
                    </a:cubicBezTo>
                    <a:cubicBezTo>
                      <a:pt x="2549" y="2819"/>
                      <a:pt x="2608" y="2857"/>
                      <a:pt x="2659" y="2857"/>
                    </a:cubicBezTo>
                    <a:cubicBezTo>
                      <a:pt x="2731" y="2857"/>
                      <a:pt x="2787" y="2779"/>
                      <a:pt x="2842" y="2622"/>
                    </a:cubicBezTo>
                    <a:cubicBezTo>
                      <a:pt x="2629" y="2557"/>
                      <a:pt x="2738" y="2285"/>
                      <a:pt x="2564" y="2192"/>
                    </a:cubicBezTo>
                    <a:cubicBezTo>
                      <a:pt x="2542" y="2201"/>
                      <a:pt x="2518" y="2209"/>
                      <a:pt x="2495" y="2209"/>
                    </a:cubicBezTo>
                    <a:cubicBezTo>
                      <a:pt x="2473" y="2209"/>
                      <a:pt x="2453" y="2201"/>
                      <a:pt x="2439" y="2176"/>
                    </a:cubicBezTo>
                    <a:cubicBezTo>
                      <a:pt x="2254" y="1888"/>
                      <a:pt x="2101" y="1583"/>
                      <a:pt x="1895" y="1310"/>
                    </a:cubicBezTo>
                    <a:cubicBezTo>
                      <a:pt x="1851" y="1251"/>
                      <a:pt x="1856" y="1202"/>
                      <a:pt x="1933" y="1174"/>
                    </a:cubicBezTo>
                    <a:cubicBezTo>
                      <a:pt x="2270" y="1071"/>
                      <a:pt x="2052" y="929"/>
                      <a:pt x="1938" y="848"/>
                    </a:cubicBezTo>
                    <a:cubicBezTo>
                      <a:pt x="1682" y="668"/>
                      <a:pt x="1459" y="461"/>
                      <a:pt x="1274" y="216"/>
                    </a:cubicBezTo>
                    <a:cubicBezTo>
                      <a:pt x="1236" y="167"/>
                      <a:pt x="1192" y="129"/>
                      <a:pt x="1138" y="102"/>
                    </a:cubicBezTo>
                    <a:cubicBezTo>
                      <a:pt x="1075" y="67"/>
                      <a:pt x="1010" y="0"/>
                      <a:pt x="94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6219633" y="3264649"/>
                <a:ext cx="420507" cy="561986"/>
              </a:xfrm>
              <a:custGeom>
                <a:rect b="b" l="l" r="r" t="t"/>
                <a:pathLst>
                  <a:path extrusionOk="0" h="9438" w="7062">
                    <a:moveTo>
                      <a:pt x="4834" y="0"/>
                    </a:moveTo>
                    <a:lnTo>
                      <a:pt x="4834" y="0"/>
                    </a:lnTo>
                    <a:cubicBezTo>
                      <a:pt x="4856" y="131"/>
                      <a:pt x="4873" y="256"/>
                      <a:pt x="4889" y="376"/>
                    </a:cubicBezTo>
                    <a:cubicBezTo>
                      <a:pt x="4938" y="539"/>
                      <a:pt x="4938" y="702"/>
                      <a:pt x="4905" y="866"/>
                    </a:cubicBezTo>
                    <a:cubicBezTo>
                      <a:pt x="4785" y="1476"/>
                      <a:pt x="4606" y="2063"/>
                      <a:pt x="4415" y="2651"/>
                    </a:cubicBezTo>
                    <a:cubicBezTo>
                      <a:pt x="4328" y="2935"/>
                      <a:pt x="4170" y="3130"/>
                      <a:pt x="3925" y="3321"/>
                    </a:cubicBezTo>
                    <a:cubicBezTo>
                      <a:pt x="2494" y="4470"/>
                      <a:pt x="1252" y="5798"/>
                      <a:pt x="251" y="7339"/>
                    </a:cubicBezTo>
                    <a:cubicBezTo>
                      <a:pt x="0" y="7725"/>
                      <a:pt x="588" y="8819"/>
                      <a:pt x="1051" y="8847"/>
                    </a:cubicBezTo>
                    <a:cubicBezTo>
                      <a:pt x="1058" y="8847"/>
                      <a:pt x="1068" y="8849"/>
                      <a:pt x="1077" y="8849"/>
                    </a:cubicBezTo>
                    <a:cubicBezTo>
                      <a:pt x="1081" y="8849"/>
                      <a:pt x="1085" y="8848"/>
                      <a:pt x="1089" y="8847"/>
                    </a:cubicBezTo>
                    <a:cubicBezTo>
                      <a:pt x="1196" y="8786"/>
                      <a:pt x="1305" y="8768"/>
                      <a:pt x="1417" y="8768"/>
                    </a:cubicBezTo>
                    <a:cubicBezTo>
                      <a:pt x="1571" y="8768"/>
                      <a:pt x="1727" y="8802"/>
                      <a:pt x="1882" y="8802"/>
                    </a:cubicBezTo>
                    <a:cubicBezTo>
                      <a:pt x="1935" y="8802"/>
                      <a:pt x="1989" y="8798"/>
                      <a:pt x="2042" y="8787"/>
                    </a:cubicBezTo>
                    <a:cubicBezTo>
                      <a:pt x="2363" y="8721"/>
                      <a:pt x="2728" y="8727"/>
                      <a:pt x="2913" y="8378"/>
                    </a:cubicBezTo>
                    <a:cubicBezTo>
                      <a:pt x="2907" y="8297"/>
                      <a:pt x="2896" y="8221"/>
                      <a:pt x="2885" y="8117"/>
                    </a:cubicBezTo>
                    <a:cubicBezTo>
                      <a:pt x="2575" y="8368"/>
                      <a:pt x="2232" y="8466"/>
                      <a:pt x="1867" y="8515"/>
                    </a:cubicBezTo>
                    <a:cubicBezTo>
                      <a:pt x="1833" y="8519"/>
                      <a:pt x="1800" y="8521"/>
                      <a:pt x="1769" y="8521"/>
                    </a:cubicBezTo>
                    <a:cubicBezTo>
                      <a:pt x="1546" y="8521"/>
                      <a:pt x="1413" y="8415"/>
                      <a:pt x="1356" y="8166"/>
                    </a:cubicBezTo>
                    <a:cubicBezTo>
                      <a:pt x="1323" y="8030"/>
                      <a:pt x="1318" y="7872"/>
                      <a:pt x="1209" y="7758"/>
                    </a:cubicBezTo>
                    <a:cubicBezTo>
                      <a:pt x="1084" y="7850"/>
                      <a:pt x="1143" y="7959"/>
                      <a:pt x="1127" y="8057"/>
                    </a:cubicBezTo>
                    <a:cubicBezTo>
                      <a:pt x="1089" y="8232"/>
                      <a:pt x="1307" y="8476"/>
                      <a:pt x="1100" y="8553"/>
                    </a:cubicBezTo>
                    <a:cubicBezTo>
                      <a:pt x="1069" y="8564"/>
                      <a:pt x="1041" y="8569"/>
                      <a:pt x="1016" y="8569"/>
                    </a:cubicBezTo>
                    <a:cubicBezTo>
                      <a:pt x="835" y="8569"/>
                      <a:pt x="778" y="8306"/>
                      <a:pt x="659" y="8177"/>
                    </a:cubicBezTo>
                    <a:cubicBezTo>
                      <a:pt x="610" y="8128"/>
                      <a:pt x="572" y="8063"/>
                      <a:pt x="545" y="8003"/>
                    </a:cubicBezTo>
                    <a:cubicBezTo>
                      <a:pt x="436" y="7758"/>
                      <a:pt x="387" y="7546"/>
                      <a:pt x="572" y="7284"/>
                    </a:cubicBezTo>
                    <a:cubicBezTo>
                      <a:pt x="1443" y="6016"/>
                      <a:pt x="2521" y="4932"/>
                      <a:pt x="3626" y="3876"/>
                    </a:cubicBezTo>
                    <a:cubicBezTo>
                      <a:pt x="3718" y="3795"/>
                      <a:pt x="3833" y="3735"/>
                      <a:pt x="3936" y="3659"/>
                    </a:cubicBezTo>
                    <a:lnTo>
                      <a:pt x="3936" y="3659"/>
                    </a:lnTo>
                    <a:cubicBezTo>
                      <a:pt x="4002" y="3789"/>
                      <a:pt x="3942" y="3882"/>
                      <a:pt x="3909" y="3980"/>
                    </a:cubicBezTo>
                    <a:cubicBezTo>
                      <a:pt x="3691" y="4660"/>
                      <a:pt x="3544" y="5363"/>
                      <a:pt x="3414" y="6065"/>
                    </a:cubicBezTo>
                    <a:cubicBezTo>
                      <a:pt x="3365" y="6342"/>
                      <a:pt x="3533" y="6707"/>
                      <a:pt x="3087" y="6811"/>
                    </a:cubicBezTo>
                    <a:cubicBezTo>
                      <a:pt x="3147" y="6936"/>
                      <a:pt x="3245" y="6936"/>
                      <a:pt x="3337" y="6952"/>
                    </a:cubicBezTo>
                    <a:cubicBezTo>
                      <a:pt x="3484" y="7072"/>
                      <a:pt x="3435" y="7246"/>
                      <a:pt x="3473" y="7399"/>
                    </a:cubicBezTo>
                    <a:cubicBezTo>
                      <a:pt x="3544" y="7665"/>
                      <a:pt x="3566" y="7976"/>
                      <a:pt x="3816" y="8144"/>
                    </a:cubicBezTo>
                    <a:cubicBezTo>
                      <a:pt x="4105" y="8346"/>
                      <a:pt x="4317" y="8613"/>
                      <a:pt x="4513" y="8885"/>
                    </a:cubicBezTo>
                    <a:cubicBezTo>
                      <a:pt x="4810" y="9291"/>
                      <a:pt x="5199" y="9437"/>
                      <a:pt x="5650" y="9437"/>
                    </a:cubicBezTo>
                    <a:cubicBezTo>
                      <a:pt x="5713" y="9437"/>
                      <a:pt x="5777" y="9434"/>
                      <a:pt x="5842" y="9429"/>
                    </a:cubicBezTo>
                    <a:cubicBezTo>
                      <a:pt x="6065" y="9407"/>
                      <a:pt x="6288" y="9358"/>
                      <a:pt x="6435" y="9168"/>
                    </a:cubicBezTo>
                    <a:cubicBezTo>
                      <a:pt x="6772" y="8721"/>
                      <a:pt x="7061" y="8259"/>
                      <a:pt x="7034" y="7665"/>
                    </a:cubicBezTo>
                    <a:cubicBezTo>
                      <a:pt x="6981" y="7631"/>
                      <a:pt x="6938" y="7617"/>
                      <a:pt x="6901" y="7617"/>
                    </a:cubicBezTo>
                    <a:cubicBezTo>
                      <a:pt x="6760" y="7617"/>
                      <a:pt x="6708" y="7815"/>
                      <a:pt x="6587" y="7867"/>
                    </a:cubicBezTo>
                    <a:cubicBezTo>
                      <a:pt x="6341" y="7971"/>
                      <a:pt x="6100" y="8045"/>
                      <a:pt x="5865" y="8045"/>
                    </a:cubicBezTo>
                    <a:cubicBezTo>
                      <a:pt x="5611" y="8045"/>
                      <a:pt x="5363" y="7959"/>
                      <a:pt x="5123" y="7736"/>
                    </a:cubicBezTo>
                    <a:cubicBezTo>
                      <a:pt x="4998" y="7621"/>
                      <a:pt x="4869" y="7455"/>
                      <a:pt x="4638" y="7455"/>
                    </a:cubicBezTo>
                    <a:cubicBezTo>
                      <a:pt x="4607" y="7455"/>
                      <a:pt x="4575" y="7458"/>
                      <a:pt x="4540" y="7464"/>
                    </a:cubicBezTo>
                    <a:cubicBezTo>
                      <a:pt x="4796" y="7899"/>
                      <a:pt x="5194" y="8112"/>
                      <a:pt x="5580" y="8308"/>
                    </a:cubicBezTo>
                    <a:cubicBezTo>
                      <a:pt x="5676" y="8356"/>
                      <a:pt x="5769" y="8376"/>
                      <a:pt x="5861" y="8376"/>
                    </a:cubicBezTo>
                    <a:cubicBezTo>
                      <a:pt x="6130" y="8376"/>
                      <a:pt x="6386" y="8206"/>
                      <a:pt x="6658" y="8085"/>
                    </a:cubicBezTo>
                    <a:lnTo>
                      <a:pt x="6658" y="8085"/>
                    </a:lnTo>
                    <a:cubicBezTo>
                      <a:pt x="6642" y="8340"/>
                      <a:pt x="6489" y="8504"/>
                      <a:pt x="6413" y="8694"/>
                    </a:cubicBezTo>
                    <a:cubicBezTo>
                      <a:pt x="6271" y="9046"/>
                      <a:pt x="6006" y="9221"/>
                      <a:pt x="5671" y="9221"/>
                    </a:cubicBezTo>
                    <a:cubicBezTo>
                      <a:pt x="5571" y="9221"/>
                      <a:pt x="5464" y="9205"/>
                      <a:pt x="5352" y="9173"/>
                    </a:cubicBezTo>
                    <a:cubicBezTo>
                      <a:pt x="4622" y="8961"/>
                      <a:pt x="4399" y="8210"/>
                      <a:pt x="3860" y="7791"/>
                    </a:cubicBezTo>
                    <a:cubicBezTo>
                      <a:pt x="3855" y="7785"/>
                      <a:pt x="3849" y="7769"/>
                      <a:pt x="3849" y="7758"/>
                    </a:cubicBezTo>
                    <a:cubicBezTo>
                      <a:pt x="3795" y="7339"/>
                      <a:pt x="3675" y="6914"/>
                      <a:pt x="3708" y="6506"/>
                    </a:cubicBezTo>
                    <a:cubicBezTo>
                      <a:pt x="3806" y="5461"/>
                      <a:pt x="4040" y="4437"/>
                      <a:pt x="4437" y="3468"/>
                    </a:cubicBezTo>
                    <a:cubicBezTo>
                      <a:pt x="4769" y="2662"/>
                      <a:pt x="5036" y="1835"/>
                      <a:pt x="5210" y="980"/>
                    </a:cubicBezTo>
                    <a:cubicBezTo>
                      <a:pt x="5303" y="517"/>
                      <a:pt x="5156" y="136"/>
                      <a:pt x="48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6565477" y="-269479"/>
                <a:ext cx="610455" cy="608490"/>
              </a:xfrm>
              <a:custGeom>
                <a:rect b="b" l="l" r="r" t="t"/>
                <a:pathLst>
                  <a:path extrusionOk="0" h="10219" w="10252">
                    <a:moveTo>
                      <a:pt x="5815" y="1"/>
                    </a:moveTo>
                    <a:lnTo>
                      <a:pt x="5815" y="1"/>
                    </a:lnTo>
                    <a:cubicBezTo>
                      <a:pt x="5826" y="83"/>
                      <a:pt x="5821" y="143"/>
                      <a:pt x="5842" y="164"/>
                    </a:cubicBezTo>
                    <a:cubicBezTo>
                      <a:pt x="6360" y="681"/>
                      <a:pt x="6860" y="1237"/>
                      <a:pt x="7612" y="1395"/>
                    </a:cubicBezTo>
                    <a:cubicBezTo>
                      <a:pt x="8281" y="1536"/>
                      <a:pt x="8913" y="1787"/>
                      <a:pt x="9566" y="1983"/>
                    </a:cubicBezTo>
                    <a:cubicBezTo>
                      <a:pt x="9953" y="2097"/>
                      <a:pt x="10023" y="2364"/>
                      <a:pt x="9713" y="2630"/>
                    </a:cubicBezTo>
                    <a:cubicBezTo>
                      <a:pt x="8984" y="3262"/>
                      <a:pt x="8292" y="3953"/>
                      <a:pt x="7481" y="4470"/>
                    </a:cubicBezTo>
                    <a:cubicBezTo>
                      <a:pt x="6964" y="4803"/>
                      <a:pt x="6550" y="5173"/>
                      <a:pt x="6349" y="5766"/>
                    </a:cubicBezTo>
                    <a:cubicBezTo>
                      <a:pt x="6213" y="6158"/>
                      <a:pt x="5929" y="6403"/>
                      <a:pt x="5505" y="6479"/>
                    </a:cubicBezTo>
                    <a:cubicBezTo>
                      <a:pt x="5178" y="6534"/>
                      <a:pt x="4852" y="6599"/>
                      <a:pt x="4563" y="6768"/>
                    </a:cubicBezTo>
                    <a:cubicBezTo>
                      <a:pt x="3442" y="7432"/>
                      <a:pt x="2325" y="8113"/>
                      <a:pt x="1329" y="8956"/>
                    </a:cubicBezTo>
                    <a:cubicBezTo>
                      <a:pt x="1010" y="9218"/>
                      <a:pt x="696" y="9475"/>
                      <a:pt x="256" y="9475"/>
                    </a:cubicBezTo>
                    <a:cubicBezTo>
                      <a:pt x="238" y="9475"/>
                      <a:pt x="220" y="9474"/>
                      <a:pt x="202" y="9474"/>
                    </a:cubicBezTo>
                    <a:cubicBezTo>
                      <a:pt x="189" y="9474"/>
                      <a:pt x="176" y="9473"/>
                      <a:pt x="162" y="9473"/>
                    </a:cubicBezTo>
                    <a:cubicBezTo>
                      <a:pt x="107" y="9473"/>
                      <a:pt x="50" y="9480"/>
                      <a:pt x="28" y="9550"/>
                    </a:cubicBezTo>
                    <a:cubicBezTo>
                      <a:pt x="1" y="9659"/>
                      <a:pt x="77" y="9729"/>
                      <a:pt x="148" y="9789"/>
                    </a:cubicBezTo>
                    <a:cubicBezTo>
                      <a:pt x="514" y="10073"/>
                      <a:pt x="914" y="10219"/>
                      <a:pt x="1314" y="10219"/>
                    </a:cubicBezTo>
                    <a:cubicBezTo>
                      <a:pt x="1733" y="10219"/>
                      <a:pt x="2150" y="10058"/>
                      <a:pt x="2527" y="9729"/>
                    </a:cubicBezTo>
                    <a:cubicBezTo>
                      <a:pt x="3006" y="9305"/>
                      <a:pt x="3480" y="8902"/>
                      <a:pt x="4095" y="8679"/>
                    </a:cubicBezTo>
                    <a:cubicBezTo>
                      <a:pt x="4269" y="8619"/>
                      <a:pt x="4519" y="8543"/>
                      <a:pt x="4525" y="8260"/>
                    </a:cubicBezTo>
                    <a:lnTo>
                      <a:pt x="4525" y="8260"/>
                    </a:lnTo>
                    <a:cubicBezTo>
                      <a:pt x="3893" y="8450"/>
                      <a:pt x="3256" y="8635"/>
                      <a:pt x="2783" y="9125"/>
                    </a:cubicBezTo>
                    <a:cubicBezTo>
                      <a:pt x="2402" y="9517"/>
                      <a:pt x="1890" y="9637"/>
                      <a:pt x="1411" y="9811"/>
                    </a:cubicBezTo>
                    <a:cubicBezTo>
                      <a:pt x="1329" y="9840"/>
                      <a:pt x="1237" y="9855"/>
                      <a:pt x="1140" y="9855"/>
                    </a:cubicBezTo>
                    <a:cubicBezTo>
                      <a:pt x="986" y="9855"/>
                      <a:pt x="819" y="9817"/>
                      <a:pt x="665" y="9740"/>
                    </a:cubicBezTo>
                    <a:cubicBezTo>
                      <a:pt x="888" y="9604"/>
                      <a:pt x="1122" y="9523"/>
                      <a:pt x="1280" y="9365"/>
                    </a:cubicBezTo>
                    <a:cubicBezTo>
                      <a:pt x="2026" y="8608"/>
                      <a:pt x="2979" y="8145"/>
                      <a:pt x="3801" y="7503"/>
                    </a:cubicBezTo>
                    <a:cubicBezTo>
                      <a:pt x="4117" y="7263"/>
                      <a:pt x="4465" y="7089"/>
                      <a:pt x="4868" y="6997"/>
                    </a:cubicBezTo>
                    <a:cubicBezTo>
                      <a:pt x="5723" y="6801"/>
                      <a:pt x="6496" y="6463"/>
                      <a:pt x="6746" y="5483"/>
                    </a:cubicBezTo>
                    <a:cubicBezTo>
                      <a:pt x="6795" y="5298"/>
                      <a:pt x="6953" y="5146"/>
                      <a:pt x="7127" y="5037"/>
                    </a:cubicBezTo>
                    <a:cubicBezTo>
                      <a:pt x="8134" y="4432"/>
                      <a:pt x="8945" y="3583"/>
                      <a:pt x="9849" y="2854"/>
                    </a:cubicBezTo>
                    <a:cubicBezTo>
                      <a:pt x="9925" y="2794"/>
                      <a:pt x="9985" y="2718"/>
                      <a:pt x="10034" y="2641"/>
                    </a:cubicBezTo>
                    <a:cubicBezTo>
                      <a:pt x="10252" y="2315"/>
                      <a:pt x="10154" y="1917"/>
                      <a:pt x="9784" y="1814"/>
                    </a:cubicBezTo>
                    <a:cubicBezTo>
                      <a:pt x="9196" y="1645"/>
                      <a:pt x="8657" y="1340"/>
                      <a:pt x="8047" y="1253"/>
                    </a:cubicBezTo>
                    <a:cubicBezTo>
                      <a:pt x="7416" y="1161"/>
                      <a:pt x="6844" y="943"/>
                      <a:pt x="6436" y="415"/>
                    </a:cubicBezTo>
                    <a:cubicBezTo>
                      <a:pt x="6202" y="349"/>
                      <a:pt x="6093" y="83"/>
                      <a:pt x="58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6" name="Google Shape;1366;p30"/>
              <p:cNvSpPr/>
              <p:nvPr/>
            </p:nvSpPr>
            <p:spPr>
              <a:xfrm>
                <a:off x="5313876" y="2034960"/>
                <a:ext cx="187448" cy="369596"/>
              </a:xfrm>
              <a:custGeom>
                <a:rect b="b" l="l" r="r" t="t"/>
                <a:pathLst>
                  <a:path extrusionOk="0" h="6207" w="3148">
                    <a:moveTo>
                      <a:pt x="988" y="0"/>
                    </a:moveTo>
                    <a:cubicBezTo>
                      <a:pt x="980" y="0"/>
                      <a:pt x="972" y="1"/>
                      <a:pt x="964" y="2"/>
                    </a:cubicBezTo>
                    <a:cubicBezTo>
                      <a:pt x="823" y="24"/>
                      <a:pt x="785" y="160"/>
                      <a:pt x="774" y="274"/>
                    </a:cubicBezTo>
                    <a:cubicBezTo>
                      <a:pt x="741" y="601"/>
                      <a:pt x="610" y="895"/>
                      <a:pt x="398" y="1140"/>
                    </a:cubicBezTo>
                    <a:cubicBezTo>
                      <a:pt x="169" y="1407"/>
                      <a:pt x="77" y="1723"/>
                      <a:pt x="1" y="2055"/>
                    </a:cubicBezTo>
                    <a:cubicBezTo>
                      <a:pt x="52" y="2045"/>
                      <a:pt x="109" y="2023"/>
                      <a:pt x="152" y="2023"/>
                    </a:cubicBezTo>
                    <a:cubicBezTo>
                      <a:pt x="205" y="2023"/>
                      <a:pt x="237" y="2056"/>
                      <a:pt x="213" y="2185"/>
                    </a:cubicBezTo>
                    <a:cubicBezTo>
                      <a:pt x="191" y="2300"/>
                      <a:pt x="191" y="2419"/>
                      <a:pt x="186" y="2534"/>
                    </a:cubicBezTo>
                    <a:cubicBezTo>
                      <a:pt x="176" y="2717"/>
                      <a:pt x="130" y="2915"/>
                      <a:pt x="378" y="2915"/>
                    </a:cubicBezTo>
                    <a:cubicBezTo>
                      <a:pt x="402" y="2915"/>
                      <a:pt x="428" y="2913"/>
                      <a:pt x="458" y="2909"/>
                    </a:cubicBezTo>
                    <a:cubicBezTo>
                      <a:pt x="468" y="2908"/>
                      <a:pt x="477" y="2908"/>
                      <a:pt x="485" y="2908"/>
                    </a:cubicBezTo>
                    <a:cubicBezTo>
                      <a:pt x="595" y="2908"/>
                      <a:pt x="633" y="3000"/>
                      <a:pt x="638" y="3111"/>
                    </a:cubicBezTo>
                    <a:cubicBezTo>
                      <a:pt x="659" y="3710"/>
                      <a:pt x="1155" y="3857"/>
                      <a:pt x="1558" y="4091"/>
                    </a:cubicBezTo>
                    <a:cubicBezTo>
                      <a:pt x="1567" y="4096"/>
                      <a:pt x="1575" y="4099"/>
                      <a:pt x="1582" y="4099"/>
                    </a:cubicBezTo>
                    <a:cubicBezTo>
                      <a:pt x="1625" y="4099"/>
                      <a:pt x="1601" y="3988"/>
                      <a:pt x="1652" y="3988"/>
                    </a:cubicBezTo>
                    <a:cubicBezTo>
                      <a:pt x="1660" y="3988"/>
                      <a:pt x="1670" y="3991"/>
                      <a:pt x="1683" y="3998"/>
                    </a:cubicBezTo>
                    <a:cubicBezTo>
                      <a:pt x="1732" y="4227"/>
                      <a:pt x="1721" y="4455"/>
                      <a:pt x="1688" y="4689"/>
                    </a:cubicBezTo>
                    <a:cubicBezTo>
                      <a:pt x="1813" y="4842"/>
                      <a:pt x="1819" y="5032"/>
                      <a:pt x="1852" y="5212"/>
                    </a:cubicBezTo>
                    <a:cubicBezTo>
                      <a:pt x="1982" y="5980"/>
                      <a:pt x="1982" y="5980"/>
                      <a:pt x="2723" y="6143"/>
                    </a:cubicBezTo>
                    <a:cubicBezTo>
                      <a:pt x="2792" y="6160"/>
                      <a:pt x="2871" y="6207"/>
                      <a:pt x="2941" y="6207"/>
                    </a:cubicBezTo>
                    <a:cubicBezTo>
                      <a:pt x="2981" y="6207"/>
                      <a:pt x="3018" y="6192"/>
                      <a:pt x="3049" y="6148"/>
                    </a:cubicBezTo>
                    <a:cubicBezTo>
                      <a:pt x="3147" y="6018"/>
                      <a:pt x="3049" y="5876"/>
                      <a:pt x="2973" y="5762"/>
                    </a:cubicBezTo>
                    <a:cubicBezTo>
                      <a:pt x="2772" y="5452"/>
                      <a:pt x="2494" y="5207"/>
                      <a:pt x="2222" y="4967"/>
                    </a:cubicBezTo>
                    <a:cubicBezTo>
                      <a:pt x="1944" y="4717"/>
                      <a:pt x="1868" y="4412"/>
                      <a:pt x="1895" y="4074"/>
                    </a:cubicBezTo>
                    <a:cubicBezTo>
                      <a:pt x="1911" y="3851"/>
                      <a:pt x="1944" y="3622"/>
                      <a:pt x="1906" y="3405"/>
                    </a:cubicBezTo>
                    <a:cubicBezTo>
                      <a:pt x="1841" y="3002"/>
                      <a:pt x="1988" y="2545"/>
                      <a:pt x="1656" y="2191"/>
                    </a:cubicBezTo>
                    <a:cubicBezTo>
                      <a:pt x="1394" y="1918"/>
                      <a:pt x="1307" y="1586"/>
                      <a:pt x="1454" y="1243"/>
                    </a:cubicBezTo>
                    <a:cubicBezTo>
                      <a:pt x="1645" y="808"/>
                      <a:pt x="1438" y="498"/>
                      <a:pt x="1215" y="176"/>
                    </a:cubicBezTo>
                    <a:cubicBezTo>
                      <a:pt x="1159" y="96"/>
                      <a:pt x="1089" y="0"/>
                      <a:pt x="9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7" name="Google Shape;1367;p30"/>
              <p:cNvSpPr/>
              <p:nvPr/>
            </p:nvSpPr>
            <p:spPr>
              <a:xfrm>
                <a:off x="5218602" y="1976724"/>
                <a:ext cx="352387" cy="432833"/>
              </a:xfrm>
              <a:custGeom>
                <a:rect b="b" l="l" r="r" t="t"/>
                <a:pathLst>
                  <a:path extrusionOk="0" h="7269" w="5918">
                    <a:moveTo>
                      <a:pt x="1878" y="0"/>
                    </a:moveTo>
                    <a:cubicBezTo>
                      <a:pt x="1884" y="17"/>
                      <a:pt x="1889" y="38"/>
                      <a:pt x="1895" y="55"/>
                    </a:cubicBezTo>
                    <a:cubicBezTo>
                      <a:pt x="1933" y="131"/>
                      <a:pt x="1922" y="213"/>
                      <a:pt x="1960" y="289"/>
                    </a:cubicBezTo>
                    <a:cubicBezTo>
                      <a:pt x="2145" y="659"/>
                      <a:pt x="2123" y="719"/>
                      <a:pt x="1742" y="915"/>
                    </a:cubicBezTo>
                    <a:cubicBezTo>
                      <a:pt x="1590" y="991"/>
                      <a:pt x="1410" y="1029"/>
                      <a:pt x="1312" y="1187"/>
                    </a:cubicBezTo>
                    <a:cubicBezTo>
                      <a:pt x="887" y="1291"/>
                      <a:pt x="583" y="1557"/>
                      <a:pt x="381" y="1933"/>
                    </a:cubicBezTo>
                    <a:cubicBezTo>
                      <a:pt x="283" y="2113"/>
                      <a:pt x="0" y="2358"/>
                      <a:pt x="125" y="2445"/>
                    </a:cubicBezTo>
                    <a:cubicBezTo>
                      <a:pt x="161" y="2468"/>
                      <a:pt x="194" y="2478"/>
                      <a:pt x="224" y="2478"/>
                    </a:cubicBezTo>
                    <a:cubicBezTo>
                      <a:pt x="379" y="2478"/>
                      <a:pt x="473" y="2216"/>
                      <a:pt x="610" y="2107"/>
                    </a:cubicBezTo>
                    <a:cubicBezTo>
                      <a:pt x="833" y="1775"/>
                      <a:pt x="1138" y="1563"/>
                      <a:pt x="1519" y="1438"/>
                    </a:cubicBezTo>
                    <a:cubicBezTo>
                      <a:pt x="1851" y="1334"/>
                      <a:pt x="2189" y="1214"/>
                      <a:pt x="2276" y="1024"/>
                    </a:cubicBezTo>
                    <a:lnTo>
                      <a:pt x="2276" y="1024"/>
                    </a:lnTo>
                    <a:cubicBezTo>
                      <a:pt x="2210" y="1263"/>
                      <a:pt x="1971" y="1628"/>
                      <a:pt x="1878" y="2053"/>
                    </a:cubicBezTo>
                    <a:cubicBezTo>
                      <a:pt x="1780" y="2265"/>
                      <a:pt x="1590" y="2412"/>
                      <a:pt x="1514" y="2646"/>
                    </a:cubicBezTo>
                    <a:cubicBezTo>
                      <a:pt x="1470" y="2793"/>
                      <a:pt x="1361" y="2951"/>
                      <a:pt x="1601" y="3033"/>
                    </a:cubicBezTo>
                    <a:cubicBezTo>
                      <a:pt x="1655" y="2880"/>
                      <a:pt x="2014" y="2842"/>
                      <a:pt x="1775" y="2575"/>
                    </a:cubicBezTo>
                    <a:cubicBezTo>
                      <a:pt x="1769" y="2570"/>
                      <a:pt x="1808" y="2521"/>
                      <a:pt x="1829" y="2494"/>
                    </a:cubicBezTo>
                    <a:cubicBezTo>
                      <a:pt x="2161" y="2107"/>
                      <a:pt x="2455" y="1704"/>
                      <a:pt x="2477" y="1160"/>
                    </a:cubicBezTo>
                    <a:cubicBezTo>
                      <a:pt x="2481" y="1118"/>
                      <a:pt x="2495" y="1033"/>
                      <a:pt x="2559" y="1033"/>
                    </a:cubicBezTo>
                    <a:cubicBezTo>
                      <a:pt x="2579" y="1033"/>
                      <a:pt x="2604" y="1041"/>
                      <a:pt x="2635" y="1062"/>
                    </a:cubicBezTo>
                    <a:cubicBezTo>
                      <a:pt x="2858" y="1198"/>
                      <a:pt x="3060" y="1824"/>
                      <a:pt x="2983" y="2074"/>
                    </a:cubicBezTo>
                    <a:cubicBezTo>
                      <a:pt x="2842" y="2510"/>
                      <a:pt x="2836" y="2929"/>
                      <a:pt x="3212" y="3272"/>
                    </a:cubicBezTo>
                    <a:cubicBezTo>
                      <a:pt x="3283" y="3332"/>
                      <a:pt x="3370" y="3403"/>
                      <a:pt x="3364" y="3501"/>
                    </a:cubicBezTo>
                    <a:cubicBezTo>
                      <a:pt x="3332" y="4007"/>
                      <a:pt x="3501" y="4497"/>
                      <a:pt x="3419" y="5009"/>
                    </a:cubicBezTo>
                    <a:cubicBezTo>
                      <a:pt x="3364" y="5357"/>
                      <a:pt x="3419" y="5706"/>
                      <a:pt x="3724" y="5972"/>
                    </a:cubicBezTo>
                    <a:cubicBezTo>
                      <a:pt x="3947" y="6163"/>
                      <a:pt x="4138" y="6386"/>
                      <a:pt x="4350" y="6593"/>
                    </a:cubicBezTo>
                    <a:cubicBezTo>
                      <a:pt x="4491" y="6734"/>
                      <a:pt x="4589" y="6892"/>
                      <a:pt x="4633" y="7126"/>
                    </a:cubicBezTo>
                    <a:cubicBezTo>
                      <a:pt x="4470" y="7077"/>
                      <a:pt x="4339" y="7018"/>
                      <a:pt x="4203" y="7001"/>
                    </a:cubicBezTo>
                    <a:cubicBezTo>
                      <a:pt x="3658" y="6925"/>
                      <a:pt x="3658" y="6930"/>
                      <a:pt x="3582" y="6370"/>
                    </a:cubicBezTo>
                    <a:cubicBezTo>
                      <a:pt x="3533" y="6000"/>
                      <a:pt x="3441" y="5776"/>
                      <a:pt x="3288" y="5667"/>
                    </a:cubicBezTo>
                    <a:lnTo>
                      <a:pt x="3288" y="5667"/>
                    </a:lnTo>
                    <a:cubicBezTo>
                      <a:pt x="3337" y="6010"/>
                      <a:pt x="3375" y="6353"/>
                      <a:pt x="3441" y="6691"/>
                    </a:cubicBezTo>
                    <a:cubicBezTo>
                      <a:pt x="3511" y="7072"/>
                      <a:pt x="3755" y="7268"/>
                      <a:pt x="4128" y="7268"/>
                    </a:cubicBezTo>
                    <a:cubicBezTo>
                      <a:pt x="4133" y="7268"/>
                      <a:pt x="4138" y="7268"/>
                      <a:pt x="4143" y="7268"/>
                    </a:cubicBezTo>
                    <a:lnTo>
                      <a:pt x="4998" y="7268"/>
                    </a:lnTo>
                    <a:cubicBezTo>
                      <a:pt x="5248" y="6920"/>
                      <a:pt x="5493" y="6577"/>
                      <a:pt x="5744" y="6228"/>
                    </a:cubicBezTo>
                    <a:cubicBezTo>
                      <a:pt x="5825" y="6114"/>
                      <a:pt x="5918" y="6000"/>
                      <a:pt x="5782" y="5863"/>
                    </a:cubicBezTo>
                    <a:lnTo>
                      <a:pt x="5782" y="5863"/>
                    </a:lnTo>
                    <a:cubicBezTo>
                      <a:pt x="5488" y="6255"/>
                      <a:pt x="5199" y="6647"/>
                      <a:pt x="4851" y="7116"/>
                    </a:cubicBezTo>
                    <a:cubicBezTo>
                      <a:pt x="4753" y="6647"/>
                      <a:pt x="4421" y="6424"/>
                      <a:pt x="4187" y="6114"/>
                    </a:cubicBezTo>
                    <a:cubicBezTo>
                      <a:pt x="4204" y="6108"/>
                      <a:pt x="4223" y="6105"/>
                      <a:pt x="4241" y="6105"/>
                    </a:cubicBezTo>
                    <a:cubicBezTo>
                      <a:pt x="4290" y="6105"/>
                      <a:pt x="4338" y="6122"/>
                      <a:pt x="4378" y="6122"/>
                    </a:cubicBezTo>
                    <a:cubicBezTo>
                      <a:pt x="4415" y="6122"/>
                      <a:pt x="4445" y="6109"/>
                      <a:pt x="4464" y="6059"/>
                    </a:cubicBezTo>
                    <a:cubicBezTo>
                      <a:pt x="4524" y="5918"/>
                      <a:pt x="4404" y="5820"/>
                      <a:pt x="4323" y="5727"/>
                    </a:cubicBezTo>
                    <a:cubicBezTo>
                      <a:pt x="4257" y="5654"/>
                      <a:pt x="4167" y="5564"/>
                      <a:pt x="4077" y="5564"/>
                    </a:cubicBezTo>
                    <a:cubicBezTo>
                      <a:pt x="4048" y="5564"/>
                      <a:pt x="4019" y="5574"/>
                      <a:pt x="3991" y="5597"/>
                    </a:cubicBezTo>
                    <a:cubicBezTo>
                      <a:pt x="3876" y="5685"/>
                      <a:pt x="3797" y="5720"/>
                      <a:pt x="3741" y="5720"/>
                    </a:cubicBezTo>
                    <a:cubicBezTo>
                      <a:pt x="3583" y="5720"/>
                      <a:pt x="3613" y="5445"/>
                      <a:pt x="3593" y="5325"/>
                    </a:cubicBezTo>
                    <a:cubicBezTo>
                      <a:pt x="3555" y="5052"/>
                      <a:pt x="3577" y="4758"/>
                      <a:pt x="3604" y="4481"/>
                    </a:cubicBezTo>
                    <a:cubicBezTo>
                      <a:pt x="3762" y="3016"/>
                      <a:pt x="3599" y="1644"/>
                      <a:pt x="2510" y="523"/>
                    </a:cubicBezTo>
                    <a:cubicBezTo>
                      <a:pt x="2248" y="256"/>
                      <a:pt x="2063" y="55"/>
                      <a:pt x="187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8" name="Google Shape;1368;p30"/>
              <p:cNvSpPr/>
              <p:nvPr/>
            </p:nvSpPr>
            <p:spPr>
              <a:xfrm>
                <a:off x="6004671" y="1790523"/>
                <a:ext cx="283256" cy="677741"/>
              </a:xfrm>
              <a:custGeom>
                <a:rect b="b" l="l" r="r" t="t"/>
                <a:pathLst>
                  <a:path extrusionOk="0" h="11382" w="4757">
                    <a:moveTo>
                      <a:pt x="4728" y="1"/>
                    </a:moveTo>
                    <a:cubicBezTo>
                      <a:pt x="4696" y="1"/>
                      <a:pt x="4637" y="74"/>
                      <a:pt x="4605" y="74"/>
                    </a:cubicBezTo>
                    <a:cubicBezTo>
                      <a:pt x="4604" y="74"/>
                      <a:pt x="4602" y="74"/>
                      <a:pt x="4601" y="73"/>
                    </a:cubicBezTo>
                    <a:cubicBezTo>
                      <a:pt x="4508" y="433"/>
                      <a:pt x="4416" y="792"/>
                      <a:pt x="4323" y="1157"/>
                    </a:cubicBezTo>
                    <a:cubicBezTo>
                      <a:pt x="4111" y="1973"/>
                      <a:pt x="4106" y="2828"/>
                      <a:pt x="3844" y="3639"/>
                    </a:cubicBezTo>
                    <a:cubicBezTo>
                      <a:pt x="3556" y="4516"/>
                      <a:pt x="3485" y="5490"/>
                      <a:pt x="2712" y="6149"/>
                    </a:cubicBezTo>
                    <a:cubicBezTo>
                      <a:pt x="2657" y="6192"/>
                      <a:pt x="2652" y="6296"/>
                      <a:pt x="2625" y="6366"/>
                    </a:cubicBezTo>
                    <a:cubicBezTo>
                      <a:pt x="2574" y="6479"/>
                      <a:pt x="2521" y="6543"/>
                      <a:pt x="2460" y="6543"/>
                    </a:cubicBezTo>
                    <a:cubicBezTo>
                      <a:pt x="2408" y="6543"/>
                      <a:pt x="2352" y="6498"/>
                      <a:pt x="2287" y="6399"/>
                    </a:cubicBezTo>
                    <a:cubicBezTo>
                      <a:pt x="2124" y="6143"/>
                      <a:pt x="1950" y="5887"/>
                      <a:pt x="1776" y="5642"/>
                    </a:cubicBezTo>
                    <a:cubicBezTo>
                      <a:pt x="1741" y="5588"/>
                      <a:pt x="1686" y="5528"/>
                      <a:pt x="1622" y="5528"/>
                    </a:cubicBezTo>
                    <a:cubicBezTo>
                      <a:pt x="1596" y="5528"/>
                      <a:pt x="1569" y="5537"/>
                      <a:pt x="1541" y="5561"/>
                    </a:cubicBezTo>
                    <a:cubicBezTo>
                      <a:pt x="1454" y="5626"/>
                      <a:pt x="1520" y="5713"/>
                      <a:pt x="1558" y="5784"/>
                    </a:cubicBezTo>
                    <a:cubicBezTo>
                      <a:pt x="1732" y="6051"/>
                      <a:pt x="1863" y="6350"/>
                      <a:pt x="2124" y="6541"/>
                    </a:cubicBezTo>
                    <a:cubicBezTo>
                      <a:pt x="2353" y="6709"/>
                      <a:pt x="2287" y="6862"/>
                      <a:pt x="2146" y="7031"/>
                    </a:cubicBezTo>
                    <a:cubicBezTo>
                      <a:pt x="1362" y="7945"/>
                      <a:pt x="692" y="8925"/>
                      <a:pt x="458" y="10199"/>
                    </a:cubicBezTo>
                    <a:cubicBezTo>
                      <a:pt x="1" y="9377"/>
                      <a:pt x="725" y="8843"/>
                      <a:pt x="861" y="8114"/>
                    </a:cubicBezTo>
                    <a:lnTo>
                      <a:pt x="861" y="8114"/>
                    </a:lnTo>
                    <a:cubicBezTo>
                      <a:pt x="425" y="8511"/>
                      <a:pt x="170" y="8936"/>
                      <a:pt x="88" y="9426"/>
                    </a:cubicBezTo>
                    <a:cubicBezTo>
                      <a:pt x="33" y="9785"/>
                      <a:pt x="28" y="10172"/>
                      <a:pt x="415" y="10400"/>
                    </a:cubicBezTo>
                    <a:cubicBezTo>
                      <a:pt x="502" y="10449"/>
                      <a:pt x="507" y="10531"/>
                      <a:pt x="502" y="10613"/>
                    </a:cubicBezTo>
                    <a:cubicBezTo>
                      <a:pt x="480" y="10841"/>
                      <a:pt x="556" y="11054"/>
                      <a:pt x="638" y="11261"/>
                    </a:cubicBezTo>
                    <a:cubicBezTo>
                      <a:pt x="694" y="11319"/>
                      <a:pt x="753" y="11381"/>
                      <a:pt x="794" y="11381"/>
                    </a:cubicBezTo>
                    <a:cubicBezTo>
                      <a:pt x="830" y="11381"/>
                      <a:pt x="853" y="11336"/>
                      <a:pt x="850" y="11206"/>
                    </a:cubicBezTo>
                    <a:cubicBezTo>
                      <a:pt x="845" y="11032"/>
                      <a:pt x="807" y="10858"/>
                      <a:pt x="801" y="10684"/>
                    </a:cubicBezTo>
                    <a:cubicBezTo>
                      <a:pt x="768" y="9584"/>
                      <a:pt x="1079" y="8588"/>
                      <a:pt x="1830" y="7776"/>
                    </a:cubicBezTo>
                    <a:cubicBezTo>
                      <a:pt x="3044" y="6459"/>
                      <a:pt x="3910" y="4973"/>
                      <a:pt x="4214" y="3193"/>
                    </a:cubicBezTo>
                    <a:cubicBezTo>
                      <a:pt x="4356" y="2376"/>
                      <a:pt x="4476" y="1554"/>
                      <a:pt x="4612" y="732"/>
                    </a:cubicBezTo>
                    <a:cubicBezTo>
                      <a:pt x="4645" y="525"/>
                      <a:pt x="4710" y="324"/>
                      <a:pt x="4743" y="117"/>
                    </a:cubicBezTo>
                    <a:cubicBezTo>
                      <a:pt x="4757" y="28"/>
                      <a:pt x="4748" y="1"/>
                      <a:pt x="47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6282812" y="2594873"/>
                <a:ext cx="244789" cy="627009"/>
              </a:xfrm>
              <a:custGeom>
                <a:rect b="b" l="l" r="r" t="t"/>
                <a:pathLst>
                  <a:path extrusionOk="0" h="10530" w="4111">
                    <a:moveTo>
                      <a:pt x="3902" y="0"/>
                    </a:moveTo>
                    <a:cubicBezTo>
                      <a:pt x="3819" y="0"/>
                      <a:pt x="3734" y="31"/>
                      <a:pt x="3648" y="66"/>
                    </a:cubicBezTo>
                    <a:cubicBezTo>
                      <a:pt x="3273" y="224"/>
                      <a:pt x="2941" y="447"/>
                      <a:pt x="2696" y="774"/>
                    </a:cubicBezTo>
                    <a:cubicBezTo>
                      <a:pt x="2461" y="1090"/>
                      <a:pt x="2162" y="1329"/>
                      <a:pt x="1857" y="1569"/>
                    </a:cubicBezTo>
                    <a:cubicBezTo>
                      <a:pt x="1732" y="1661"/>
                      <a:pt x="1623" y="1770"/>
                      <a:pt x="1520" y="1885"/>
                    </a:cubicBezTo>
                    <a:cubicBezTo>
                      <a:pt x="926" y="2560"/>
                      <a:pt x="480" y="3327"/>
                      <a:pt x="219" y="4193"/>
                    </a:cubicBezTo>
                    <a:cubicBezTo>
                      <a:pt x="126" y="4862"/>
                      <a:pt x="1" y="5527"/>
                      <a:pt x="186" y="6202"/>
                    </a:cubicBezTo>
                    <a:cubicBezTo>
                      <a:pt x="480" y="7258"/>
                      <a:pt x="1171" y="8053"/>
                      <a:pt x="1928" y="8793"/>
                    </a:cubicBezTo>
                    <a:cubicBezTo>
                      <a:pt x="2211" y="9071"/>
                      <a:pt x="2532" y="9316"/>
                      <a:pt x="2766" y="9637"/>
                    </a:cubicBezTo>
                    <a:cubicBezTo>
                      <a:pt x="3131" y="9833"/>
                      <a:pt x="3234" y="10285"/>
                      <a:pt x="3605" y="10530"/>
                    </a:cubicBezTo>
                    <a:cubicBezTo>
                      <a:pt x="3572" y="10127"/>
                      <a:pt x="3381" y="9860"/>
                      <a:pt x="3142" y="9604"/>
                    </a:cubicBezTo>
                    <a:cubicBezTo>
                      <a:pt x="2559" y="8989"/>
                      <a:pt x="1906" y="8455"/>
                      <a:pt x="1362" y="7797"/>
                    </a:cubicBezTo>
                    <a:cubicBezTo>
                      <a:pt x="404" y="6632"/>
                      <a:pt x="44" y="5407"/>
                      <a:pt x="643" y="3953"/>
                    </a:cubicBezTo>
                    <a:cubicBezTo>
                      <a:pt x="1030" y="3011"/>
                      <a:pt x="1525" y="2168"/>
                      <a:pt x="2336" y="1536"/>
                    </a:cubicBezTo>
                    <a:cubicBezTo>
                      <a:pt x="2494" y="1411"/>
                      <a:pt x="2647" y="1269"/>
                      <a:pt x="2761" y="1106"/>
                    </a:cubicBezTo>
                    <a:cubicBezTo>
                      <a:pt x="3098" y="616"/>
                      <a:pt x="3567" y="300"/>
                      <a:pt x="4111" y="83"/>
                    </a:cubicBezTo>
                    <a:cubicBezTo>
                      <a:pt x="4043" y="23"/>
                      <a:pt x="3974" y="0"/>
                      <a:pt x="39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6666289" y="2931249"/>
                <a:ext cx="165059" cy="195665"/>
              </a:xfrm>
              <a:custGeom>
                <a:rect b="b" l="l" r="r" t="t"/>
                <a:pathLst>
                  <a:path extrusionOk="0" h="3286" w="2772">
                    <a:moveTo>
                      <a:pt x="1601" y="1"/>
                    </a:moveTo>
                    <a:cubicBezTo>
                      <a:pt x="1540" y="1"/>
                      <a:pt x="1480" y="21"/>
                      <a:pt x="1406" y="52"/>
                    </a:cubicBezTo>
                    <a:cubicBezTo>
                      <a:pt x="948" y="237"/>
                      <a:pt x="671" y="634"/>
                      <a:pt x="300" y="923"/>
                    </a:cubicBezTo>
                    <a:cubicBezTo>
                      <a:pt x="121" y="1064"/>
                      <a:pt x="1" y="1304"/>
                      <a:pt x="17" y="1543"/>
                    </a:cubicBezTo>
                    <a:cubicBezTo>
                      <a:pt x="50" y="2148"/>
                      <a:pt x="251" y="2719"/>
                      <a:pt x="458" y="3286"/>
                    </a:cubicBezTo>
                    <a:cubicBezTo>
                      <a:pt x="475" y="2502"/>
                      <a:pt x="921" y="1946"/>
                      <a:pt x="1416" y="1429"/>
                    </a:cubicBezTo>
                    <a:cubicBezTo>
                      <a:pt x="1519" y="1323"/>
                      <a:pt x="1642" y="1176"/>
                      <a:pt x="1803" y="1176"/>
                    </a:cubicBezTo>
                    <a:cubicBezTo>
                      <a:pt x="1864" y="1176"/>
                      <a:pt x="1931" y="1197"/>
                      <a:pt x="2004" y="1249"/>
                    </a:cubicBezTo>
                    <a:cubicBezTo>
                      <a:pt x="2298" y="1037"/>
                      <a:pt x="2418" y="656"/>
                      <a:pt x="2772" y="504"/>
                    </a:cubicBezTo>
                    <a:cubicBezTo>
                      <a:pt x="2429" y="351"/>
                      <a:pt x="2091" y="199"/>
                      <a:pt x="1754" y="41"/>
                    </a:cubicBezTo>
                    <a:cubicBezTo>
                      <a:pt x="1697" y="13"/>
                      <a:pt x="1649" y="1"/>
                      <a:pt x="160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1" name="Google Shape;1371;p30"/>
              <p:cNvSpPr/>
              <p:nvPr/>
            </p:nvSpPr>
            <p:spPr>
              <a:xfrm>
                <a:off x="5855270" y="1799693"/>
                <a:ext cx="290461" cy="356079"/>
              </a:xfrm>
              <a:custGeom>
                <a:rect b="b" l="l" r="r" t="t"/>
                <a:pathLst>
                  <a:path extrusionOk="0" h="5980" w="4878">
                    <a:moveTo>
                      <a:pt x="185" y="1"/>
                    </a:moveTo>
                    <a:cubicBezTo>
                      <a:pt x="0" y="240"/>
                      <a:pt x="245" y="235"/>
                      <a:pt x="354" y="268"/>
                    </a:cubicBezTo>
                    <a:cubicBezTo>
                      <a:pt x="675" y="366"/>
                      <a:pt x="1018" y="333"/>
                      <a:pt x="1350" y="436"/>
                    </a:cubicBezTo>
                    <a:cubicBezTo>
                      <a:pt x="1301" y="513"/>
                      <a:pt x="1241" y="529"/>
                      <a:pt x="1192" y="562"/>
                    </a:cubicBezTo>
                    <a:cubicBezTo>
                      <a:pt x="1045" y="638"/>
                      <a:pt x="893" y="719"/>
                      <a:pt x="898" y="921"/>
                    </a:cubicBezTo>
                    <a:cubicBezTo>
                      <a:pt x="904" y="1128"/>
                      <a:pt x="1056" y="1220"/>
                      <a:pt x="1225" y="1291"/>
                    </a:cubicBezTo>
                    <a:cubicBezTo>
                      <a:pt x="1388" y="1367"/>
                      <a:pt x="1568" y="1405"/>
                      <a:pt x="1710" y="1509"/>
                    </a:cubicBezTo>
                    <a:cubicBezTo>
                      <a:pt x="1846" y="1607"/>
                      <a:pt x="2042" y="1689"/>
                      <a:pt x="2009" y="1901"/>
                    </a:cubicBezTo>
                    <a:cubicBezTo>
                      <a:pt x="1990" y="1914"/>
                      <a:pt x="1972" y="1920"/>
                      <a:pt x="1955" y="1920"/>
                    </a:cubicBezTo>
                    <a:cubicBezTo>
                      <a:pt x="1881" y="1920"/>
                      <a:pt x="1819" y="1820"/>
                      <a:pt x="1755" y="1820"/>
                    </a:cubicBezTo>
                    <a:cubicBezTo>
                      <a:pt x="1724" y="1820"/>
                      <a:pt x="1694" y="1842"/>
                      <a:pt x="1661" y="1906"/>
                    </a:cubicBezTo>
                    <a:cubicBezTo>
                      <a:pt x="2292" y="2658"/>
                      <a:pt x="2885" y="3441"/>
                      <a:pt x="3370" y="4307"/>
                    </a:cubicBezTo>
                    <a:cubicBezTo>
                      <a:pt x="3473" y="4389"/>
                      <a:pt x="3577" y="4465"/>
                      <a:pt x="3675" y="4547"/>
                    </a:cubicBezTo>
                    <a:cubicBezTo>
                      <a:pt x="3571" y="4209"/>
                      <a:pt x="3299" y="3975"/>
                      <a:pt x="3141" y="3583"/>
                    </a:cubicBezTo>
                    <a:lnTo>
                      <a:pt x="3141" y="3583"/>
                    </a:lnTo>
                    <a:cubicBezTo>
                      <a:pt x="3631" y="3921"/>
                      <a:pt x="3876" y="4411"/>
                      <a:pt x="4355" y="4655"/>
                    </a:cubicBezTo>
                    <a:cubicBezTo>
                      <a:pt x="4330" y="4662"/>
                      <a:pt x="4304" y="4663"/>
                      <a:pt x="4277" y="4663"/>
                    </a:cubicBezTo>
                    <a:cubicBezTo>
                      <a:pt x="4231" y="4663"/>
                      <a:pt x="4185" y="4658"/>
                      <a:pt x="4142" y="4658"/>
                    </a:cubicBezTo>
                    <a:cubicBezTo>
                      <a:pt x="4079" y="4658"/>
                      <a:pt x="4025" y="4671"/>
                      <a:pt x="3996" y="4737"/>
                    </a:cubicBezTo>
                    <a:cubicBezTo>
                      <a:pt x="3936" y="4862"/>
                      <a:pt x="4110" y="4917"/>
                      <a:pt x="4165" y="5009"/>
                    </a:cubicBezTo>
                    <a:cubicBezTo>
                      <a:pt x="4328" y="5282"/>
                      <a:pt x="4530" y="5532"/>
                      <a:pt x="4638" y="5831"/>
                    </a:cubicBezTo>
                    <a:cubicBezTo>
                      <a:pt x="4667" y="5897"/>
                      <a:pt x="4687" y="5979"/>
                      <a:pt x="4762" y="5979"/>
                    </a:cubicBezTo>
                    <a:cubicBezTo>
                      <a:pt x="4774" y="5979"/>
                      <a:pt x="4787" y="5977"/>
                      <a:pt x="4802" y="5973"/>
                    </a:cubicBezTo>
                    <a:cubicBezTo>
                      <a:pt x="4878" y="5946"/>
                      <a:pt x="4851" y="5853"/>
                      <a:pt x="4856" y="5782"/>
                    </a:cubicBezTo>
                    <a:cubicBezTo>
                      <a:pt x="4791" y="5478"/>
                      <a:pt x="4535" y="5260"/>
                      <a:pt x="4437" y="4944"/>
                    </a:cubicBezTo>
                    <a:cubicBezTo>
                      <a:pt x="4807" y="4939"/>
                      <a:pt x="4736" y="4792"/>
                      <a:pt x="4546" y="4601"/>
                    </a:cubicBezTo>
                    <a:cubicBezTo>
                      <a:pt x="4148" y="4215"/>
                      <a:pt x="3756" y="3817"/>
                      <a:pt x="3326" y="3392"/>
                    </a:cubicBezTo>
                    <a:cubicBezTo>
                      <a:pt x="3430" y="3392"/>
                      <a:pt x="3462" y="3392"/>
                      <a:pt x="3495" y="3387"/>
                    </a:cubicBezTo>
                    <a:cubicBezTo>
                      <a:pt x="3499" y="3387"/>
                      <a:pt x="3504" y="3387"/>
                      <a:pt x="3508" y="3387"/>
                    </a:cubicBezTo>
                    <a:cubicBezTo>
                      <a:pt x="3595" y="3387"/>
                      <a:pt x="3699" y="3449"/>
                      <a:pt x="3781" y="3449"/>
                    </a:cubicBezTo>
                    <a:cubicBezTo>
                      <a:pt x="3832" y="3449"/>
                      <a:pt x="3874" y="3425"/>
                      <a:pt x="3898" y="3349"/>
                    </a:cubicBezTo>
                    <a:cubicBezTo>
                      <a:pt x="3947" y="3191"/>
                      <a:pt x="3740" y="3109"/>
                      <a:pt x="3626" y="3022"/>
                    </a:cubicBezTo>
                    <a:cubicBezTo>
                      <a:pt x="3359" y="2826"/>
                      <a:pt x="3081" y="2652"/>
                      <a:pt x="2820" y="2462"/>
                    </a:cubicBezTo>
                    <a:cubicBezTo>
                      <a:pt x="2608" y="2309"/>
                      <a:pt x="2597" y="2244"/>
                      <a:pt x="2711" y="2064"/>
                    </a:cubicBezTo>
                    <a:cubicBezTo>
                      <a:pt x="2782" y="1961"/>
                      <a:pt x="2711" y="1901"/>
                      <a:pt x="2640" y="1868"/>
                    </a:cubicBezTo>
                    <a:cubicBezTo>
                      <a:pt x="2276" y="1672"/>
                      <a:pt x="2020" y="1335"/>
                      <a:pt x="1671" y="1122"/>
                    </a:cubicBezTo>
                    <a:cubicBezTo>
                      <a:pt x="1579" y="1019"/>
                      <a:pt x="1328" y="1084"/>
                      <a:pt x="1372" y="839"/>
                    </a:cubicBezTo>
                    <a:cubicBezTo>
                      <a:pt x="1399" y="768"/>
                      <a:pt x="1465" y="790"/>
                      <a:pt x="1514" y="768"/>
                    </a:cubicBezTo>
                    <a:cubicBezTo>
                      <a:pt x="1748" y="681"/>
                      <a:pt x="1818" y="464"/>
                      <a:pt x="1802" y="268"/>
                    </a:cubicBezTo>
                    <a:cubicBezTo>
                      <a:pt x="1789" y="136"/>
                      <a:pt x="1702" y="110"/>
                      <a:pt x="1601" y="110"/>
                    </a:cubicBezTo>
                    <a:cubicBezTo>
                      <a:pt x="1536" y="110"/>
                      <a:pt x="1465" y="121"/>
                      <a:pt x="1405" y="121"/>
                    </a:cubicBezTo>
                    <a:cubicBezTo>
                      <a:pt x="1378" y="121"/>
                      <a:pt x="1351" y="122"/>
                      <a:pt x="1324" y="122"/>
                    </a:cubicBezTo>
                    <a:cubicBezTo>
                      <a:pt x="938" y="122"/>
                      <a:pt x="562" y="52"/>
                      <a:pt x="1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2" name="Google Shape;1372;p30"/>
              <p:cNvSpPr/>
              <p:nvPr/>
            </p:nvSpPr>
            <p:spPr>
              <a:xfrm>
                <a:off x="5575462" y="1721270"/>
                <a:ext cx="353757" cy="393592"/>
              </a:xfrm>
              <a:custGeom>
                <a:rect b="b" l="l" r="r" t="t"/>
                <a:pathLst>
                  <a:path extrusionOk="0" h="6610" w="5941">
                    <a:moveTo>
                      <a:pt x="5635" y="0"/>
                    </a:moveTo>
                    <a:lnTo>
                      <a:pt x="5635" y="0"/>
                    </a:lnTo>
                    <a:cubicBezTo>
                      <a:pt x="5118" y="22"/>
                      <a:pt x="4792" y="354"/>
                      <a:pt x="4449" y="659"/>
                    </a:cubicBezTo>
                    <a:cubicBezTo>
                      <a:pt x="4483" y="677"/>
                      <a:pt x="4513" y="684"/>
                      <a:pt x="4540" y="684"/>
                    </a:cubicBezTo>
                    <a:cubicBezTo>
                      <a:pt x="4647" y="684"/>
                      <a:pt x="4708" y="570"/>
                      <a:pt x="4786" y="518"/>
                    </a:cubicBezTo>
                    <a:cubicBezTo>
                      <a:pt x="4917" y="436"/>
                      <a:pt x="4999" y="284"/>
                      <a:pt x="5222" y="278"/>
                    </a:cubicBezTo>
                    <a:lnTo>
                      <a:pt x="5222" y="278"/>
                    </a:lnTo>
                    <a:cubicBezTo>
                      <a:pt x="4498" y="920"/>
                      <a:pt x="4160" y="1726"/>
                      <a:pt x="3932" y="2608"/>
                    </a:cubicBezTo>
                    <a:cubicBezTo>
                      <a:pt x="3741" y="3327"/>
                      <a:pt x="3333" y="3915"/>
                      <a:pt x="2728" y="4377"/>
                    </a:cubicBezTo>
                    <a:cubicBezTo>
                      <a:pt x="2157" y="4807"/>
                      <a:pt x="1558" y="5199"/>
                      <a:pt x="943" y="5559"/>
                    </a:cubicBezTo>
                    <a:cubicBezTo>
                      <a:pt x="638" y="5738"/>
                      <a:pt x="360" y="5951"/>
                      <a:pt x="181" y="6266"/>
                    </a:cubicBezTo>
                    <a:cubicBezTo>
                      <a:pt x="121" y="6370"/>
                      <a:pt x="1" y="6473"/>
                      <a:pt x="126" y="6609"/>
                    </a:cubicBezTo>
                    <a:cubicBezTo>
                      <a:pt x="279" y="6544"/>
                      <a:pt x="404" y="6462"/>
                      <a:pt x="420" y="6283"/>
                    </a:cubicBezTo>
                    <a:cubicBezTo>
                      <a:pt x="475" y="6092"/>
                      <a:pt x="611" y="5978"/>
                      <a:pt x="769" y="5864"/>
                    </a:cubicBezTo>
                    <a:cubicBezTo>
                      <a:pt x="1101" y="5619"/>
                      <a:pt x="1465" y="5423"/>
                      <a:pt x="1814" y="5216"/>
                    </a:cubicBezTo>
                    <a:cubicBezTo>
                      <a:pt x="2304" y="4927"/>
                      <a:pt x="2728" y="4562"/>
                      <a:pt x="3202" y="4263"/>
                    </a:cubicBezTo>
                    <a:cubicBezTo>
                      <a:pt x="3910" y="3817"/>
                      <a:pt x="4775" y="3838"/>
                      <a:pt x="5494" y="3414"/>
                    </a:cubicBezTo>
                    <a:lnTo>
                      <a:pt x="5494" y="3414"/>
                    </a:lnTo>
                    <a:cubicBezTo>
                      <a:pt x="5260" y="3681"/>
                      <a:pt x="5086" y="3975"/>
                      <a:pt x="4819" y="4214"/>
                    </a:cubicBezTo>
                    <a:cubicBezTo>
                      <a:pt x="4367" y="4628"/>
                      <a:pt x="3812" y="4791"/>
                      <a:pt x="3256" y="4982"/>
                    </a:cubicBezTo>
                    <a:cubicBezTo>
                      <a:pt x="2973" y="5080"/>
                      <a:pt x="2690" y="5194"/>
                      <a:pt x="2413" y="5314"/>
                    </a:cubicBezTo>
                    <a:cubicBezTo>
                      <a:pt x="2364" y="5336"/>
                      <a:pt x="2266" y="5385"/>
                      <a:pt x="2342" y="5466"/>
                    </a:cubicBezTo>
                    <a:cubicBezTo>
                      <a:pt x="2364" y="5493"/>
                      <a:pt x="2434" y="5483"/>
                      <a:pt x="2478" y="5488"/>
                    </a:cubicBezTo>
                    <a:cubicBezTo>
                      <a:pt x="2799" y="5292"/>
                      <a:pt x="3158" y="5178"/>
                      <a:pt x="3518" y="5074"/>
                    </a:cubicBezTo>
                    <a:cubicBezTo>
                      <a:pt x="4008" y="4933"/>
                      <a:pt x="4465" y="4742"/>
                      <a:pt x="4846" y="4394"/>
                    </a:cubicBezTo>
                    <a:cubicBezTo>
                      <a:pt x="5320" y="3964"/>
                      <a:pt x="5821" y="3550"/>
                      <a:pt x="5940" y="2864"/>
                    </a:cubicBezTo>
                    <a:cubicBezTo>
                      <a:pt x="5924" y="2853"/>
                      <a:pt x="5913" y="2842"/>
                      <a:pt x="5897" y="2837"/>
                    </a:cubicBezTo>
                    <a:cubicBezTo>
                      <a:pt x="5879" y="2833"/>
                      <a:pt x="5862" y="2831"/>
                      <a:pt x="5845" y="2831"/>
                    </a:cubicBezTo>
                    <a:cubicBezTo>
                      <a:pt x="5741" y="2831"/>
                      <a:pt x="5660" y="2899"/>
                      <a:pt x="5576" y="2951"/>
                    </a:cubicBezTo>
                    <a:cubicBezTo>
                      <a:pt x="5118" y="3240"/>
                      <a:pt x="4634" y="3468"/>
                      <a:pt x="4100" y="3588"/>
                    </a:cubicBezTo>
                    <a:cubicBezTo>
                      <a:pt x="3964" y="3615"/>
                      <a:pt x="3839" y="3681"/>
                      <a:pt x="3692" y="3751"/>
                    </a:cubicBezTo>
                    <a:cubicBezTo>
                      <a:pt x="3834" y="3528"/>
                      <a:pt x="3953" y="3310"/>
                      <a:pt x="4046" y="3087"/>
                    </a:cubicBezTo>
                    <a:cubicBezTo>
                      <a:pt x="4258" y="2592"/>
                      <a:pt x="4340" y="2053"/>
                      <a:pt x="4574" y="1563"/>
                    </a:cubicBezTo>
                    <a:cubicBezTo>
                      <a:pt x="4628" y="1459"/>
                      <a:pt x="4634" y="1345"/>
                      <a:pt x="4666" y="1236"/>
                    </a:cubicBezTo>
                    <a:cubicBezTo>
                      <a:pt x="4993" y="833"/>
                      <a:pt x="5358" y="463"/>
                      <a:pt x="56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3" name="Google Shape;1373;p30"/>
              <p:cNvSpPr/>
              <p:nvPr/>
            </p:nvSpPr>
            <p:spPr>
              <a:xfrm>
                <a:off x="5928512" y="1302661"/>
                <a:ext cx="374121" cy="443610"/>
              </a:xfrm>
              <a:custGeom>
                <a:rect b="b" l="l" r="r" t="t"/>
                <a:pathLst>
                  <a:path extrusionOk="0" h="7450" w="6283">
                    <a:moveTo>
                      <a:pt x="90" y="0"/>
                    </a:moveTo>
                    <a:cubicBezTo>
                      <a:pt x="63" y="0"/>
                      <a:pt x="35" y="18"/>
                      <a:pt x="6" y="68"/>
                    </a:cubicBezTo>
                    <a:cubicBezTo>
                      <a:pt x="0" y="176"/>
                      <a:pt x="93" y="220"/>
                      <a:pt x="153" y="291"/>
                    </a:cubicBezTo>
                    <a:cubicBezTo>
                      <a:pt x="844" y="1102"/>
                      <a:pt x="1694" y="1761"/>
                      <a:pt x="2434" y="2528"/>
                    </a:cubicBezTo>
                    <a:cubicBezTo>
                      <a:pt x="2951" y="3018"/>
                      <a:pt x="3452" y="3530"/>
                      <a:pt x="3926" y="4063"/>
                    </a:cubicBezTo>
                    <a:cubicBezTo>
                      <a:pt x="4557" y="4771"/>
                      <a:pt x="5123" y="5533"/>
                      <a:pt x="5608" y="6350"/>
                    </a:cubicBezTo>
                    <a:cubicBezTo>
                      <a:pt x="5766" y="6622"/>
                      <a:pt x="5934" y="6883"/>
                      <a:pt x="5973" y="7199"/>
                    </a:cubicBezTo>
                    <a:cubicBezTo>
                      <a:pt x="6060" y="7265"/>
                      <a:pt x="6038" y="7406"/>
                      <a:pt x="6174" y="7450"/>
                    </a:cubicBezTo>
                    <a:cubicBezTo>
                      <a:pt x="6283" y="7286"/>
                      <a:pt x="6239" y="7123"/>
                      <a:pt x="6196" y="6954"/>
                    </a:cubicBezTo>
                    <a:cubicBezTo>
                      <a:pt x="5885" y="5680"/>
                      <a:pt x="5074" y="4706"/>
                      <a:pt x="4241" y="3764"/>
                    </a:cubicBezTo>
                    <a:cubicBezTo>
                      <a:pt x="3022" y="2398"/>
                      <a:pt x="1487" y="1374"/>
                      <a:pt x="196" y="73"/>
                    </a:cubicBezTo>
                    <a:cubicBezTo>
                      <a:pt x="164" y="38"/>
                      <a:pt x="128" y="0"/>
                      <a:pt x="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4" name="Google Shape;1374;p30"/>
              <p:cNvSpPr/>
              <p:nvPr/>
            </p:nvSpPr>
            <p:spPr>
              <a:xfrm>
                <a:off x="6551544" y="3303830"/>
                <a:ext cx="193581" cy="296355"/>
              </a:xfrm>
              <a:custGeom>
                <a:rect b="b" l="l" r="r" t="t"/>
                <a:pathLst>
                  <a:path extrusionOk="0" h="4977" w="3251">
                    <a:moveTo>
                      <a:pt x="2901" y="0"/>
                    </a:moveTo>
                    <a:cubicBezTo>
                      <a:pt x="2777" y="0"/>
                      <a:pt x="2777" y="113"/>
                      <a:pt x="2777" y="191"/>
                    </a:cubicBezTo>
                    <a:cubicBezTo>
                      <a:pt x="2788" y="567"/>
                      <a:pt x="2598" y="861"/>
                      <a:pt x="2423" y="1166"/>
                    </a:cubicBezTo>
                    <a:cubicBezTo>
                      <a:pt x="2086" y="1759"/>
                      <a:pt x="1639" y="2266"/>
                      <a:pt x="1209" y="2794"/>
                    </a:cubicBezTo>
                    <a:cubicBezTo>
                      <a:pt x="1253" y="2625"/>
                      <a:pt x="1335" y="2483"/>
                      <a:pt x="1416" y="2342"/>
                    </a:cubicBezTo>
                    <a:cubicBezTo>
                      <a:pt x="1558" y="2097"/>
                      <a:pt x="1699" y="1852"/>
                      <a:pt x="1765" y="1574"/>
                    </a:cubicBezTo>
                    <a:cubicBezTo>
                      <a:pt x="1797" y="1433"/>
                      <a:pt x="1857" y="1242"/>
                      <a:pt x="1596" y="1220"/>
                    </a:cubicBezTo>
                    <a:cubicBezTo>
                      <a:pt x="1433" y="1536"/>
                      <a:pt x="1275" y="1846"/>
                      <a:pt x="1111" y="2157"/>
                    </a:cubicBezTo>
                    <a:cubicBezTo>
                      <a:pt x="768" y="2815"/>
                      <a:pt x="583" y="3485"/>
                      <a:pt x="981" y="4193"/>
                    </a:cubicBezTo>
                    <a:cubicBezTo>
                      <a:pt x="1019" y="4264"/>
                      <a:pt x="1041" y="4334"/>
                      <a:pt x="948" y="4432"/>
                    </a:cubicBezTo>
                    <a:cubicBezTo>
                      <a:pt x="839" y="4242"/>
                      <a:pt x="719" y="4084"/>
                      <a:pt x="562" y="3964"/>
                    </a:cubicBezTo>
                    <a:cubicBezTo>
                      <a:pt x="499" y="3917"/>
                      <a:pt x="436" y="3889"/>
                      <a:pt x="371" y="3889"/>
                    </a:cubicBezTo>
                    <a:cubicBezTo>
                      <a:pt x="317" y="3889"/>
                      <a:pt x="262" y="3909"/>
                      <a:pt x="208" y="3953"/>
                    </a:cubicBezTo>
                    <a:cubicBezTo>
                      <a:pt x="23" y="4111"/>
                      <a:pt x="1" y="4601"/>
                      <a:pt x="170" y="4808"/>
                    </a:cubicBezTo>
                    <a:cubicBezTo>
                      <a:pt x="333" y="4634"/>
                      <a:pt x="257" y="4362"/>
                      <a:pt x="404" y="4171"/>
                    </a:cubicBezTo>
                    <a:cubicBezTo>
                      <a:pt x="627" y="4313"/>
                      <a:pt x="676" y="4530"/>
                      <a:pt x="719" y="4748"/>
                    </a:cubicBezTo>
                    <a:cubicBezTo>
                      <a:pt x="741" y="4841"/>
                      <a:pt x="741" y="4950"/>
                      <a:pt x="850" y="4971"/>
                    </a:cubicBezTo>
                    <a:cubicBezTo>
                      <a:pt x="867" y="4975"/>
                      <a:pt x="883" y="4977"/>
                      <a:pt x="898" y="4977"/>
                    </a:cubicBezTo>
                    <a:cubicBezTo>
                      <a:pt x="992" y="4977"/>
                      <a:pt x="1060" y="4909"/>
                      <a:pt x="1111" y="4830"/>
                    </a:cubicBezTo>
                    <a:cubicBezTo>
                      <a:pt x="1280" y="4547"/>
                      <a:pt x="1411" y="4258"/>
                      <a:pt x="1193" y="3948"/>
                    </a:cubicBezTo>
                    <a:cubicBezTo>
                      <a:pt x="997" y="3670"/>
                      <a:pt x="1041" y="3431"/>
                      <a:pt x="1269" y="3202"/>
                    </a:cubicBezTo>
                    <a:cubicBezTo>
                      <a:pt x="1384" y="3088"/>
                      <a:pt x="1487" y="2957"/>
                      <a:pt x="1596" y="2832"/>
                    </a:cubicBezTo>
                    <a:cubicBezTo>
                      <a:pt x="2162" y="2200"/>
                      <a:pt x="2690" y="1547"/>
                      <a:pt x="3082" y="790"/>
                    </a:cubicBezTo>
                    <a:cubicBezTo>
                      <a:pt x="3251" y="475"/>
                      <a:pt x="3229" y="213"/>
                      <a:pt x="2919" y="1"/>
                    </a:cubicBezTo>
                    <a:cubicBezTo>
                      <a:pt x="2913" y="0"/>
                      <a:pt x="2907" y="0"/>
                      <a:pt x="29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5" name="Google Shape;1375;p30"/>
              <p:cNvSpPr/>
              <p:nvPr/>
            </p:nvSpPr>
            <p:spPr>
              <a:xfrm>
                <a:off x="5482749" y="1730381"/>
                <a:ext cx="264916" cy="140050"/>
              </a:xfrm>
              <a:custGeom>
                <a:rect b="b" l="l" r="r" t="t"/>
                <a:pathLst>
                  <a:path extrusionOk="0" h="2352" w="4449">
                    <a:moveTo>
                      <a:pt x="3618" y="859"/>
                    </a:moveTo>
                    <a:cubicBezTo>
                      <a:pt x="3624" y="859"/>
                      <a:pt x="3622" y="893"/>
                      <a:pt x="3609" y="893"/>
                    </a:cubicBezTo>
                    <a:cubicBezTo>
                      <a:pt x="3607" y="893"/>
                      <a:pt x="3604" y="892"/>
                      <a:pt x="3601" y="889"/>
                    </a:cubicBezTo>
                    <a:lnTo>
                      <a:pt x="3601" y="889"/>
                    </a:lnTo>
                    <a:cubicBezTo>
                      <a:pt x="3601" y="889"/>
                      <a:pt x="3601" y="889"/>
                      <a:pt x="3601" y="889"/>
                    </a:cubicBezTo>
                    <a:cubicBezTo>
                      <a:pt x="3605" y="889"/>
                      <a:pt x="3608" y="884"/>
                      <a:pt x="3610" y="871"/>
                    </a:cubicBezTo>
                    <a:cubicBezTo>
                      <a:pt x="3613" y="863"/>
                      <a:pt x="3616" y="859"/>
                      <a:pt x="3618" y="859"/>
                    </a:cubicBezTo>
                    <a:close/>
                    <a:moveTo>
                      <a:pt x="4084" y="1"/>
                    </a:moveTo>
                    <a:cubicBezTo>
                      <a:pt x="4008" y="1"/>
                      <a:pt x="3924" y="25"/>
                      <a:pt x="3855" y="43"/>
                    </a:cubicBezTo>
                    <a:cubicBezTo>
                      <a:pt x="3191" y="223"/>
                      <a:pt x="2516" y="370"/>
                      <a:pt x="1923" y="800"/>
                    </a:cubicBezTo>
                    <a:cubicBezTo>
                      <a:pt x="1912" y="555"/>
                      <a:pt x="1721" y="414"/>
                      <a:pt x="1683" y="190"/>
                    </a:cubicBezTo>
                    <a:cubicBezTo>
                      <a:pt x="1669" y="115"/>
                      <a:pt x="1633" y="86"/>
                      <a:pt x="1594" y="86"/>
                    </a:cubicBezTo>
                    <a:cubicBezTo>
                      <a:pt x="1545" y="86"/>
                      <a:pt x="1490" y="131"/>
                      <a:pt x="1460" y="185"/>
                    </a:cubicBezTo>
                    <a:cubicBezTo>
                      <a:pt x="1090" y="887"/>
                      <a:pt x="409" y="1350"/>
                      <a:pt x="61" y="2069"/>
                    </a:cubicBezTo>
                    <a:cubicBezTo>
                      <a:pt x="88" y="2172"/>
                      <a:pt x="1" y="2335"/>
                      <a:pt x="202" y="2352"/>
                    </a:cubicBezTo>
                    <a:cubicBezTo>
                      <a:pt x="295" y="2314"/>
                      <a:pt x="360" y="2248"/>
                      <a:pt x="404" y="2161"/>
                    </a:cubicBezTo>
                    <a:cubicBezTo>
                      <a:pt x="660" y="1644"/>
                      <a:pt x="1052" y="1230"/>
                      <a:pt x="1460" y="838"/>
                    </a:cubicBezTo>
                    <a:lnTo>
                      <a:pt x="1460" y="838"/>
                    </a:lnTo>
                    <a:cubicBezTo>
                      <a:pt x="1493" y="1007"/>
                      <a:pt x="1395" y="1230"/>
                      <a:pt x="1601" y="1312"/>
                    </a:cubicBezTo>
                    <a:cubicBezTo>
                      <a:pt x="1634" y="1325"/>
                      <a:pt x="1665" y="1331"/>
                      <a:pt x="1695" y="1331"/>
                    </a:cubicBezTo>
                    <a:cubicBezTo>
                      <a:pt x="1837" y="1331"/>
                      <a:pt x="1942" y="1196"/>
                      <a:pt x="2037" y="1083"/>
                    </a:cubicBezTo>
                    <a:cubicBezTo>
                      <a:pt x="2157" y="947"/>
                      <a:pt x="2315" y="882"/>
                      <a:pt x="2483" y="816"/>
                    </a:cubicBezTo>
                    <a:cubicBezTo>
                      <a:pt x="2886" y="664"/>
                      <a:pt x="3300" y="533"/>
                      <a:pt x="3714" y="430"/>
                    </a:cubicBezTo>
                    <a:lnTo>
                      <a:pt x="3714" y="430"/>
                    </a:lnTo>
                    <a:cubicBezTo>
                      <a:pt x="3605" y="550"/>
                      <a:pt x="3382" y="642"/>
                      <a:pt x="3578" y="871"/>
                    </a:cubicBezTo>
                    <a:cubicBezTo>
                      <a:pt x="3583" y="876"/>
                      <a:pt x="3587" y="880"/>
                      <a:pt x="3590" y="883"/>
                    </a:cubicBezTo>
                    <a:lnTo>
                      <a:pt x="3590" y="883"/>
                    </a:lnTo>
                    <a:cubicBezTo>
                      <a:pt x="3276" y="969"/>
                      <a:pt x="2950" y="1024"/>
                      <a:pt x="2658" y="1181"/>
                    </a:cubicBezTo>
                    <a:cubicBezTo>
                      <a:pt x="2532" y="1247"/>
                      <a:pt x="2407" y="1317"/>
                      <a:pt x="2353" y="1453"/>
                    </a:cubicBezTo>
                    <a:cubicBezTo>
                      <a:pt x="2316" y="1539"/>
                      <a:pt x="2319" y="1603"/>
                      <a:pt x="2384" y="1603"/>
                    </a:cubicBezTo>
                    <a:cubicBezTo>
                      <a:pt x="2406" y="1603"/>
                      <a:pt x="2435" y="1595"/>
                      <a:pt x="2473" y="1579"/>
                    </a:cubicBezTo>
                    <a:cubicBezTo>
                      <a:pt x="3059" y="1363"/>
                      <a:pt x="3641" y="1127"/>
                      <a:pt x="4285" y="1127"/>
                    </a:cubicBezTo>
                    <a:cubicBezTo>
                      <a:pt x="4293" y="1127"/>
                      <a:pt x="4300" y="1127"/>
                      <a:pt x="4307" y="1127"/>
                    </a:cubicBezTo>
                    <a:cubicBezTo>
                      <a:pt x="4405" y="1127"/>
                      <a:pt x="4411" y="1018"/>
                      <a:pt x="4449" y="953"/>
                    </a:cubicBezTo>
                    <a:cubicBezTo>
                      <a:pt x="4226" y="806"/>
                      <a:pt x="4264" y="474"/>
                      <a:pt x="4280" y="354"/>
                    </a:cubicBezTo>
                    <a:cubicBezTo>
                      <a:pt x="4314" y="70"/>
                      <a:pt x="4211" y="1"/>
                      <a:pt x="408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6" name="Google Shape;1376;p30"/>
              <p:cNvSpPr/>
              <p:nvPr/>
            </p:nvSpPr>
            <p:spPr>
              <a:xfrm>
                <a:off x="6910726" y="6459"/>
                <a:ext cx="338156" cy="209777"/>
              </a:xfrm>
              <a:custGeom>
                <a:rect b="b" l="l" r="r" t="t"/>
                <a:pathLst>
                  <a:path extrusionOk="0" h="3523" w="5679">
                    <a:moveTo>
                      <a:pt x="3787" y="1"/>
                    </a:moveTo>
                    <a:cubicBezTo>
                      <a:pt x="3567" y="1"/>
                      <a:pt x="3388" y="113"/>
                      <a:pt x="3300" y="321"/>
                    </a:cubicBezTo>
                    <a:cubicBezTo>
                      <a:pt x="2973" y="1116"/>
                      <a:pt x="2494" y="1775"/>
                      <a:pt x="1819" y="2324"/>
                    </a:cubicBezTo>
                    <a:cubicBezTo>
                      <a:pt x="1258" y="2787"/>
                      <a:pt x="757" y="3299"/>
                      <a:pt x="1" y="3419"/>
                    </a:cubicBezTo>
                    <a:cubicBezTo>
                      <a:pt x="55" y="3498"/>
                      <a:pt x="122" y="3523"/>
                      <a:pt x="202" y="3523"/>
                    </a:cubicBezTo>
                    <a:cubicBezTo>
                      <a:pt x="226" y="3523"/>
                      <a:pt x="252" y="3520"/>
                      <a:pt x="278" y="3517"/>
                    </a:cubicBezTo>
                    <a:cubicBezTo>
                      <a:pt x="708" y="3457"/>
                      <a:pt x="1106" y="3342"/>
                      <a:pt x="1427" y="3032"/>
                    </a:cubicBezTo>
                    <a:cubicBezTo>
                      <a:pt x="1705" y="2776"/>
                      <a:pt x="1955" y="2471"/>
                      <a:pt x="2271" y="2286"/>
                    </a:cubicBezTo>
                    <a:cubicBezTo>
                      <a:pt x="2902" y="1911"/>
                      <a:pt x="3207" y="1312"/>
                      <a:pt x="3485" y="691"/>
                    </a:cubicBezTo>
                    <a:cubicBezTo>
                      <a:pt x="3602" y="435"/>
                      <a:pt x="3705" y="310"/>
                      <a:pt x="3852" y="310"/>
                    </a:cubicBezTo>
                    <a:cubicBezTo>
                      <a:pt x="3951" y="310"/>
                      <a:pt x="4069" y="367"/>
                      <a:pt x="4225" y="479"/>
                    </a:cubicBezTo>
                    <a:cubicBezTo>
                      <a:pt x="4356" y="571"/>
                      <a:pt x="4476" y="691"/>
                      <a:pt x="4585" y="811"/>
                    </a:cubicBezTo>
                    <a:cubicBezTo>
                      <a:pt x="4824" y="1078"/>
                      <a:pt x="5026" y="1388"/>
                      <a:pt x="5390" y="1508"/>
                    </a:cubicBezTo>
                    <a:cubicBezTo>
                      <a:pt x="5455" y="1521"/>
                      <a:pt x="5492" y="1635"/>
                      <a:pt x="5550" y="1635"/>
                    </a:cubicBezTo>
                    <a:cubicBezTo>
                      <a:pt x="5566" y="1635"/>
                      <a:pt x="5583" y="1627"/>
                      <a:pt x="5603" y="1606"/>
                    </a:cubicBezTo>
                    <a:cubicBezTo>
                      <a:pt x="5679" y="1524"/>
                      <a:pt x="5614" y="1377"/>
                      <a:pt x="5526" y="1334"/>
                    </a:cubicBezTo>
                    <a:cubicBezTo>
                      <a:pt x="5200" y="1176"/>
                      <a:pt x="5047" y="860"/>
                      <a:pt x="4840" y="599"/>
                    </a:cubicBezTo>
                    <a:cubicBezTo>
                      <a:pt x="4634" y="337"/>
                      <a:pt x="4372" y="174"/>
                      <a:pt x="4078" y="60"/>
                    </a:cubicBezTo>
                    <a:cubicBezTo>
                      <a:pt x="3976" y="20"/>
                      <a:pt x="3878" y="1"/>
                      <a:pt x="37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7" name="Google Shape;1377;p30"/>
              <p:cNvSpPr/>
              <p:nvPr/>
            </p:nvSpPr>
            <p:spPr>
              <a:xfrm>
                <a:off x="5154411" y="1868350"/>
                <a:ext cx="204894" cy="179111"/>
              </a:xfrm>
              <a:custGeom>
                <a:rect b="b" l="l" r="r" t="t"/>
                <a:pathLst>
                  <a:path extrusionOk="0" h="3008" w="3441">
                    <a:moveTo>
                      <a:pt x="172" y="1"/>
                    </a:moveTo>
                    <a:cubicBezTo>
                      <a:pt x="141" y="1"/>
                      <a:pt x="112" y="11"/>
                      <a:pt x="87" y="40"/>
                    </a:cubicBezTo>
                    <a:cubicBezTo>
                      <a:pt x="0" y="149"/>
                      <a:pt x="104" y="242"/>
                      <a:pt x="180" y="301"/>
                    </a:cubicBezTo>
                    <a:cubicBezTo>
                      <a:pt x="964" y="927"/>
                      <a:pt x="1361" y="1875"/>
                      <a:pt x="2096" y="2533"/>
                    </a:cubicBezTo>
                    <a:cubicBezTo>
                      <a:pt x="2183" y="2702"/>
                      <a:pt x="2385" y="2795"/>
                      <a:pt x="2390" y="3007"/>
                    </a:cubicBezTo>
                    <a:cubicBezTo>
                      <a:pt x="2499" y="2964"/>
                      <a:pt x="2602" y="2915"/>
                      <a:pt x="2711" y="2876"/>
                    </a:cubicBezTo>
                    <a:cubicBezTo>
                      <a:pt x="3408" y="2604"/>
                      <a:pt x="3441" y="2474"/>
                      <a:pt x="2973" y="1875"/>
                    </a:cubicBezTo>
                    <a:lnTo>
                      <a:pt x="2973" y="1875"/>
                    </a:lnTo>
                    <a:cubicBezTo>
                      <a:pt x="2967" y="1918"/>
                      <a:pt x="2967" y="1962"/>
                      <a:pt x="2962" y="2005"/>
                    </a:cubicBezTo>
                    <a:cubicBezTo>
                      <a:pt x="2938" y="2031"/>
                      <a:pt x="2916" y="2040"/>
                      <a:pt x="2893" y="2040"/>
                    </a:cubicBezTo>
                    <a:cubicBezTo>
                      <a:pt x="2854" y="2040"/>
                      <a:pt x="2815" y="2010"/>
                      <a:pt x="2777" y="1989"/>
                    </a:cubicBezTo>
                    <a:cubicBezTo>
                      <a:pt x="2428" y="1804"/>
                      <a:pt x="2167" y="1515"/>
                      <a:pt x="1922" y="1216"/>
                    </a:cubicBezTo>
                    <a:cubicBezTo>
                      <a:pt x="1492" y="693"/>
                      <a:pt x="964" y="318"/>
                      <a:pt x="349" y="62"/>
                    </a:cubicBezTo>
                    <a:cubicBezTo>
                      <a:pt x="292" y="37"/>
                      <a:pt x="229" y="1"/>
                      <a:pt x="17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8" name="Google Shape;1378;p30"/>
              <p:cNvSpPr/>
              <p:nvPr/>
            </p:nvSpPr>
            <p:spPr>
              <a:xfrm>
                <a:off x="5658470" y="825934"/>
                <a:ext cx="242527" cy="446409"/>
              </a:xfrm>
              <a:custGeom>
                <a:rect b="b" l="l" r="r" t="t"/>
                <a:pathLst>
                  <a:path extrusionOk="0" h="7497" w="4073">
                    <a:moveTo>
                      <a:pt x="665" y="0"/>
                    </a:moveTo>
                    <a:cubicBezTo>
                      <a:pt x="1" y="1437"/>
                      <a:pt x="93" y="2815"/>
                      <a:pt x="1019" y="4110"/>
                    </a:cubicBezTo>
                    <a:cubicBezTo>
                      <a:pt x="1824" y="5248"/>
                      <a:pt x="2712" y="6310"/>
                      <a:pt x="3697" y="7295"/>
                    </a:cubicBezTo>
                    <a:cubicBezTo>
                      <a:pt x="3784" y="7377"/>
                      <a:pt x="3866" y="7464"/>
                      <a:pt x="3980" y="7497"/>
                    </a:cubicBezTo>
                    <a:cubicBezTo>
                      <a:pt x="4073" y="7284"/>
                      <a:pt x="3888" y="7181"/>
                      <a:pt x="3790" y="7061"/>
                    </a:cubicBezTo>
                    <a:cubicBezTo>
                      <a:pt x="2978" y="6097"/>
                      <a:pt x="2135" y="5167"/>
                      <a:pt x="1372" y="4159"/>
                    </a:cubicBezTo>
                    <a:cubicBezTo>
                      <a:pt x="540" y="3054"/>
                      <a:pt x="158" y="1895"/>
                      <a:pt x="621" y="534"/>
                    </a:cubicBezTo>
                    <a:cubicBezTo>
                      <a:pt x="676" y="376"/>
                      <a:pt x="795" y="191"/>
                      <a:pt x="6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9" name="Google Shape;1379;p30"/>
              <p:cNvSpPr/>
              <p:nvPr/>
            </p:nvSpPr>
            <p:spPr>
              <a:xfrm>
                <a:off x="5112550" y="1843697"/>
                <a:ext cx="221805" cy="175539"/>
              </a:xfrm>
              <a:custGeom>
                <a:rect b="b" l="l" r="r" t="t"/>
                <a:pathLst>
                  <a:path extrusionOk="0" h="2948" w="3725">
                    <a:moveTo>
                      <a:pt x="220" y="1"/>
                    </a:moveTo>
                    <a:cubicBezTo>
                      <a:pt x="167" y="1"/>
                      <a:pt x="124" y="17"/>
                      <a:pt x="99" y="62"/>
                    </a:cubicBezTo>
                    <a:cubicBezTo>
                      <a:pt x="1" y="236"/>
                      <a:pt x="240" y="345"/>
                      <a:pt x="377" y="443"/>
                    </a:cubicBezTo>
                    <a:cubicBezTo>
                      <a:pt x="926" y="841"/>
                      <a:pt x="1378" y="1325"/>
                      <a:pt x="1754" y="1886"/>
                    </a:cubicBezTo>
                    <a:cubicBezTo>
                      <a:pt x="2032" y="2305"/>
                      <a:pt x="2325" y="2724"/>
                      <a:pt x="2799" y="2947"/>
                    </a:cubicBezTo>
                    <a:cubicBezTo>
                      <a:pt x="2848" y="2915"/>
                      <a:pt x="2854" y="2871"/>
                      <a:pt x="2815" y="2833"/>
                    </a:cubicBezTo>
                    <a:cubicBezTo>
                      <a:pt x="2325" y="2387"/>
                      <a:pt x="1966" y="1831"/>
                      <a:pt x="1585" y="1298"/>
                    </a:cubicBezTo>
                    <a:cubicBezTo>
                      <a:pt x="1356" y="982"/>
                      <a:pt x="1013" y="786"/>
                      <a:pt x="785" y="470"/>
                    </a:cubicBezTo>
                    <a:lnTo>
                      <a:pt x="785" y="470"/>
                    </a:lnTo>
                    <a:cubicBezTo>
                      <a:pt x="1482" y="726"/>
                      <a:pt x="2086" y="1091"/>
                      <a:pt x="2554" y="1684"/>
                    </a:cubicBezTo>
                    <a:cubicBezTo>
                      <a:pt x="2826" y="2033"/>
                      <a:pt x="3148" y="2343"/>
                      <a:pt x="3556" y="2550"/>
                    </a:cubicBezTo>
                    <a:cubicBezTo>
                      <a:pt x="3589" y="2565"/>
                      <a:pt x="3628" y="2598"/>
                      <a:pt x="3663" y="2598"/>
                    </a:cubicBezTo>
                    <a:cubicBezTo>
                      <a:pt x="3679" y="2598"/>
                      <a:pt x="3695" y="2591"/>
                      <a:pt x="3708" y="2572"/>
                    </a:cubicBezTo>
                    <a:cubicBezTo>
                      <a:pt x="3725" y="2545"/>
                      <a:pt x="3681" y="2468"/>
                      <a:pt x="3665" y="2419"/>
                    </a:cubicBezTo>
                    <a:cubicBezTo>
                      <a:pt x="3403" y="2153"/>
                      <a:pt x="3104" y="1913"/>
                      <a:pt x="2881" y="1619"/>
                    </a:cubicBezTo>
                    <a:cubicBezTo>
                      <a:pt x="2287" y="835"/>
                      <a:pt x="1493" y="383"/>
                      <a:pt x="578" y="100"/>
                    </a:cubicBezTo>
                    <a:cubicBezTo>
                      <a:pt x="469" y="67"/>
                      <a:pt x="325" y="1"/>
                      <a:pt x="2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0" name="Google Shape;1380;p30"/>
              <p:cNvSpPr/>
              <p:nvPr/>
            </p:nvSpPr>
            <p:spPr>
              <a:xfrm>
                <a:off x="5985557" y="4690959"/>
                <a:ext cx="188698" cy="251161"/>
              </a:xfrm>
              <a:custGeom>
                <a:rect b="b" l="l" r="r" t="t"/>
                <a:pathLst>
                  <a:path extrusionOk="0" h="4218" w="3169">
                    <a:moveTo>
                      <a:pt x="77" y="1"/>
                    </a:moveTo>
                    <a:cubicBezTo>
                      <a:pt x="1" y="284"/>
                      <a:pt x="251" y="414"/>
                      <a:pt x="256" y="627"/>
                    </a:cubicBezTo>
                    <a:cubicBezTo>
                      <a:pt x="1242" y="1618"/>
                      <a:pt x="2184" y="2636"/>
                      <a:pt x="2597" y="4029"/>
                    </a:cubicBezTo>
                    <a:cubicBezTo>
                      <a:pt x="2635" y="4162"/>
                      <a:pt x="2700" y="4218"/>
                      <a:pt x="2774" y="4218"/>
                    </a:cubicBezTo>
                    <a:cubicBezTo>
                      <a:pt x="2850" y="4218"/>
                      <a:pt x="2934" y="4160"/>
                      <a:pt x="3011" y="4067"/>
                    </a:cubicBezTo>
                    <a:cubicBezTo>
                      <a:pt x="3169" y="3882"/>
                      <a:pt x="3136" y="3670"/>
                      <a:pt x="3066" y="3469"/>
                    </a:cubicBezTo>
                    <a:cubicBezTo>
                      <a:pt x="2940" y="3109"/>
                      <a:pt x="2804" y="2750"/>
                      <a:pt x="2668" y="2391"/>
                    </a:cubicBezTo>
                    <a:cubicBezTo>
                      <a:pt x="2325" y="1917"/>
                      <a:pt x="2080" y="1367"/>
                      <a:pt x="1645" y="959"/>
                    </a:cubicBezTo>
                    <a:lnTo>
                      <a:pt x="1645" y="959"/>
                    </a:lnTo>
                    <a:cubicBezTo>
                      <a:pt x="1960" y="1982"/>
                      <a:pt x="2772" y="2799"/>
                      <a:pt x="2880" y="4013"/>
                    </a:cubicBezTo>
                    <a:cubicBezTo>
                      <a:pt x="2663" y="3822"/>
                      <a:pt x="2635" y="3648"/>
                      <a:pt x="2592" y="3485"/>
                    </a:cubicBezTo>
                    <a:cubicBezTo>
                      <a:pt x="2472" y="3049"/>
                      <a:pt x="2276" y="2663"/>
                      <a:pt x="1988" y="2309"/>
                    </a:cubicBezTo>
                    <a:cubicBezTo>
                      <a:pt x="1367" y="1541"/>
                      <a:pt x="545" y="937"/>
                      <a:pt x="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1" name="Google Shape;1381;p30"/>
              <p:cNvSpPr/>
              <p:nvPr/>
            </p:nvSpPr>
            <p:spPr>
              <a:xfrm>
                <a:off x="6616092" y="3297518"/>
                <a:ext cx="109265" cy="184709"/>
              </a:xfrm>
              <a:custGeom>
                <a:rect b="b" l="l" r="r" t="t"/>
                <a:pathLst>
                  <a:path extrusionOk="0" h="3102" w="1835">
                    <a:moveTo>
                      <a:pt x="1771" y="1"/>
                    </a:moveTo>
                    <a:cubicBezTo>
                      <a:pt x="1757" y="1"/>
                      <a:pt x="1738" y="5"/>
                      <a:pt x="1715" y="14"/>
                    </a:cubicBezTo>
                    <a:cubicBezTo>
                      <a:pt x="1640" y="45"/>
                      <a:pt x="1569" y="115"/>
                      <a:pt x="1482" y="115"/>
                    </a:cubicBezTo>
                    <a:cubicBezTo>
                      <a:pt x="1461" y="115"/>
                      <a:pt x="1439" y="111"/>
                      <a:pt x="1416" y="101"/>
                    </a:cubicBezTo>
                    <a:cubicBezTo>
                      <a:pt x="1312" y="281"/>
                      <a:pt x="1225" y="466"/>
                      <a:pt x="1105" y="635"/>
                    </a:cubicBezTo>
                    <a:cubicBezTo>
                      <a:pt x="1060" y="698"/>
                      <a:pt x="1007" y="747"/>
                      <a:pt x="959" y="747"/>
                    </a:cubicBezTo>
                    <a:cubicBezTo>
                      <a:pt x="915" y="747"/>
                      <a:pt x="875" y="706"/>
                      <a:pt x="849" y="597"/>
                    </a:cubicBezTo>
                    <a:cubicBezTo>
                      <a:pt x="735" y="842"/>
                      <a:pt x="572" y="1060"/>
                      <a:pt x="512" y="1326"/>
                    </a:cubicBezTo>
                    <a:cubicBezTo>
                      <a:pt x="675" y="1397"/>
                      <a:pt x="648" y="1528"/>
                      <a:pt x="604" y="1658"/>
                    </a:cubicBezTo>
                    <a:cubicBezTo>
                      <a:pt x="517" y="1952"/>
                      <a:pt x="376" y="2219"/>
                      <a:pt x="212" y="2481"/>
                    </a:cubicBezTo>
                    <a:cubicBezTo>
                      <a:pt x="93" y="2666"/>
                      <a:pt x="0" y="2862"/>
                      <a:pt x="17" y="3101"/>
                    </a:cubicBezTo>
                    <a:cubicBezTo>
                      <a:pt x="55" y="3090"/>
                      <a:pt x="87" y="3090"/>
                      <a:pt x="98" y="3074"/>
                    </a:cubicBezTo>
                    <a:cubicBezTo>
                      <a:pt x="795" y="2154"/>
                      <a:pt x="1710" y="1359"/>
                      <a:pt x="1835" y="107"/>
                    </a:cubicBezTo>
                    <a:cubicBezTo>
                      <a:pt x="1822" y="56"/>
                      <a:pt x="1823" y="1"/>
                      <a:pt x="17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2" name="Google Shape;1382;p30"/>
              <p:cNvSpPr/>
              <p:nvPr/>
            </p:nvSpPr>
            <p:spPr>
              <a:xfrm>
                <a:off x="5844254" y="1794870"/>
                <a:ext cx="146898" cy="126593"/>
              </a:xfrm>
              <a:custGeom>
                <a:rect b="b" l="l" r="r" t="t"/>
                <a:pathLst>
                  <a:path extrusionOk="0" h="2126" w="2467">
                    <a:moveTo>
                      <a:pt x="152" y="0"/>
                    </a:moveTo>
                    <a:cubicBezTo>
                      <a:pt x="60" y="71"/>
                      <a:pt x="33" y="169"/>
                      <a:pt x="11" y="278"/>
                    </a:cubicBezTo>
                    <a:cubicBezTo>
                      <a:pt x="0" y="458"/>
                      <a:pt x="93" y="583"/>
                      <a:pt x="207" y="708"/>
                    </a:cubicBezTo>
                    <a:cubicBezTo>
                      <a:pt x="561" y="1089"/>
                      <a:pt x="1007" y="1345"/>
                      <a:pt x="1432" y="1633"/>
                    </a:cubicBezTo>
                    <a:lnTo>
                      <a:pt x="1426" y="1628"/>
                    </a:lnTo>
                    <a:lnTo>
                      <a:pt x="1426" y="1628"/>
                    </a:lnTo>
                    <a:cubicBezTo>
                      <a:pt x="1562" y="1748"/>
                      <a:pt x="1704" y="1868"/>
                      <a:pt x="1846" y="1987"/>
                    </a:cubicBezTo>
                    <a:cubicBezTo>
                      <a:pt x="1872" y="1961"/>
                      <a:pt x="1894" y="1951"/>
                      <a:pt x="1913" y="1951"/>
                    </a:cubicBezTo>
                    <a:cubicBezTo>
                      <a:pt x="1958" y="1951"/>
                      <a:pt x="1986" y="2006"/>
                      <a:pt x="2009" y="2036"/>
                    </a:cubicBezTo>
                    <a:cubicBezTo>
                      <a:pt x="2056" y="2101"/>
                      <a:pt x="2095" y="2125"/>
                      <a:pt x="2133" y="2125"/>
                    </a:cubicBezTo>
                    <a:cubicBezTo>
                      <a:pt x="2188" y="2125"/>
                      <a:pt x="2239" y="2075"/>
                      <a:pt x="2303" y="2020"/>
                    </a:cubicBezTo>
                    <a:cubicBezTo>
                      <a:pt x="2466" y="1884"/>
                      <a:pt x="2297" y="1846"/>
                      <a:pt x="2254" y="1780"/>
                    </a:cubicBezTo>
                    <a:cubicBezTo>
                      <a:pt x="2042" y="1486"/>
                      <a:pt x="1704" y="1394"/>
                      <a:pt x="1388" y="1274"/>
                    </a:cubicBezTo>
                    <a:cubicBezTo>
                      <a:pt x="1258" y="1225"/>
                      <a:pt x="1160" y="1149"/>
                      <a:pt x="1149" y="1002"/>
                    </a:cubicBezTo>
                    <a:cubicBezTo>
                      <a:pt x="1138" y="855"/>
                      <a:pt x="1252" y="806"/>
                      <a:pt x="1356" y="746"/>
                    </a:cubicBezTo>
                    <a:cubicBezTo>
                      <a:pt x="1486" y="664"/>
                      <a:pt x="1666" y="643"/>
                      <a:pt x="1742" y="436"/>
                    </a:cubicBezTo>
                    <a:cubicBezTo>
                      <a:pt x="1350" y="387"/>
                      <a:pt x="974" y="338"/>
                      <a:pt x="599" y="278"/>
                    </a:cubicBezTo>
                    <a:cubicBezTo>
                      <a:pt x="495" y="262"/>
                      <a:pt x="299" y="311"/>
                      <a:pt x="370" y="82"/>
                    </a:cubicBezTo>
                    <a:cubicBezTo>
                      <a:pt x="357" y="74"/>
                      <a:pt x="341" y="71"/>
                      <a:pt x="325" y="71"/>
                    </a:cubicBezTo>
                    <a:cubicBezTo>
                      <a:pt x="294" y="71"/>
                      <a:pt x="261" y="80"/>
                      <a:pt x="231" y="80"/>
                    </a:cubicBezTo>
                    <a:cubicBezTo>
                      <a:pt x="195" y="80"/>
                      <a:pt x="165" y="66"/>
                      <a:pt x="1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3" name="Google Shape;1383;p30"/>
              <p:cNvSpPr/>
              <p:nvPr/>
            </p:nvSpPr>
            <p:spPr>
              <a:xfrm>
                <a:off x="6028013" y="4533400"/>
                <a:ext cx="133619" cy="235739"/>
              </a:xfrm>
              <a:custGeom>
                <a:rect b="b" l="l" r="r" t="t"/>
                <a:pathLst>
                  <a:path extrusionOk="0" h="3959" w="2244">
                    <a:moveTo>
                      <a:pt x="93" y="1"/>
                    </a:moveTo>
                    <a:cubicBezTo>
                      <a:pt x="61" y="23"/>
                      <a:pt x="33" y="39"/>
                      <a:pt x="1" y="61"/>
                    </a:cubicBezTo>
                    <a:cubicBezTo>
                      <a:pt x="453" y="1498"/>
                      <a:pt x="1721" y="2489"/>
                      <a:pt x="2118" y="3959"/>
                    </a:cubicBezTo>
                    <a:cubicBezTo>
                      <a:pt x="2151" y="3942"/>
                      <a:pt x="2184" y="3926"/>
                      <a:pt x="2216" y="3915"/>
                    </a:cubicBezTo>
                    <a:cubicBezTo>
                      <a:pt x="2227" y="3812"/>
                      <a:pt x="2233" y="3714"/>
                      <a:pt x="2244" y="3616"/>
                    </a:cubicBezTo>
                    <a:cubicBezTo>
                      <a:pt x="2151" y="3191"/>
                      <a:pt x="1988" y="2794"/>
                      <a:pt x="1770" y="2413"/>
                    </a:cubicBezTo>
                    <a:cubicBezTo>
                      <a:pt x="1384" y="1743"/>
                      <a:pt x="899" y="1139"/>
                      <a:pt x="447" y="513"/>
                    </a:cubicBezTo>
                    <a:cubicBezTo>
                      <a:pt x="327" y="344"/>
                      <a:pt x="213" y="170"/>
                      <a:pt x="9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4" name="Google Shape;1384;p30"/>
              <p:cNvSpPr/>
              <p:nvPr/>
            </p:nvSpPr>
            <p:spPr>
              <a:xfrm>
                <a:off x="6025453" y="4347675"/>
                <a:ext cx="64249" cy="208169"/>
              </a:xfrm>
              <a:custGeom>
                <a:rect b="b" l="l" r="r" t="t"/>
                <a:pathLst>
                  <a:path extrusionOk="0" h="3496" w="1079">
                    <a:moveTo>
                      <a:pt x="365" y="1"/>
                    </a:moveTo>
                    <a:lnTo>
                      <a:pt x="365" y="1"/>
                    </a:lnTo>
                    <a:cubicBezTo>
                      <a:pt x="0" y="670"/>
                      <a:pt x="44" y="1498"/>
                      <a:pt x="452" y="2276"/>
                    </a:cubicBezTo>
                    <a:cubicBezTo>
                      <a:pt x="632" y="2614"/>
                      <a:pt x="751" y="2962"/>
                      <a:pt x="566" y="3343"/>
                    </a:cubicBezTo>
                    <a:cubicBezTo>
                      <a:pt x="504" y="3475"/>
                      <a:pt x="563" y="3485"/>
                      <a:pt x="631" y="3485"/>
                    </a:cubicBezTo>
                    <a:cubicBezTo>
                      <a:pt x="644" y="3485"/>
                      <a:pt x="657" y="3485"/>
                      <a:pt x="670" y="3485"/>
                    </a:cubicBezTo>
                    <a:cubicBezTo>
                      <a:pt x="695" y="3485"/>
                      <a:pt x="719" y="3486"/>
                      <a:pt x="735" y="3496"/>
                    </a:cubicBezTo>
                    <a:cubicBezTo>
                      <a:pt x="882" y="3457"/>
                      <a:pt x="915" y="3338"/>
                      <a:pt x="953" y="3207"/>
                    </a:cubicBezTo>
                    <a:cubicBezTo>
                      <a:pt x="1078" y="2804"/>
                      <a:pt x="1018" y="2412"/>
                      <a:pt x="817" y="2058"/>
                    </a:cubicBezTo>
                    <a:cubicBezTo>
                      <a:pt x="566" y="1623"/>
                      <a:pt x="474" y="1149"/>
                      <a:pt x="425" y="659"/>
                    </a:cubicBezTo>
                    <a:cubicBezTo>
                      <a:pt x="311" y="458"/>
                      <a:pt x="398" y="235"/>
                      <a:pt x="3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5" name="Google Shape;1385;p30"/>
              <p:cNvSpPr/>
              <p:nvPr/>
            </p:nvSpPr>
            <p:spPr>
              <a:xfrm>
                <a:off x="6073388" y="1453193"/>
                <a:ext cx="189710" cy="227581"/>
              </a:xfrm>
              <a:custGeom>
                <a:rect b="b" l="l" r="r" t="t"/>
                <a:pathLst>
                  <a:path extrusionOk="0" h="3822" w="3186">
                    <a:moveTo>
                      <a:pt x="1" y="0"/>
                    </a:moveTo>
                    <a:cubicBezTo>
                      <a:pt x="34" y="44"/>
                      <a:pt x="61" y="98"/>
                      <a:pt x="99" y="142"/>
                    </a:cubicBezTo>
                    <a:cubicBezTo>
                      <a:pt x="1024" y="1291"/>
                      <a:pt x="2070" y="2330"/>
                      <a:pt x="2919" y="3539"/>
                    </a:cubicBezTo>
                    <a:cubicBezTo>
                      <a:pt x="2990" y="3642"/>
                      <a:pt x="3088" y="3729"/>
                      <a:pt x="3175" y="3822"/>
                    </a:cubicBezTo>
                    <a:cubicBezTo>
                      <a:pt x="3186" y="3670"/>
                      <a:pt x="3099" y="3555"/>
                      <a:pt x="3028" y="3435"/>
                    </a:cubicBezTo>
                    <a:cubicBezTo>
                      <a:pt x="2554" y="2679"/>
                      <a:pt x="2015" y="1966"/>
                      <a:pt x="1405" y="1312"/>
                    </a:cubicBezTo>
                    <a:cubicBezTo>
                      <a:pt x="970" y="844"/>
                      <a:pt x="540" y="365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6" name="Google Shape;1386;p30"/>
              <p:cNvSpPr/>
              <p:nvPr/>
            </p:nvSpPr>
            <p:spPr>
              <a:xfrm>
                <a:off x="5157984" y="1697571"/>
                <a:ext cx="138442" cy="189710"/>
              </a:xfrm>
              <a:custGeom>
                <a:rect b="b" l="l" r="r" t="t"/>
                <a:pathLst>
                  <a:path extrusionOk="0" h="3186" w="2325">
                    <a:moveTo>
                      <a:pt x="114" y="0"/>
                    </a:moveTo>
                    <a:cubicBezTo>
                      <a:pt x="75" y="0"/>
                      <a:pt x="37" y="20"/>
                      <a:pt x="0" y="77"/>
                    </a:cubicBezTo>
                    <a:cubicBezTo>
                      <a:pt x="1094" y="867"/>
                      <a:pt x="1867" y="1896"/>
                      <a:pt x="2281" y="3186"/>
                    </a:cubicBezTo>
                    <a:cubicBezTo>
                      <a:pt x="2292" y="3153"/>
                      <a:pt x="2325" y="3120"/>
                      <a:pt x="2319" y="3093"/>
                    </a:cubicBezTo>
                    <a:cubicBezTo>
                      <a:pt x="2118" y="1759"/>
                      <a:pt x="1405" y="769"/>
                      <a:pt x="272" y="66"/>
                    </a:cubicBezTo>
                    <a:cubicBezTo>
                      <a:pt x="222" y="38"/>
                      <a:pt x="168" y="0"/>
                      <a:pt x="1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7" name="Google Shape;1387;p30"/>
              <p:cNvSpPr/>
              <p:nvPr/>
            </p:nvSpPr>
            <p:spPr>
              <a:xfrm>
                <a:off x="5254865" y="2025671"/>
                <a:ext cx="104442" cy="76575"/>
              </a:xfrm>
              <a:custGeom>
                <a:rect b="b" l="l" r="r" t="t"/>
                <a:pathLst>
                  <a:path extrusionOk="0" h="1286" w="1754">
                    <a:moveTo>
                      <a:pt x="1754" y="0"/>
                    </a:moveTo>
                    <a:lnTo>
                      <a:pt x="1754" y="0"/>
                    </a:lnTo>
                    <a:cubicBezTo>
                      <a:pt x="1618" y="158"/>
                      <a:pt x="1482" y="294"/>
                      <a:pt x="1291" y="365"/>
                    </a:cubicBezTo>
                    <a:cubicBezTo>
                      <a:pt x="1046" y="469"/>
                      <a:pt x="785" y="545"/>
                      <a:pt x="545" y="670"/>
                    </a:cubicBezTo>
                    <a:cubicBezTo>
                      <a:pt x="295" y="801"/>
                      <a:pt x="12" y="931"/>
                      <a:pt x="1" y="1285"/>
                    </a:cubicBezTo>
                    <a:cubicBezTo>
                      <a:pt x="137" y="1225"/>
                      <a:pt x="284" y="1182"/>
                      <a:pt x="409" y="1100"/>
                    </a:cubicBezTo>
                    <a:cubicBezTo>
                      <a:pt x="556" y="1004"/>
                      <a:pt x="694" y="950"/>
                      <a:pt x="823" y="950"/>
                    </a:cubicBezTo>
                    <a:cubicBezTo>
                      <a:pt x="986" y="950"/>
                      <a:pt x="1136" y="1036"/>
                      <a:pt x="1269" y="1231"/>
                    </a:cubicBezTo>
                    <a:cubicBezTo>
                      <a:pt x="1547" y="866"/>
                      <a:pt x="1656" y="441"/>
                      <a:pt x="17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8" name="Google Shape;1388;p30"/>
              <p:cNvSpPr/>
              <p:nvPr/>
            </p:nvSpPr>
            <p:spPr>
              <a:xfrm>
                <a:off x="6543148" y="3607516"/>
                <a:ext cx="86936" cy="80267"/>
              </a:xfrm>
              <a:custGeom>
                <a:rect b="b" l="l" r="r" t="t"/>
                <a:pathLst>
                  <a:path extrusionOk="0" h="1348" w="1460">
                    <a:moveTo>
                      <a:pt x="318" y="0"/>
                    </a:moveTo>
                    <a:cubicBezTo>
                      <a:pt x="299" y="0"/>
                      <a:pt x="279" y="8"/>
                      <a:pt x="256" y="29"/>
                    </a:cubicBezTo>
                    <a:cubicBezTo>
                      <a:pt x="76" y="198"/>
                      <a:pt x="0" y="878"/>
                      <a:pt x="142" y="1085"/>
                    </a:cubicBezTo>
                    <a:cubicBezTo>
                      <a:pt x="240" y="1233"/>
                      <a:pt x="581" y="1347"/>
                      <a:pt x="838" y="1347"/>
                    </a:cubicBezTo>
                    <a:cubicBezTo>
                      <a:pt x="922" y="1347"/>
                      <a:pt x="996" y="1335"/>
                      <a:pt x="1051" y="1308"/>
                    </a:cubicBezTo>
                    <a:cubicBezTo>
                      <a:pt x="1274" y="1194"/>
                      <a:pt x="1459" y="791"/>
                      <a:pt x="1367" y="628"/>
                    </a:cubicBezTo>
                    <a:cubicBezTo>
                      <a:pt x="1364" y="628"/>
                      <a:pt x="1362" y="628"/>
                      <a:pt x="1359" y="628"/>
                    </a:cubicBezTo>
                    <a:cubicBezTo>
                      <a:pt x="1144" y="628"/>
                      <a:pt x="1159" y="852"/>
                      <a:pt x="1046" y="955"/>
                    </a:cubicBezTo>
                    <a:cubicBezTo>
                      <a:pt x="937" y="1055"/>
                      <a:pt x="838" y="1185"/>
                      <a:pt x="689" y="1185"/>
                    </a:cubicBezTo>
                    <a:cubicBezTo>
                      <a:pt x="644" y="1185"/>
                      <a:pt x="595" y="1173"/>
                      <a:pt x="539" y="1145"/>
                    </a:cubicBezTo>
                    <a:cubicBezTo>
                      <a:pt x="300" y="1025"/>
                      <a:pt x="294" y="835"/>
                      <a:pt x="349" y="612"/>
                    </a:cubicBezTo>
                    <a:cubicBezTo>
                      <a:pt x="392" y="432"/>
                      <a:pt x="490" y="263"/>
                      <a:pt x="441" y="67"/>
                    </a:cubicBezTo>
                    <a:cubicBezTo>
                      <a:pt x="399" y="44"/>
                      <a:pt x="363" y="0"/>
                      <a:pt x="3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9" name="Google Shape;1389;p30"/>
              <p:cNvSpPr/>
              <p:nvPr/>
            </p:nvSpPr>
            <p:spPr>
              <a:xfrm>
                <a:off x="5272074" y="1765037"/>
                <a:ext cx="121591" cy="150768"/>
              </a:xfrm>
              <a:custGeom>
                <a:rect b="b" l="l" r="r" t="t"/>
                <a:pathLst>
                  <a:path extrusionOk="0" h="2532" w="2042">
                    <a:moveTo>
                      <a:pt x="77" y="0"/>
                    </a:moveTo>
                    <a:cubicBezTo>
                      <a:pt x="0" y="185"/>
                      <a:pt x="158" y="267"/>
                      <a:pt x="256" y="365"/>
                    </a:cubicBezTo>
                    <a:cubicBezTo>
                      <a:pt x="447" y="567"/>
                      <a:pt x="670" y="746"/>
                      <a:pt x="757" y="1029"/>
                    </a:cubicBezTo>
                    <a:cubicBezTo>
                      <a:pt x="882" y="1448"/>
                      <a:pt x="1144" y="1802"/>
                      <a:pt x="1345" y="2183"/>
                    </a:cubicBezTo>
                    <a:cubicBezTo>
                      <a:pt x="1454" y="2389"/>
                      <a:pt x="1627" y="2531"/>
                      <a:pt x="1860" y="2531"/>
                    </a:cubicBezTo>
                    <a:cubicBezTo>
                      <a:pt x="1917" y="2531"/>
                      <a:pt x="1978" y="2523"/>
                      <a:pt x="2042" y="2505"/>
                    </a:cubicBezTo>
                    <a:cubicBezTo>
                      <a:pt x="1465" y="2249"/>
                      <a:pt x="1252" y="1693"/>
                      <a:pt x="980" y="1198"/>
                    </a:cubicBezTo>
                    <a:cubicBezTo>
                      <a:pt x="735" y="752"/>
                      <a:pt x="485" y="316"/>
                      <a:pt x="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0" name="Google Shape;1390;p30"/>
              <p:cNvSpPr/>
              <p:nvPr/>
            </p:nvSpPr>
            <p:spPr>
              <a:xfrm>
                <a:off x="6338904" y="3696776"/>
                <a:ext cx="75563" cy="48351"/>
              </a:xfrm>
              <a:custGeom>
                <a:rect b="b" l="l" r="r" t="t"/>
                <a:pathLst>
                  <a:path extrusionOk="0" h="812" w="1269">
                    <a:moveTo>
                      <a:pt x="665" y="0"/>
                    </a:moveTo>
                    <a:lnTo>
                      <a:pt x="665" y="0"/>
                    </a:lnTo>
                    <a:cubicBezTo>
                      <a:pt x="496" y="82"/>
                      <a:pt x="360" y="142"/>
                      <a:pt x="229" y="218"/>
                    </a:cubicBezTo>
                    <a:cubicBezTo>
                      <a:pt x="66" y="316"/>
                      <a:pt x="1" y="474"/>
                      <a:pt x="88" y="637"/>
                    </a:cubicBezTo>
                    <a:cubicBezTo>
                      <a:pt x="147" y="756"/>
                      <a:pt x="242" y="812"/>
                      <a:pt x="363" y="812"/>
                    </a:cubicBezTo>
                    <a:cubicBezTo>
                      <a:pt x="407" y="812"/>
                      <a:pt x="455" y="804"/>
                      <a:pt x="507" y="789"/>
                    </a:cubicBezTo>
                    <a:cubicBezTo>
                      <a:pt x="719" y="730"/>
                      <a:pt x="877" y="593"/>
                      <a:pt x="1051" y="479"/>
                    </a:cubicBezTo>
                    <a:cubicBezTo>
                      <a:pt x="1089" y="370"/>
                      <a:pt x="1269" y="338"/>
                      <a:pt x="1204" y="180"/>
                    </a:cubicBezTo>
                    <a:lnTo>
                      <a:pt x="1204" y="180"/>
                    </a:lnTo>
                    <a:cubicBezTo>
                      <a:pt x="910" y="201"/>
                      <a:pt x="692" y="457"/>
                      <a:pt x="387" y="463"/>
                    </a:cubicBezTo>
                    <a:cubicBezTo>
                      <a:pt x="420" y="272"/>
                      <a:pt x="648" y="223"/>
                      <a:pt x="6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1" name="Google Shape;1391;p30"/>
              <p:cNvSpPr/>
              <p:nvPr/>
            </p:nvSpPr>
            <p:spPr>
              <a:xfrm>
                <a:off x="5393310" y="1850605"/>
                <a:ext cx="47041" cy="62939"/>
              </a:xfrm>
              <a:custGeom>
                <a:rect b="b" l="l" r="r" t="t"/>
                <a:pathLst>
                  <a:path extrusionOk="0" h="1057" w="790">
                    <a:moveTo>
                      <a:pt x="271" y="1"/>
                    </a:moveTo>
                    <a:cubicBezTo>
                      <a:pt x="231" y="1"/>
                      <a:pt x="195" y="41"/>
                      <a:pt x="153" y="104"/>
                    </a:cubicBezTo>
                    <a:cubicBezTo>
                      <a:pt x="0" y="349"/>
                      <a:pt x="22" y="823"/>
                      <a:pt x="213" y="1057"/>
                    </a:cubicBezTo>
                    <a:cubicBezTo>
                      <a:pt x="409" y="861"/>
                      <a:pt x="115" y="578"/>
                      <a:pt x="343" y="382"/>
                    </a:cubicBezTo>
                    <a:lnTo>
                      <a:pt x="343" y="382"/>
                    </a:lnTo>
                    <a:cubicBezTo>
                      <a:pt x="447" y="452"/>
                      <a:pt x="485" y="594"/>
                      <a:pt x="621" y="638"/>
                    </a:cubicBezTo>
                    <a:cubicBezTo>
                      <a:pt x="658" y="651"/>
                      <a:pt x="692" y="662"/>
                      <a:pt x="719" y="662"/>
                    </a:cubicBezTo>
                    <a:cubicBezTo>
                      <a:pt x="760" y="662"/>
                      <a:pt x="787" y="637"/>
                      <a:pt x="790" y="556"/>
                    </a:cubicBezTo>
                    <a:cubicBezTo>
                      <a:pt x="654" y="403"/>
                      <a:pt x="512" y="251"/>
                      <a:pt x="387" y="88"/>
                    </a:cubicBezTo>
                    <a:cubicBezTo>
                      <a:pt x="341" y="27"/>
                      <a:pt x="304" y="1"/>
                      <a:pt x="27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2" name="Google Shape;1392;p30"/>
              <p:cNvSpPr/>
              <p:nvPr/>
            </p:nvSpPr>
            <p:spPr>
              <a:xfrm>
                <a:off x="6636814" y="3651520"/>
                <a:ext cx="27629" cy="68953"/>
              </a:xfrm>
              <a:custGeom>
                <a:rect b="b" l="l" r="r" t="t"/>
                <a:pathLst>
                  <a:path extrusionOk="0" h="1158" w="464">
                    <a:moveTo>
                      <a:pt x="124" y="0"/>
                    </a:moveTo>
                    <a:cubicBezTo>
                      <a:pt x="111" y="0"/>
                      <a:pt x="97" y="3"/>
                      <a:pt x="82" y="9"/>
                    </a:cubicBezTo>
                    <a:cubicBezTo>
                      <a:pt x="6" y="41"/>
                      <a:pt x="1" y="118"/>
                      <a:pt x="28" y="188"/>
                    </a:cubicBezTo>
                    <a:cubicBezTo>
                      <a:pt x="137" y="504"/>
                      <a:pt x="44" y="836"/>
                      <a:pt x="82" y="1157"/>
                    </a:cubicBezTo>
                    <a:cubicBezTo>
                      <a:pt x="387" y="983"/>
                      <a:pt x="463" y="608"/>
                      <a:pt x="295" y="101"/>
                    </a:cubicBezTo>
                    <a:cubicBezTo>
                      <a:pt x="235" y="78"/>
                      <a:pt x="194" y="0"/>
                      <a:pt x="1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3" name="Google Shape;1393;p30"/>
              <p:cNvSpPr/>
              <p:nvPr/>
            </p:nvSpPr>
            <p:spPr>
              <a:xfrm>
                <a:off x="5456787" y="1857274"/>
                <a:ext cx="32869" cy="45016"/>
              </a:xfrm>
              <a:custGeom>
                <a:rect b="b" l="l" r="r" t="t"/>
                <a:pathLst>
                  <a:path extrusionOk="0" h="756" w="552">
                    <a:moveTo>
                      <a:pt x="103" y="1"/>
                    </a:moveTo>
                    <a:cubicBezTo>
                      <a:pt x="34" y="1"/>
                      <a:pt x="0" y="73"/>
                      <a:pt x="7" y="232"/>
                    </a:cubicBezTo>
                    <a:cubicBezTo>
                      <a:pt x="12" y="346"/>
                      <a:pt x="12" y="466"/>
                      <a:pt x="12" y="580"/>
                    </a:cubicBezTo>
                    <a:cubicBezTo>
                      <a:pt x="86" y="584"/>
                      <a:pt x="137" y="755"/>
                      <a:pt x="189" y="755"/>
                    </a:cubicBezTo>
                    <a:cubicBezTo>
                      <a:pt x="206" y="755"/>
                      <a:pt x="223" y="736"/>
                      <a:pt x="241" y="683"/>
                    </a:cubicBezTo>
                    <a:cubicBezTo>
                      <a:pt x="283" y="566"/>
                      <a:pt x="335" y="537"/>
                      <a:pt x="394" y="537"/>
                    </a:cubicBezTo>
                    <a:cubicBezTo>
                      <a:pt x="442" y="537"/>
                      <a:pt x="495" y="556"/>
                      <a:pt x="551" y="564"/>
                    </a:cubicBezTo>
                    <a:cubicBezTo>
                      <a:pt x="475" y="302"/>
                      <a:pt x="475" y="302"/>
                      <a:pt x="290" y="95"/>
                    </a:cubicBezTo>
                    <a:cubicBezTo>
                      <a:pt x="213" y="34"/>
                      <a:pt x="150" y="1"/>
                      <a:pt x="1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4" name="Google Shape;1394;p30"/>
              <p:cNvSpPr/>
              <p:nvPr/>
            </p:nvSpPr>
            <p:spPr>
              <a:xfrm>
                <a:off x="7282235" y="259947"/>
                <a:ext cx="45433" cy="47338"/>
              </a:xfrm>
              <a:custGeom>
                <a:rect b="b" l="l" r="r" t="t"/>
                <a:pathLst>
                  <a:path extrusionOk="0" h="795" w="763">
                    <a:moveTo>
                      <a:pt x="763" y="0"/>
                    </a:moveTo>
                    <a:cubicBezTo>
                      <a:pt x="507" y="267"/>
                      <a:pt x="251" y="528"/>
                      <a:pt x="1" y="795"/>
                    </a:cubicBezTo>
                    <a:cubicBezTo>
                      <a:pt x="409" y="724"/>
                      <a:pt x="665" y="457"/>
                      <a:pt x="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5" name="Google Shape;1395;p30"/>
              <p:cNvSpPr/>
              <p:nvPr/>
            </p:nvSpPr>
            <p:spPr>
              <a:xfrm>
                <a:off x="8214252" y="3561248"/>
                <a:ext cx="23699" cy="49661"/>
              </a:xfrm>
              <a:custGeom>
                <a:rect b="b" l="l" r="r" t="t"/>
                <a:pathLst>
                  <a:path extrusionOk="0" h="834" w="398">
                    <a:moveTo>
                      <a:pt x="397" y="0"/>
                    </a:moveTo>
                    <a:lnTo>
                      <a:pt x="397" y="0"/>
                    </a:lnTo>
                    <a:cubicBezTo>
                      <a:pt x="142" y="218"/>
                      <a:pt x="87" y="490"/>
                      <a:pt x="0" y="833"/>
                    </a:cubicBezTo>
                    <a:cubicBezTo>
                      <a:pt x="251" y="567"/>
                      <a:pt x="354" y="322"/>
                      <a:pt x="397" y="0"/>
                    </a:cubicBezTo>
                    <a:close/>
                  </a:path>
                </a:pathLst>
              </a:custGeom>
              <a:solidFill>
                <a:srgbClr val="4F4F4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6" name="Google Shape;1396;p30"/>
              <p:cNvSpPr/>
              <p:nvPr/>
            </p:nvSpPr>
            <p:spPr>
              <a:xfrm>
                <a:off x="5927559" y="1849652"/>
                <a:ext cx="27272" cy="16911"/>
              </a:xfrm>
              <a:custGeom>
                <a:rect b="b" l="l" r="r" t="t"/>
                <a:pathLst>
                  <a:path extrusionOk="0" h="284" w="458">
                    <a:moveTo>
                      <a:pt x="158" y="0"/>
                    </a:moveTo>
                    <a:cubicBezTo>
                      <a:pt x="109" y="38"/>
                      <a:pt x="16" y="76"/>
                      <a:pt x="11" y="120"/>
                    </a:cubicBezTo>
                    <a:cubicBezTo>
                      <a:pt x="0" y="202"/>
                      <a:pt x="98" y="207"/>
                      <a:pt x="163" y="218"/>
                    </a:cubicBezTo>
                    <a:cubicBezTo>
                      <a:pt x="261" y="245"/>
                      <a:pt x="359" y="262"/>
                      <a:pt x="457" y="283"/>
                    </a:cubicBezTo>
                    <a:cubicBezTo>
                      <a:pt x="414" y="125"/>
                      <a:pt x="202" y="158"/>
                      <a:pt x="158" y="0"/>
                    </a:cubicBezTo>
                    <a:close/>
                  </a:path>
                </a:pathLst>
              </a:custGeom>
              <a:solidFill>
                <a:srgbClr val="2323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7" name="Google Shape;1397;p30"/>
              <p:cNvSpPr/>
              <p:nvPr/>
            </p:nvSpPr>
            <p:spPr>
              <a:xfrm>
                <a:off x="6766505" y="578936"/>
                <a:ext cx="1788791" cy="2144335"/>
              </a:xfrm>
              <a:custGeom>
                <a:rect b="b" l="l" r="r" t="t"/>
                <a:pathLst>
                  <a:path extrusionOk="0" h="36012" w="30041">
                    <a:moveTo>
                      <a:pt x="15832" y="1"/>
                    </a:moveTo>
                    <a:cubicBezTo>
                      <a:pt x="15774" y="1"/>
                      <a:pt x="15736" y="72"/>
                      <a:pt x="15695" y="109"/>
                    </a:cubicBezTo>
                    <a:cubicBezTo>
                      <a:pt x="15211" y="506"/>
                      <a:pt x="14650" y="735"/>
                      <a:pt x="14035" y="827"/>
                    </a:cubicBezTo>
                    <a:cubicBezTo>
                      <a:pt x="13458" y="920"/>
                      <a:pt x="12875" y="1002"/>
                      <a:pt x="12298" y="1094"/>
                    </a:cubicBezTo>
                    <a:cubicBezTo>
                      <a:pt x="12021" y="1143"/>
                      <a:pt x="11770" y="1219"/>
                      <a:pt x="11536" y="1415"/>
                    </a:cubicBezTo>
                    <a:cubicBezTo>
                      <a:pt x="11237" y="1671"/>
                      <a:pt x="10992" y="2009"/>
                      <a:pt x="10567" y="2096"/>
                    </a:cubicBezTo>
                    <a:cubicBezTo>
                      <a:pt x="10330" y="2141"/>
                      <a:pt x="10098" y="2168"/>
                      <a:pt x="9869" y="2168"/>
                    </a:cubicBezTo>
                    <a:cubicBezTo>
                      <a:pt x="9486" y="2168"/>
                      <a:pt x="9113" y="2092"/>
                      <a:pt x="8749" y="1894"/>
                    </a:cubicBezTo>
                    <a:cubicBezTo>
                      <a:pt x="7987" y="1475"/>
                      <a:pt x="7181" y="1154"/>
                      <a:pt x="6315" y="985"/>
                    </a:cubicBezTo>
                    <a:cubicBezTo>
                      <a:pt x="6187" y="960"/>
                      <a:pt x="6070" y="947"/>
                      <a:pt x="5962" y="947"/>
                    </a:cubicBezTo>
                    <a:cubicBezTo>
                      <a:pt x="5580" y="947"/>
                      <a:pt x="5304" y="1111"/>
                      <a:pt x="5041" y="1497"/>
                    </a:cubicBezTo>
                    <a:cubicBezTo>
                      <a:pt x="4938" y="1649"/>
                      <a:pt x="4840" y="1813"/>
                      <a:pt x="4715" y="1954"/>
                    </a:cubicBezTo>
                    <a:cubicBezTo>
                      <a:pt x="4268" y="2477"/>
                      <a:pt x="3642" y="2466"/>
                      <a:pt x="3032" y="2510"/>
                    </a:cubicBezTo>
                    <a:cubicBezTo>
                      <a:pt x="3022" y="2510"/>
                      <a:pt x="3011" y="2511"/>
                      <a:pt x="3000" y="2511"/>
                    </a:cubicBezTo>
                    <a:cubicBezTo>
                      <a:pt x="2957" y="2511"/>
                      <a:pt x="2909" y="2505"/>
                      <a:pt x="2863" y="2505"/>
                    </a:cubicBezTo>
                    <a:cubicBezTo>
                      <a:pt x="2785" y="2505"/>
                      <a:pt x="2715" y="2522"/>
                      <a:pt x="2690" y="2613"/>
                    </a:cubicBezTo>
                    <a:cubicBezTo>
                      <a:pt x="2651" y="2771"/>
                      <a:pt x="2777" y="2918"/>
                      <a:pt x="2924" y="2967"/>
                    </a:cubicBezTo>
                    <a:cubicBezTo>
                      <a:pt x="3669" y="3250"/>
                      <a:pt x="4415" y="3544"/>
                      <a:pt x="5216" y="3647"/>
                    </a:cubicBezTo>
                    <a:cubicBezTo>
                      <a:pt x="5771" y="3718"/>
                      <a:pt x="6332" y="3783"/>
                      <a:pt x="6887" y="3876"/>
                    </a:cubicBezTo>
                    <a:cubicBezTo>
                      <a:pt x="7045" y="3898"/>
                      <a:pt x="7203" y="3990"/>
                      <a:pt x="7235" y="4181"/>
                    </a:cubicBezTo>
                    <a:cubicBezTo>
                      <a:pt x="7257" y="4301"/>
                      <a:pt x="7186" y="4388"/>
                      <a:pt x="7094" y="4448"/>
                    </a:cubicBezTo>
                    <a:cubicBezTo>
                      <a:pt x="7047" y="4480"/>
                      <a:pt x="7005" y="4493"/>
                      <a:pt x="6965" y="4493"/>
                    </a:cubicBezTo>
                    <a:cubicBezTo>
                      <a:pt x="6877" y="4493"/>
                      <a:pt x="6800" y="4431"/>
                      <a:pt x="6718" y="4371"/>
                    </a:cubicBezTo>
                    <a:cubicBezTo>
                      <a:pt x="6639" y="4307"/>
                      <a:pt x="6549" y="4263"/>
                      <a:pt x="6463" y="4263"/>
                    </a:cubicBezTo>
                    <a:cubicBezTo>
                      <a:pt x="6388" y="4263"/>
                      <a:pt x="6316" y="4296"/>
                      <a:pt x="6255" y="4377"/>
                    </a:cubicBezTo>
                    <a:cubicBezTo>
                      <a:pt x="6114" y="4556"/>
                      <a:pt x="6152" y="4774"/>
                      <a:pt x="6310" y="4921"/>
                    </a:cubicBezTo>
                    <a:cubicBezTo>
                      <a:pt x="6462" y="5063"/>
                      <a:pt x="6631" y="5193"/>
                      <a:pt x="6860" y="5215"/>
                    </a:cubicBezTo>
                    <a:cubicBezTo>
                      <a:pt x="6983" y="5226"/>
                      <a:pt x="7106" y="5231"/>
                      <a:pt x="7227" y="5231"/>
                    </a:cubicBezTo>
                    <a:cubicBezTo>
                      <a:pt x="7798" y="5231"/>
                      <a:pt x="8352" y="5118"/>
                      <a:pt x="8890" y="4916"/>
                    </a:cubicBezTo>
                    <a:cubicBezTo>
                      <a:pt x="9373" y="4732"/>
                      <a:pt x="9827" y="4485"/>
                      <a:pt x="10342" y="4485"/>
                    </a:cubicBezTo>
                    <a:cubicBezTo>
                      <a:pt x="10558" y="4485"/>
                      <a:pt x="10785" y="4529"/>
                      <a:pt x="11030" y="4638"/>
                    </a:cubicBezTo>
                    <a:cubicBezTo>
                      <a:pt x="11814" y="4987"/>
                      <a:pt x="11966" y="5346"/>
                      <a:pt x="11394" y="5977"/>
                    </a:cubicBezTo>
                    <a:cubicBezTo>
                      <a:pt x="10850" y="6576"/>
                      <a:pt x="10458" y="7208"/>
                      <a:pt x="10828" y="8101"/>
                    </a:cubicBezTo>
                    <a:cubicBezTo>
                      <a:pt x="11128" y="8825"/>
                      <a:pt x="11171" y="9630"/>
                      <a:pt x="10954" y="10382"/>
                    </a:cubicBezTo>
                    <a:cubicBezTo>
                      <a:pt x="10752" y="11095"/>
                      <a:pt x="10703" y="11753"/>
                      <a:pt x="11003" y="12439"/>
                    </a:cubicBezTo>
                    <a:cubicBezTo>
                      <a:pt x="11122" y="12706"/>
                      <a:pt x="11149" y="13006"/>
                      <a:pt x="11139" y="13305"/>
                    </a:cubicBezTo>
                    <a:cubicBezTo>
                      <a:pt x="11126" y="13645"/>
                      <a:pt x="11063" y="13777"/>
                      <a:pt x="10836" y="13777"/>
                    </a:cubicBezTo>
                    <a:cubicBezTo>
                      <a:pt x="10766" y="13777"/>
                      <a:pt x="10679" y="13764"/>
                      <a:pt x="10572" y="13740"/>
                    </a:cubicBezTo>
                    <a:cubicBezTo>
                      <a:pt x="10164" y="13648"/>
                      <a:pt x="9756" y="13561"/>
                      <a:pt x="9353" y="13474"/>
                    </a:cubicBezTo>
                    <a:cubicBezTo>
                      <a:pt x="9331" y="13501"/>
                      <a:pt x="9309" y="13528"/>
                      <a:pt x="9288" y="13555"/>
                    </a:cubicBezTo>
                    <a:cubicBezTo>
                      <a:pt x="9957" y="14013"/>
                      <a:pt x="10317" y="14731"/>
                      <a:pt x="10850" y="15308"/>
                    </a:cubicBezTo>
                    <a:cubicBezTo>
                      <a:pt x="11258" y="15744"/>
                      <a:pt x="11716" y="16136"/>
                      <a:pt x="12048" y="16642"/>
                    </a:cubicBezTo>
                    <a:cubicBezTo>
                      <a:pt x="12500" y="17339"/>
                      <a:pt x="12821" y="18101"/>
                      <a:pt x="13104" y="18874"/>
                    </a:cubicBezTo>
                    <a:cubicBezTo>
                      <a:pt x="13333" y="19506"/>
                      <a:pt x="13436" y="20164"/>
                      <a:pt x="13403" y="20845"/>
                    </a:cubicBezTo>
                    <a:cubicBezTo>
                      <a:pt x="13392" y="21003"/>
                      <a:pt x="13354" y="21133"/>
                      <a:pt x="13196" y="21177"/>
                    </a:cubicBezTo>
                    <a:cubicBezTo>
                      <a:pt x="13173" y="21184"/>
                      <a:pt x="13153" y="21188"/>
                      <a:pt x="13134" y="21188"/>
                    </a:cubicBezTo>
                    <a:cubicBezTo>
                      <a:pt x="13016" y="21188"/>
                      <a:pt x="12977" y="21053"/>
                      <a:pt x="12930" y="20959"/>
                    </a:cubicBezTo>
                    <a:cubicBezTo>
                      <a:pt x="12755" y="20622"/>
                      <a:pt x="12521" y="20328"/>
                      <a:pt x="12266" y="20050"/>
                    </a:cubicBezTo>
                    <a:cubicBezTo>
                      <a:pt x="12138" y="19908"/>
                      <a:pt x="11989" y="19801"/>
                      <a:pt x="11816" y="19801"/>
                    </a:cubicBezTo>
                    <a:cubicBezTo>
                      <a:pt x="11724" y="19801"/>
                      <a:pt x="11626" y="19831"/>
                      <a:pt x="11520" y="19903"/>
                    </a:cubicBezTo>
                    <a:cubicBezTo>
                      <a:pt x="11322" y="20033"/>
                      <a:pt x="11099" y="20074"/>
                      <a:pt x="10865" y="20074"/>
                    </a:cubicBezTo>
                    <a:cubicBezTo>
                      <a:pt x="10835" y="20074"/>
                      <a:pt x="10804" y="20073"/>
                      <a:pt x="10774" y="20072"/>
                    </a:cubicBezTo>
                    <a:cubicBezTo>
                      <a:pt x="10661" y="20067"/>
                      <a:pt x="10546" y="20057"/>
                      <a:pt x="10433" y="20057"/>
                    </a:cubicBezTo>
                    <a:cubicBezTo>
                      <a:pt x="10311" y="20057"/>
                      <a:pt x="10190" y="20068"/>
                      <a:pt x="10072" y="20104"/>
                    </a:cubicBezTo>
                    <a:cubicBezTo>
                      <a:pt x="9990" y="20128"/>
                      <a:pt x="9911" y="20139"/>
                      <a:pt x="9835" y="20139"/>
                    </a:cubicBezTo>
                    <a:cubicBezTo>
                      <a:pt x="9606" y="20139"/>
                      <a:pt x="9402" y="20041"/>
                      <a:pt x="9222" y="19881"/>
                    </a:cubicBezTo>
                    <a:cubicBezTo>
                      <a:pt x="8274" y="19053"/>
                      <a:pt x="7224" y="18667"/>
                      <a:pt x="6080" y="18667"/>
                    </a:cubicBezTo>
                    <a:cubicBezTo>
                      <a:pt x="5661" y="18667"/>
                      <a:pt x="5229" y="18719"/>
                      <a:pt x="4785" y="18820"/>
                    </a:cubicBezTo>
                    <a:cubicBezTo>
                      <a:pt x="4399" y="18907"/>
                      <a:pt x="4323" y="19037"/>
                      <a:pt x="4426" y="19429"/>
                    </a:cubicBezTo>
                    <a:cubicBezTo>
                      <a:pt x="4459" y="19538"/>
                      <a:pt x="4513" y="19647"/>
                      <a:pt x="4568" y="19751"/>
                    </a:cubicBezTo>
                    <a:cubicBezTo>
                      <a:pt x="4726" y="20050"/>
                      <a:pt x="4894" y="20349"/>
                      <a:pt x="5052" y="20654"/>
                    </a:cubicBezTo>
                    <a:cubicBezTo>
                      <a:pt x="5172" y="20872"/>
                      <a:pt x="5139" y="21041"/>
                      <a:pt x="4916" y="21193"/>
                    </a:cubicBezTo>
                    <a:cubicBezTo>
                      <a:pt x="4535" y="21455"/>
                      <a:pt x="4404" y="21896"/>
                      <a:pt x="4519" y="22342"/>
                    </a:cubicBezTo>
                    <a:cubicBezTo>
                      <a:pt x="4660" y="22886"/>
                      <a:pt x="5079" y="23202"/>
                      <a:pt x="5471" y="23534"/>
                    </a:cubicBezTo>
                    <a:cubicBezTo>
                      <a:pt x="6043" y="24019"/>
                      <a:pt x="6631" y="24481"/>
                      <a:pt x="7213" y="24961"/>
                    </a:cubicBezTo>
                    <a:cubicBezTo>
                      <a:pt x="6955" y="25006"/>
                      <a:pt x="6708" y="25025"/>
                      <a:pt x="6464" y="25025"/>
                    </a:cubicBezTo>
                    <a:cubicBezTo>
                      <a:pt x="6357" y="25025"/>
                      <a:pt x="6252" y="25022"/>
                      <a:pt x="6146" y="25015"/>
                    </a:cubicBezTo>
                    <a:cubicBezTo>
                      <a:pt x="6128" y="25014"/>
                      <a:pt x="6110" y="25013"/>
                      <a:pt x="6092" y="25013"/>
                    </a:cubicBezTo>
                    <a:cubicBezTo>
                      <a:pt x="5874" y="25013"/>
                      <a:pt x="5709" y="25106"/>
                      <a:pt x="5613" y="25287"/>
                    </a:cubicBezTo>
                    <a:cubicBezTo>
                      <a:pt x="5286" y="25875"/>
                      <a:pt x="4747" y="26153"/>
                      <a:pt x="4149" y="26376"/>
                    </a:cubicBezTo>
                    <a:cubicBezTo>
                      <a:pt x="3169" y="26735"/>
                      <a:pt x="2793" y="27301"/>
                      <a:pt x="2782" y="28358"/>
                    </a:cubicBezTo>
                    <a:cubicBezTo>
                      <a:pt x="2777" y="29065"/>
                      <a:pt x="2548" y="29381"/>
                      <a:pt x="1867" y="29533"/>
                    </a:cubicBezTo>
                    <a:cubicBezTo>
                      <a:pt x="1432" y="29631"/>
                      <a:pt x="986" y="29664"/>
                      <a:pt x="550" y="29746"/>
                    </a:cubicBezTo>
                    <a:cubicBezTo>
                      <a:pt x="76" y="29833"/>
                      <a:pt x="0" y="29942"/>
                      <a:pt x="142" y="30421"/>
                    </a:cubicBezTo>
                    <a:cubicBezTo>
                      <a:pt x="370" y="31210"/>
                      <a:pt x="762" y="31945"/>
                      <a:pt x="1345" y="32506"/>
                    </a:cubicBezTo>
                    <a:cubicBezTo>
                      <a:pt x="1971" y="33105"/>
                      <a:pt x="2499" y="33763"/>
                      <a:pt x="2945" y="34498"/>
                    </a:cubicBezTo>
                    <a:cubicBezTo>
                      <a:pt x="3103" y="34520"/>
                      <a:pt x="3174" y="34656"/>
                      <a:pt x="3277" y="34743"/>
                    </a:cubicBezTo>
                    <a:cubicBezTo>
                      <a:pt x="3724" y="35124"/>
                      <a:pt x="4132" y="35538"/>
                      <a:pt x="4649" y="35832"/>
                    </a:cubicBezTo>
                    <a:cubicBezTo>
                      <a:pt x="4832" y="35935"/>
                      <a:pt x="5004" y="36012"/>
                      <a:pt x="5169" y="36012"/>
                    </a:cubicBezTo>
                    <a:cubicBezTo>
                      <a:pt x="5327" y="36012"/>
                      <a:pt x="5480" y="35940"/>
                      <a:pt x="5629" y="35750"/>
                    </a:cubicBezTo>
                    <a:cubicBezTo>
                      <a:pt x="5733" y="35614"/>
                      <a:pt x="5901" y="35533"/>
                      <a:pt x="6038" y="35424"/>
                    </a:cubicBezTo>
                    <a:cubicBezTo>
                      <a:pt x="5809" y="34335"/>
                      <a:pt x="5569" y="33241"/>
                      <a:pt x="5074" y="32234"/>
                    </a:cubicBezTo>
                    <a:cubicBezTo>
                      <a:pt x="4720" y="31520"/>
                      <a:pt x="4508" y="30780"/>
                      <a:pt x="4388" y="29991"/>
                    </a:cubicBezTo>
                    <a:cubicBezTo>
                      <a:pt x="4192" y="28619"/>
                      <a:pt x="4524" y="27470"/>
                      <a:pt x="5635" y="26605"/>
                    </a:cubicBezTo>
                    <a:cubicBezTo>
                      <a:pt x="6034" y="26295"/>
                      <a:pt x="6472" y="26126"/>
                      <a:pt x="6930" y="26126"/>
                    </a:cubicBezTo>
                    <a:cubicBezTo>
                      <a:pt x="7189" y="26126"/>
                      <a:pt x="7456" y="26180"/>
                      <a:pt x="7725" y="26294"/>
                    </a:cubicBezTo>
                    <a:cubicBezTo>
                      <a:pt x="9478" y="27040"/>
                      <a:pt x="10850" y="28270"/>
                      <a:pt x="12026" y="29746"/>
                    </a:cubicBezTo>
                    <a:cubicBezTo>
                      <a:pt x="12129" y="29882"/>
                      <a:pt x="12195" y="30067"/>
                      <a:pt x="12429" y="30170"/>
                    </a:cubicBezTo>
                    <a:cubicBezTo>
                      <a:pt x="12276" y="29648"/>
                      <a:pt x="12053" y="29223"/>
                      <a:pt x="11835" y="28799"/>
                    </a:cubicBezTo>
                    <a:cubicBezTo>
                      <a:pt x="11487" y="28123"/>
                      <a:pt x="11035" y="27497"/>
                      <a:pt x="10817" y="26752"/>
                    </a:cubicBezTo>
                    <a:cubicBezTo>
                      <a:pt x="10725" y="26436"/>
                      <a:pt x="10545" y="26153"/>
                      <a:pt x="10338" y="25891"/>
                    </a:cubicBezTo>
                    <a:cubicBezTo>
                      <a:pt x="9402" y="24677"/>
                      <a:pt x="8934" y="23208"/>
                      <a:pt x="8139" y="21912"/>
                    </a:cubicBezTo>
                    <a:cubicBezTo>
                      <a:pt x="7987" y="21656"/>
                      <a:pt x="8134" y="21406"/>
                      <a:pt x="8422" y="21313"/>
                    </a:cubicBezTo>
                    <a:cubicBezTo>
                      <a:pt x="8526" y="21279"/>
                      <a:pt x="8627" y="21264"/>
                      <a:pt x="8727" y="21264"/>
                    </a:cubicBezTo>
                    <a:cubicBezTo>
                      <a:pt x="8929" y="21264"/>
                      <a:pt x="9123" y="21327"/>
                      <a:pt x="9309" y="21422"/>
                    </a:cubicBezTo>
                    <a:cubicBezTo>
                      <a:pt x="10360" y="21955"/>
                      <a:pt x="11509" y="22211"/>
                      <a:pt x="12576" y="22723"/>
                    </a:cubicBezTo>
                    <a:cubicBezTo>
                      <a:pt x="13550" y="23191"/>
                      <a:pt x="14345" y="23812"/>
                      <a:pt x="15058" y="24579"/>
                    </a:cubicBezTo>
                    <a:cubicBezTo>
                      <a:pt x="15222" y="24759"/>
                      <a:pt x="15390" y="24922"/>
                      <a:pt x="15619" y="24988"/>
                    </a:cubicBezTo>
                    <a:cubicBezTo>
                      <a:pt x="16806" y="25331"/>
                      <a:pt x="18003" y="25592"/>
                      <a:pt x="19212" y="25837"/>
                    </a:cubicBezTo>
                    <a:cubicBezTo>
                      <a:pt x="19247" y="25844"/>
                      <a:pt x="19276" y="25848"/>
                      <a:pt x="19301" y="25848"/>
                    </a:cubicBezTo>
                    <a:cubicBezTo>
                      <a:pt x="19426" y="25848"/>
                      <a:pt x="19438" y="25762"/>
                      <a:pt x="19397" y="25630"/>
                    </a:cubicBezTo>
                    <a:cubicBezTo>
                      <a:pt x="19364" y="25532"/>
                      <a:pt x="19294" y="25450"/>
                      <a:pt x="19239" y="25358"/>
                    </a:cubicBezTo>
                    <a:cubicBezTo>
                      <a:pt x="18777" y="24612"/>
                      <a:pt x="18216" y="23921"/>
                      <a:pt x="17802" y="23142"/>
                    </a:cubicBezTo>
                    <a:cubicBezTo>
                      <a:pt x="17334" y="22271"/>
                      <a:pt x="17094" y="21324"/>
                      <a:pt x="16773" y="20404"/>
                    </a:cubicBezTo>
                    <a:cubicBezTo>
                      <a:pt x="16463" y="19500"/>
                      <a:pt x="16376" y="18548"/>
                      <a:pt x="16653" y="17600"/>
                    </a:cubicBezTo>
                    <a:cubicBezTo>
                      <a:pt x="16795" y="17116"/>
                      <a:pt x="16768" y="16620"/>
                      <a:pt x="16648" y="16136"/>
                    </a:cubicBezTo>
                    <a:cubicBezTo>
                      <a:pt x="16414" y="15134"/>
                      <a:pt x="16038" y="14247"/>
                      <a:pt x="14988" y="13795"/>
                    </a:cubicBezTo>
                    <a:cubicBezTo>
                      <a:pt x="14416" y="13550"/>
                      <a:pt x="14280" y="12510"/>
                      <a:pt x="14547" y="12042"/>
                    </a:cubicBezTo>
                    <a:cubicBezTo>
                      <a:pt x="14628" y="11907"/>
                      <a:pt x="14719" y="11823"/>
                      <a:pt x="14840" y="11823"/>
                    </a:cubicBezTo>
                    <a:cubicBezTo>
                      <a:pt x="14905" y="11823"/>
                      <a:pt x="14978" y="11847"/>
                      <a:pt x="15064" y="11900"/>
                    </a:cubicBezTo>
                    <a:cubicBezTo>
                      <a:pt x="15434" y="12134"/>
                      <a:pt x="15706" y="12450"/>
                      <a:pt x="15929" y="12815"/>
                    </a:cubicBezTo>
                    <a:cubicBezTo>
                      <a:pt x="16163" y="13196"/>
                      <a:pt x="16501" y="13436"/>
                      <a:pt x="16931" y="13539"/>
                    </a:cubicBezTo>
                    <a:cubicBezTo>
                      <a:pt x="16981" y="13552"/>
                      <a:pt x="17029" y="13563"/>
                      <a:pt x="17070" y="13563"/>
                    </a:cubicBezTo>
                    <a:cubicBezTo>
                      <a:pt x="17161" y="13563"/>
                      <a:pt x="17214" y="13510"/>
                      <a:pt x="17165" y="13321"/>
                    </a:cubicBezTo>
                    <a:cubicBezTo>
                      <a:pt x="17122" y="13136"/>
                      <a:pt x="17056" y="12940"/>
                      <a:pt x="17078" y="12733"/>
                    </a:cubicBezTo>
                    <a:cubicBezTo>
                      <a:pt x="17105" y="12516"/>
                      <a:pt x="17203" y="12379"/>
                      <a:pt x="17426" y="12363"/>
                    </a:cubicBezTo>
                    <a:cubicBezTo>
                      <a:pt x="17938" y="12330"/>
                      <a:pt x="18156" y="12053"/>
                      <a:pt x="18052" y="11547"/>
                    </a:cubicBezTo>
                    <a:cubicBezTo>
                      <a:pt x="17987" y="11236"/>
                      <a:pt x="17916" y="10931"/>
                      <a:pt x="17818" y="10627"/>
                    </a:cubicBezTo>
                    <a:cubicBezTo>
                      <a:pt x="17720" y="10305"/>
                      <a:pt x="17824" y="9979"/>
                      <a:pt x="18058" y="9755"/>
                    </a:cubicBezTo>
                    <a:cubicBezTo>
                      <a:pt x="18133" y="9685"/>
                      <a:pt x="18208" y="9658"/>
                      <a:pt x="18282" y="9658"/>
                    </a:cubicBezTo>
                    <a:cubicBezTo>
                      <a:pt x="18448" y="9658"/>
                      <a:pt x="18608" y="9796"/>
                      <a:pt x="18755" y="9886"/>
                    </a:cubicBezTo>
                    <a:cubicBezTo>
                      <a:pt x="19392" y="10262"/>
                      <a:pt x="20110" y="10327"/>
                      <a:pt x="20813" y="10441"/>
                    </a:cubicBezTo>
                    <a:cubicBezTo>
                      <a:pt x="20829" y="10444"/>
                      <a:pt x="20845" y="10446"/>
                      <a:pt x="20861" y="10446"/>
                    </a:cubicBezTo>
                    <a:cubicBezTo>
                      <a:pt x="20961" y="10446"/>
                      <a:pt x="21052" y="10393"/>
                      <a:pt x="21150" y="10360"/>
                    </a:cubicBezTo>
                    <a:cubicBezTo>
                      <a:pt x="21733" y="10169"/>
                      <a:pt x="22233" y="9815"/>
                      <a:pt x="22805" y="9587"/>
                    </a:cubicBezTo>
                    <a:cubicBezTo>
                      <a:pt x="23409" y="9347"/>
                      <a:pt x="23986" y="9075"/>
                      <a:pt x="24204" y="8324"/>
                    </a:cubicBezTo>
                    <a:cubicBezTo>
                      <a:pt x="24479" y="7375"/>
                      <a:pt x="25644" y="6682"/>
                      <a:pt x="26675" y="6682"/>
                    </a:cubicBezTo>
                    <a:cubicBezTo>
                      <a:pt x="26809" y="6682"/>
                      <a:pt x="26940" y="6693"/>
                      <a:pt x="27068" y="6718"/>
                    </a:cubicBezTo>
                    <a:cubicBezTo>
                      <a:pt x="27638" y="6828"/>
                      <a:pt x="28215" y="6875"/>
                      <a:pt x="28796" y="6875"/>
                    </a:cubicBezTo>
                    <a:cubicBezTo>
                      <a:pt x="29130" y="6875"/>
                      <a:pt x="29465" y="6860"/>
                      <a:pt x="29801" y="6832"/>
                    </a:cubicBezTo>
                    <a:cubicBezTo>
                      <a:pt x="29964" y="6816"/>
                      <a:pt x="30040" y="6778"/>
                      <a:pt x="29910" y="6593"/>
                    </a:cubicBezTo>
                    <a:cubicBezTo>
                      <a:pt x="29643" y="6228"/>
                      <a:pt x="29332" y="5912"/>
                      <a:pt x="28919" y="5711"/>
                    </a:cubicBezTo>
                    <a:cubicBezTo>
                      <a:pt x="28347" y="5438"/>
                      <a:pt x="27781" y="5144"/>
                      <a:pt x="27198" y="4889"/>
                    </a:cubicBezTo>
                    <a:cubicBezTo>
                      <a:pt x="26621" y="4633"/>
                      <a:pt x="26022" y="4431"/>
                      <a:pt x="25386" y="4350"/>
                    </a:cubicBezTo>
                    <a:cubicBezTo>
                      <a:pt x="24280" y="4203"/>
                      <a:pt x="23192" y="3958"/>
                      <a:pt x="22135" y="3631"/>
                    </a:cubicBezTo>
                    <a:cubicBezTo>
                      <a:pt x="21368" y="3391"/>
                      <a:pt x="20682" y="2912"/>
                      <a:pt x="19909" y="2657"/>
                    </a:cubicBezTo>
                    <a:cubicBezTo>
                      <a:pt x="18880" y="2308"/>
                      <a:pt x="17944" y="1845"/>
                      <a:pt x="17279" y="920"/>
                    </a:cubicBezTo>
                    <a:cubicBezTo>
                      <a:pt x="16947" y="463"/>
                      <a:pt x="16332" y="365"/>
                      <a:pt x="15897" y="27"/>
                    </a:cubicBezTo>
                    <a:cubicBezTo>
                      <a:pt x="15873" y="8"/>
                      <a:pt x="15851" y="1"/>
                      <a:pt x="158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8" name="Google Shape;1398;p30"/>
              <p:cNvSpPr/>
              <p:nvPr/>
            </p:nvSpPr>
            <p:spPr>
              <a:xfrm>
                <a:off x="5943398" y="1002369"/>
                <a:ext cx="608550" cy="1353279"/>
              </a:xfrm>
              <a:custGeom>
                <a:rect b="b" l="l" r="r" t="t"/>
                <a:pathLst>
                  <a:path extrusionOk="0" h="22727" w="10220">
                    <a:moveTo>
                      <a:pt x="366" y="1"/>
                    </a:moveTo>
                    <a:cubicBezTo>
                      <a:pt x="282" y="1"/>
                      <a:pt x="204" y="76"/>
                      <a:pt x="137" y="162"/>
                    </a:cubicBezTo>
                    <a:cubicBezTo>
                      <a:pt x="1" y="336"/>
                      <a:pt x="17" y="532"/>
                      <a:pt x="115" y="728"/>
                    </a:cubicBezTo>
                    <a:cubicBezTo>
                      <a:pt x="377" y="1256"/>
                      <a:pt x="654" y="1773"/>
                      <a:pt x="1117" y="2171"/>
                    </a:cubicBezTo>
                    <a:cubicBezTo>
                      <a:pt x="1378" y="2394"/>
                      <a:pt x="1585" y="2661"/>
                      <a:pt x="1765" y="2955"/>
                    </a:cubicBezTo>
                    <a:cubicBezTo>
                      <a:pt x="2042" y="3412"/>
                      <a:pt x="2369" y="3826"/>
                      <a:pt x="2826" y="4125"/>
                    </a:cubicBezTo>
                    <a:cubicBezTo>
                      <a:pt x="3022" y="4250"/>
                      <a:pt x="3186" y="4430"/>
                      <a:pt x="3327" y="4615"/>
                    </a:cubicBezTo>
                    <a:cubicBezTo>
                      <a:pt x="3583" y="4942"/>
                      <a:pt x="3882" y="5225"/>
                      <a:pt x="4220" y="5464"/>
                    </a:cubicBezTo>
                    <a:cubicBezTo>
                      <a:pt x="4764" y="5846"/>
                      <a:pt x="5243" y="6292"/>
                      <a:pt x="5733" y="6738"/>
                    </a:cubicBezTo>
                    <a:cubicBezTo>
                      <a:pt x="6468" y="7413"/>
                      <a:pt x="7035" y="8225"/>
                      <a:pt x="7666" y="8987"/>
                    </a:cubicBezTo>
                    <a:cubicBezTo>
                      <a:pt x="7987" y="9379"/>
                      <a:pt x="8200" y="9831"/>
                      <a:pt x="8303" y="10342"/>
                    </a:cubicBezTo>
                    <a:cubicBezTo>
                      <a:pt x="8401" y="10854"/>
                      <a:pt x="8423" y="11366"/>
                      <a:pt x="8461" y="11883"/>
                    </a:cubicBezTo>
                    <a:cubicBezTo>
                      <a:pt x="8564" y="13228"/>
                      <a:pt x="8553" y="14567"/>
                      <a:pt x="8428" y="15906"/>
                    </a:cubicBezTo>
                    <a:cubicBezTo>
                      <a:pt x="8265" y="17605"/>
                      <a:pt x="7944" y="19287"/>
                      <a:pt x="7671" y="20969"/>
                    </a:cubicBezTo>
                    <a:cubicBezTo>
                      <a:pt x="7617" y="21323"/>
                      <a:pt x="7677" y="21622"/>
                      <a:pt x="7878" y="21900"/>
                    </a:cubicBezTo>
                    <a:cubicBezTo>
                      <a:pt x="8042" y="22123"/>
                      <a:pt x="8210" y="22330"/>
                      <a:pt x="8330" y="22575"/>
                    </a:cubicBezTo>
                    <a:cubicBezTo>
                      <a:pt x="8444" y="22674"/>
                      <a:pt x="8703" y="22727"/>
                      <a:pt x="8948" y="22727"/>
                    </a:cubicBezTo>
                    <a:cubicBezTo>
                      <a:pt x="9158" y="22727"/>
                      <a:pt x="9358" y="22688"/>
                      <a:pt x="9446" y="22608"/>
                    </a:cubicBezTo>
                    <a:cubicBezTo>
                      <a:pt x="9484" y="22569"/>
                      <a:pt x="9528" y="22504"/>
                      <a:pt x="9522" y="22455"/>
                    </a:cubicBezTo>
                    <a:cubicBezTo>
                      <a:pt x="9484" y="22172"/>
                      <a:pt x="9397" y="21845"/>
                      <a:pt x="9163" y="21726"/>
                    </a:cubicBezTo>
                    <a:cubicBezTo>
                      <a:pt x="8880" y="21579"/>
                      <a:pt x="8853" y="21361"/>
                      <a:pt x="8831" y="21132"/>
                    </a:cubicBezTo>
                    <a:cubicBezTo>
                      <a:pt x="8787" y="20729"/>
                      <a:pt x="8847" y="20332"/>
                      <a:pt x="8962" y="19951"/>
                    </a:cubicBezTo>
                    <a:cubicBezTo>
                      <a:pt x="9332" y="18693"/>
                      <a:pt x="9806" y="17463"/>
                      <a:pt x="9904" y="16135"/>
                    </a:cubicBezTo>
                    <a:cubicBezTo>
                      <a:pt x="9974" y="15204"/>
                      <a:pt x="10094" y="14273"/>
                      <a:pt x="10159" y="13336"/>
                    </a:cubicBezTo>
                    <a:cubicBezTo>
                      <a:pt x="10219" y="12482"/>
                      <a:pt x="10105" y="11632"/>
                      <a:pt x="9963" y="10783"/>
                    </a:cubicBezTo>
                    <a:cubicBezTo>
                      <a:pt x="9724" y="9319"/>
                      <a:pt x="9011" y="8110"/>
                      <a:pt x="7955" y="7114"/>
                    </a:cubicBezTo>
                    <a:cubicBezTo>
                      <a:pt x="6931" y="6150"/>
                      <a:pt x="5772" y="5339"/>
                      <a:pt x="4688" y="4446"/>
                    </a:cubicBezTo>
                    <a:cubicBezTo>
                      <a:pt x="3828" y="3739"/>
                      <a:pt x="2952" y="3047"/>
                      <a:pt x="2178" y="2236"/>
                    </a:cubicBezTo>
                    <a:cubicBezTo>
                      <a:pt x="1982" y="2035"/>
                      <a:pt x="1748" y="1882"/>
                      <a:pt x="1514" y="1719"/>
                    </a:cubicBezTo>
                    <a:cubicBezTo>
                      <a:pt x="959" y="1343"/>
                      <a:pt x="698" y="772"/>
                      <a:pt x="551" y="135"/>
                    </a:cubicBezTo>
                    <a:cubicBezTo>
                      <a:pt x="488" y="38"/>
                      <a:pt x="426" y="1"/>
                      <a:pt x="3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9" name="Google Shape;1399;p30"/>
              <p:cNvSpPr/>
              <p:nvPr/>
            </p:nvSpPr>
            <p:spPr>
              <a:xfrm>
                <a:off x="5786851" y="-61007"/>
                <a:ext cx="845122" cy="1034118"/>
              </a:xfrm>
              <a:custGeom>
                <a:rect b="b" l="l" r="r" t="t"/>
                <a:pathLst>
                  <a:path extrusionOk="0" h="17367" w="14193">
                    <a:moveTo>
                      <a:pt x="14193" y="0"/>
                    </a:moveTo>
                    <a:lnTo>
                      <a:pt x="14193" y="0"/>
                    </a:lnTo>
                    <a:cubicBezTo>
                      <a:pt x="13981" y="17"/>
                      <a:pt x="13839" y="109"/>
                      <a:pt x="13719" y="245"/>
                    </a:cubicBezTo>
                    <a:cubicBezTo>
                      <a:pt x="13529" y="648"/>
                      <a:pt x="13175" y="915"/>
                      <a:pt x="12903" y="1247"/>
                    </a:cubicBezTo>
                    <a:cubicBezTo>
                      <a:pt x="12304" y="1960"/>
                      <a:pt x="11672" y="2641"/>
                      <a:pt x="11123" y="3398"/>
                    </a:cubicBezTo>
                    <a:cubicBezTo>
                      <a:pt x="10758" y="3904"/>
                      <a:pt x="10486" y="4475"/>
                      <a:pt x="10094" y="4954"/>
                    </a:cubicBezTo>
                    <a:cubicBezTo>
                      <a:pt x="9261" y="5989"/>
                      <a:pt x="8488" y="7072"/>
                      <a:pt x="7475" y="7954"/>
                    </a:cubicBezTo>
                    <a:cubicBezTo>
                      <a:pt x="7382" y="8036"/>
                      <a:pt x="7306" y="8150"/>
                      <a:pt x="7219" y="8243"/>
                    </a:cubicBezTo>
                    <a:cubicBezTo>
                      <a:pt x="6816" y="8646"/>
                      <a:pt x="6364" y="8999"/>
                      <a:pt x="5929" y="9370"/>
                    </a:cubicBezTo>
                    <a:cubicBezTo>
                      <a:pt x="5869" y="9468"/>
                      <a:pt x="5826" y="9582"/>
                      <a:pt x="5744" y="9658"/>
                    </a:cubicBezTo>
                    <a:cubicBezTo>
                      <a:pt x="5303" y="10094"/>
                      <a:pt x="4900" y="10578"/>
                      <a:pt x="4350" y="10899"/>
                    </a:cubicBezTo>
                    <a:cubicBezTo>
                      <a:pt x="4187" y="10997"/>
                      <a:pt x="4045" y="11117"/>
                      <a:pt x="3953" y="11286"/>
                    </a:cubicBezTo>
                    <a:cubicBezTo>
                      <a:pt x="3975" y="11340"/>
                      <a:pt x="3947" y="11373"/>
                      <a:pt x="3909" y="11406"/>
                    </a:cubicBezTo>
                    <a:cubicBezTo>
                      <a:pt x="3163" y="12032"/>
                      <a:pt x="2505" y="12739"/>
                      <a:pt x="1846" y="13469"/>
                    </a:cubicBezTo>
                    <a:cubicBezTo>
                      <a:pt x="1258" y="14117"/>
                      <a:pt x="773" y="14835"/>
                      <a:pt x="235" y="15516"/>
                    </a:cubicBezTo>
                    <a:cubicBezTo>
                      <a:pt x="0" y="15815"/>
                      <a:pt x="60" y="16077"/>
                      <a:pt x="371" y="16305"/>
                    </a:cubicBezTo>
                    <a:cubicBezTo>
                      <a:pt x="654" y="16512"/>
                      <a:pt x="942" y="16719"/>
                      <a:pt x="1334" y="16850"/>
                    </a:cubicBezTo>
                    <a:cubicBezTo>
                      <a:pt x="1193" y="16871"/>
                      <a:pt x="1100" y="16866"/>
                      <a:pt x="1046" y="16953"/>
                    </a:cubicBezTo>
                    <a:cubicBezTo>
                      <a:pt x="1176" y="17133"/>
                      <a:pt x="1367" y="17236"/>
                      <a:pt x="1574" y="17318"/>
                    </a:cubicBezTo>
                    <a:cubicBezTo>
                      <a:pt x="1656" y="17349"/>
                      <a:pt x="1731" y="17366"/>
                      <a:pt x="1796" y="17366"/>
                    </a:cubicBezTo>
                    <a:cubicBezTo>
                      <a:pt x="1945" y="17366"/>
                      <a:pt x="2047" y="17277"/>
                      <a:pt x="2096" y="17073"/>
                    </a:cubicBezTo>
                    <a:cubicBezTo>
                      <a:pt x="2068" y="17054"/>
                      <a:pt x="2042" y="17046"/>
                      <a:pt x="2017" y="17046"/>
                    </a:cubicBezTo>
                    <a:cubicBezTo>
                      <a:pt x="1965" y="17046"/>
                      <a:pt x="1919" y="17080"/>
                      <a:pt x="1879" y="17105"/>
                    </a:cubicBezTo>
                    <a:cubicBezTo>
                      <a:pt x="1933" y="16860"/>
                      <a:pt x="2271" y="16850"/>
                      <a:pt x="2325" y="16588"/>
                    </a:cubicBezTo>
                    <a:cubicBezTo>
                      <a:pt x="2145" y="16376"/>
                      <a:pt x="2064" y="16087"/>
                      <a:pt x="1830" y="15913"/>
                    </a:cubicBezTo>
                    <a:cubicBezTo>
                      <a:pt x="1661" y="15793"/>
                      <a:pt x="1683" y="15674"/>
                      <a:pt x="1802" y="15499"/>
                    </a:cubicBezTo>
                    <a:cubicBezTo>
                      <a:pt x="2341" y="14716"/>
                      <a:pt x="3082" y="14122"/>
                      <a:pt x="3740" y="13447"/>
                    </a:cubicBezTo>
                    <a:cubicBezTo>
                      <a:pt x="4192" y="12984"/>
                      <a:pt x="4639" y="12516"/>
                      <a:pt x="5129" y="12092"/>
                    </a:cubicBezTo>
                    <a:cubicBezTo>
                      <a:pt x="6054" y="11302"/>
                      <a:pt x="7094" y="10638"/>
                      <a:pt x="7823" y="9636"/>
                    </a:cubicBezTo>
                    <a:cubicBezTo>
                      <a:pt x="7938" y="9473"/>
                      <a:pt x="8036" y="9293"/>
                      <a:pt x="8172" y="9152"/>
                    </a:cubicBezTo>
                    <a:cubicBezTo>
                      <a:pt x="8939" y="8341"/>
                      <a:pt x="9484" y="7382"/>
                      <a:pt x="10066" y="6441"/>
                    </a:cubicBezTo>
                    <a:cubicBezTo>
                      <a:pt x="10567" y="5630"/>
                      <a:pt x="10976" y="4775"/>
                      <a:pt x="11449" y="3947"/>
                    </a:cubicBezTo>
                    <a:cubicBezTo>
                      <a:pt x="11721" y="3474"/>
                      <a:pt x="12108" y="3060"/>
                      <a:pt x="12386" y="2592"/>
                    </a:cubicBezTo>
                    <a:cubicBezTo>
                      <a:pt x="12739" y="2004"/>
                      <a:pt x="13104" y="1438"/>
                      <a:pt x="13551" y="915"/>
                    </a:cubicBezTo>
                    <a:cubicBezTo>
                      <a:pt x="13790" y="643"/>
                      <a:pt x="14089" y="398"/>
                      <a:pt x="141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0" name="Google Shape;1400;p30"/>
              <p:cNvSpPr/>
              <p:nvPr/>
            </p:nvSpPr>
            <p:spPr>
              <a:xfrm>
                <a:off x="6772639" y="2814658"/>
                <a:ext cx="494104" cy="998808"/>
              </a:xfrm>
              <a:custGeom>
                <a:rect b="b" l="l" r="r" t="t"/>
                <a:pathLst>
                  <a:path extrusionOk="0" h="16774" w="8298">
                    <a:moveTo>
                      <a:pt x="1334" y="1"/>
                    </a:moveTo>
                    <a:cubicBezTo>
                      <a:pt x="1231" y="839"/>
                      <a:pt x="540" y="1259"/>
                      <a:pt x="1" y="1803"/>
                    </a:cubicBezTo>
                    <a:cubicBezTo>
                      <a:pt x="88" y="1846"/>
                      <a:pt x="137" y="1879"/>
                      <a:pt x="191" y="1901"/>
                    </a:cubicBezTo>
                    <a:cubicBezTo>
                      <a:pt x="1999" y="2630"/>
                      <a:pt x="3648" y="3594"/>
                      <a:pt x="4998" y="5037"/>
                    </a:cubicBezTo>
                    <a:cubicBezTo>
                      <a:pt x="5978" y="6087"/>
                      <a:pt x="6664" y="7307"/>
                      <a:pt x="7072" y="8679"/>
                    </a:cubicBezTo>
                    <a:cubicBezTo>
                      <a:pt x="7301" y="9457"/>
                      <a:pt x="7437" y="10252"/>
                      <a:pt x="7513" y="11063"/>
                    </a:cubicBezTo>
                    <a:cubicBezTo>
                      <a:pt x="7617" y="12168"/>
                      <a:pt x="7573" y="13268"/>
                      <a:pt x="7350" y="14351"/>
                    </a:cubicBezTo>
                    <a:cubicBezTo>
                      <a:pt x="7170" y="15195"/>
                      <a:pt x="6844" y="15990"/>
                      <a:pt x="6506" y="16774"/>
                    </a:cubicBezTo>
                    <a:cubicBezTo>
                      <a:pt x="6713" y="16632"/>
                      <a:pt x="6746" y="16382"/>
                      <a:pt x="6871" y="16186"/>
                    </a:cubicBezTo>
                    <a:cubicBezTo>
                      <a:pt x="7786" y="14700"/>
                      <a:pt x="8020" y="13028"/>
                      <a:pt x="8194" y="11341"/>
                    </a:cubicBezTo>
                    <a:cubicBezTo>
                      <a:pt x="8297" y="10372"/>
                      <a:pt x="8031" y="9435"/>
                      <a:pt x="7856" y="8488"/>
                    </a:cubicBezTo>
                    <a:cubicBezTo>
                      <a:pt x="7481" y="6496"/>
                      <a:pt x="6501" y="4830"/>
                      <a:pt x="5151" y="3360"/>
                    </a:cubicBezTo>
                    <a:cubicBezTo>
                      <a:pt x="4470" y="2614"/>
                      <a:pt x="3790" y="1868"/>
                      <a:pt x="3022" y="1210"/>
                    </a:cubicBezTo>
                    <a:cubicBezTo>
                      <a:pt x="2489" y="758"/>
                      <a:pt x="1982" y="290"/>
                      <a:pt x="13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1" name="Google Shape;1401;p30"/>
              <p:cNvSpPr/>
              <p:nvPr/>
            </p:nvSpPr>
            <p:spPr>
              <a:xfrm>
                <a:off x="6230292" y="1031189"/>
                <a:ext cx="977431" cy="457365"/>
              </a:xfrm>
              <a:custGeom>
                <a:rect b="b" l="l" r="r" t="t"/>
                <a:pathLst>
                  <a:path extrusionOk="0" h="7681" w="16415">
                    <a:moveTo>
                      <a:pt x="706" y="1"/>
                    </a:moveTo>
                    <a:cubicBezTo>
                      <a:pt x="592" y="1"/>
                      <a:pt x="478" y="28"/>
                      <a:pt x="376" y="97"/>
                    </a:cubicBezTo>
                    <a:cubicBezTo>
                      <a:pt x="224" y="206"/>
                      <a:pt x="17" y="320"/>
                      <a:pt x="6" y="500"/>
                    </a:cubicBezTo>
                    <a:cubicBezTo>
                      <a:pt x="1" y="696"/>
                      <a:pt x="257" y="712"/>
                      <a:pt x="404" y="789"/>
                    </a:cubicBezTo>
                    <a:cubicBezTo>
                      <a:pt x="643" y="799"/>
                      <a:pt x="861" y="887"/>
                      <a:pt x="1090" y="936"/>
                    </a:cubicBezTo>
                    <a:cubicBezTo>
                      <a:pt x="2750" y="1279"/>
                      <a:pt x="4400" y="1665"/>
                      <a:pt x="6038" y="2090"/>
                    </a:cubicBezTo>
                    <a:cubicBezTo>
                      <a:pt x="7448" y="2454"/>
                      <a:pt x="8826" y="2901"/>
                      <a:pt x="10148" y="3511"/>
                    </a:cubicBezTo>
                    <a:cubicBezTo>
                      <a:pt x="11964" y="4351"/>
                      <a:pt x="13673" y="5367"/>
                      <a:pt x="15275" y="6565"/>
                    </a:cubicBezTo>
                    <a:lnTo>
                      <a:pt x="15275" y="6565"/>
                    </a:lnTo>
                    <a:cubicBezTo>
                      <a:pt x="14588" y="6052"/>
                      <a:pt x="13865" y="5590"/>
                      <a:pt x="13132" y="5144"/>
                    </a:cubicBezTo>
                    <a:cubicBezTo>
                      <a:pt x="13041" y="5086"/>
                      <a:pt x="12950" y="5000"/>
                      <a:pt x="12835" y="5000"/>
                    </a:cubicBezTo>
                    <a:cubicBezTo>
                      <a:pt x="12799" y="5000"/>
                      <a:pt x="12760" y="5008"/>
                      <a:pt x="12718" y="5029"/>
                    </a:cubicBezTo>
                    <a:cubicBezTo>
                      <a:pt x="12745" y="5073"/>
                      <a:pt x="12762" y="5122"/>
                      <a:pt x="12794" y="5144"/>
                    </a:cubicBezTo>
                    <a:cubicBezTo>
                      <a:pt x="13671" y="5775"/>
                      <a:pt x="14542" y="6412"/>
                      <a:pt x="15424" y="7033"/>
                    </a:cubicBezTo>
                    <a:cubicBezTo>
                      <a:pt x="15745" y="7261"/>
                      <a:pt x="16082" y="7463"/>
                      <a:pt x="16414" y="7681"/>
                    </a:cubicBezTo>
                    <a:cubicBezTo>
                      <a:pt x="16338" y="7506"/>
                      <a:pt x="16218" y="7398"/>
                      <a:pt x="16126" y="7261"/>
                    </a:cubicBezTo>
                    <a:cubicBezTo>
                      <a:pt x="15435" y="6265"/>
                      <a:pt x="14694" y="5323"/>
                      <a:pt x="13790" y="4507"/>
                    </a:cubicBezTo>
                    <a:cubicBezTo>
                      <a:pt x="13056" y="3843"/>
                      <a:pt x="12255" y="3304"/>
                      <a:pt x="11401" y="2836"/>
                    </a:cubicBezTo>
                    <a:cubicBezTo>
                      <a:pt x="9522" y="1801"/>
                      <a:pt x="7503" y="1170"/>
                      <a:pt x="5434" y="647"/>
                    </a:cubicBezTo>
                    <a:cubicBezTo>
                      <a:pt x="4309" y="360"/>
                      <a:pt x="3198" y="68"/>
                      <a:pt x="2037" y="68"/>
                    </a:cubicBezTo>
                    <a:cubicBezTo>
                      <a:pt x="1900" y="68"/>
                      <a:pt x="1762" y="72"/>
                      <a:pt x="1623" y="81"/>
                    </a:cubicBezTo>
                    <a:cubicBezTo>
                      <a:pt x="1552" y="86"/>
                      <a:pt x="1481" y="89"/>
                      <a:pt x="1410" y="89"/>
                    </a:cubicBezTo>
                    <a:cubicBezTo>
                      <a:pt x="1249" y="89"/>
                      <a:pt x="1089" y="73"/>
                      <a:pt x="926" y="32"/>
                    </a:cubicBezTo>
                    <a:cubicBezTo>
                      <a:pt x="855" y="13"/>
                      <a:pt x="781" y="1"/>
                      <a:pt x="7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2" name="Google Shape;1402;p30"/>
              <p:cNvSpPr/>
              <p:nvPr/>
            </p:nvSpPr>
            <p:spPr>
              <a:xfrm>
                <a:off x="6156097" y="443230"/>
                <a:ext cx="848040" cy="441705"/>
              </a:xfrm>
              <a:custGeom>
                <a:rect b="b" l="l" r="r" t="t"/>
                <a:pathLst>
                  <a:path extrusionOk="0" h="7418" w="14242">
                    <a:moveTo>
                      <a:pt x="14091" y="0"/>
                    </a:moveTo>
                    <a:cubicBezTo>
                      <a:pt x="14030" y="0"/>
                      <a:pt x="13968" y="21"/>
                      <a:pt x="13910" y="36"/>
                    </a:cubicBezTo>
                    <a:cubicBezTo>
                      <a:pt x="12979" y="254"/>
                      <a:pt x="12048" y="466"/>
                      <a:pt x="11188" y="907"/>
                    </a:cubicBezTo>
                    <a:cubicBezTo>
                      <a:pt x="10643" y="1185"/>
                      <a:pt x="10088" y="1441"/>
                      <a:pt x="9549" y="1729"/>
                    </a:cubicBezTo>
                    <a:cubicBezTo>
                      <a:pt x="7932" y="2584"/>
                      <a:pt x="6408" y="3596"/>
                      <a:pt x="4873" y="4582"/>
                    </a:cubicBezTo>
                    <a:cubicBezTo>
                      <a:pt x="3669" y="5349"/>
                      <a:pt x="2439" y="6073"/>
                      <a:pt x="1154" y="6694"/>
                    </a:cubicBezTo>
                    <a:cubicBezTo>
                      <a:pt x="879" y="6827"/>
                      <a:pt x="599" y="7000"/>
                      <a:pt x="270" y="7000"/>
                    </a:cubicBezTo>
                    <a:cubicBezTo>
                      <a:pt x="235" y="7000"/>
                      <a:pt x="200" y="6998"/>
                      <a:pt x="163" y="6993"/>
                    </a:cubicBezTo>
                    <a:cubicBezTo>
                      <a:pt x="0" y="7097"/>
                      <a:pt x="0" y="7097"/>
                      <a:pt x="27" y="7124"/>
                    </a:cubicBezTo>
                    <a:cubicBezTo>
                      <a:pt x="255" y="7310"/>
                      <a:pt x="495" y="7418"/>
                      <a:pt x="750" y="7418"/>
                    </a:cubicBezTo>
                    <a:cubicBezTo>
                      <a:pt x="898" y="7418"/>
                      <a:pt x="1051" y="7382"/>
                      <a:pt x="1209" y="7304"/>
                    </a:cubicBezTo>
                    <a:cubicBezTo>
                      <a:pt x="1465" y="7184"/>
                      <a:pt x="1704" y="7026"/>
                      <a:pt x="1960" y="6923"/>
                    </a:cubicBezTo>
                    <a:cubicBezTo>
                      <a:pt x="3049" y="6471"/>
                      <a:pt x="4105" y="5959"/>
                      <a:pt x="5107" y="5338"/>
                    </a:cubicBezTo>
                    <a:cubicBezTo>
                      <a:pt x="6059" y="4740"/>
                      <a:pt x="7012" y="4141"/>
                      <a:pt x="7986" y="3575"/>
                    </a:cubicBezTo>
                    <a:cubicBezTo>
                      <a:pt x="9582" y="2649"/>
                      <a:pt x="11226" y="1811"/>
                      <a:pt x="12853" y="945"/>
                    </a:cubicBezTo>
                    <a:cubicBezTo>
                      <a:pt x="13332" y="689"/>
                      <a:pt x="13844" y="455"/>
                      <a:pt x="14242" y="63"/>
                    </a:cubicBezTo>
                    <a:cubicBezTo>
                      <a:pt x="14194" y="16"/>
                      <a:pt x="14143" y="0"/>
                      <a:pt x="1409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3" name="Google Shape;1403;p30"/>
              <p:cNvSpPr/>
              <p:nvPr/>
            </p:nvSpPr>
            <p:spPr>
              <a:xfrm>
                <a:off x="5888616" y="915312"/>
                <a:ext cx="568655" cy="1431640"/>
              </a:xfrm>
              <a:custGeom>
                <a:rect b="b" l="l" r="r" t="t"/>
                <a:pathLst>
                  <a:path extrusionOk="0" h="24043" w="9550">
                    <a:moveTo>
                      <a:pt x="1467" y="1"/>
                    </a:moveTo>
                    <a:cubicBezTo>
                      <a:pt x="1190" y="1"/>
                      <a:pt x="905" y="59"/>
                      <a:pt x="616" y="192"/>
                    </a:cubicBezTo>
                    <a:cubicBezTo>
                      <a:pt x="360" y="361"/>
                      <a:pt x="99" y="519"/>
                      <a:pt x="1" y="846"/>
                    </a:cubicBezTo>
                    <a:cubicBezTo>
                      <a:pt x="4" y="846"/>
                      <a:pt x="7" y="846"/>
                      <a:pt x="9" y="846"/>
                    </a:cubicBezTo>
                    <a:cubicBezTo>
                      <a:pt x="177" y="846"/>
                      <a:pt x="248" y="687"/>
                      <a:pt x="387" y="677"/>
                    </a:cubicBezTo>
                    <a:cubicBezTo>
                      <a:pt x="654" y="388"/>
                      <a:pt x="1008" y="274"/>
                      <a:pt x="1373" y="268"/>
                    </a:cubicBezTo>
                    <a:cubicBezTo>
                      <a:pt x="1385" y="268"/>
                      <a:pt x="1398" y="268"/>
                      <a:pt x="1411" y="268"/>
                    </a:cubicBezTo>
                    <a:cubicBezTo>
                      <a:pt x="2493" y="268"/>
                      <a:pt x="3144" y="959"/>
                      <a:pt x="3774" y="1804"/>
                    </a:cubicBezTo>
                    <a:cubicBezTo>
                      <a:pt x="3659" y="1793"/>
                      <a:pt x="3616" y="1798"/>
                      <a:pt x="3572" y="1787"/>
                    </a:cubicBezTo>
                    <a:cubicBezTo>
                      <a:pt x="2881" y="1575"/>
                      <a:pt x="2184" y="1368"/>
                      <a:pt x="1465" y="1238"/>
                    </a:cubicBezTo>
                    <a:cubicBezTo>
                      <a:pt x="1374" y="1222"/>
                      <a:pt x="1281" y="1206"/>
                      <a:pt x="1194" y="1206"/>
                    </a:cubicBezTo>
                    <a:cubicBezTo>
                      <a:pt x="1072" y="1206"/>
                      <a:pt x="962" y="1236"/>
                      <a:pt x="883" y="1341"/>
                    </a:cubicBezTo>
                    <a:cubicBezTo>
                      <a:pt x="719" y="1553"/>
                      <a:pt x="578" y="1842"/>
                      <a:pt x="709" y="2103"/>
                    </a:cubicBezTo>
                    <a:cubicBezTo>
                      <a:pt x="948" y="2571"/>
                      <a:pt x="1128" y="3088"/>
                      <a:pt x="1514" y="3464"/>
                    </a:cubicBezTo>
                    <a:cubicBezTo>
                      <a:pt x="1950" y="3894"/>
                      <a:pt x="2374" y="4335"/>
                      <a:pt x="2696" y="4858"/>
                    </a:cubicBezTo>
                    <a:cubicBezTo>
                      <a:pt x="3011" y="5364"/>
                      <a:pt x="3567" y="5614"/>
                      <a:pt x="3953" y="6039"/>
                    </a:cubicBezTo>
                    <a:cubicBezTo>
                      <a:pt x="4465" y="6600"/>
                      <a:pt x="5069" y="7035"/>
                      <a:pt x="5679" y="7487"/>
                    </a:cubicBezTo>
                    <a:cubicBezTo>
                      <a:pt x="6686" y="8233"/>
                      <a:pt x="7503" y="9175"/>
                      <a:pt x="8276" y="10160"/>
                    </a:cubicBezTo>
                    <a:cubicBezTo>
                      <a:pt x="8847" y="10884"/>
                      <a:pt x="9234" y="11652"/>
                      <a:pt x="9234" y="12561"/>
                    </a:cubicBezTo>
                    <a:cubicBezTo>
                      <a:pt x="9245" y="14134"/>
                      <a:pt x="9272" y="15713"/>
                      <a:pt x="9130" y="17292"/>
                    </a:cubicBezTo>
                    <a:cubicBezTo>
                      <a:pt x="8978" y="18941"/>
                      <a:pt x="8613" y="20558"/>
                      <a:pt x="8423" y="22202"/>
                    </a:cubicBezTo>
                    <a:cubicBezTo>
                      <a:pt x="8368" y="22703"/>
                      <a:pt x="8368" y="23166"/>
                      <a:pt x="8755" y="23547"/>
                    </a:cubicBezTo>
                    <a:cubicBezTo>
                      <a:pt x="8891" y="23737"/>
                      <a:pt x="9054" y="23906"/>
                      <a:pt x="9250" y="24042"/>
                    </a:cubicBezTo>
                    <a:lnTo>
                      <a:pt x="9250" y="24037"/>
                    </a:lnTo>
                    <a:cubicBezTo>
                      <a:pt x="9332" y="23776"/>
                      <a:pt x="9103" y="23650"/>
                      <a:pt x="8994" y="23476"/>
                    </a:cubicBezTo>
                    <a:cubicBezTo>
                      <a:pt x="8836" y="23231"/>
                      <a:pt x="8613" y="23019"/>
                      <a:pt x="8651" y="22698"/>
                    </a:cubicBezTo>
                    <a:cubicBezTo>
                      <a:pt x="8787" y="21522"/>
                      <a:pt x="9060" y="20368"/>
                      <a:pt x="9207" y="19197"/>
                    </a:cubicBezTo>
                    <a:cubicBezTo>
                      <a:pt x="9337" y="18136"/>
                      <a:pt x="9506" y="17085"/>
                      <a:pt x="9528" y="16012"/>
                    </a:cubicBezTo>
                    <a:cubicBezTo>
                      <a:pt x="9539" y="15310"/>
                      <a:pt x="9550" y="14597"/>
                      <a:pt x="9517" y="13895"/>
                    </a:cubicBezTo>
                    <a:cubicBezTo>
                      <a:pt x="9484" y="13274"/>
                      <a:pt x="9468" y="12654"/>
                      <a:pt x="9365" y="12038"/>
                    </a:cubicBezTo>
                    <a:cubicBezTo>
                      <a:pt x="9223" y="11216"/>
                      <a:pt x="8766" y="10585"/>
                      <a:pt x="8265" y="9948"/>
                    </a:cubicBezTo>
                    <a:cubicBezTo>
                      <a:pt x="7492" y="8946"/>
                      <a:pt x="6648" y="8021"/>
                      <a:pt x="5679" y="7215"/>
                    </a:cubicBezTo>
                    <a:cubicBezTo>
                      <a:pt x="5260" y="6872"/>
                      <a:pt x="4775" y="6600"/>
                      <a:pt x="4443" y="6170"/>
                    </a:cubicBezTo>
                    <a:cubicBezTo>
                      <a:pt x="4193" y="5832"/>
                      <a:pt x="3893" y="5560"/>
                      <a:pt x="3556" y="5315"/>
                    </a:cubicBezTo>
                    <a:cubicBezTo>
                      <a:pt x="3392" y="5195"/>
                      <a:pt x="3267" y="5048"/>
                      <a:pt x="3137" y="4901"/>
                    </a:cubicBezTo>
                    <a:cubicBezTo>
                      <a:pt x="2788" y="4498"/>
                      <a:pt x="2614" y="3970"/>
                      <a:pt x="2184" y="3638"/>
                    </a:cubicBezTo>
                    <a:cubicBezTo>
                      <a:pt x="1661" y="3235"/>
                      <a:pt x="1389" y="2658"/>
                      <a:pt x="1084" y="2098"/>
                    </a:cubicBezTo>
                    <a:cubicBezTo>
                      <a:pt x="992" y="1929"/>
                      <a:pt x="1035" y="1776"/>
                      <a:pt x="1133" y="1635"/>
                    </a:cubicBezTo>
                    <a:cubicBezTo>
                      <a:pt x="1184" y="1566"/>
                      <a:pt x="1243" y="1533"/>
                      <a:pt x="1307" y="1533"/>
                    </a:cubicBezTo>
                    <a:cubicBezTo>
                      <a:pt x="1359" y="1533"/>
                      <a:pt x="1414" y="1555"/>
                      <a:pt x="1471" y="1597"/>
                    </a:cubicBezTo>
                    <a:cubicBezTo>
                      <a:pt x="2178" y="1689"/>
                      <a:pt x="2870" y="1885"/>
                      <a:pt x="3561" y="2054"/>
                    </a:cubicBezTo>
                    <a:cubicBezTo>
                      <a:pt x="3746" y="2103"/>
                      <a:pt x="3904" y="2141"/>
                      <a:pt x="3964" y="2375"/>
                    </a:cubicBezTo>
                    <a:cubicBezTo>
                      <a:pt x="3991" y="2482"/>
                      <a:pt x="4044" y="2531"/>
                      <a:pt x="4104" y="2531"/>
                    </a:cubicBezTo>
                    <a:cubicBezTo>
                      <a:pt x="4164" y="2531"/>
                      <a:pt x="4231" y="2484"/>
                      <a:pt x="4291" y="2397"/>
                    </a:cubicBezTo>
                    <a:cubicBezTo>
                      <a:pt x="4400" y="2228"/>
                      <a:pt x="4378" y="2076"/>
                      <a:pt x="4214" y="1967"/>
                    </a:cubicBezTo>
                    <a:cubicBezTo>
                      <a:pt x="4078" y="1874"/>
                      <a:pt x="4013" y="1744"/>
                      <a:pt x="3931" y="1613"/>
                    </a:cubicBezTo>
                    <a:cubicBezTo>
                      <a:pt x="3420" y="822"/>
                      <a:pt x="2505" y="1"/>
                      <a:pt x="14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4" name="Google Shape;1404;p30"/>
              <p:cNvSpPr/>
              <p:nvPr/>
            </p:nvSpPr>
            <p:spPr>
              <a:xfrm>
                <a:off x="6124955" y="407681"/>
                <a:ext cx="685006" cy="405144"/>
              </a:xfrm>
              <a:custGeom>
                <a:rect b="b" l="l" r="r" t="t"/>
                <a:pathLst>
                  <a:path extrusionOk="0" h="6804" w="11504">
                    <a:moveTo>
                      <a:pt x="11359" y="1"/>
                    </a:moveTo>
                    <a:cubicBezTo>
                      <a:pt x="11300" y="1"/>
                      <a:pt x="11226" y="24"/>
                      <a:pt x="11172" y="40"/>
                    </a:cubicBezTo>
                    <a:cubicBezTo>
                      <a:pt x="10769" y="165"/>
                      <a:pt x="10371" y="295"/>
                      <a:pt x="9985" y="481"/>
                    </a:cubicBezTo>
                    <a:cubicBezTo>
                      <a:pt x="8907" y="998"/>
                      <a:pt x="7856" y="1586"/>
                      <a:pt x="6784" y="2119"/>
                    </a:cubicBezTo>
                    <a:cubicBezTo>
                      <a:pt x="4933" y="3045"/>
                      <a:pt x="3136" y="4057"/>
                      <a:pt x="1498" y="5337"/>
                    </a:cubicBezTo>
                    <a:cubicBezTo>
                      <a:pt x="1024" y="5707"/>
                      <a:pt x="561" y="6088"/>
                      <a:pt x="148" y="6523"/>
                    </a:cubicBezTo>
                    <a:cubicBezTo>
                      <a:pt x="88" y="6589"/>
                      <a:pt x="1" y="6665"/>
                      <a:pt x="77" y="6763"/>
                    </a:cubicBezTo>
                    <a:cubicBezTo>
                      <a:pt x="98" y="6792"/>
                      <a:pt x="121" y="6804"/>
                      <a:pt x="145" y="6804"/>
                    </a:cubicBezTo>
                    <a:cubicBezTo>
                      <a:pt x="183" y="6804"/>
                      <a:pt x="223" y="6775"/>
                      <a:pt x="256" y="6741"/>
                    </a:cubicBezTo>
                    <a:cubicBezTo>
                      <a:pt x="300" y="6621"/>
                      <a:pt x="414" y="6572"/>
                      <a:pt x="512" y="6512"/>
                    </a:cubicBezTo>
                    <a:cubicBezTo>
                      <a:pt x="1813" y="5750"/>
                      <a:pt x="3104" y="4977"/>
                      <a:pt x="4416" y="4237"/>
                    </a:cubicBezTo>
                    <a:cubicBezTo>
                      <a:pt x="6642" y="2968"/>
                      <a:pt x="8891" y="1727"/>
                      <a:pt x="11030" y="312"/>
                    </a:cubicBezTo>
                    <a:cubicBezTo>
                      <a:pt x="11068" y="284"/>
                      <a:pt x="11106" y="257"/>
                      <a:pt x="11146" y="257"/>
                    </a:cubicBezTo>
                    <a:cubicBezTo>
                      <a:pt x="11170" y="257"/>
                      <a:pt x="11195" y="266"/>
                      <a:pt x="11221" y="290"/>
                    </a:cubicBezTo>
                    <a:cubicBezTo>
                      <a:pt x="11357" y="274"/>
                      <a:pt x="11504" y="214"/>
                      <a:pt x="11460" y="61"/>
                    </a:cubicBezTo>
                    <a:cubicBezTo>
                      <a:pt x="11446" y="16"/>
                      <a:pt x="11407" y="1"/>
                      <a:pt x="11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5" name="Google Shape;1405;p30"/>
              <p:cNvSpPr/>
              <p:nvPr/>
            </p:nvSpPr>
            <p:spPr>
              <a:xfrm>
                <a:off x="6165803" y="421853"/>
                <a:ext cx="907049" cy="442062"/>
              </a:xfrm>
              <a:custGeom>
                <a:rect b="b" l="l" r="r" t="t"/>
                <a:pathLst>
                  <a:path extrusionOk="0" h="7424" w="15233">
                    <a:moveTo>
                      <a:pt x="15106" y="0"/>
                    </a:moveTo>
                    <a:cubicBezTo>
                      <a:pt x="14967" y="0"/>
                      <a:pt x="14849" y="62"/>
                      <a:pt x="14726" y="62"/>
                    </a:cubicBezTo>
                    <a:cubicBezTo>
                      <a:pt x="14699" y="62"/>
                      <a:pt x="14672" y="59"/>
                      <a:pt x="14645" y="52"/>
                    </a:cubicBezTo>
                    <a:cubicBezTo>
                      <a:pt x="14592" y="27"/>
                      <a:pt x="14538" y="18"/>
                      <a:pt x="14483" y="18"/>
                    </a:cubicBezTo>
                    <a:cubicBezTo>
                      <a:pt x="14410" y="18"/>
                      <a:pt x="14336" y="34"/>
                      <a:pt x="14264" y="47"/>
                    </a:cubicBezTo>
                    <a:cubicBezTo>
                      <a:pt x="13180" y="232"/>
                      <a:pt x="12108" y="471"/>
                      <a:pt x="11112" y="950"/>
                    </a:cubicBezTo>
                    <a:cubicBezTo>
                      <a:pt x="9070" y="1925"/>
                      <a:pt x="7121" y="3063"/>
                      <a:pt x="5232" y="4304"/>
                    </a:cubicBezTo>
                    <a:cubicBezTo>
                      <a:pt x="3735" y="5289"/>
                      <a:pt x="2184" y="6176"/>
                      <a:pt x="632" y="7069"/>
                    </a:cubicBezTo>
                    <a:cubicBezTo>
                      <a:pt x="441" y="7200"/>
                      <a:pt x="229" y="7298"/>
                      <a:pt x="0" y="7352"/>
                    </a:cubicBezTo>
                    <a:cubicBezTo>
                      <a:pt x="49" y="7406"/>
                      <a:pt x="102" y="7424"/>
                      <a:pt x="157" y="7424"/>
                    </a:cubicBezTo>
                    <a:cubicBezTo>
                      <a:pt x="213" y="7424"/>
                      <a:pt x="272" y="7404"/>
                      <a:pt x="327" y="7385"/>
                    </a:cubicBezTo>
                    <a:cubicBezTo>
                      <a:pt x="648" y="7276"/>
                      <a:pt x="980" y="7189"/>
                      <a:pt x="1280" y="7026"/>
                    </a:cubicBezTo>
                    <a:cubicBezTo>
                      <a:pt x="2521" y="6351"/>
                      <a:pt x="3746" y="5654"/>
                      <a:pt x="4933" y="4892"/>
                    </a:cubicBezTo>
                    <a:cubicBezTo>
                      <a:pt x="6326" y="3999"/>
                      <a:pt x="7715" y="3090"/>
                      <a:pt x="9174" y="2295"/>
                    </a:cubicBezTo>
                    <a:cubicBezTo>
                      <a:pt x="10731" y="1451"/>
                      <a:pt x="12315" y="700"/>
                      <a:pt x="14079" y="422"/>
                    </a:cubicBezTo>
                    <a:cubicBezTo>
                      <a:pt x="14454" y="292"/>
                      <a:pt x="14830" y="161"/>
                      <a:pt x="15233" y="19"/>
                    </a:cubicBezTo>
                    <a:cubicBezTo>
                      <a:pt x="15188" y="6"/>
                      <a:pt x="15146" y="0"/>
                      <a:pt x="151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6" name="Google Shape;1406;p30"/>
              <p:cNvSpPr/>
              <p:nvPr/>
            </p:nvSpPr>
            <p:spPr>
              <a:xfrm>
                <a:off x="6203377" y="404466"/>
                <a:ext cx="853935" cy="438370"/>
              </a:xfrm>
              <a:custGeom>
                <a:rect b="b" l="l" r="r" t="t"/>
                <a:pathLst>
                  <a:path extrusionOk="0" h="7362" w="14341">
                    <a:moveTo>
                      <a:pt x="14235" y="0"/>
                    </a:moveTo>
                    <a:cubicBezTo>
                      <a:pt x="14232" y="0"/>
                      <a:pt x="14229" y="1"/>
                      <a:pt x="14226" y="1"/>
                    </a:cubicBezTo>
                    <a:cubicBezTo>
                      <a:pt x="13371" y="115"/>
                      <a:pt x="12511" y="230"/>
                      <a:pt x="11700" y="551"/>
                    </a:cubicBezTo>
                    <a:cubicBezTo>
                      <a:pt x="10698" y="943"/>
                      <a:pt x="9795" y="1531"/>
                      <a:pt x="8842" y="2010"/>
                    </a:cubicBezTo>
                    <a:cubicBezTo>
                      <a:pt x="7911" y="2483"/>
                      <a:pt x="7007" y="3012"/>
                      <a:pt x="6109" y="3540"/>
                    </a:cubicBezTo>
                    <a:cubicBezTo>
                      <a:pt x="4427" y="4530"/>
                      <a:pt x="2843" y="5674"/>
                      <a:pt x="1122" y="6594"/>
                    </a:cubicBezTo>
                    <a:cubicBezTo>
                      <a:pt x="725" y="6806"/>
                      <a:pt x="300" y="6997"/>
                      <a:pt x="1" y="7361"/>
                    </a:cubicBezTo>
                    <a:cubicBezTo>
                      <a:pt x="192" y="7361"/>
                      <a:pt x="344" y="7263"/>
                      <a:pt x="491" y="7176"/>
                    </a:cubicBezTo>
                    <a:cubicBezTo>
                      <a:pt x="1732" y="6441"/>
                      <a:pt x="2995" y="5734"/>
                      <a:pt x="4215" y="4950"/>
                    </a:cubicBezTo>
                    <a:cubicBezTo>
                      <a:pt x="5891" y="3866"/>
                      <a:pt x="7557" y="2756"/>
                      <a:pt x="9359" y="1874"/>
                    </a:cubicBezTo>
                    <a:cubicBezTo>
                      <a:pt x="10339" y="1389"/>
                      <a:pt x="11324" y="926"/>
                      <a:pt x="12402" y="687"/>
                    </a:cubicBezTo>
                    <a:cubicBezTo>
                      <a:pt x="12941" y="567"/>
                      <a:pt x="13486" y="486"/>
                      <a:pt x="14014" y="344"/>
                    </a:cubicBezTo>
                    <a:cubicBezTo>
                      <a:pt x="14101" y="230"/>
                      <a:pt x="14275" y="202"/>
                      <a:pt x="14340" y="39"/>
                    </a:cubicBezTo>
                    <a:cubicBezTo>
                      <a:pt x="14296" y="24"/>
                      <a:pt x="14265" y="0"/>
                      <a:pt x="142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7" name="Google Shape;1407;p30"/>
              <p:cNvSpPr/>
              <p:nvPr/>
            </p:nvSpPr>
            <p:spPr>
              <a:xfrm>
                <a:off x="6139841" y="-46418"/>
                <a:ext cx="469810" cy="549541"/>
              </a:xfrm>
              <a:custGeom>
                <a:rect b="b" l="l" r="r" t="t"/>
                <a:pathLst>
                  <a:path extrusionOk="0" h="9229" w="7890">
                    <a:moveTo>
                      <a:pt x="7791" y="0"/>
                    </a:moveTo>
                    <a:lnTo>
                      <a:pt x="7791" y="0"/>
                    </a:lnTo>
                    <a:cubicBezTo>
                      <a:pt x="7688" y="109"/>
                      <a:pt x="7595" y="235"/>
                      <a:pt x="7476" y="327"/>
                    </a:cubicBezTo>
                    <a:cubicBezTo>
                      <a:pt x="6583" y="1035"/>
                      <a:pt x="5902" y="1933"/>
                      <a:pt x="5195" y="2815"/>
                    </a:cubicBezTo>
                    <a:cubicBezTo>
                      <a:pt x="4715" y="3414"/>
                      <a:pt x="4416" y="4132"/>
                      <a:pt x="3926" y="4720"/>
                    </a:cubicBezTo>
                    <a:cubicBezTo>
                      <a:pt x="3115" y="5689"/>
                      <a:pt x="2375" y="6718"/>
                      <a:pt x="1444" y="7595"/>
                    </a:cubicBezTo>
                    <a:cubicBezTo>
                      <a:pt x="1155" y="7862"/>
                      <a:pt x="905" y="8177"/>
                      <a:pt x="600" y="8439"/>
                    </a:cubicBezTo>
                    <a:cubicBezTo>
                      <a:pt x="366" y="8635"/>
                      <a:pt x="132" y="8836"/>
                      <a:pt x="1" y="9125"/>
                    </a:cubicBezTo>
                    <a:cubicBezTo>
                      <a:pt x="22" y="9202"/>
                      <a:pt x="44" y="9229"/>
                      <a:pt x="66" y="9229"/>
                    </a:cubicBezTo>
                    <a:cubicBezTo>
                      <a:pt x="105" y="9229"/>
                      <a:pt x="144" y="9144"/>
                      <a:pt x="175" y="9119"/>
                    </a:cubicBezTo>
                    <a:cubicBezTo>
                      <a:pt x="937" y="8477"/>
                      <a:pt x="1623" y="7753"/>
                      <a:pt x="2326" y="7050"/>
                    </a:cubicBezTo>
                    <a:cubicBezTo>
                      <a:pt x="3197" y="6174"/>
                      <a:pt x="3932" y="5189"/>
                      <a:pt x="4617" y="4171"/>
                    </a:cubicBezTo>
                    <a:cubicBezTo>
                      <a:pt x="4993" y="3615"/>
                      <a:pt x="5352" y="3049"/>
                      <a:pt x="5777" y="2532"/>
                    </a:cubicBezTo>
                    <a:cubicBezTo>
                      <a:pt x="6430" y="1748"/>
                      <a:pt x="7094" y="975"/>
                      <a:pt x="7753" y="202"/>
                    </a:cubicBezTo>
                    <a:cubicBezTo>
                      <a:pt x="7802" y="142"/>
                      <a:pt x="7889" y="88"/>
                      <a:pt x="77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8" name="Google Shape;1408;p30"/>
              <p:cNvSpPr/>
              <p:nvPr/>
            </p:nvSpPr>
            <p:spPr>
              <a:xfrm>
                <a:off x="6254289" y="1078112"/>
                <a:ext cx="903834" cy="359235"/>
              </a:xfrm>
              <a:custGeom>
                <a:rect b="b" l="l" r="r" t="t"/>
                <a:pathLst>
                  <a:path extrusionOk="0" h="6033" w="15179">
                    <a:moveTo>
                      <a:pt x="1" y="1"/>
                    </a:moveTo>
                    <a:cubicBezTo>
                      <a:pt x="235" y="71"/>
                      <a:pt x="469" y="158"/>
                      <a:pt x="703" y="213"/>
                    </a:cubicBezTo>
                    <a:cubicBezTo>
                      <a:pt x="2358" y="621"/>
                      <a:pt x="4013" y="1002"/>
                      <a:pt x="5657" y="1427"/>
                    </a:cubicBezTo>
                    <a:cubicBezTo>
                      <a:pt x="8014" y="2031"/>
                      <a:pt x="10268" y="2902"/>
                      <a:pt x="12315" y="4241"/>
                    </a:cubicBezTo>
                    <a:cubicBezTo>
                      <a:pt x="12435" y="4263"/>
                      <a:pt x="12527" y="4329"/>
                      <a:pt x="12631" y="4394"/>
                    </a:cubicBezTo>
                    <a:cubicBezTo>
                      <a:pt x="13464" y="4933"/>
                      <a:pt x="14302" y="5466"/>
                      <a:pt x="15179" y="6033"/>
                    </a:cubicBezTo>
                    <a:cubicBezTo>
                      <a:pt x="15146" y="5956"/>
                      <a:pt x="15140" y="5918"/>
                      <a:pt x="15119" y="5902"/>
                    </a:cubicBezTo>
                    <a:cubicBezTo>
                      <a:pt x="14830" y="5684"/>
                      <a:pt x="14547" y="5455"/>
                      <a:pt x="14253" y="5243"/>
                    </a:cubicBezTo>
                    <a:cubicBezTo>
                      <a:pt x="12320" y="3844"/>
                      <a:pt x="10235" y="2728"/>
                      <a:pt x="7987" y="1922"/>
                    </a:cubicBezTo>
                    <a:cubicBezTo>
                      <a:pt x="6060" y="1236"/>
                      <a:pt x="4062" y="828"/>
                      <a:pt x="2080" y="354"/>
                    </a:cubicBezTo>
                    <a:cubicBezTo>
                      <a:pt x="1394" y="197"/>
                      <a:pt x="708" y="50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9" name="Google Shape;1409;p30"/>
              <p:cNvSpPr/>
              <p:nvPr/>
            </p:nvSpPr>
            <p:spPr>
              <a:xfrm>
                <a:off x="6137936" y="418042"/>
                <a:ext cx="655174" cy="391092"/>
              </a:xfrm>
              <a:custGeom>
                <a:rect b="b" l="l" r="r" t="t"/>
                <a:pathLst>
                  <a:path extrusionOk="0" h="6568" w="11003">
                    <a:moveTo>
                      <a:pt x="10921" y="1"/>
                    </a:moveTo>
                    <a:cubicBezTo>
                      <a:pt x="10865" y="1"/>
                      <a:pt x="10804" y="96"/>
                      <a:pt x="10779" y="111"/>
                    </a:cubicBezTo>
                    <a:cubicBezTo>
                      <a:pt x="9783" y="660"/>
                      <a:pt x="8825" y="1281"/>
                      <a:pt x="7845" y="1858"/>
                    </a:cubicBezTo>
                    <a:cubicBezTo>
                      <a:pt x="6517" y="2642"/>
                      <a:pt x="5178" y="3404"/>
                      <a:pt x="3838" y="4155"/>
                    </a:cubicBezTo>
                    <a:cubicBezTo>
                      <a:pt x="2630" y="4836"/>
                      <a:pt x="1443" y="5549"/>
                      <a:pt x="262" y="6279"/>
                    </a:cubicBezTo>
                    <a:cubicBezTo>
                      <a:pt x="158" y="6338"/>
                      <a:pt x="0" y="6382"/>
                      <a:pt x="38" y="6567"/>
                    </a:cubicBezTo>
                    <a:cubicBezTo>
                      <a:pt x="1742" y="5685"/>
                      <a:pt x="3376" y="4678"/>
                      <a:pt x="5058" y="3758"/>
                    </a:cubicBezTo>
                    <a:cubicBezTo>
                      <a:pt x="6522" y="2958"/>
                      <a:pt x="7965" y="2114"/>
                      <a:pt x="9386" y="1243"/>
                    </a:cubicBezTo>
                    <a:cubicBezTo>
                      <a:pt x="9946" y="900"/>
                      <a:pt x="10464" y="492"/>
                      <a:pt x="11003" y="116"/>
                    </a:cubicBezTo>
                    <a:cubicBezTo>
                      <a:pt x="10981" y="29"/>
                      <a:pt x="10952" y="1"/>
                      <a:pt x="1092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0" name="Google Shape;1410;p30"/>
              <p:cNvSpPr/>
              <p:nvPr/>
            </p:nvSpPr>
            <p:spPr>
              <a:xfrm>
                <a:off x="6603111" y="2452260"/>
                <a:ext cx="318030" cy="269441"/>
              </a:xfrm>
              <a:custGeom>
                <a:rect b="b" l="l" r="r" t="t"/>
                <a:pathLst>
                  <a:path extrusionOk="0" h="4525" w="5341">
                    <a:moveTo>
                      <a:pt x="360" y="1"/>
                    </a:moveTo>
                    <a:cubicBezTo>
                      <a:pt x="28" y="158"/>
                      <a:pt x="0" y="295"/>
                      <a:pt x="235" y="599"/>
                    </a:cubicBezTo>
                    <a:cubicBezTo>
                      <a:pt x="338" y="725"/>
                      <a:pt x="485" y="768"/>
                      <a:pt x="616" y="850"/>
                    </a:cubicBezTo>
                    <a:cubicBezTo>
                      <a:pt x="1677" y="1503"/>
                      <a:pt x="2521" y="2407"/>
                      <a:pt x="3392" y="3278"/>
                    </a:cubicBezTo>
                    <a:cubicBezTo>
                      <a:pt x="3947" y="3833"/>
                      <a:pt x="4611" y="4203"/>
                      <a:pt x="5341" y="4525"/>
                    </a:cubicBezTo>
                    <a:cubicBezTo>
                      <a:pt x="5303" y="4405"/>
                      <a:pt x="5270" y="4323"/>
                      <a:pt x="5243" y="4236"/>
                    </a:cubicBezTo>
                    <a:cubicBezTo>
                      <a:pt x="5167" y="4024"/>
                      <a:pt x="4954" y="3991"/>
                      <a:pt x="4791" y="3893"/>
                    </a:cubicBezTo>
                    <a:cubicBezTo>
                      <a:pt x="4448" y="3686"/>
                      <a:pt x="4078" y="3501"/>
                      <a:pt x="3855" y="3158"/>
                    </a:cubicBezTo>
                    <a:cubicBezTo>
                      <a:pt x="3201" y="2173"/>
                      <a:pt x="2320" y="1411"/>
                      <a:pt x="1394" y="703"/>
                    </a:cubicBezTo>
                    <a:cubicBezTo>
                      <a:pt x="1067" y="447"/>
                      <a:pt x="784" y="115"/>
                      <a:pt x="36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1" name="Google Shape;1411;p30"/>
              <p:cNvSpPr/>
              <p:nvPr/>
            </p:nvSpPr>
            <p:spPr>
              <a:xfrm>
                <a:off x="6282157" y="1238887"/>
                <a:ext cx="367988" cy="299333"/>
              </a:xfrm>
              <a:custGeom>
                <a:rect b="b" l="l" r="r" t="t"/>
                <a:pathLst>
                  <a:path extrusionOk="0" h="5027" w="6180">
                    <a:moveTo>
                      <a:pt x="703" y="425"/>
                    </a:moveTo>
                    <a:lnTo>
                      <a:pt x="703" y="425"/>
                    </a:lnTo>
                    <a:cubicBezTo>
                      <a:pt x="769" y="490"/>
                      <a:pt x="839" y="550"/>
                      <a:pt x="912" y="606"/>
                    </a:cubicBezTo>
                    <a:lnTo>
                      <a:pt x="912" y="606"/>
                    </a:lnTo>
                    <a:cubicBezTo>
                      <a:pt x="828" y="556"/>
                      <a:pt x="745" y="508"/>
                      <a:pt x="703" y="425"/>
                    </a:cubicBezTo>
                    <a:close/>
                    <a:moveTo>
                      <a:pt x="321" y="1"/>
                    </a:moveTo>
                    <a:cubicBezTo>
                      <a:pt x="262" y="1"/>
                      <a:pt x="203" y="13"/>
                      <a:pt x="142" y="44"/>
                    </a:cubicBezTo>
                    <a:cubicBezTo>
                      <a:pt x="50" y="88"/>
                      <a:pt x="1" y="164"/>
                      <a:pt x="99" y="229"/>
                    </a:cubicBezTo>
                    <a:cubicBezTo>
                      <a:pt x="447" y="458"/>
                      <a:pt x="725" y="801"/>
                      <a:pt x="1155" y="915"/>
                    </a:cubicBezTo>
                    <a:cubicBezTo>
                      <a:pt x="1149" y="831"/>
                      <a:pt x="1117" y="770"/>
                      <a:pt x="1072" y="722"/>
                    </a:cubicBezTo>
                    <a:lnTo>
                      <a:pt x="1072" y="722"/>
                    </a:lnTo>
                    <a:cubicBezTo>
                      <a:pt x="1397" y="946"/>
                      <a:pt x="1758" y="1125"/>
                      <a:pt x="2080" y="1362"/>
                    </a:cubicBezTo>
                    <a:cubicBezTo>
                      <a:pt x="3474" y="2402"/>
                      <a:pt x="4704" y="3610"/>
                      <a:pt x="5908" y="4851"/>
                    </a:cubicBezTo>
                    <a:cubicBezTo>
                      <a:pt x="5972" y="4916"/>
                      <a:pt x="6013" y="5027"/>
                      <a:pt x="6116" y="5027"/>
                    </a:cubicBezTo>
                    <a:cubicBezTo>
                      <a:pt x="6135" y="5027"/>
                      <a:pt x="6156" y="5023"/>
                      <a:pt x="6180" y="5015"/>
                    </a:cubicBezTo>
                    <a:cubicBezTo>
                      <a:pt x="6163" y="4879"/>
                      <a:pt x="6087" y="4775"/>
                      <a:pt x="6011" y="4672"/>
                    </a:cubicBezTo>
                    <a:cubicBezTo>
                      <a:pt x="5184" y="3474"/>
                      <a:pt x="4193" y="2429"/>
                      <a:pt x="3055" y="1520"/>
                    </a:cubicBezTo>
                    <a:cubicBezTo>
                      <a:pt x="2293" y="915"/>
                      <a:pt x="1503" y="344"/>
                      <a:pt x="551" y="44"/>
                    </a:cubicBezTo>
                    <a:cubicBezTo>
                      <a:pt x="472" y="20"/>
                      <a:pt x="396" y="1"/>
                      <a:pt x="32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2" name="Google Shape;1412;p30"/>
              <p:cNvSpPr/>
              <p:nvPr/>
            </p:nvSpPr>
            <p:spPr>
              <a:xfrm>
                <a:off x="6624488" y="2447913"/>
                <a:ext cx="298618" cy="256639"/>
              </a:xfrm>
              <a:custGeom>
                <a:rect b="b" l="l" r="r" t="t"/>
                <a:pathLst>
                  <a:path extrusionOk="0" h="4310" w="5015">
                    <a:moveTo>
                      <a:pt x="47" y="0"/>
                    </a:moveTo>
                    <a:cubicBezTo>
                      <a:pt x="25" y="0"/>
                      <a:pt x="7" y="17"/>
                      <a:pt x="1" y="74"/>
                    </a:cubicBezTo>
                    <a:cubicBezTo>
                      <a:pt x="311" y="313"/>
                      <a:pt x="616" y="547"/>
                      <a:pt x="921" y="781"/>
                    </a:cubicBezTo>
                    <a:cubicBezTo>
                      <a:pt x="1699" y="1380"/>
                      <a:pt x="2494" y="1984"/>
                      <a:pt x="3049" y="2779"/>
                    </a:cubicBezTo>
                    <a:cubicBezTo>
                      <a:pt x="3539" y="3482"/>
                      <a:pt x="4160" y="3939"/>
                      <a:pt x="4884" y="4309"/>
                    </a:cubicBezTo>
                    <a:cubicBezTo>
                      <a:pt x="5015" y="4140"/>
                      <a:pt x="4824" y="4091"/>
                      <a:pt x="4753" y="4020"/>
                    </a:cubicBezTo>
                    <a:cubicBezTo>
                      <a:pt x="4421" y="3661"/>
                      <a:pt x="3959" y="3416"/>
                      <a:pt x="3703" y="2992"/>
                    </a:cubicBezTo>
                    <a:cubicBezTo>
                      <a:pt x="3256" y="2224"/>
                      <a:pt x="2603" y="1658"/>
                      <a:pt x="1955" y="1081"/>
                    </a:cubicBezTo>
                    <a:cubicBezTo>
                      <a:pt x="1422" y="613"/>
                      <a:pt x="817" y="253"/>
                      <a:pt x="137" y="41"/>
                    </a:cubicBezTo>
                    <a:cubicBezTo>
                      <a:pt x="114" y="35"/>
                      <a:pt x="77" y="0"/>
                      <a:pt x="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3" name="Google Shape;1413;p30"/>
              <p:cNvSpPr/>
              <p:nvPr/>
            </p:nvSpPr>
            <p:spPr>
              <a:xfrm>
                <a:off x="5772560" y="610972"/>
                <a:ext cx="256163" cy="337203"/>
              </a:xfrm>
              <a:custGeom>
                <a:rect b="b" l="l" r="r" t="t"/>
                <a:pathLst>
                  <a:path extrusionOk="0" h="5663" w="4302">
                    <a:moveTo>
                      <a:pt x="4193" y="1"/>
                    </a:moveTo>
                    <a:lnTo>
                      <a:pt x="4193" y="1"/>
                    </a:lnTo>
                    <a:cubicBezTo>
                      <a:pt x="3539" y="567"/>
                      <a:pt x="2783" y="992"/>
                      <a:pt x="2222" y="1694"/>
                    </a:cubicBezTo>
                    <a:cubicBezTo>
                      <a:pt x="1612" y="2451"/>
                      <a:pt x="948" y="3158"/>
                      <a:pt x="387" y="3959"/>
                    </a:cubicBezTo>
                    <a:cubicBezTo>
                      <a:pt x="28" y="4476"/>
                      <a:pt x="1" y="4884"/>
                      <a:pt x="458" y="5200"/>
                    </a:cubicBezTo>
                    <a:cubicBezTo>
                      <a:pt x="714" y="5379"/>
                      <a:pt x="981" y="5559"/>
                      <a:pt x="1286" y="5663"/>
                    </a:cubicBezTo>
                    <a:cubicBezTo>
                      <a:pt x="1316" y="5655"/>
                      <a:pt x="1349" y="5654"/>
                      <a:pt x="1382" y="5654"/>
                    </a:cubicBezTo>
                    <a:cubicBezTo>
                      <a:pt x="1414" y="5654"/>
                      <a:pt x="1446" y="5655"/>
                      <a:pt x="1479" y="5655"/>
                    </a:cubicBezTo>
                    <a:cubicBezTo>
                      <a:pt x="1573" y="5655"/>
                      <a:pt x="1671" y="5643"/>
                      <a:pt x="1759" y="5548"/>
                    </a:cubicBezTo>
                    <a:cubicBezTo>
                      <a:pt x="1346" y="5412"/>
                      <a:pt x="1008" y="5200"/>
                      <a:pt x="681" y="4971"/>
                    </a:cubicBezTo>
                    <a:cubicBezTo>
                      <a:pt x="371" y="4753"/>
                      <a:pt x="311" y="4519"/>
                      <a:pt x="567" y="4242"/>
                    </a:cubicBezTo>
                    <a:cubicBezTo>
                      <a:pt x="807" y="3975"/>
                      <a:pt x="997" y="3681"/>
                      <a:pt x="1177" y="3382"/>
                    </a:cubicBezTo>
                    <a:cubicBezTo>
                      <a:pt x="1596" y="2685"/>
                      <a:pt x="2320" y="2255"/>
                      <a:pt x="2734" y="1558"/>
                    </a:cubicBezTo>
                    <a:cubicBezTo>
                      <a:pt x="2924" y="1237"/>
                      <a:pt x="3207" y="1008"/>
                      <a:pt x="3512" y="801"/>
                    </a:cubicBezTo>
                    <a:cubicBezTo>
                      <a:pt x="3757" y="632"/>
                      <a:pt x="3942" y="404"/>
                      <a:pt x="4155" y="197"/>
                    </a:cubicBezTo>
                    <a:cubicBezTo>
                      <a:pt x="4209" y="148"/>
                      <a:pt x="4302" y="88"/>
                      <a:pt x="419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4" name="Google Shape;1414;p30"/>
              <p:cNvSpPr/>
              <p:nvPr/>
            </p:nvSpPr>
            <p:spPr>
              <a:xfrm>
                <a:off x="6311691" y="1257167"/>
                <a:ext cx="372156" cy="325294"/>
              </a:xfrm>
              <a:custGeom>
                <a:rect b="b" l="l" r="r" t="t"/>
                <a:pathLst>
                  <a:path extrusionOk="0" h="5463" w="6250">
                    <a:moveTo>
                      <a:pt x="61" y="1"/>
                    </a:moveTo>
                    <a:cubicBezTo>
                      <a:pt x="42" y="1"/>
                      <a:pt x="22" y="6"/>
                      <a:pt x="0" y="20"/>
                    </a:cubicBezTo>
                    <a:cubicBezTo>
                      <a:pt x="223" y="222"/>
                      <a:pt x="441" y="412"/>
                      <a:pt x="659" y="608"/>
                    </a:cubicBezTo>
                    <a:cubicBezTo>
                      <a:pt x="1350" y="1082"/>
                      <a:pt x="2036" y="1572"/>
                      <a:pt x="2641" y="2160"/>
                    </a:cubicBezTo>
                    <a:cubicBezTo>
                      <a:pt x="3452" y="2895"/>
                      <a:pt x="4214" y="3679"/>
                      <a:pt x="4982" y="4457"/>
                    </a:cubicBezTo>
                    <a:cubicBezTo>
                      <a:pt x="5286" y="4773"/>
                      <a:pt x="5640" y="5029"/>
                      <a:pt x="5951" y="5339"/>
                    </a:cubicBezTo>
                    <a:cubicBezTo>
                      <a:pt x="5998" y="5386"/>
                      <a:pt x="6061" y="5462"/>
                      <a:pt x="6128" y="5462"/>
                    </a:cubicBezTo>
                    <a:cubicBezTo>
                      <a:pt x="6169" y="5462"/>
                      <a:pt x="6210" y="5433"/>
                      <a:pt x="6250" y="5350"/>
                    </a:cubicBezTo>
                    <a:cubicBezTo>
                      <a:pt x="6065" y="5132"/>
                      <a:pt x="5874" y="4920"/>
                      <a:pt x="5684" y="4708"/>
                    </a:cubicBezTo>
                    <a:cubicBezTo>
                      <a:pt x="4987" y="4011"/>
                      <a:pt x="4296" y="3314"/>
                      <a:pt x="3588" y="2628"/>
                    </a:cubicBezTo>
                    <a:cubicBezTo>
                      <a:pt x="2553" y="1643"/>
                      <a:pt x="1416" y="810"/>
                      <a:pt x="202" y="69"/>
                    </a:cubicBezTo>
                    <a:cubicBezTo>
                      <a:pt x="162" y="45"/>
                      <a:pt x="115" y="1"/>
                      <a:pt x="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5" name="Google Shape;1415;p30"/>
              <p:cNvSpPr/>
              <p:nvPr/>
            </p:nvSpPr>
            <p:spPr>
              <a:xfrm>
                <a:off x="6855944" y="-91316"/>
                <a:ext cx="167976" cy="120936"/>
              </a:xfrm>
              <a:custGeom>
                <a:rect b="b" l="l" r="r" t="t"/>
                <a:pathLst>
                  <a:path extrusionOk="0" h="2031" w="2821">
                    <a:moveTo>
                      <a:pt x="1995" y="0"/>
                    </a:moveTo>
                    <a:cubicBezTo>
                      <a:pt x="1777" y="0"/>
                      <a:pt x="1562" y="59"/>
                      <a:pt x="1422" y="183"/>
                    </a:cubicBezTo>
                    <a:cubicBezTo>
                      <a:pt x="1552" y="401"/>
                      <a:pt x="1792" y="362"/>
                      <a:pt x="1988" y="417"/>
                    </a:cubicBezTo>
                    <a:cubicBezTo>
                      <a:pt x="2140" y="460"/>
                      <a:pt x="2216" y="531"/>
                      <a:pt x="2064" y="646"/>
                    </a:cubicBezTo>
                    <a:cubicBezTo>
                      <a:pt x="1634" y="950"/>
                      <a:pt x="1198" y="1250"/>
                      <a:pt x="790" y="1587"/>
                    </a:cubicBezTo>
                    <a:cubicBezTo>
                      <a:pt x="743" y="1629"/>
                      <a:pt x="679" y="1656"/>
                      <a:pt x="615" y="1656"/>
                    </a:cubicBezTo>
                    <a:cubicBezTo>
                      <a:pt x="561" y="1656"/>
                      <a:pt x="508" y="1637"/>
                      <a:pt x="463" y="1593"/>
                    </a:cubicBezTo>
                    <a:cubicBezTo>
                      <a:pt x="349" y="1478"/>
                      <a:pt x="458" y="1375"/>
                      <a:pt x="518" y="1277"/>
                    </a:cubicBezTo>
                    <a:cubicBezTo>
                      <a:pt x="649" y="1076"/>
                      <a:pt x="866" y="923"/>
                      <a:pt x="926" y="667"/>
                    </a:cubicBezTo>
                    <a:cubicBezTo>
                      <a:pt x="887" y="643"/>
                      <a:pt x="852" y="633"/>
                      <a:pt x="820" y="633"/>
                    </a:cubicBezTo>
                    <a:cubicBezTo>
                      <a:pt x="731" y="633"/>
                      <a:pt x="665" y="711"/>
                      <a:pt x="605" y="771"/>
                    </a:cubicBezTo>
                    <a:cubicBezTo>
                      <a:pt x="463" y="907"/>
                      <a:pt x="333" y="1065"/>
                      <a:pt x="213" y="1223"/>
                    </a:cubicBezTo>
                    <a:cubicBezTo>
                      <a:pt x="72" y="1397"/>
                      <a:pt x="1" y="1609"/>
                      <a:pt x="131" y="1805"/>
                    </a:cubicBezTo>
                    <a:cubicBezTo>
                      <a:pt x="230" y="1960"/>
                      <a:pt x="377" y="2031"/>
                      <a:pt x="539" y="2031"/>
                    </a:cubicBezTo>
                    <a:cubicBezTo>
                      <a:pt x="610" y="2031"/>
                      <a:pt x="684" y="2017"/>
                      <a:pt x="757" y="1990"/>
                    </a:cubicBezTo>
                    <a:cubicBezTo>
                      <a:pt x="1482" y="1740"/>
                      <a:pt x="2091" y="1304"/>
                      <a:pt x="2663" y="809"/>
                    </a:cubicBezTo>
                    <a:cubicBezTo>
                      <a:pt x="2821" y="673"/>
                      <a:pt x="2821" y="471"/>
                      <a:pt x="2706" y="297"/>
                    </a:cubicBezTo>
                    <a:cubicBezTo>
                      <a:pt x="2579" y="104"/>
                      <a:pt x="2285" y="0"/>
                      <a:pt x="19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6" name="Google Shape;1416;p30"/>
              <p:cNvSpPr/>
              <p:nvPr/>
            </p:nvSpPr>
            <p:spPr>
              <a:xfrm>
                <a:off x="6468893" y="1385728"/>
                <a:ext cx="272359" cy="251339"/>
              </a:xfrm>
              <a:custGeom>
                <a:rect b="b" l="l" r="r" t="t"/>
                <a:pathLst>
                  <a:path extrusionOk="0" h="4221" w="4574">
                    <a:moveTo>
                      <a:pt x="1" y="1"/>
                    </a:moveTo>
                    <a:lnTo>
                      <a:pt x="1" y="1"/>
                    </a:lnTo>
                    <a:cubicBezTo>
                      <a:pt x="33" y="50"/>
                      <a:pt x="60" y="104"/>
                      <a:pt x="99" y="142"/>
                    </a:cubicBezTo>
                    <a:cubicBezTo>
                      <a:pt x="654" y="687"/>
                      <a:pt x="1177" y="1253"/>
                      <a:pt x="1672" y="1846"/>
                    </a:cubicBezTo>
                    <a:cubicBezTo>
                      <a:pt x="2146" y="2413"/>
                      <a:pt x="2652" y="2946"/>
                      <a:pt x="3164" y="3485"/>
                    </a:cubicBezTo>
                    <a:cubicBezTo>
                      <a:pt x="3264" y="3590"/>
                      <a:pt x="3338" y="3643"/>
                      <a:pt x="3398" y="3643"/>
                    </a:cubicBezTo>
                    <a:cubicBezTo>
                      <a:pt x="3478" y="3643"/>
                      <a:pt x="3532" y="3549"/>
                      <a:pt x="3588" y="3360"/>
                    </a:cubicBezTo>
                    <a:cubicBezTo>
                      <a:pt x="3991" y="3578"/>
                      <a:pt x="4220" y="4002"/>
                      <a:pt x="4574" y="4220"/>
                    </a:cubicBezTo>
                    <a:cubicBezTo>
                      <a:pt x="4263" y="3888"/>
                      <a:pt x="3937" y="3540"/>
                      <a:pt x="3610" y="3191"/>
                    </a:cubicBezTo>
                    <a:cubicBezTo>
                      <a:pt x="3569" y="3228"/>
                      <a:pt x="3536" y="3242"/>
                      <a:pt x="3507" y="3242"/>
                    </a:cubicBezTo>
                    <a:cubicBezTo>
                      <a:pt x="3429" y="3242"/>
                      <a:pt x="3388" y="3136"/>
                      <a:pt x="3332" y="3088"/>
                    </a:cubicBezTo>
                    <a:cubicBezTo>
                      <a:pt x="2576" y="2429"/>
                      <a:pt x="1901" y="1694"/>
                      <a:pt x="1160" y="1014"/>
                    </a:cubicBezTo>
                    <a:cubicBezTo>
                      <a:pt x="785" y="671"/>
                      <a:pt x="458" y="257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7" name="Google Shape;1417;p30"/>
              <p:cNvSpPr/>
              <p:nvPr/>
            </p:nvSpPr>
            <p:spPr>
              <a:xfrm>
                <a:off x="5705154" y="2055503"/>
                <a:ext cx="154996" cy="89675"/>
              </a:xfrm>
              <a:custGeom>
                <a:rect b="b" l="l" r="r" t="t"/>
                <a:pathLst>
                  <a:path extrusionOk="0" h="1506" w="2603">
                    <a:moveTo>
                      <a:pt x="235" y="0"/>
                    </a:moveTo>
                    <a:cubicBezTo>
                      <a:pt x="175" y="11"/>
                      <a:pt x="120" y="17"/>
                      <a:pt x="1" y="38"/>
                    </a:cubicBezTo>
                    <a:cubicBezTo>
                      <a:pt x="828" y="349"/>
                      <a:pt x="1503" y="784"/>
                      <a:pt x="2205" y="1269"/>
                    </a:cubicBezTo>
                    <a:cubicBezTo>
                      <a:pt x="2154" y="1280"/>
                      <a:pt x="2106" y="1285"/>
                      <a:pt x="2061" y="1285"/>
                    </a:cubicBezTo>
                    <a:cubicBezTo>
                      <a:pt x="1875" y="1285"/>
                      <a:pt x="1733" y="1201"/>
                      <a:pt x="1585" y="1149"/>
                    </a:cubicBezTo>
                    <a:cubicBezTo>
                      <a:pt x="1247" y="1036"/>
                      <a:pt x="925" y="860"/>
                      <a:pt x="556" y="860"/>
                    </a:cubicBezTo>
                    <a:cubicBezTo>
                      <a:pt x="551" y="860"/>
                      <a:pt x="545" y="860"/>
                      <a:pt x="539" y="860"/>
                    </a:cubicBezTo>
                    <a:cubicBezTo>
                      <a:pt x="387" y="866"/>
                      <a:pt x="256" y="893"/>
                      <a:pt x="436" y="1067"/>
                    </a:cubicBezTo>
                    <a:cubicBezTo>
                      <a:pt x="817" y="1089"/>
                      <a:pt x="1176" y="1187"/>
                      <a:pt x="1525" y="1329"/>
                    </a:cubicBezTo>
                    <a:cubicBezTo>
                      <a:pt x="1739" y="1417"/>
                      <a:pt x="1953" y="1505"/>
                      <a:pt x="2187" y="1505"/>
                    </a:cubicBezTo>
                    <a:cubicBezTo>
                      <a:pt x="2227" y="1505"/>
                      <a:pt x="2268" y="1503"/>
                      <a:pt x="2309" y="1497"/>
                    </a:cubicBezTo>
                    <a:cubicBezTo>
                      <a:pt x="2328" y="1495"/>
                      <a:pt x="2350" y="1495"/>
                      <a:pt x="2372" y="1495"/>
                    </a:cubicBezTo>
                    <a:cubicBezTo>
                      <a:pt x="2377" y="1495"/>
                      <a:pt x="2382" y="1495"/>
                      <a:pt x="2388" y="1495"/>
                    </a:cubicBezTo>
                    <a:cubicBezTo>
                      <a:pt x="2470" y="1495"/>
                      <a:pt x="2555" y="1492"/>
                      <a:pt x="2576" y="1394"/>
                    </a:cubicBezTo>
                    <a:cubicBezTo>
                      <a:pt x="2603" y="1274"/>
                      <a:pt x="2472" y="1209"/>
                      <a:pt x="2385" y="1165"/>
                    </a:cubicBezTo>
                    <a:cubicBezTo>
                      <a:pt x="1998" y="986"/>
                      <a:pt x="1677" y="708"/>
                      <a:pt x="1318" y="485"/>
                    </a:cubicBezTo>
                    <a:cubicBezTo>
                      <a:pt x="980" y="272"/>
                      <a:pt x="616" y="109"/>
                      <a:pt x="2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8" name="Google Shape;1418;p30"/>
              <p:cNvSpPr/>
              <p:nvPr/>
            </p:nvSpPr>
            <p:spPr>
              <a:xfrm>
                <a:off x="6409883" y="2317388"/>
                <a:ext cx="29594" cy="29594"/>
              </a:xfrm>
              <a:custGeom>
                <a:rect b="b" l="l" r="r" t="t"/>
                <a:pathLst>
                  <a:path extrusionOk="0" h="497" w="497">
                    <a:moveTo>
                      <a:pt x="1" y="1"/>
                    </a:moveTo>
                    <a:cubicBezTo>
                      <a:pt x="82" y="251"/>
                      <a:pt x="246" y="415"/>
                      <a:pt x="496" y="496"/>
                    </a:cubicBezTo>
                    <a:cubicBezTo>
                      <a:pt x="355" y="306"/>
                      <a:pt x="191" y="137"/>
                      <a:pt x="1" y="1"/>
                    </a:cubicBezTo>
                    <a:close/>
                  </a:path>
                </a:pathLst>
              </a:custGeom>
              <a:solidFill>
                <a:srgbClr val="31313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9" name="Google Shape;1419;p30"/>
              <p:cNvSpPr/>
              <p:nvPr/>
            </p:nvSpPr>
            <p:spPr>
              <a:xfrm>
                <a:off x="5493169" y="1747828"/>
                <a:ext cx="225021" cy="153745"/>
              </a:xfrm>
              <a:custGeom>
                <a:rect b="b" l="l" r="r" t="t"/>
                <a:pathLst>
                  <a:path extrusionOk="0" h="2582" w="3779">
                    <a:moveTo>
                      <a:pt x="3718" y="1"/>
                    </a:moveTo>
                    <a:cubicBezTo>
                      <a:pt x="3446" y="72"/>
                      <a:pt x="3169" y="121"/>
                      <a:pt x="2913" y="224"/>
                    </a:cubicBezTo>
                    <a:cubicBezTo>
                      <a:pt x="2483" y="398"/>
                      <a:pt x="1960" y="398"/>
                      <a:pt x="1677" y="866"/>
                    </a:cubicBezTo>
                    <a:cubicBezTo>
                      <a:pt x="1644" y="920"/>
                      <a:pt x="1575" y="973"/>
                      <a:pt x="1503" y="973"/>
                    </a:cubicBezTo>
                    <a:cubicBezTo>
                      <a:pt x="1479" y="973"/>
                      <a:pt x="1455" y="967"/>
                      <a:pt x="1432" y="954"/>
                    </a:cubicBezTo>
                    <a:cubicBezTo>
                      <a:pt x="1350" y="910"/>
                      <a:pt x="1394" y="807"/>
                      <a:pt x="1383" y="730"/>
                    </a:cubicBezTo>
                    <a:cubicBezTo>
                      <a:pt x="1367" y="605"/>
                      <a:pt x="1416" y="474"/>
                      <a:pt x="1350" y="349"/>
                    </a:cubicBezTo>
                    <a:cubicBezTo>
                      <a:pt x="822" y="856"/>
                      <a:pt x="327" y="1378"/>
                      <a:pt x="27" y="2059"/>
                    </a:cubicBezTo>
                    <a:cubicBezTo>
                      <a:pt x="109" y="2064"/>
                      <a:pt x="185" y="2075"/>
                      <a:pt x="272" y="2086"/>
                    </a:cubicBezTo>
                    <a:cubicBezTo>
                      <a:pt x="207" y="2260"/>
                      <a:pt x="0" y="2369"/>
                      <a:pt x="65" y="2581"/>
                    </a:cubicBezTo>
                    <a:cubicBezTo>
                      <a:pt x="197" y="2567"/>
                      <a:pt x="250" y="2333"/>
                      <a:pt x="373" y="2333"/>
                    </a:cubicBezTo>
                    <a:cubicBezTo>
                      <a:pt x="434" y="2333"/>
                      <a:pt x="513" y="2390"/>
                      <a:pt x="626" y="2560"/>
                    </a:cubicBezTo>
                    <a:cubicBezTo>
                      <a:pt x="517" y="2059"/>
                      <a:pt x="790" y="1955"/>
                      <a:pt x="1056" y="1841"/>
                    </a:cubicBezTo>
                    <a:cubicBezTo>
                      <a:pt x="1470" y="1661"/>
                      <a:pt x="1911" y="1531"/>
                      <a:pt x="2298" y="1286"/>
                    </a:cubicBezTo>
                    <a:cubicBezTo>
                      <a:pt x="2134" y="1090"/>
                      <a:pt x="2368" y="1057"/>
                      <a:pt x="2445" y="1008"/>
                    </a:cubicBezTo>
                    <a:cubicBezTo>
                      <a:pt x="2787" y="790"/>
                      <a:pt x="3207" y="763"/>
                      <a:pt x="3561" y="627"/>
                    </a:cubicBezTo>
                    <a:cubicBezTo>
                      <a:pt x="3109" y="284"/>
                      <a:pt x="3778" y="251"/>
                      <a:pt x="371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0" name="Google Shape;1420;p30"/>
              <p:cNvSpPr/>
              <p:nvPr/>
            </p:nvSpPr>
            <p:spPr>
              <a:xfrm>
                <a:off x="5549857" y="2080096"/>
                <a:ext cx="79493" cy="237049"/>
              </a:xfrm>
              <a:custGeom>
                <a:rect b="b" l="l" r="r" t="t"/>
                <a:pathLst>
                  <a:path extrusionOk="0" h="3981" w="1335">
                    <a:moveTo>
                      <a:pt x="1335" y="1"/>
                    </a:moveTo>
                    <a:lnTo>
                      <a:pt x="1335" y="1"/>
                    </a:lnTo>
                    <a:cubicBezTo>
                      <a:pt x="1150" y="12"/>
                      <a:pt x="1062" y="126"/>
                      <a:pt x="986" y="240"/>
                    </a:cubicBezTo>
                    <a:cubicBezTo>
                      <a:pt x="872" y="344"/>
                      <a:pt x="845" y="475"/>
                      <a:pt x="834" y="622"/>
                    </a:cubicBezTo>
                    <a:cubicBezTo>
                      <a:pt x="823" y="752"/>
                      <a:pt x="796" y="877"/>
                      <a:pt x="736" y="992"/>
                    </a:cubicBezTo>
                    <a:cubicBezTo>
                      <a:pt x="684" y="1093"/>
                      <a:pt x="634" y="1141"/>
                      <a:pt x="587" y="1141"/>
                    </a:cubicBezTo>
                    <a:cubicBezTo>
                      <a:pt x="536" y="1141"/>
                      <a:pt x="487" y="1084"/>
                      <a:pt x="442" y="975"/>
                    </a:cubicBezTo>
                    <a:cubicBezTo>
                      <a:pt x="251" y="1106"/>
                      <a:pt x="197" y="1324"/>
                      <a:pt x="159" y="1520"/>
                    </a:cubicBezTo>
                    <a:cubicBezTo>
                      <a:pt x="1" y="2347"/>
                      <a:pt x="39" y="3169"/>
                      <a:pt x="289" y="3980"/>
                    </a:cubicBezTo>
                    <a:cubicBezTo>
                      <a:pt x="485" y="3877"/>
                      <a:pt x="447" y="3686"/>
                      <a:pt x="420" y="3540"/>
                    </a:cubicBezTo>
                    <a:cubicBezTo>
                      <a:pt x="317" y="3028"/>
                      <a:pt x="382" y="2511"/>
                      <a:pt x="355" y="1999"/>
                    </a:cubicBezTo>
                    <a:cubicBezTo>
                      <a:pt x="338" y="1759"/>
                      <a:pt x="409" y="1591"/>
                      <a:pt x="627" y="1493"/>
                    </a:cubicBezTo>
                    <a:cubicBezTo>
                      <a:pt x="932" y="1346"/>
                      <a:pt x="1090" y="1079"/>
                      <a:pt x="1122" y="769"/>
                    </a:cubicBezTo>
                    <a:cubicBezTo>
                      <a:pt x="1150" y="502"/>
                      <a:pt x="1193" y="251"/>
                      <a:pt x="13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1" name="Google Shape;1421;p30"/>
              <p:cNvSpPr/>
              <p:nvPr/>
            </p:nvSpPr>
            <p:spPr>
              <a:xfrm>
                <a:off x="5586181" y="1831669"/>
                <a:ext cx="113195" cy="115577"/>
              </a:xfrm>
              <a:custGeom>
                <a:rect b="b" l="l" r="r" t="t"/>
                <a:pathLst>
                  <a:path extrusionOk="0" h="1941" w="1901">
                    <a:moveTo>
                      <a:pt x="1697" y="0"/>
                    </a:moveTo>
                    <a:cubicBezTo>
                      <a:pt x="1637" y="0"/>
                      <a:pt x="1575" y="26"/>
                      <a:pt x="1525" y="57"/>
                    </a:cubicBezTo>
                    <a:cubicBezTo>
                      <a:pt x="1144" y="308"/>
                      <a:pt x="757" y="558"/>
                      <a:pt x="398" y="836"/>
                    </a:cubicBezTo>
                    <a:cubicBezTo>
                      <a:pt x="240" y="956"/>
                      <a:pt x="66" y="1092"/>
                      <a:pt x="1" y="1326"/>
                    </a:cubicBezTo>
                    <a:cubicBezTo>
                      <a:pt x="469" y="956"/>
                      <a:pt x="953" y="618"/>
                      <a:pt x="1476" y="335"/>
                    </a:cubicBezTo>
                    <a:lnTo>
                      <a:pt x="1476" y="335"/>
                    </a:lnTo>
                    <a:cubicBezTo>
                      <a:pt x="1106" y="852"/>
                      <a:pt x="518" y="1217"/>
                      <a:pt x="501" y="1941"/>
                    </a:cubicBezTo>
                    <a:cubicBezTo>
                      <a:pt x="746" y="1478"/>
                      <a:pt x="1079" y="1092"/>
                      <a:pt x="1454" y="732"/>
                    </a:cubicBezTo>
                    <a:cubicBezTo>
                      <a:pt x="1579" y="613"/>
                      <a:pt x="1672" y="455"/>
                      <a:pt x="1759" y="302"/>
                    </a:cubicBezTo>
                    <a:cubicBezTo>
                      <a:pt x="1808" y="231"/>
                      <a:pt x="1901" y="139"/>
                      <a:pt x="1819" y="52"/>
                    </a:cubicBezTo>
                    <a:cubicBezTo>
                      <a:pt x="1784" y="15"/>
                      <a:pt x="1741" y="0"/>
                      <a:pt x="16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2" name="Google Shape;1422;p30"/>
              <p:cNvSpPr/>
              <p:nvPr/>
            </p:nvSpPr>
            <p:spPr>
              <a:xfrm>
                <a:off x="5623456" y="1799693"/>
                <a:ext cx="174765" cy="151482"/>
              </a:xfrm>
              <a:custGeom>
                <a:rect b="b" l="l" r="r" t="t"/>
                <a:pathLst>
                  <a:path extrusionOk="0" h="2544" w="2935">
                    <a:moveTo>
                      <a:pt x="2935" y="1"/>
                    </a:moveTo>
                    <a:cubicBezTo>
                      <a:pt x="2369" y="1329"/>
                      <a:pt x="1160" y="1912"/>
                      <a:pt x="1" y="2543"/>
                    </a:cubicBezTo>
                    <a:cubicBezTo>
                      <a:pt x="1705" y="1890"/>
                      <a:pt x="2674" y="1041"/>
                      <a:pt x="2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3" name="Google Shape;1423;p30"/>
              <p:cNvSpPr/>
              <p:nvPr/>
            </p:nvSpPr>
            <p:spPr>
              <a:xfrm>
                <a:off x="5572544" y="2094387"/>
                <a:ext cx="36084" cy="65857"/>
              </a:xfrm>
              <a:custGeom>
                <a:rect b="b" l="l" r="r" t="t"/>
                <a:pathLst>
                  <a:path extrusionOk="0" h="1106" w="606">
                    <a:moveTo>
                      <a:pt x="605" y="0"/>
                    </a:moveTo>
                    <a:lnTo>
                      <a:pt x="605" y="0"/>
                    </a:lnTo>
                    <a:cubicBezTo>
                      <a:pt x="562" y="6"/>
                      <a:pt x="513" y="11"/>
                      <a:pt x="469" y="17"/>
                    </a:cubicBezTo>
                    <a:cubicBezTo>
                      <a:pt x="377" y="131"/>
                      <a:pt x="235" y="202"/>
                      <a:pt x="175" y="343"/>
                    </a:cubicBezTo>
                    <a:cubicBezTo>
                      <a:pt x="137" y="474"/>
                      <a:pt x="99" y="605"/>
                      <a:pt x="61" y="735"/>
                    </a:cubicBezTo>
                    <a:cubicBezTo>
                      <a:pt x="72" y="861"/>
                      <a:pt x="1" y="986"/>
                      <a:pt x="83" y="1106"/>
                    </a:cubicBezTo>
                    <a:cubicBezTo>
                      <a:pt x="377" y="969"/>
                      <a:pt x="496" y="812"/>
                      <a:pt x="540" y="518"/>
                    </a:cubicBezTo>
                    <a:cubicBezTo>
                      <a:pt x="567" y="343"/>
                      <a:pt x="583" y="175"/>
                      <a:pt x="60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4" name="Google Shape;1424;p30"/>
              <p:cNvSpPr/>
              <p:nvPr/>
            </p:nvSpPr>
            <p:spPr>
              <a:xfrm>
                <a:off x="5473579" y="2116360"/>
                <a:ext cx="31618" cy="39538"/>
              </a:xfrm>
              <a:custGeom>
                <a:rect b="b" l="l" r="r" t="t"/>
                <a:pathLst>
                  <a:path extrusionOk="0" h="664" w="531">
                    <a:moveTo>
                      <a:pt x="328" y="1"/>
                    </a:moveTo>
                    <a:cubicBezTo>
                      <a:pt x="321" y="1"/>
                      <a:pt x="314" y="1"/>
                      <a:pt x="307" y="2"/>
                    </a:cubicBezTo>
                    <a:cubicBezTo>
                      <a:pt x="84" y="18"/>
                      <a:pt x="68" y="258"/>
                      <a:pt x="24" y="432"/>
                    </a:cubicBezTo>
                    <a:cubicBezTo>
                      <a:pt x="0" y="523"/>
                      <a:pt x="90" y="664"/>
                      <a:pt x="130" y="664"/>
                    </a:cubicBezTo>
                    <a:cubicBezTo>
                      <a:pt x="136" y="664"/>
                      <a:pt x="141" y="661"/>
                      <a:pt x="144" y="655"/>
                    </a:cubicBezTo>
                    <a:cubicBezTo>
                      <a:pt x="231" y="502"/>
                      <a:pt x="531" y="600"/>
                      <a:pt x="498" y="279"/>
                    </a:cubicBezTo>
                    <a:cubicBezTo>
                      <a:pt x="477" y="211"/>
                      <a:pt x="507" y="1"/>
                      <a:pt x="3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5" name="Google Shape;1425;p30"/>
              <p:cNvSpPr/>
              <p:nvPr/>
            </p:nvSpPr>
            <p:spPr>
              <a:xfrm>
                <a:off x="5558611" y="1867873"/>
                <a:ext cx="39002" cy="44361"/>
              </a:xfrm>
              <a:custGeom>
                <a:rect b="b" l="l" r="r" t="t"/>
                <a:pathLst>
                  <a:path extrusionOk="0" h="745" w="655">
                    <a:moveTo>
                      <a:pt x="424" y="0"/>
                    </a:moveTo>
                    <a:cubicBezTo>
                      <a:pt x="412" y="0"/>
                      <a:pt x="400" y="2"/>
                      <a:pt x="387" y="5"/>
                    </a:cubicBezTo>
                    <a:cubicBezTo>
                      <a:pt x="273" y="37"/>
                      <a:pt x="110" y="92"/>
                      <a:pt x="115" y="201"/>
                    </a:cubicBezTo>
                    <a:cubicBezTo>
                      <a:pt x="132" y="386"/>
                      <a:pt x="1" y="549"/>
                      <a:pt x="66" y="745"/>
                    </a:cubicBezTo>
                    <a:cubicBezTo>
                      <a:pt x="273" y="669"/>
                      <a:pt x="311" y="456"/>
                      <a:pt x="442" y="331"/>
                    </a:cubicBezTo>
                    <a:cubicBezTo>
                      <a:pt x="507" y="271"/>
                      <a:pt x="654" y="222"/>
                      <a:pt x="567" y="86"/>
                    </a:cubicBezTo>
                    <a:cubicBezTo>
                      <a:pt x="535" y="32"/>
                      <a:pt x="481" y="0"/>
                      <a:pt x="4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6" name="Google Shape;1426;p30"/>
              <p:cNvSpPr/>
              <p:nvPr/>
            </p:nvSpPr>
            <p:spPr>
              <a:xfrm>
                <a:off x="5508711" y="2307324"/>
                <a:ext cx="29534" cy="41681"/>
              </a:xfrm>
              <a:custGeom>
                <a:rect b="b" l="l" r="r" t="t"/>
                <a:pathLst>
                  <a:path extrusionOk="0" h="700" w="496">
                    <a:moveTo>
                      <a:pt x="413" y="0"/>
                    </a:moveTo>
                    <a:cubicBezTo>
                      <a:pt x="375" y="0"/>
                      <a:pt x="324" y="20"/>
                      <a:pt x="300" y="45"/>
                    </a:cubicBezTo>
                    <a:cubicBezTo>
                      <a:pt x="164" y="197"/>
                      <a:pt x="66" y="371"/>
                      <a:pt x="17" y="562"/>
                    </a:cubicBezTo>
                    <a:cubicBezTo>
                      <a:pt x="1" y="629"/>
                      <a:pt x="22" y="699"/>
                      <a:pt x="77" y="699"/>
                    </a:cubicBezTo>
                    <a:cubicBezTo>
                      <a:pt x="98" y="699"/>
                      <a:pt x="123" y="689"/>
                      <a:pt x="153" y="665"/>
                    </a:cubicBezTo>
                    <a:cubicBezTo>
                      <a:pt x="322" y="529"/>
                      <a:pt x="458" y="371"/>
                      <a:pt x="490" y="154"/>
                    </a:cubicBezTo>
                    <a:cubicBezTo>
                      <a:pt x="485" y="88"/>
                      <a:pt x="496" y="17"/>
                      <a:pt x="425" y="1"/>
                    </a:cubicBezTo>
                    <a:cubicBezTo>
                      <a:pt x="421" y="1"/>
                      <a:pt x="417" y="0"/>
                      <a:pt x="41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7" name="Google Shape;1427;p30"/>
              <p:cNvSpPr/>
              <p:nvPr/>
            </p:nvSpPr>
            <p:spPr>
              <a:xfrm>
                <a:off x="5401111" y="2111536"/>
                <a:ext cx="18816" cy="50971"/>
              </a:xfrm>
              <a:custGeom>
                <a:rect b="b" l="l" r="r" t="t"/>
                <a:pathLst>
                  <a:path extrusionOk="0" h="856" w="316">
                    <a:moveTo>
                      <a:pt x="153" y="1"/>
                    </a:moveTo>
                    <a:cubicBezTo>
                      <a:pt x="104" y="279"/>
                      <a:pt x="0" y="578"/>
                      <a:pt x="316" y="856"/>
                    </a:cubicBezTo>
                    <a:cubicBezTo>
                      <a:pt x="256" y="535"/>
                      <a:pt x="201" y="268"/>
                      <a:pt x="15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8" name="Google Shape;1428;p30"/>
              <p:cNvSpPr/>
              <p:nvPr/>
            </p:nvSpPr>
            <p:spPr>
              <a:xfrm>
                <a:off x="5783933" y="1811364"/>
                <a:ext cx="145588" cy="141717"/>
              </a:xfrm>
              <a:custGeom>
                <a:rect b="b" l="l" r="r" t="t"/>
                <a:pathLst>
                  <a:path extrusionOk="0" h="2380" w="2445">
                    <a:moveTo>
                      <a:pt x="1024" y="1"/>
                    </a:moveTo>
                    <a:cubicBezTo>
                      <a:pt x="997" y="50"/>
                      <a:pt x="959" y="99"/>
                      <a:pt x="937" y="153"/>
                    </a:cubicBezTo>
                    <a:cubicBezTo>
                      <a:pt x="626" y="888"/>
                      <a:pt x="550" y="1727"/>
                      <a:pt x="0" y="2380"/>
                    </a:cubicBezTo>
                    <a:cubicBezTo>
                      <a:pt x="659" y="2070"/>
                      <a:pt x="1416" y="2031"/>
                      <a:pt x="2015" y="1580"/>
                    </a:cubicBezTo>
                    <a:cubicBezTo>
                      <a:pt x="2132" y="1489"/>
                      <a:pt x="2255" y="1356"/>
                      <a:pt x="2434" y="1356"/>
                    </a:cubicBezTo>
                    <a:cubicBezTo>
                      <a:pt x="2438" y="1356"/>
                      <a:pt x="2441" y="1356"/>
                      <a:pt x="2445" y="1356"/>
                    </a:cubicBezTo>
                    <a:cubicBezTo>
                      <a:pt x="2369" y="1231"/>
                      <a:pt x="2265" y="1144"/>
                      <a:pt x="2145" y="1062"/>
                    </a:cubicBezTo>
                    <a:cubicBezTo>
                      <a:pt x="1715" y="768"/>
                      <a:pt x="1269" y="485"/>
                      <a:pt x="102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9" name="Google Shape;1429;p30"/>
              <p:cNvSpPr/>
              <p:nvPr/>
            </p:nvSpPr>
            <p:spPr>
              <a:xfrm>
                <a:off x="7496840" y="777820"/>
                <a:ext cx="462665" cy="34417"/>
              </a:xfrm>
              <a:custGeom>
                <a:rect b="b" l="l" r="r" t="t"/>
                <a:pathLst>
                  <a:path extrusionOk="0" h="578" w="7770">
                    <a:moveTo>
                      <a:pt x="2862" y="0"/>
                    </a:moveTo>
                    <a:cubicBezTo>
                      <a:pt x="1911" y="0"/>
                      <a:pt x="958" y="102"/>
                      <a:pt x="1" y="378"/>
                    </a:cubicBezTo>
                    <a:cubicBezTo>
                      <a:pt x="133" y="417"/>
                      <a:pt x="264" y="432"/>
                      <a:pt x="396" y="432"/>
                    </a:cubicBezTo>
                    <a:cubicBezTo>
                      <a:pt x="633" y="432"/>
                      <a:pt x="867" y="384"/>
                      <a:pt x="1095" y="345"/>
                    </a:cubicBezTo>
                    <a:cubicBezTo>
                      <a:pt x="1507" y="270"/>
                      <a:pt x="1919" y="244"/>
                      <a:pt x="2330" y="244"/>
                    </a:cubicBezTo>
                    <a:cubicBezTo>
                      <a:pt x="2963" y="244"/>
                      <a:pt x="3595" y="306"/>
                      <a:pt x="4225" y="345"/>
                    </a:cubicBezTo>
                    <a:cubicBezTo>
                      <a:pt x="4492" y="362"/>
                      <a:pt x="4764" y="351"/>
                      <a:pt x="5031" y="394"/>
                    </a:cubicBezTo>
                    <a:cubicBezTo>
                      <a:pt x="5693" y="498"/>
                      <a:pt x="6356" y="578"/>
                      <a:pt x="7023" y="578"/>
                    </a:cubicBezTo>
                    <a:cubicBezTo>
                      <a:pt x="7271" y="578"/>
                      <a:pt x="7520" y="567"/>
                      <a:pt x="7769" y="541"/>
                    </a:cubicBezTo>
                    <a:cubicBezTo>
                      <a:pt x="6136" y="304"/>
                      <a:pt x="4502" y="0"/>
                      <a:pt x="286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0" name="Google Shape;1430;p30"/>
              <p:cNvSpPr/>
              <p:nvPr/>
            </p:nvSpPr>
            <p:spPr>
              <a:xfrm>
                <a:off x="7551920" y="712617"/>
                <a:ext cx="261343" cy="47874"/>
              </a:xfrm>
              <a:custGeom>
                <a:rect b="b" l="l" r="r" t="t"/>
                <a:pathLst>
                  <a:path extrusionOk="0" h="804" w="4389">
                    <a:moveTo>
                      <a:pt x="644" y="1"/>
                    </a:moveTo>
                    <a:cubicBezTo>
                      <a:pt x="431" y="1"/>
                      <a:pt x="217" y="9"/>
                      <a:pt x="1" y="25"/>
                    </a:cubicBezTo>
                    <a:cubicBezTo>
                      <a:pt x="1482" y="194"/>
                      <a:pt x="2930" y="515"/>
                      <a:pt x="4389" y="804"/>
                    </a:cubicBezTo>
                    <a:cubicBezTo>
                      <a:pt x="3187" y="294"/>
                      <a:pt x="1941" y="1"/>
                      <a:pt x="6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1" name="Google Shape;1431;p30"/>
              <p:cNvSpPr/>
              <p:nvPr/>
            </p:nvSpPr>
            <p:spPr>
              <a:xfrm>
                <a:off x="7526017" y="1618494"/>
                <a:ext cx="110277" cy="189710"/>
              </a:xfrm>
              <a:custGeom>
                <a:rect b="b" l="l" r="r" t="t"/>
                <a:pathLst>
                  <a:path extrusionOk="0" h="3186" w="1852">
                    <a:moveTo>
                      <a:pt x="0" y="1"/>
                    </a:moveTo>
                    <a:cubicBezTo>
                      <a:pt x="0" y="246"/>
                      <a:pt x="1334" y="2543"/>
                      <a:pt x="1851" y="3185"/>
                    </a:cubicBezTo>
                    <a:cubicBezTo>
                      <a:pt x="1519" y="1901"/>
                      <a:pt x="817" y="932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5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6" name="Google Shape;1436;p31"/>
          <p:cNvGrpSpPr/>
          <p:nvPr/>
        </p:nvGrpSpPr>
        <p:grpSpPr>
          <a:xfrm>
            <a:off x="780905" y="1747575"/>
            <a:ext cx="4221844" cy="2478900"/>
            <a:chOff x="1633125" y="1757300"/>
            <a:chExt cx="5902200" cy="2478900"/>
          </a:xfrm>
        </p:grpSpPr>
        <p:sp>
          <p:nvSpPr>
            <p:cNvPr id="1437" name="Google Shape;1437;p31"/>
            <p:cNvSpPr/>
            <p:nvPr/>
          </p:nvSpPr>
          <p:spPr>
            <a:xfrm flipH="1">
              <a:off x="1633125" y="1757300"/>
              <a:ext cx="5902200" cy="2478900"/>
            </a:xfrm>
            <a:prstGeom prst="roundRect">
              <a:avLst>
                <a:gd fmla="val 20475" name="adj"/>
              </a:avLst>
            </a:prstGeom>
            <a:solidFill>
              <a:schemeClr val="accent1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38" name="Google Shape;1438;p31"/>
            <p:cNvPicPr preferRelativeResize="0"/>
            <p:nvPr/>
          </p:nvPicPr>
          <p:blipFill rotWithShape="1">
            <a:blip r:embed="rId3">
              <a:alphaModFix amt="35000"/>
            </a:blip>
            <a:srcRect b="37449" l="23119" r="20343" t="15517"/>
            <a:stretch/>
          </p:blipFill>
          <p:spPr>
            <a:xfrm flipH="1">
              <a:off x="1633125" y="1777599"/>
              <a:ext cx="5902200" cy="2458500"/>
            </a:xfrm>
            <a:prstGeom prst="roundRect">
              <a:avLst>
                <a:gd fmla="val 21901" name="adj"/>
              </a:avLst>
            </a:prstGeom>
            <a:noFill/>
            <a:ln>
              <a:noFill/>
            </a:ln>
          </p:spPr>
        </p:pic>
      </p:grpSp>
      <p:sp>
        <p:nvSpPr>
          <p:cNvPr id="1439" name="Google Shape;1439;p31"/>
          <p:cNvSpPr txBox="1"/>
          <p:nvPr>
            <p:ph idx="1" type="body"/>
          </p:nvPr>
        </p:nvSpPr>
        <p:spPr>
          <a:xfrm>
            <a:off x="780900" y="1892025"/>
            <a:ext cx="4339800" cy="21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Finding Fossils for most of our history, but not knowing what they were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i="1" lang="en" sz="1600"/>
              <a:t>Dinocephalosaurus orientalis </a:t>
            </a:r>
            <a:r>
              <a:rPr lang="en" sz="1600"/>
              <a:t>found off the coast of southwestern China in 2003 (Spikeman, Stephan N.F., Wang, Wei, Zhao, Lijun, Rieppel, Oliver, Fraser, Nicholas C. and Li, Chun. 2024.)</a:t>
            </a:r>
            <a:endParaRPr sz="1600"/>
          </a:p>
        </p:txBody>
      </p:sp>
      <p:grpSp>
        <p:nvGrpSpPr>
          <p:cNvPr id="1440" name="Google Shape;1440;p31"/>
          <p:cNvGrpSpPr/>
          <p:nvPr/>
        </p:nvGrpSpPr>
        <p:grpSpPr>
          <a:xfrm>
            <a:off x="1764317" y="329561"/>
            <a:ext cx="5615367" cy="1145545"/>
            <a:chOff x="1778940" y="329561"/>
            <a:chExt cx="5615367" cy="1145545"/>
          </a:xfrm>
        </p:grpSpPr>
        <p:grpSp>
          <p:nvGrpSpPr>
            <p:cNvPr id="1441" name="Google Shape;1441;p31"/>
            <p:cNvGrpSpPr/>
            <p:nvPr/>
          </p:nvGrpSpPr>
          <p:grpSpPr>
            <a:xfrm flipH="1" rot="10800000">
              <a:off x="1778940" y="329561"/>
              <a:ext cx="5615367" cy="1145545"/>
              <a:chOff x="1525600" y="1289175"/>
              <a:chExt cx="6121625" cy="1560900"/>
            </a:xfrm>
          </p:grpSpPr>
          <p:grpSp>
            <p:nvGrpSpPr>
              <p:cNvPr id="1442" name="Google Shape;1442;p31"/>
              <p:cNvGrpSpPr/>
              <p:nvPr/>
            </p:nvGrpSpPr>
            <p:grpSpPr>
              <a:xfrm>
                <a:off x="1525600" y="1289175"/>
                <a:ext cx="6121625" cy="1560900"/>
                <a:chOff x="1525600" y="1289175"/>
                <a:chExt cx="6121625" cy="1560900"/>
              </a:xfrm>
            </p:grpSpPr>
            <p:sp>
              <p:nvSpPr>
                <p:cNvPr id="1443" name="Google Shape;1443;p31"/>
                <p:cNvSpPr/>
                <p:nvPr/>
              </p:nvSpPr>
              <p:spPr>
                <a:xfrm>
                  <a:off x="1525725" y="1289175"/>
                  <a:ext cx="6121500" cy="1560900"/>
                </a:xfrm>
                <a:prstGeom prst="roundRect">
                  <a:avLst>
                    <a:gd fmla="val 28107" name="adj"/>
                  </a:avLst>
                </a:prstGeom>
                <a:solidFill>
                  <a:schemeClr val="accent1"/>
                </a:solidFill>
                <a:ln cap="flat" cmpd="sng" w="762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1444" name="Google Shape;1444;p31"/>
                <p:cNvPicPr preferRelativeResize="0"/>
                <p:nvPr/>
              </p:nvPicPr>
              <p:blipFill rotWithShape="1">
                <a:blip r:embed="rId3">
                  <a:alphaModFix amt="35000"/>
                </a:blip>
                <a:srcRect b="8896" l="18257" r="14795" t="60755"/>
                <a:stretch/>
              </p:blipFill>
              <p:spPr>
                <a:xfrm>
                  <a:off x="1525600" y="1289175"/>
                  <a:ext cx="6121500" cy="1560900"/>
                </a:xfrm>
                <a:prstGeom prst="roundRect">
                  <a:avLst>
                    <a:gd fmla="val 29800" name="adj"/>
                  </a:avLst>
                </a:prstGeom>
                <a:noFill/>
                <a:ln>
                  <a:noFill/>
                </a:ln>
              </p:spPr>
            </p:pic>
            <p:pic>
              <p:nvPicPr>
                <p:cNvPr id="1445" name="Google Shape;1445;p31"/>
                <p:cNvPicPr preferRelativeResize="0"/>
                <p:nvPr/>
              </p:nvPicPr>
              <p:blipFill rotWithShape="1">
                <a:blip r:embed="rId4">
                  <a:alphaModFix amt="17000"/>
                </a:blip>
                <a:srcRect b="18806" l="19601" r="13456" t="50847"/>
                <a:stretch/>
              </p:blipFill>
              <p:spPr>
                <a:xfrm>
                  <a:off x="1525725" y="1289175"/>
                  <a:ext cx="6121500" cy="1560900"/>
                </a:xfrm>
                <a:prstGeom prst="roundRect">
                  <a:avLst>
                    <a:gd fmla="val 29230" name="adj"/>
                  </a:avLst>
                </a:prstGeom>
                <a:noFill/>
                <a:ln>
                  <a:noFill/>
                </a:ln>
              </p:spPr>
            </p:pic>
            <p:sp>
              <p:nvSpPr>
                <p:cNvPr id="1446" name="Google Shape;1446;p31"/>
                <p:cNvSpPr/>
                <p:nvPr/>
              </p:nvSpPr>
              <p:spPr>
                <a:xfrm rot="-261490">
                  <a:off x="6596127" y="2418700"/>
                  <a:ext cx="939047" cy="306100"/>
                </a:xfrm>
                <a:custGeom>
                  <a:rect b="b" l="l" r="r" t="t"/>
                  <a:pathLst>
                    <a:path extrusionOk="0" h="2802" w="8976">
                      <a:moveTo>
                        <a:pt x="8931" y="1"/>
                      </a:moveTo>
                      <a:cubicBezTo>
                        <a:pt x="8782" y="849"/>
                        <a:pt x="8321" y="1623"/>
                        <a:pt x="7636" y="2085"/>
                      </a:cubicBezTo>
                      <a:cubicBezTo>
                        <a:pt x="7294" y="2323"/>
                        <a:pt x="6907" y="2472"/>
                        <a:pt x="6490" y="2546"/>
                      </a:cubicBezTo>
                      <a:cubicBezTo>
                        <a:pt x="6297" y="2576"/>
                        <a:pt x="6088" y="2576"/>
                        <a:pt x="5865" y="2576"/>
                      </a:cubicBezTo>
                      <a:cubicBezTo>
                        <a:pt x="5642" y="2576"/>
                        <a:pt x="5433" y="2591"/>
                        <a:pt x="5210" y="2591"/>
                      </a:cubicBezTo>
                      <a:cubicBezTo>
                        <a:pt x="4994" y="2598"/>
                        <a:pt x="4778" y="2602"/>
                        <a:pt x="4563" y="2602"/>
                      </a:cubicBezTo>
                      <a:cubicBezTo>
                        <a:pt x="4347" y="2602"/>
                        <a:pt x="4131" y="2598"/>
                        <a:pt x="3915" y="2591"/>
                      </a:cubicBezTo>
                      <a:cubicBezTo>
                        <a:pt x="3469" y="2576"/>
                        <a:pt x="3037" y="2531"/>
                        <a:pt x="2605" y="2501"/>
                      </a:cubicBezTo>
                      <a:cubicBezTo>
                        <a:pt x="2281" y="2485"/>
                        <a:pt x="1958" y="2476"/>
                        <a:pt x="1633" y="2476"/>
                      </a:cubicBezTo>
                      <a:cubicBezTo>
                        <a:pt x="1092" y="2476"/>
                        <a:pt x="549" y="2500"/>
                        <a:pt x="0" y="2546"/>
                      </a:cubicBezTo>
                      <a:lnTo>
                        <a:pt x="0" y="2576"/>
                      </a:lnTo>
                      <a:cubicBezTo>
                        <a:pt x="864" y="2680"/>
                        <a:pt x="1742" y="2725"/>
                        <a:pt x="2605" y="2725"/>
                      </a:cubicBezTo>
                      <a:cubicBezTo>
                        <a:pt x="3037" y="2710"/>
                        <a:pt x="3469" y="2680"/>
                        <a:pt x="3900" y="2680"/>
                      </a:cubicBezTo>
                      <a:cubicBezTo>
                        <a:pt x="4347" y="2680"/>
                        <a:pt x="4778" y="2710"/>
                        <a:pt x="5210" y="2740"/>
                      </a:cubicBezTo>
                      <a:cubicBezTo>
                        <a:pt x="5418" y="2755"/>
                        <a:pt x="5642" y="2769"/>
                        <a:pt x="5850" y="2784"/>
                      </a:cubicBezTo>
                      <a:cubicBezTo>
                        <a:pt x="5979" y="2793"/>
                        <a:pt x="6108" y="2801"/>
                        <a:pt x="6237" y="2801"/>
                      </a:cubicBezTo>
                      <a:cubicBezTo>
                        <a:pt x="6331" y="2801"/>
                        <a:pt x="6426" y="2797"/>
                        <a:pt x="6520" y="2784"/>
                      </a:cubicBezTo>
                      <a:cubicBezTo>
                        <a:pt x="6981" y="2740"/>
                        <a:pt x="7413" y="2576"/>
                        <a:pt x="7785" y="2308"/>
                      </a:cubicBezTo>
                      <a:cubicBezTo>
                        <a:pt x="8529" y="1787"/>
                        <a:pt x="8976" y="879"/>
                        <a:pt x="894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7" name="Google Shape;1447;p31"/>
                <p:cNvSpPr/>
                <p:nvPr/>
              </p:nvSpPr>
              <p:spPr>
                <a:xfrm rot="421936">
                  <a:off x="6707323" y="1426692"/>
                  <a:ext cx="814161" cy="167232"/>
                </a:xfrm>
                <a:custGeom>
                  <a:rect b="b" l="l" r="r" t="t"/>
                  <a:pathLst>
                    <a:path extrusionOk="0" h="1344" w="6833">
                      <a:moveTo>
                        <a:pt x="4686" y="0"/>
                      </a:moveTo>
                      <a:cubicBezTo>
                        <a:pt x="4637" y="0"/>
                        <a:pt x="4589" y="1"/>
                        <a:pt x="4540" y="4"/>
                      </a:cubicBezTo>
                      <a:lnTo>
                        <a:pt x="3632" y="48"/>
                      </a:lnTo>
                      <a:cubicBezTo>
                        <a:pt x="2412" y="138"/>
                        <a:pt x="1206" y="242"/>
                        <a:pt x="0" y="420"/>
                      </a:cubicBezTo>
                      <a:cubicBezTo>
                        <a:pt x="155" y="422"/>
                        <a:pt x="310" y="423"/>
                        <a:pt x="465" y="423"/>
                      </a:cubicBezTo>
                      <a:cubicBezTo>
                        <a:pt x="1528" y="423"/>
                        <a:pt x="2582" y="379"/>
                        <a:pt x="3647" y="301"/>
                      </a:cubicBezTo>
                      <a:lnTo>
                        <a:pt x="4555" y="242"/>
                      </a:lnTo>
                      <a:cubicBezTo>
                        <a:pt x="4626" y="234"/>
                        <a:pt x="4698" y="231"/>
                        <a:pt x="4770" y="231"/>
                      </a:cubicBezTo>
                      <a:cubicBezTo>
                        <a:pt x="4986" y="231"/>
                        <a:pt x="5206" y="264"/>
                        <a:pt x="5419" y="331"/>
                      </a:cubicBezTo>
                      <a:cubicBezTo>
                        <a:pt x="5969" y="480"/>
                        <a:pt x="6475" y="852"/>
                        <a:pt x="6833" y="1343"/>
                      </a:cubicBezTo>
                      <a:cubicBezTo>
                        <a:pt x="6565" y="793"/>
                        <a:pt x="6073" y="346"/>
                        <a:pt x="5478" y="138"/>
                      </a:cubicBezTo>
                      <a:cubicBezTo>
                        <a:pt x="5226" y="37"/>
                        <a:pt x="4953" y="0"/>
                        <a:pt x="468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8" name="Google Shape;1448;p31"/>
                <p:cNvSpPr/>
                <p:nvPr/>
              </p:nvSpPr>
              <p:spPr>
                <a:xfrm>
                  <a:off x="6941496" y="1898632"/>
                  <a:ext cx="551951" cy="15873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449" name="Google Shape;1449;p31"/>
                <p:cNvSpPr/>
                <p:nvPr/>
              </p:nvSpPr>
              <p:spPr>
                <a:xfrm>
                  <a:off x="6808035" y="1962365"/>
                  <a:ext cx="694285" cy="15876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450" name="Google Shape;1450;p31"/>
                <p:cNvSpPr/>
                <p:nvPr/>
              </p:nvSpPr>
              <p:spPr>
                <a:xfrm>
                  <a:off x="6629000" y="1563550"/>
                  <a:ext cx="873309" cy="15875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451" name="Google Shape;1451;p31"/>
                <p:cNvSpPr/>
                <p:nvPr/>
              </p:nvSpPr>
              <p:spPr>
                <a:xfrm>
                  <a:off x="6796876" y="1762932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452" name="Google Shape;1452;p31"/>
                <p:cNvSpPr/>
                <p:nvPr/>
              </p:nvSpPr>
              <p:spPr>
                <a:xfrm>
                  <a:off x="6796876" y="1695094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453" name="Google Shape;1453;p31"/>
                <p:cNvSpPr/>
                <p:nvPr/>
              </p:nvSpPr>
              <p:spPr>
                <a:xfrm>
                  <a:off x="6988322" y="2412530"/>
                  <a:ext cx="502836" cy="15874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1454" name="Google Shape;1454;p31"/>
              <p:cNvSpPr/>
              <p:nvPr/>
            </p:nvSpPr>
            <p:spPr>
              <a:xfrm>
                <a:off x="1639251" y="1633965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455" name="Google Shape;1455;p31"/>
              <p:cNvSpPr/>
              <p:nvPr/>
            </p:nvSpPr>
            <p:spPr>
              <a:xfrm rot="-5687871">
                <a:off x="1312547" y="1709608"/>
                <a:ext cx="1274567" cy="661164"/>
              </a:xfrm>
              <a:custGeom>
                <a:rect b="b" l="l" r="r" t="t"/>
                <a:pathLst>
                  <a:path extrusionOk="0" h="6455" w="12817">
                    <a:moveTo>
                      <a:pt x="1961" y="1"/>
                    </a:moveTo>
                    <a:cubicBezTo>
                      <a:pt x="1823" y="1"/>
                      <a:pt x="1675" y="11"/>
                      <a:pt x="1534" y="39"/>
                    </a:cubicBezTo>
                    <a:cubicBezTo>
                      <a:pt x="1311" y="84"/>
                      <a:pt x="1102" y="173"/>
                      <a:pt x="924" y="292"/>
                    </a:cubicBezTo>
                    <a:cubicBezTo>
                      <a:pt x="551" y="545"/>
                      <a:pt x="284" y="932"/>
                      <a:pt x="135" y="1349"/>
                    </a:cubicBezTo>
                    <a:cubicBezTo>
                      <a:pt x="75" y="1543"/>
                      <a:pt x="31" y="1766"/>
                      <a:pt x="16" y="1989"/>
                    </a:cubicBezTo>
                    <a:lnTo>
                      <a:pt x="1" y="2614"/>
                    </a:lnTo>
                    <a:cubicBezTo>
                      <a:pt x="1" y="3031"/>
                      <a:pt x="1" y="3448"/>
                      <a:pt x="1" y="3880"/>
                    </a:cubicBezTo>
                    <a:lnTo>
                      <a:pt x="31" y="3880"/>
                    </a:lnTo>
                    <a:cubicBezTo>
                      <a:pt x="75" y="3463"/>
                      <a:pt x="105" y="3046"/>
                      <a:pt x="150" y="2629"/>
                    </a:cubicBezTo>
                    <a:lnTo>
                      <a:pt x="194" y="1989"/>
                    </a:lnTo>
                    <a:cubicBezTo>
                      <a:pt x="209" y="1796"/>
                      <a:pt x="269" y="1602"/>
                      <a:pt x="328" y="1409"/>
                    </a:cubicBezTo>
                    <a:cubicBezTo>
                      <a:pt x="462" y="1037"/>
                      <a:pt x="715" y="709"/>
                      <a:pt x="1043" y="486"/>
                    </a:cubicBezTo>
                    <a:cubicBezTo>
                      <a:pt x="1206" y="382"/>
                      <a:pt x="1400" y="307"/>
                      <a:pt x="1579" y="263"/>
                    </a:cubicBezTo>
                    <a:cubicBezTo>
                      <a:pt x="1701" y="234"/>
                      <a:pt x="1824" y="224"/>
                      <a:pt x="1950" y="224"/>
                    </a:cubicBezTo>
                    <a:cubicBezTo>
                      <a:pt x="2023" y="224"/>
                      <a:pt x="2098" y="227"/>
                      <a:pt x="2174" y="233"/>
                    </a:cubicBezTo>
                    <a:cubicBezTo>
                      <a:pt x="3022" y="263"/>
                      <a:pt x="3856" y="277"/>
                      <a:pt x="4689" y="307"/>
                    </a:cubicBezTo>
                    <a:cubicBezTo>
                      <a:pt x="5538" y="352"/>
                      <a:pt x="6371" y="411"/>
                      <a:pt x="7205" y="486"/>
                    </a:cubicBezTo>
                    <a:cubicBezTo>
                      <a:pt x="8039" y="560"/>
                      <a:pt x="8887" y="620"/>
                      <a:pt x="9721" y="679"/>
                    </a:cubicBezTo>
                    <a:lnTo>
                      <a:pt x="10033" y="694"/>
                    </a:lnTo>
                    <a:cubicBezTo>
                      <a:pt x="10122" y="709"/>
                      <a:pt x="10227" y="724"/>
                      <a:pt x="10331" y="739"/>
                    </a:cubicBezTo>
                    <a:cubicBezTo>
                      <a:pt x="10524" y="783"/>
                      <a:pt x="10703" y="843"/>
                      <a:pt x="10882" y="932"/>
                    </a:cubicBezTo>
                    <a:cubicBezTo>
                      <a:pt x="11239" y="1111"/>
                      <a:pt x="11566" y="1364"/>
                      <a:pt x="11819" y="1677"/>
                    </a:cubicBezTo>
                    <a:cubicBezTo>
                      <a:pt x="12325" y="2302"/>
                      <a:pt x="12564" y="3120"/>
                      <a:pt x="12534" y="3939"/>
                    </a:cubicBezTo>
                    <a:cubicBezTo>
                      <a:pt x="12519" y="4773"/>
                      <a:pt x="12504" y="5621"/>
                      <a:pt x="12504" y="6455"/>
                    </a:cubicBezTo>
                    <a:lnTo>
                      <a:pt x="12534" y="6455"/>
                    </a:lnTo>
                    <a:cubicBezTo>
                      <a:pt x="12623" y="5621"/>
                      <a:pt x="12683" y="4788"/>
                      <a:pt x="12742" y="3939"/>
                    </a:cubicBezTo>
                    <a:cubicBezTo>
                      <a:pt x="12817" y="3091"/>
                      <a:pt x="12578" y="2183"/>
                      <a:pt x="12028" y="1498"/>
                    </a:cubicBezTo>
                    <a:cubicBezTo>
                      <a:pt x="11760" y="1156"/>
                      <a:pt x="11403" y="873"/>
                      <a:pt x="11001" y="694"/>
                    </a:cubicBezTo>
                    <a:cubicBezTo>
                      <a:pt x="10807" y="590"/>
                      <a:pt x="10584" y="530"/>
                      <a:pt x="10375" y="486"/>
                    </a:cubicBezTo>
                    <a:cubicBezTo>
                      <a:pt x="10271" y="456"/>
                      <a:pt x="10152" y="456"/>
                      <a:pt x="10048" y="441"/>
                    </a:cubicBezTo>
                    <a:lnTo>
                      <a:pt x="9735" y="426"/>
                    </a:lnTo>
                    <a:cubicBezTo>
                      <a:pt x="8887" y="396"/>
                      <a:pt x="8053" y="367"/>
                      <a:pt x="7220" y="337"/>
                    </a:cubicBezTo>
                    <a:cubicBezTo>
                      <a:pt x="6371" y="307"/>
                      <a:pt x="5538" y="277"/>
                      <a:pt x="4704" y="218"/>
                    </a:cubicBezTo>
                    <a:cubicBezTo>
                      <a:pt x="3871" y="173"/>
                      <a:pt x="3022" y="84"/>
                      <a:pt x="2189" y="9"/>
                    </a:cubicBezTo>
                    <a:cubicBezTo>
                      <a:pt x="2118" y="4"/>
                      <a:pt x="2041" y="1"/>
                      <a:pt x="196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6" name="Google Shape;1456;p31"/>
              <p:cNvSpPr/>
              <p:nvPr/>
            </p:nvSpPr>
            <p:spPr>
              <a:xfrm>
                <a:off x="1639251" y="1584951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457" name="Google Shape;1457;p31"/>
              <p:cNvSpPr/>
              <p:nvPr/>
            </p:nvSpPr>
            <p:spPr>
              <a:xfrm>
                <a:off x="1639251" y="1898619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458" name="Google Shape;1458;p31"/>
              <p:cNvSpPr/>
              <p:nvPr/>
            </p:nvSpPr>
            <p:spPr>
              <a:xfrm>
                <a:off x="1639255" y="1962367"/>
                <a:ext cx="626301" cy="15873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459" name="Google Shape;1459;p31"/>
              <p:cNvSpPr/>
              <p:nvPr/>
            </p:nvSpPr>
            <p:spPr>
              <a:xfrm>
                <a:off x="1639255" y="2026110"/>
                <a:ext cx="626301" cy="15873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460" name="Google Shape;1460;p31"/>
              <p:cNvSpPr/>
              <p:nvPr/>
            </p:nvSpPr>
            <p:spPr>
              <a:xfrm>
                <a:off x="1639256" y="2089840"/>
                <a:ext cx="497927" cy="15870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461" name="Google Shape;1461;p31"/>
              <p:cNvSpPr/>
              <p:nvPr/>
            </p:nvSpPr>
            <p:spPr>
              <a:xfrm>
                <a:off x="1673568" y="2447617"/>
                <a:ext cx="425366" cy="15874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462" name="Google Shape;1462;p31"/>
            <p:cNvSpPr/>
            <p:nvPr/>
          </p:nvSpPr>
          <p:spPr>
            <a:xfrm flipH="1" rot="10800000">
              <a:off x="1779034" y="329705"/>
              <a:ext cx="5615100" cy="1145400"/>
            </a:xfrm>
            <a:prstGeom prst="roundRect">
              <a:avLst>
                <a:gd fmla="val 28107" name="adj"/>
              </a:avLst>
            </a:prstGeom>
            <a:noFill/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63" name="Google Shape;1463;p31"/>
          <p:cNvSpPr txBox="1"/>
          <p:nvPr>
            <p:ph type="title"/>
          </p:nvPr>
        </p:nvSpPr>
        <p:spPr>
          <a:xfrm>
            <a:off x="2402100" y="429725"/>
            <a:ext cx="4339800" cy="101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Fossils</a:t>
            </a:r>
            <a:endParaRPr/>
          </a:p>
        </p:txBody>
      </p:sp>
      <p:pic>
        <p:nvPicPr>
          <p:cNvPr id="1464" name="Google Shape;146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20703" y="1747575"/>
            <a:ext cx="3319022" cy="2478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9" name="Google Shape;1469;p32"/>
          <p:cNvGrpSpPr/>
          <p:nvPr/>
        </p:nvGrpSpPr>
        <p:grpSpPr>
          <a:xfrm>
            <a:off x="780930" y="1747575"/>
            <a:ext cx="3505907" cy="2478900"/>
            <a:chOff x="1633125" y="1757300"/>
            <a:chExt cx="5902200" cy="2478900"/>
          </a:xfrm>
        </p:grpSpPr>
        <p:sp>
          <p:nvSpPr>
            <p:cNvPr id="1470" name="Google Shape;1470;p32"/>
            <p:cNvSpPr/>
            <p:nvPr/>
          </p:nvSpPr>
          <p:spPr>
            <a:xfrm flipH="1">
              <a:off x="1633125" y="1757300"/>
              <a:ext cx="5902200" cy="2478900"/>
            </a:xfrm>
            <a:prstGeom prst="roundRect">
              <a:avLst>
                <a:gd fmla="val 20475" name="adj"/>
              </a:avLst>
            </a:prstGeom>
            <a:solidFill>
              <a:schemeClr val="accent1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71" name="Google Shape;1471;p32"/>
            <p:cNvPicPr preferRelativeResize="0"/>
            <p:nvPr/>
          </p:nvPicPr>
          <p:blipFill rotWithShape="1">
            <a:blip r:embed="rId3">
              <a:alphaModFix amt="35000"/>
            </a:blip>
            <a:srcRect b="37449" l="23119" r="20343" t="15517"/>
            <a:stretch/>
          </p:blipFill>
          <p:spPr>
            <a:xfrm flipH="1">
              <a:off x="1633125" y="1777599"/>
              <a:ext cx="5902200" cy="2458500"/>
            </a:xfrm>
            <a:prstGeom prst="roundRect">
              <a:avLst>
                <a:gd fmla="val 21901" name="adj"/>
              </a:avLst>
            </a:prstGeom>
            <a:noFill/>
            <a:ln>
              <a:noFill/>
            </a:ln>
          </p:spPr>
        </p:pic>
      </p:grpSp>
      <p:sp>
        <p:nvSpPr>
          <p:cNvPr id="1472" name="Google Shape;1472;p32"/>
          <p:cNvSpPr txBox="1"/>
          <p:nvPr>
            <p:ph idx="1" type="body"/>
          </p:nvPr>
        </p:nvSpPr>
        <p:spPr>
          <a:xfrm>
            <a:off x="780900" y="1892025"/>
            <a:ext cx="3505800" cy="21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Mediterranean</a:t>
            </a:r>
            <a:r>
              <a:rPr lang="en" sz="1600"/>
              <a:t> sea serpent </a:t>
            </a:r>
            <a:r>
              <a:rPr lang="en" sz="1600"/>
              <a:t>sightings</a:t>
            </a:r>
            <a:r>
              <a:rPr lang="en" sz="1600"/>
              <a:t> most likely being whale penises (Jones 2002)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Mesoamerican </a:t>
            </a:r>
            <a:r>
              <a:rPr lang="en" sz="1600"/>
              <a:t>Amphitheres being chaotic sightings of rows of birds through canopy’s</a:t>
            </a:r>
            <a:endParaRPr sz="1600"/>
          </a:p>
        </p:txBody>
      </p:sp>
      <p:grpSp>
        <p:nvGrpSpPr>
          <p:cNvPr id="1473" name="Google Shape;1473;p32"/>
          <p:cNvGrpSpPr/>
          <p:nvPr/>
        </p:nvGrpSpPr>
        <p:grpSpPr>
          <a:xfrm>
            <a:off x="1764317" y="329561"/>
            <a:ext cx="5615367" cy="1145545"/>
            <a:chOff x="1778940" y="329561"/>
            <a:chExt cx="5615367" cy="1145545"/>
          </a:xfrm>
        </p:grpSpPr>
        <p:grpSp>
          <p:nvGrpSpPr>
            <p:cNvPr id="1474" name="Google Shape;1474;p32"/>
            <p:cNvGrpSpPr/>
            <p:nvPr/>
          </p:nvGrpSpPr>
          <p:grpSpPr>
            <a:xfrm flipH="1" rot="10800000">
              <a:off x="1778940" y="329561"/>
              <a:ext cx="5615367" cy="1145545"/>
              <a:chOff x="1525600" y="1289175"/>
              <a:chExt cx="6121625" cy="1560900"/>
            </a:xfrm>
          </p:grpSpPr>
          <p:grpSp>
            <p:nvGrpSpPr>
              <p:cNvPr id="1475" name="Google Shape;1475;p32"/>
              <p:cNvGrpSpPr/>
              <p:nvPr/>
            </p:nvGrpSpPr>
            <p:grpSpPr>
              <a:xfrm>
                <a:off x="1525600" y="1289175"/>
                <a:ext cx="6121625" cy="1560900"/>
                <a:chOff x="1525600" y="1289175"/>
                <a:chExt cx="6121625" cy="1560900"/>
              </a:xfrm>
            </p:grpSpPr>
            <p:sp>
              <p:nvSpPr>
                <p:cNvPr id="1476" name="Google Shape;1476;p32"/>
                <p:cNvSpPr/>
                <p:nvPr/>
              </p:nvSpPr>
              <p:spPr>
                <a:xfrm>
                  <a:off x="1525725" y="1289175"/>
                  <a:ext cx="6121500" cy="1560900"/>
                </a:xfrm>
                <a:prstGeom prst="roundRect">
                  <a:avLst>
                    <a:gd fmla="val 28107" name="adj"/>
                  </a:avLst>
                </a:prstGeom>
                <a:solidFill>
                  <a:schemeClr val="accent1"/>
                </a:solidFill>
                <a:ln cap="flat" cmpd="sng" w="762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1477" name="Google Shape;1477;p32"/>
                <p:cNvPicPr preferRelativeResize="0"/>
                <p:nvPr/>
              </p:nvPicPr>
              <p:blipFill rotWithShape="1">
                <a:blip r:embed="rId3">
                  <a:alphaModFix amt="35000"/>
                </a:blip>
                <a:srcRect b="8896" l="18257" r="14795" t="60755"/>
                <a:stretch/>
              </p:blipFill>
              <p:spPr>
                <a:xfrm>
                  <a:off x="1525600" y="1289175"/>
                  <a:ext cx="6121500" cy="1560900"/>
                </a:xfrm>
                <a:prstGeom prst="roundRect">
                  <a:avLst>
                    <a:gd fmla="val 29800" name="adj"/>
                  </a:avLst>
                </a:prstGeom>
                <a:noFill/>
                <a:ln>
                  <a:noFill/>
                </a:ln>
              </p:spPr>
            </p:pic>
            <p:pic>
              <p:nvPicPr>
                <p:cNvPr id="1478" name="Google Shape;1478;p32"/>
                <p:cNvPicPr preferRelativeResize="0"/>
                <p:nvPr/>
              </p:nvPicPr>
              <p:blipFill rotWithShape="1">
                <a:blip r:embed="rId4">
                  <a:alphaModFix amt="17000"/>
                </a:blip>
                <a:srcRect b="18806" l="19601" r="13456" t="50847"/>
                <a:stretch/>
              </p:blipFill>
              <p:spPr>
                <a:xfrm>
                  <a:off x="1525725" y="1289175"/>
                  <a:ext cx="6121500" cy="1560900"/>
                </a:xfrm>
                <a:prstGeom prst="roundRect">
                  <a:avLst>
                    <a:gd fmla="val 29230" name="adj"/>
                  </a:avLst>
                </a:prstGeom>
                <a:noFill/>
                <a:ln>
                  <a:noFill/>
                </a:ln>
              </p:spPr>
            </p:pic>
            <p:sp>
              <p:nvSpPr>
                <p:cNvPr id="1479" name="Google Shape;1479;p32"/>
                <p:cNvSpPr/>
                <p:nvPr/>
              </p:nvSpPr>
              <p:spPr>
                <a:xfrm rot="-261490">
                  <a:off x="6596127" y="2418700"/>
                  <a:ext cx="939047" cy="306100"/>
                </a:xfrm>
                <a:custGeom>
                  <a:rect b="b" l="l" r="r" t="t"/>
                  <a:pathLst>
                    <a:path extrusionOk="0" h="2802" w="8976">
                      <a:moveTo>
                        <a:pt x="8931" y="1"/>
                      </a:moveTo>
                      <a:cubicBezTo>
                        <a:pt x="8782" y="849"/>
                        <a:pt x="8321" y="1623"/>
                        <a:pt x="7636" y="2085"/>
                      </a:cubicBezTo>
                      <a:cubicBezTo>
                        <a:pt x="7294" y="2323"/>
                        <a:pt x="6907" y="2472"/>
                        <a:pt x="6490" y="2546"/>
                      </a:cubicBezTo>
                      <a:cubicBezTo>
                        <a:pt x="6297" y="2576"/>
                        <a:pt x="6088" y="2576"/>
                        <a:pt x="5865" y="2576"/>
                      </a:cubicBezTo>
                      <a:cubicBezTo>
                        <a:pt x="5642" y="2576"/>
                        <a:pt x="5433" y="2591"/>
                        <a:pt x="5210" y="2591"/>
                      </a:cubicBezTo>
                      <a:cubicBezTo>
                        <a:pt x="4994" y="2598"/>
                        <a:pt x="4778" y="2602"/>
                        <a:pt x="4563" y="2602"/>
                      </a:cubicBezTo>
                      <a:cubicBezTo>
                        <a:pt x="4347" y="2602"/>
                        <a:pt x="4131" y="2598"/>
                        <a:pt x="3915" y="2591"/>
                      </a:cubicBezTo>
                      <a:cubicBezTo>
                        <a:pt x="3469" y="2576"/>
                        <a:pt x="3037" y="2531"/>
                        <a:pt x="2605" y="2501"/>
                      </a:cubicBezTo>
                      <a:cubicBezTo>
                        <a:pt x="2281" y="2485"/>
                        <a:pt x="1958" y="2476"/>
                        <a:pt x="1633" y="2476"/>
                      </a:cubicBezTo>
                      <a:cubicBezTo>
                        <a:pt x="1092" y="2476"/>
                        <a:pt x="549" y="2500"/>
                        <a:pt x="0" y="2546"/>
                      </a:cubicBezTo>
                      <a:lnTo>
                        <a:pt x="0" y="2576"/>
                      </a:lnTo>
                      <a:cubicBezTo>
                        <a:pt x="864" y="2680"/>
                        <a:pt x="1742" y="2725"/>
                        <a:pt x="2605" y="2725"/>
                      </a:cubicBezTo>
                      <a:cubicBezTo>
                        <a:pt x="3037" y="2710"/>
                        <a:pt x="3469" y="2680"/>
                        <a:pt x="3900" y="2680"/>
                      </a:cubicBezTo>
                      <a:cubicBezTo>
                        <a:pt x="4347" y="2680"/>
                        <a:pt x="4778" y="2710"/>
                        <a:pt x="5210" y="2740"/>
                      </a:cubicBezTo>
                      <a:cubicBezTo>
                        <a:pt x="5418" y="2755"/>
                        <a:pt x="5642" y="2769"/>
                        <a:pt x="5850" y="2784"/>
                      </a:cubicBezTo>
                      <a:cubicBezTo>
                        <a:pt x="5979" y="2793"/>
                        <a:pt x="6108" y="2801"/>
                        <a:pt x="6237" y="2801"/>
                      </a:cubicBezTo>
                      <a:cubicBezTo>
                        <a:pt x="6331" y="2801"/>
                        <a:pt x="6426" y="2797"/>
                        <a:pt x="6520" y="2784"/>
                      </a:cubicBezTo>
                      <a:cubicBezTo>
                        <a:pt x="6981" y="2740"/>
                        <a:pt x="7413" y="2576"/>
                        <a:pt x="7785" y="2308"/>
                      </a:cubicBezTo>
                      <a:cubicBezTo>
                        <a:pt x="8529" y="1787"/>
                        <a:pt x="8976" y="879"/>
                        <a:pt x="894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0" name="Google Shape;1480;p32"/>
                <p:cNvSpPr/>
                <p:nvPr/>
              </p:nvSpPr>
              <p:spPr>
                <a:xfrm rot="421936">
                  <a:off x="6707323" y="1426692"/>
                  <a:ext cx="814161" cy="167232"/>
                </a:xfrm>
                <a:custGeom>
                  <a:rect b="b" l="l" r="r" t="t"/>
                  <a:pathLst>
                    <a:path extrusionOk="0" h="1344" w="6833">
                      <a:moveTo>
                        <a:pt x="4686" y="0"/>
                      </a:moveTo>
                      <a:cubicBezTo>
                        <a:pt x="4637" y="0"/>
                        <a:pt x="4589" y="1"/>
                        <a:pt x="4540" y="4"/>
                      </a:cubicBezTo>
                      <a:lnTo>
                        <a:pt x="3632" y="48"/>
                      </a:lnTo>
                      <a:cubicBezTo>
                        <a:pt x="2412" y="138"/>
                        <a:pt x="1206" y="242"/>
                        <a:pt x="0" y="420"/>
                      </a:cubicBezTo>
                      <a:cubicBezTo>
                        <a:pt x="155" y="422"/>
                        <a:pt x="310" y="423"/>
                        <a:pt x="465" y="423"/>
                      </a:cubicBezTo>
                      <a:cubicBezTo>
                        <a:pt x="1528" y="423"/>
                        <a:pt x="2582" y="379"/>
                        <a:pt x="3647" y="301"/>
                      </a:cubicBezTo>
                      <a:lnTo>
                        <a:pt x="4555" y="242"/>
                      </a:lnTo>
                      <a:cubicBezTo>
                        <a:pt x="4626" y="234"/>
                        <a:pt x="4698" y="231"/>
                        <a:pt x="4770" y="231"/>
                      </a:cubicBezTo>
                      <a:cubicBezTo>
                        <a:pt x="4986" y="231"/>
                        <a:pt x="5206" y="264"/>
                        <a:pt x="5419" y="331"/>
                      </a:cubicBezTo>
                      <a:cubicBezTo>
                        <a:pt x="5969" y="480"/>
                        <a:pt x="6475" y="852"/>
                        <a:pt x="6833" y="1343"/>
                      </a:cubicBezTo>
                      <a:cubicBezTo>
                        <a:pt x="6565" y="793"/>
                        <a:pt x="6073" y="346"/>
                        <a:pt x="5478" y="138"/>
                      </a:cubicBezTo>
                      <a:cubicBezTo>
                        <a:pt x="5226" y="37"/>
                        <a:pt x="4953" y="0"/>
                        <a:pt x="468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1" name="Google Shape;1481;p32"/>
                <p:cNvSpPr/>
                <p:nvPr/>
              </p:nvSpPr>
              <p:spPr>
                <a:xfrm>
                  <a:off x="6941496" y="1898632"/>
                  <a:ext cx="551951" cy="15873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482" name="Google Shape;1482;p32"/>
                <p:cNvSpPr/>
                <p:nvPr/>
              </p:nvSpPr>
              <p:spPr>
                <a:xfrm>
                  <a:off x="6808035" y="1962365"/>
                  <a:ext cx="694285" cy="15876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483" name="Google Shape;1483;p32"/>
                <p:cNvSpPr/>
                <p:nvPr/>
              </p:nvSpPr>
              <p:spPr>
                <a:xfrm>
                  <a:off x="6629000" y="1563550"/>
                  <a:ext cx="873309" cy="15875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484" name="Google Shape;1484;p32"/>
                <p:cNvSpPr/>
                <p:nvPr/>
              </p:nvSpPr>
              <p:spPr>
                <a:xfrm>
                  <a:off x="6796876" y="1762932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485" name="Google Shape;1485;p32"/>
                <p:cNvSpPr/>
                <p:nvPr/>
              </p:nvSpPr>
              <p:spPr>
                <a:xfrm>
                  <a:off x="6796876" y="1695094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486" name="Google Shape;1486;p32"/>
                <p:cNvSpPr/>
                <p:nvPr/>
              </p:nvSpPr>
              <p:spPr>
                <a:xfrm>
                  <a:off x="6988322" y="2412530"/>
                  <a:ext cx="502836" cy="15874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1487" name="Google Shape;1487;p32"/>
              <p:cNvSpPr/>
              <p:nvPr/>
            </p:nvSpPr>
            <p:spPr>
              <a:xfrm>
                <a:off x="1639251" y="1633965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488" name="Google Shape;1488;p32"/>
              <p:cNvSpPr/>
              <p:nvPr/>
            </p:nvSpPr>
            <p:spPr>
              <a:xfrm rot="-5687871">
                <a:off x="1312547" y="1709608"/>
                <a:ext cx="1274567" cy="661164"/>
              </a:xfrm>
              <a:custGeom>
                <a:rect b="b" l="l" r="r" t="t"/>
                <a:pathLst>
                  <a:path extrusionOk="0" h="6455" w="12817">
                    <a:moveTo>
                      <a:pt x="1961" y="1"/>
                    </a:moveTo>
                    <a:cubicBezTo>
                      <a:pt x="1823" y="1"/>
                      <a:pt x="1675" y="11"/>
                      <a:pt x="1534" y="39"/>
                    </a:cubicBezTo>
                    <a:cubicBezTo>
                      <a:pt x="1311" y="84"/>
                      <a:pt x="1102" y="173"/>
                      <a:pt x="924" y="292"/>
                    </a:cubicBezTo>
                    <a:cubicBezTo>
                      <a:pt x="551" y="545"/>
                      <a:pt x="284" y="932"/>
                      <a:pt x="135" y="1349"/>
                    </a:cubicBezTo>
                    <a:cubicBezTo>
                      <a:pt x="75" y="1543"/>
                      <a:pt x="31" y="1766"/>
                      <a:pt x="16" y="1989"/>
                    </a:cubicBezTo>
                    <a:lnTo>
                      <a:pt x="1" y="2614"/>
                    </a:lnTo>
                    <a:cubicBezTo>
                      <a:pt x="1" y="3031"/>
                      <a:pt x="1" y="3448"/>
                      <a:pt x="1" y="3880"/>
                    </a:cubicBezTo>
                    <a:lnTo>
                      <a:pt x="31" y="3880"/>
                    </a:lnTo>
                    <a:cubicBezTo>
                      <a:pt x="75" y="3463"/>
                      <a:pt x="105" y="3046"/>
                      <a:pt x="150" y="2629"/>
                    </a:cubicBezTo>
                    <a:lnTo>
                      <a:pt x="194" y="1989"/>
                    </a:lnTo>
                    <a:cubicBezTo>
                      <a:pt x="209" y="1796"/>
                      <a:pt x="269" y="1602"/>
                      <a:pt x="328" y="1409"/>
                    </a:cubicBezTo>
                    <a:cubicBezTo>
                      <a:pt x="462" y="1037"/>
                      <a:pt x="715" y="709"/>
                      <a:pt x="1043" y="486"/>
                    </a:cubicBezTo>
                    <a:cubicBezTo>
                      <a:pt x="1206" y="382"/>
                      <a:pt x="1400" y="307"/>
                      <a:pt x="1579" y="263"/>
                    </a:cubicBezTo>
                    <a:cubicBezTo>
                      <a:pt x="1701" y="234"/>
                      <a:pt x="1824" y="224"/>
                      <a:pt x="1950" y="224"/>
                    </a:cubicBezTo>
                    <a:cubicBezTo>
                      <a:pt x="2023" y="224"/>
                      <a:pt x="2098" y="227"/>
                      <a:pt x="2174" y="233"/>
                    </a:cubicBezTo>
                    <a:cubicBezTo>
                      <a:pt x="3022" y="263"/>
                      <a:pt x="3856" y="277"/>
                      <a:pt x="4689" y="307"/>
                    </a:cubicBezTo>
                    <a:cubicBezTo>
                      <a:pt x="5538" y="352"/>
                      <a:pt x="6371" y="411"/>
                      <a:pt x="7205" y="486"/>
                    </a:cubicBezTo>
                    <a:cubicBezTo>
                      <a:pt x="8039" y="560"/>
                      <a:pt x="8887" y="620"/>
                      <a:pt x="9721" y="679"/>
                    </a:cubicBezTo>
                    <a:lnTo>
                      <a:pt x="10033" y="694"/>
                    </a:lnTo>
                    <a:cubicBezTo>
                      <a:pt x="10122" y="709"/>
                      <a:pt x="10227" y="724"/>
                      <a:pt x="10331" y="739"/>
                    </a:cubicBezTo>
                    <a:cubicBezTo>
                      <a:pt x="10524" y="783"/>
                      <a:pt x="10703" y="843"/>
                      <a:pt x="10882" y="932"/>
                    </a:cubicBezTo>
                    <a:cubicBezTo>
                      <a:pt x="11239" y="1111"/>
                      <a:pt x="11566" y="1364"/>
                      <a:pt x="11819" y="1677"/>
                    </a:cubicBezTo>
                    <a:cubicBezTo>
                      <a:pt x="12325" y="2302"/>
                      <a:pt x="12564" y="3120"/>
                      <a:pt x="12534" y="3939"/>
                    </a:cubicBezTo>
                    <a:cubicBezTo>
                      <a:pt x="12519" y="4773"/>
                      <a:pt x="12504" y="5621"/>
                      <a:pt x="12504" y="6455"/>
                    </a:cubicBezTo>
                    <a:lnTo>
                      <a:pt x="12534" y="6455"/>
                    </a:lnTo>
                    <a:cubicBezTo>
                      <a:pt x="12623" y="5621"/>
                      <a:pt x="12683" y="4788"/>
                      <a:pt x="12742" y="3939"/>
                    </a:cubicBezTo>
                    <a:cubicBezTo>
                      <a:pt x="12817" y="3091"/>
                      <a:pt x="12578" y="2183"/>
                      <a:pt x="12028" y="1498"/>
                    </a:cubicBezTo>
                    <a:cubicBezTo>
                      <a:pt x="11760" y="1156"/>
                      <a:pt x="11403" y="873"/>
                      <a:pt x="11001" y="694"/>
                    </a:cubicBezTo>
                    <a:cubicBezTo>
                      <a:pt x="10807" y="590"/>
                      <a:pt x="10584" y="530"/>
                      <a:pt x="10375" y="486"/>
                    </a:cubicBezTo>
                    <a:cubicBezTo>
                      <a:pt x="10271" y="456"/>
                      <a:pt x="10152" y="456"/>
                      <a:pt x="10048" y="441"/>
                    </a:cubicBezTo>
                    <a:lnTo>
                      <a:pt x="9735" y="426"/>
                    </a:lnTo>
                    <a:cubicBezTo>
                      <a:pt x="8887" y="396"/>
                      <a:pt x="8053" y="367"/>
                      <a:pt x="7220" y="337"/>
                    </a:cubicBezTo>
                    <a:cubicBezTo>
                      <a:pt x="6371" y="307"/>
                      <a:pt x="5538" y="277"/>
                      <a:pt x="4704" y="218"/>
                    </a:cubicBezTo>
                    <a:cubicBezTo>
                      <a:pt x="3871" y="173"/>
                      <a:pt x="3022" y="84"/>
                      <a:pt x="2189" y="9"/>
                    </a:cubicBezTo>
                    <a:cubicBezTo>
                      <a:pt x="2118" y="4"/>
                      <a:pt x="2041" y="1"/>
                      <a:pt x="196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9" name="Google Shape;1489;p32"/>
              <p:cNvSpPr/>
              <p:nvPr/>
            </p:nvSpPr>
            <p:spPr>
              <a:xfrm>
                <a:off x="1639251" y="1584951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490" name="Google Shape;1490;p32"/>
              <p:cNvSpPr/>
              <p:nvPr/>
            </p:nvSpPr>
            <p:spPr>
              <a:xfrm>
                <a:off x="1639251" y="1898619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491" name="Google Shape;1491;p32"/>
              <p:cNvSpPr/>
              <p:nvPr/>
            </p:nvSpPr>
            <p:spPr>
              <a:xfrm>
                <a:off x="1639255" y="1962367"/>
                <a:ext cx="626301" cy="15873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492" name="Google Shape;1492;p32"/>
              <p:cNvSpPr/>
              <p:nvPr/>
            </p:nvSpPr>
            <p:spPr>
              <a:xfrm>
                <a:off x="1639255" y="2026110"/>
                <a:ext cx="626301" cy="15873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493" name="Google Shape;1493;p32"/>
              <p:cNvSpPr/>
              <p:nvPr/>
            </p:nvSpPr>
            <p:spPr>
              <a:xfrm>
                <a:off x="1639256" y="2089840"/>
                <a:ext cx="497927" cy="15870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494" name="Google Shape;1494;p32"/>
              <p:cNvSpPr/>
              <p:nvPr/>
            </p:nvSpPr>
            <p:spPr>
              <a:xfrm>
                <a:off x="1673568" y="2447617"/>
                <a:ext cx="425366" cy="15874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495" name="Google Shape;1495;p32"/>
            <p:cNvSpPr/>
            <p:nvPr/>
          </p:nvSpPr>
          <p:spPr>
            <a:xfrm flipH="1" rot="10800000">
              <a:off x="1779034" y="329705"/>
              <a:ext cx="5615100" cy="1145400"/>
            </a:xfrm>
            <a:prstGeom prst="roundRect">
              <a:avLst>
                <a:gd fmla="val 28107" name="adj"/>
              </a:avLst>
            </a:prstGeom>
            <a:noFill/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96" name="Google Shape;1496;p32"/>
          <p:cNvSpPr txBox="1"/>
          <p:nvPr>
            <p:ph type="title"/>
          </p:nvPr>
        </p:nvSpPr>
        <p:spPr>
          <a:xfrm>
            <a:off x="2402100" y="429725"/>
            <a:ext cx="4339800" cy="101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Living Animals</a:t>
            </a:r>
            <a:endParaRPr/>
          </a:p>
        </p:txBody>
      </p:sp>
      <p:pic>
        <p:nvPicPr>
          <p:cNvPr id="1497" name="Google Shape;1497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6834" y="1585949"/>
            <a:ext cx="2242250" cy="2802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8" name="Google Shape;1498;p32"/>
          <p:cNvPicPr preferRelativeResize="0"/>
          <p:nvPr/>
        </p:nvPicPr>
        <p:blipFill rotWithShape="1">
          <a:blip r:embed="rId6">
            <a:alphaModFix/>
          </a:blip>
          <a:srcRect b="-5020" l="6071" r="6071" t="5020"/>
          <a:stretch/>
        </p:blipFill>
        <p:spPr>
          <a:xfrm>
            <a:off x="6529075" y="1585950"/>
            <a:ext cx="2039276" cy="15481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9" name="Google Shape;1499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29075" y="3035200"/>
            <a:ext cx="2039276" cy="136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4" name="Google Shape;1504;p33"/>
          <p:cNvGrpSpPr/>
          <p:nvPr/>
        </p:nvGrpSpPr>
        <p:grpSpPr>
          <a:xfrm flipH="1" rot="10800000">
            <a:off x="1726828" y="3480703"/>
            <a:ext cx="3385268" cy="800986"/>
            <a:chOff x="3243785" y="3409948"/>
            <a:chExt cx="2685655" cy="732900"/>
          </a:xfrm>
        </p:grpSpPr>
        <p:sp>
          <p:nvSpPr>
            <p:cNvPr id="1505" name="Google Shape;1505;p33"/>
            <p:cNvSpPr/>
            <p:nvPr/>
          </p:nvSpPr>
          <p:spPr>
            <a:xfrm>
              <a:off x="3243840" y="3409948"/>
              <a:ext cx="2685600" cy="732900"/>
            </a:xfrm>
            <a:prstGeom prst="roundRect">
              <a:avLst>
                <a:gd fmla="val 20475" name="adj"/>
              </a:avLst>
            </a:prstGeom>
            <a:solidFill>
              <a:schemeClr val="accent1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33"/>
            <p:cNvSpPr/>
            <p:nvPr/>
          </p:nvSpPr>
          <p:spPr>
            <a:xfrm rot="-279772">
              <a:off x="5468139" y="3940404"/>
              <a:ext cx="412128" cy="143692"/>
            </a:xfrm>
            <a:custGeom>
              <a:rect b="b" l="l" r="r" t="t"/>
              <a:pathLst>
                <a:path extrusionOk="0" h="2802" w="8976">
                  <a:moveTo>
                    <a:pt x="8931" y="1"/>
                  </a:moveTo>
                  <a:cubicBezTo>
                    <a:pt x="8782" y="849"/>
                    <a:pt x="8321" y="1623"/>
                    <a:pt x="7636" y="2085"/>
                  </a:cubicBezTo>
                  <a:cubicBezTo>
                    <a:pt x="7294" y="2323"/>
                    <a:pt x="6907" y="2472"/>
                    <a:pt x="6490" y="2546"/>
                  </a:cubicBezTo>
                  <a:cubicBezTo>
                    <a:pt x="6297" y="2576"/>
                    <a:pt x="6088" y="2576"/>
                    <a:pt x="5865" y="2576"/>
                  </a:cubicBezTo>
                  <a:cubicBezTo>
                    <a:pt x="5642" y="2576"/>
                    <a:pt x="5433" y="2591"/>
                    <a:pt x="5210" y="2591"/>
                  </a:cubicBezTo>
                  <a:cubicBezTo>
                    <a:pt x="4994" y="2598"/>
                    <a:pt x="4778" y="2602"/>
                    <a:pt x="4563" y="2602"/>
                  </a:cubicBezTo>
                  <a:cubicBezTo>
                    <a:pt x="4347" y="2602"/>
                    <a:pt x="4131" y="2598"/>
                    <a:pt x="3915" y="2591"/>
                  </a:cubicBezTo>
                  <a:cubicBezTo>
                    <a:pt x="3469" y="2576"/>
                    <a:pt x="3037" y="2531"/>
                    <a:pt x="2605" y="2501"/>
                  </a:cubicBezTo>
                  <a:cubicBezTo>
                    <a:pt x="2281" y="2485"/>
                    <a:pt x="1958" y="2476"/>
                    <a:pt x="1633" y="2476"/>
                  </a:cubicBezTo>
                  <a:cubicBezTo>
                    <a:pt x="1092" y="2476"/>
                    <a:pt x="549" y="2500"/>
                    <a:pt x="0" y="2546"/>
                  </a:cubicBezTo>
                  <a:lnTo>
                    <a:pt x="0" y="2576"/>
                  </a:lnTo>
                  <a:cubicBezTo>
                    <a:pt x="864" y="2680"/>
                    <a:pt x="1742" y="2725"/>
                    <a:pt x="2605" y="2725"/>
                  </a:cubicBezTo>
                  <a:cubicBezTo>
                    <a:pt x="3037" y="2710"/>
                    <a:pt x="3469" y="2680"/>
                    <a:pt x="3900" y="2680"/>
                  </a:cubicBezTo>
                  <a:cubicBezTo>
                    <a:pt x="4347" y="2680"/>
                    <a:pt x="4778" y="2710"/>
                    <a:pt x="5210" y="2740"/>
                  </a:cubicBezTo>
                  <a:cubicBezTo>
                    <a:pt x="5418" y="2755"/>
                    <a:pt x="5642" y="2769"/>
                    <a:pt x="5850" y="2784"/>
                  </a:cubicBezTo>
                  <a:cubicBezTo>
                    <a:pt x="5979" y="2793"/>
                    <a:pt x="6108" y="2801"/>
                    <a:pt x="6237" y="2801"/>
                  </a:cubicBezTo>
                  <a:cubicBezTo>
                    <a:pt x="6331" y="2801"/>
                    <a:pt x="6426" y="2797"/>
                    <a:pt x="6520" y="2784"/>
                  </a:cubicBezTo>
                  <a:cubicBezTo>
                    <a:pt x="6981" y="2740"/>
                    <a:pt x="7413" y="2576"/>
                    <a:pt x="7785" y="2308"/>
                  </a:cubicBezTo>
                  <a:cubicBezTo>
                    <a:pt x="8529" y="1787"/>
                    <a:pt x="8976" y="879"/>
                    <a:pt x="89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33"/>
            <p:cNvSpPr/>
            <p:nvPr/>
          </p:nvSpPr>
          <p:spPr>
            <a:xfrm rot="451316">
              <a:off x="5516812" y="3474563"/>
              <a:ext cx="357556" cy="78458"/>
            </a:xfrm>
            <a:custGeom>
              <a:rect b="b" l="l" r="r" t="t"/>
              <a:pathLst>
                <a:path extrusionOk="0" h="1344" w="6833">
                  <a:moveTo>
                    <a:pt x="4686" y="0"/>
                  </a:moveTo>
                  <a:cubicBezTo>
                    <a:pt x="4637" y="0"/>
                    <a:pt x="4589" y="1"/>
                    <a:pt x="4540" y="4"/>
                  </a:cubicBezTo>
                  <a:lnTo>
                    <a:pt x="3632" y="48"/>
                  </a:lnTo>
                  <a:cubicBezTo>
                    <a:pt x="2412" y="138"/>
                    <a:pt x="1206" y="242"/>
                    <a:pt x="0" y="420"/>
                  </a:cubicBezTo>
                  <a:cubicBezTo>
                    <a:pt x="155" y="422"/>
                    <a:pt x="310" y="423"/>
                    <a:pt x="465" y="423"/>
                  </a:cubicBezTo>
                  <a:cubicBezTo>
                    <a:pt x="1528" y="423"/>
                    <a:pt x="2582" y="379"/>
                    <a:pt x="3647" y="301"/>
                  </a:cubicBezTo>
                  <a:lnTo>
                    <a:pt x="4555" y="242"/>
                  </a:lnTo>
                  <a:cubicBezTo>
                    <a:pt x="4626" y="234"/>
                    <a:pt x="4698" y="231"/>
                    <a:pt x="4770" y="231"/>
                  </a:cubicBezTo>
                  <a:cubicBezTo>
                    <a:pt x="4986" y="231"/>
                    <a:pt x="5206" y="264"/>
                    <a:pt x="5419" y="331"/>
                  </a:cubicBezTo>
                  <a:cubicBezTo>
                    <a:pt x="5969" y="480"/>
                    <a:pt x="6475" y="852"/>
                    <a:pt x="6833" y="1343"/>
                  </a:cubicBezTo>
                  <a:cubicBezTo>
                    <a:pt x="6565" y="793"/>
                    <a:pt x="6073" y="346"/>
                    <a:pt x="5478" y="138"/>
                  </a:cubicBezTo>
                  <a:cubicBezTo>
                    <a:pt x="5226" y="37"/>
                    <a:pt x="4953" y="0"/>
                    <a:pt x="4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33"/>
            <p:cNvSpPr/>
            <p:nvPr/>
          </p:nvSpPr>
          <p:spPr>
            <a:xfrm>
              <a:off x="5556294" y="3696143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509" name="Google Shape;1509;p33"/>
            <p:cNvSpPr/>
            <p:nvPr/>
          </p:nvSpPr>
          <p:spPr>
            <a:xfrm>
              <a:off x="5482647" y="3726071"/>
              <a:ext cx="383129" cy="7455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510" name="Google Shape;1510;p33"/>
            <p:cNvSpPr/>
            <p:nvPr/>
          </p:nvSpPr>
          <p:spPr>
            <a:xfrm>
              <a:off x="5482647" y="3538795"/>
              <a:ext cx="383129" cy="7455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511" name="Google Shape;1511;p33"/>
            <p:cNvSpPr/>
            <p:nvPr/>
          </p:nvSpPr>
          <p:spPr>
            <a:xfrm>
              <a:off x="5556294" y="3632424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512" name="Google Shape;1512;p33"/>
            <p:cNvSpPr/>
            <p:nvPr/>
          </p:nvSpPr>
          <p:spPr>
            <a:xfrm>
              <a:off x="5556294" y="3600568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513" name="Google Shape;1513;p33"/>
            <p:cNvSpPr/>
            <p:nvPr/>
          </p:nvSpPr>
          <p:spPr>
            <a:xfrm>
              <a:off x="5556294" y="3937480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514" name="Google Shape;1514;p33"/>
            <p:cNvSpPr/>
            <p:nvPr/>
          </p:nvSpPr>
          <p:spPr>
            <a:xfrm>
              <a:off x="3293644" y="3571861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515" name="Google Shape;1515;p33"/>
            <p:cNvSpPr/>
            <p:nvPr/>
          </p:nvSpPr>
          <p:spPr>
            <a:xfrm rot="-5669091">
              <a:off x="3130754" y="3617521"/>
              <a:ext cx="598271" cy="290204"/>
            </a:xfrm>
            <a:custGeom>
              <a:rect b="b" l="l" r="r" t="t"/>
              <a:pathLst>
                <a:path extrusionOk="0" h="6455" w="12817">
                  <a:moveTo>
                    <a:pt x="1961" y="1"/>
                  </a:moveTo>
                  <a:cubicBezTo>
                    <a:pt x="1823" y="1"/>
                    <a:pt x="1675" y="11"/>
                    <a:pt x="1534" y="39"/>
                  </a:cubicBezTo>
                  <a:cubicBezTo>
                    <a:pt x="1311" y="84"/>
                    <a:pt x="1102" y="173"/>
                    <a:pt x="924" y="292"/>
                  </a:cubicBezTo>
                  <a:cubicBezTo>
                    <a:pt x="551" y="545"/>
                    <a:pt x="284" y="932"/>
                    <a:pt x="135" y="1349"/>
                  </a:cubicBezTo>
                  <a:cubicBezTo>
                    <a:pt x="75" y="1543"/>
                    <a:pt x="31" y="1766"/>
                    <a:pt x="16" y="1989"/>
                  </a:cubicBezTo>
                  <a:lnTo>
                    <a:pt x="1" y="2614"/>
                  </a:lnTo>
                  <a:cubicBezTo>
                    <a:pt x="1" y="3031"/>
                    <a:pt x="1" y="3448"/>
                    <a:pt x="1" y="3880"/>
                  </a:cubicBezTo>
                  <a:lnTo>
                    <a:pt x="31" y="3880"/>
                  </a:lnTo>
                  <a:cubicBezTo>
                    <a:pt x="75" y="3463"/>
                    <a:pt x="105" y="3046"/>
                    <a:pt x="150" y="2629"/>
                  </a:cubicBezTo>
                  <a:lnTo>
                    <a:pt x="194" y="1989"/>
                  </a:lnTo>
                  <a:cubicBezTo>
                    <a:pt x="209" y="1796"/>
                    <a:pt x="269" y="1602"/>
                    <a:pt x="328" y="1409"/>
                  </a:cubicBezTo>
                  <a:cubicBezTo>
                    <a:pt x="462" y="1037"/>
                    <a:pt x="715" y="709"/>
                    <a:pt x="1043" y="486"/>
                  </a:cubicBezTo>
                  <a:cubicBezTo>
                    <a:pt x="1206" y="382"/>
                    <a:pt x="1400" y="307"/>
                    <a:pt x="1579" y="263"/>
                  </a:cubicBezTo>
                  <a:cubicBezTo>
                    <a:pt x="1701" y="234"/>
                    <a:pt x="1824" y="224"/>
                    <a:pt x="1950" y="224"/>
                  </a:cubicBezTo>
                  <a:cubicBezTo>
                    <a:pt x="2023" y="224"/>
                    <a:pt x="2098" y="227"/>
                    <a:pt x="2174" y="233"/>
                  </a:cubicBezTo>
                  <a:cubicBezTo>
                    <a:pt x="3022" y="263"/>
                    <a:pt x="3856" y="277"/>
                    <a:pt x="4689" y="307"/>
                  </a:cubicBezTo>
                  <a:cubicBezTo>
                    <a:pt x="5538" y="352"/>
                    <a:pt x="6371" y="411"/>
                    <a:pt x="7205" y="486"/>
                  </a:cubicBezTo>
                  <a:cubicBezTo>
                    <a:pt x="8039" y="560"/>
                    <a:pt x="8887" y="620"/>
                    <a:pt x="9721" y="679"/>
                  </a:cubicBezTo>
                  <a:lnTo>
                    <a:pt x="10033" y="694"/>
                  </a:lnTo>
                  <a:cubicBezTo>
                    <a:pt x="10122" y="709"/>
                    <a:pt x="10227" y="724"/>
                    <a:pt x="10331" y="739"/>
                  </a:cubicBezTo>
                  <a:cubicBezTo>
                    <a:pt x="10524" y="783"/>
                    <a:pt x="10703" y="843"/>
                    <a:pt x="10882" y="932"/>
                  </a:cubicBezTo>
                  <a:cubicBezTo>
                    <a:pt x="11239" y="1111"/>
                    <a:pt x="11566" y="1364"/>
                    <a:pt x="11819" y="1677"/>
                  </a:cubicBezTo>
                  <a:cubicBezTo>
                    <a:pt x="12325" y="2302"/>
                    <a:pt x="12564" y="3120"/>
                    <a:pt x="12534" y="3939"/>
                  </a:cubicBezTo>
                  <a:cubicBezTo>
                    <a:pt x="12519" y="4773"/>
                    <a:pt x="12504" y="5621"/>
                    <a:pt x="12504" y="6455"/>
                  </a:cubicBezTo>
                  <a:lnTo>
                    <a:pt x="12534" y="6455"/>
                  </a:lnTo>
                  <a:cubicBezTo>
                    <a:pt x="12623" y="5621"/>
                    <a:pt x="12683" y="4788"/>
                    <a:pt x="12742" y="3939"/>
                  </a:cubicBezTo>
                  <a:cubicBezTo>
                    <a:pt x="12817" y="3091"/>
                    <a:pt x="12578" y="2183"/>
                    <a:pt x="12028" y="1498"/>
                  </a:cubicBezTo>
                  <a:cubicBezTo>
                    <a:pt x="11760" y="1156"/>
                    <a:pt x="11403" y="873"/>
                    <a:pt x="11001" y="694"/>
                  </a:cubicBezTo>
                  <a:cubicBezTo>
                    <a:pt x="10807" y="590"/>
                    <a:pt x="10584" y="530"/>
                    <a:pt x="10375" y="486"/>
                  </a:cubicBezTo>
                  <a:cubicBezTo>
                    <a:pt x="10271" y="456"/>
                    <a:pt x="10152" y="456"/>
                    <a:pt x="10048" y="441"/>
                  </a:cubicBezTo>
                  <a:lnTo>
                    <a:pt x="9735" y="426"/>
                  </a:lnTo>
                  <a:cubicBezTo>
                    <a:pt x="8887" y="396"/>
                    <a:pt x="8053" y="367"/>
                    <a:pt x="7220" y="337"/>
                  </a:cubicBezTo>
                  <a:cubicBezTo>
                    <a:pt x="6371" y="307"/>
                    <a:pt x="5538" y="277"/>
                    <a:pt x="4704" y="218"/>
                  </a:cubicBezTo>
                  <a:cubicBezTo>
                    <a:pt x="3871" y="173"/>
                    <a:pt x="3022" y="84"/>
                    <a:pt x="2189" y="9"/>
                  </a:cubicBezTo>
                  <a:cubicBezTo>
                    <a:pt x="2118" y="4"/>
                    <a:pt x="2041" y="1"/>
                    <a:pt x="19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33"/>
            <p:cNvSpPr/>
            <p:nvPr/>
          </p:nvSpPr>
          <p:spPr>
            <a:xfrm>
              <a:off x="3293644" y="3548845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517" name="Google Shape;1517;p33"/>
            <p:cNvSpPr/>
            <p:nvPr/>
          </p:nvSpPr>
          <p:spPr>
            <a:xfrm>
              <a:off x="3293644" y="3696143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518" name="Google Shape;1518;p33"/>
            <p:cNvSpPr/>
            <p:nvPr/>
          </p:nvSpPr>
          <p:spPr>
            <a:xfrm>
              <a:off x="3293643" y="3726071"/>
              <a:ext cx="383129" cy="7455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519" name="Google Shape;1519;p33"/>
            <p:cNvSpPr/>
            <p:nvPr/>
          </p:nvSpPr>
          <p:spPr>
            <a:xfrm>
              <a:off x="3293643" y="3756008"/>
              <a:ext cx="383129" cy="7455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520" name="Google Shape;1520;p33"/>
            <p:cNvSpPr/>
            <p:nvPr/>
          </p:nvSpPr>
          <p:spPr>
            <a:xfrm>
              <a:off x="3293644" y="3785940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521" name="Google Shape;1521;p33"/>
            <p:cNvSpPr/>
            <p:nvPr/>
          </p:nvSpPr>
          <p:spPr>
            <a:xfrm>
              <a:off x="3308698" y="3953958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pic>
          <p:nvPicPr>
            <p:cNvPr id="1522" name="Google Shape;1522;p33"/>
            <p:cNvPicPr preferRelativeResize="0"/>
            <p:nvPr/>
          </p:nvPicPr>
          <p:blipFill rotWithShape="1">
            <a:blip r:embed="rId3">
              <a:alphaModFix amt="35000"/>
            </a:blip>
            <a:srcRect b="8896" l="18257" r="14795" t="60755"/>
            <a:stretch/>
          </p:blipFill>
          <p:spPr>
            <a:xfrm>
              <a:off x="3243785" y="3409948"/>
              <a:ext cx="2685600" cy="732900"/>
            </a:xfrm>
            <a:prstGeom prst="roundRect">
              <a:avLst>
                <a:gd fmla="val 31255" name="adj"/>
              </a:avLst>
            </a:prstGeom>
            <a:noFill/>
            <a:ln>
              <a:noFill/>
            </a:ln>
          </p:spPr>
        </p:pic>
      </p:grpSp>
      <p:grpSp>
        <p:nvGrpSpPr>
          <p:cNvPr id="1523" name="Google Shape;1523;p33"/>
          <p:cNvGrpSpPr/>
          <p:nvPr/>
        </p:nvGrpSpPr>
        <p:grpSpPr>
          <a:xfrm flipH="1" rot="10800000">
            <a:off x="972354" y="1756250"/>
            <a:ext cx="4894216" cy="1560900"/>
            <a:chOff x="1727221" y="1543500"/>
            <a:chExt cx="5718210" cy="1560900"/>
          </a:xfrm>
        </p:grpSpPr>
        <p:grpSp>
          <p:nvGrpSpPr>
            <p:cNvPr id="1524" name="Google Shape;1524;p33"/>
            <p:cNvGrpSpPr/>
            <p:nvPr/>
          </p:nvGrpSpPr>
          <p:grpSpPr>
            <a:xfrm>
              <a:off x="1727221" y="1543500"/>
              <a:ext cx="5718210" cy="1560900"/>
              <a:chOff x="1525600" y="1289175"/>
              <a:chExt cx="6121625" cy="1560900"/>
            </a:xfrm>
          </p:grpSpPr>
          <p:grpSp>
            <p:nvGrpSpPr>
              <p:cNvPr id="1525" name="Google Shape;1525;p33"/>
              <p:cNvGrpSpPr/>
              <p:nvPr/>
            </p:nvGrpSpPr>
            <p:grpSpPr>
              <a:xfrm>
                <a:off x="1525600" y="1289175"/>
                <a:ext cx="6121625" cy="1560900"/>
                <a:chOff x="1525600" y="1289175"/>
                <a:chExt cx="6121625" cy="1560900"/>
              </a:xfrm>
            </p:grpSpPr>
            <p:sp>
              <p:nvSpPr>
                <p:cNvPr id="1526" name="Google Shape;1526;p33"/>
                <p:cNvSpPr/>
                <p:nvPr/>
              </p:nvSpPr>
              <p:spPr>
                <a:xfrm>
                  <a:off x="1525725" y="1289175"/>
                  <a:ext cx="6121500" cy="1560900"/>
                </a:xfrm>
                <a:prstGeom prst="roundRect">
                  <a:avLst>
                    <a:gd fmla="val 28107" name="adj"/>
                  </a:avLst>
                </a:prstGeom>
                <a:solidFill>
                  <a:schemeClr val="accent1"/>
                </a:solidFill>
                <a:ln cap="flat" cmpd="sng" w="762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1527" name="Google Shape;1527;p33"/>
                <p:cNvPicPr preferRelativeResize="0"/>
                <p:nvPr/>
              </p:nvPicPr>
              <p:blipFill rotWithShape="1">
                <a:blip r:embed="rId3">
                  <a:alphaModFix amt="35000"/>
                </a:blip>
                <a:srcRect b="8896" l="18257" r="14795" t="60755"/>
                <a:stretch/>
              </p:blipFill>
              <p:spPr>
                <a:xfrm>
                  <a:off x="1525600" y="1289175"/>
                  <a:ext cx="6121500" cy="1560900"/>
                </a:xfrm>
                <a:prstGeom prst="roundRect">
                  <a:avLst>
                    <a:gd fmla="val 29800" name="adj"/>
                  </a:avLst>
                </a:prstGeom>
                <a:noFill/>
                <a:ln>
                  <a:noFill/>
                </a:ln>
              </p:spPr>
            </p:pic>
            <p:pic>
              <p:nvPicPr>
                <p:cNvPr id="1528" name="Google Shape;1528;p33"/>
                <p:cNvPicPr preferRelativeResize="0"/>
                <p:nvPr/>
              </p:nvPicPr>
              <p:blipFill rotWithShape="1">
                <a:blip r:embed="rId4">
                  <a:alphaModFix amt="17000"/>
                </a:blip>
                <a:srcRect b="18806" l="19601" r="13456" t="50847"/>
                <a:stretch/>
              </p:blipFill>
              <p:spPr>
                <a:xfrm>
                  <a:off x="1525725" y="1289175"/>
                  <a:ext cx="6121500" cy="1560900"/>
                </a:xfrm>
                <a:prstGeom prst="roundRect">
                  <a:avLst>
                    <a:gd fmla="val 29230" name="adj"/>
                  </a:avLst>
                </a:prstGeom>
                <a:noFill/>
                <a:ln>
                  <a:noFill/>
                </a:ln>
              </p:spPr>
            </p:pic>
            <p:sp>
              <p:nvSpPr>
                <p:cNvPr id="1529" name="Google Shape;1529;p33"/>
                <p:cNvSpPr/>
                <p:nvPr/>
              </p:nvSpPr>
              <p:spPr>
                <a:xfrm rot="-261490">
                  <a:off x="6596127" y="2418700"/>
                  <a:ext cx="939047" cy="306100"/>
                </a:xfrm>
                <a:custGeom>
                  <a:rect b="b" l="l" r="r" t="t"/>
                  <a:pathLst>
                    <a:path extrusionOk="0" h="2802" w="8976">
                      <a:moveTo>
                        <a:pt x="8931" y="1"/>
                      </a:moveTo>
                      <a:cubicBezTo>
                        <a:pt x="8782" y="849"/>
                        <a:pt x="8321" y="1623"/>
                        <a:pt x="7636" y="2085"/>
                      </a:cubicBezTo>
                      <a:cubicBezTo>
                        <a:pt x="7294" y="2323"/>
                        <a:pt x="6907" y="2472"/>
                        <a:pt x="6490" y="2546"/>
                      </a:cubicBezTo>
                      <a:cubicBezTo>
                        <a:pt x="6297" y="2576"/>
                        <a:pt x="6088" y="2576"/>
                        <a:pt x="5865" y="2576"/>
                      </a:cubicBezTo>
                      <a:cubicBezTo>
                        <a:pt x="5642" y="2576"/>
                        <a:pt x="5433" y="2591"/>
                        <a:pt x="5210" y="2591"/>
                      </a:cubicBezTo>
                      <a:cubicBezTo>
                        <a:pt x="4994" y="2598"/>
                        <a:pt x="4778" y="2602"/>
                        <a:pt x="4563" y="2602"/>
                      </a:cubicBezTo>
                      <a:cubicBezTo>
                        <a:pt x="4347" y="2602"/>
                        <a:pt x="4131" y="2598"/>
                        <a:pt x="3915" y="2591"/>
                      </a:cubicBezTo>
                      <a:cubicBezTo>
                        <a:pt x="3469" y="2576"/>
                        <a:pt x="3037" y="2531"/>
                        <a:pt x="2605" y="2501"/>
                      </a:cubicBezTo>
                      <a:cubicBezTo>
                        <a:pt x="2281" y="2485"/>
                        <a:pt x="1958" y="2476"/>
                        <a:pt x="1633" y="2476"/>
                      </a:cubicBezTo>
                      <a:cubicBezTo>
                        <a:pt x="1092" y="2476"/>
                        <a:pt x="549" y="2500"/>
                        <a:pt x="0" y="2546"/>
                      </a:cubicBezTo>
                      <a:lnTo>
                        <a:pt x="0" y="2576"/>
                      </a:lnTo>
                      <a:cubicBezTo>
                        <a:pt x="864" y="2680"/>
                        <a:pt x="1742" y="2725"/>
                        <a:pt x="2605" y="2725"/>
                      </a:cubicBezTo>
                      <a:cubicBezTo>
                        <a:pt x="3037" y="2710"/>
                        <a:pt x="3469" y="2680"/>
                        <a:pt x="3900" y="2680"/>
                      </a:cubicBezTo>
                      <a:cubicBezTo>
                        <a:pt x="4347" y="2680"/>
                        <a:pt x="4778" y="2710"/>
                        <a:pt x="5210" y="2740"/>
                      </a:cubicBezTo>
                      <a:cubicBezTo>
                        <a:pt x="5418" y="2755"/>
                        <a:pt x="5642" y="2769"/>
                        <a:pt x="5850" y="2784"/>
                      </a:cubicBezTo>
                      <a:cubicBezTo>
                        <a:pt x="5979" y="2793"/>
                        <a:pt x="6108" y="2801"/>
                        <a:pt x="6237" y="2801"/>
                      </a:cubicBezTo>
                      <a:cubicBezTo>
                        <a:pt x="6331" y="2801"/>
                        <a:pt x="6426" y="2797"/>
                        <a:pt x="6520" y="2784"/>
                      </a:cubicBezTo>
                      <a:cubicBezTo>
                        <a:pt x="6981" y="2740"/>
                        <a:pt x="7413" y="2576"/>
                        <a:pt x="7785" y="2308"/>
                      </a:cubicBezTo>
                      <a:cubicBezTo>
                        <a:pt x="8529" y="1787"/>
                        <a:pt x="8976" y="879"/>
                        <a:pt x="894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0" name="Google Shape;1530;p33"/>
                <p:cNvSpPr/>
                <p:nvPr/>
              </p:nvSpPr>
              <p:spPr>
                <a:xfrm rot="421936">
                  <a:off x="6707323" y="1426692"/>
                  <a:ext cx="814161" cy="167232"/>
                </a:xfrm>
                <a:custGeom>
                  <a:rect b="b" l="l" r="r" t="t"/>
                  <a:pathLst>
                    <a:path extrusionOk="0" h="1344" w="6833">
                      <a:moveTo>
                        <a:pt x="4686" y="0"/>
                      </a:moveTo>
                      <a:cubicBezTo>
                        <a:pt x="4637" y="0"/>
                        <a:pt x="4589" y="1"/>
                        <a:pt x="4540" y="4"/>
                      </a:cubicBezTo>
                      <a:lnTo>
                        <a:pt x="3632" y="48"/>
                      </a:lnTo>
                      <a:cubicBezTo>
                        <a:pt x="2412" y="138"/>
                        <a:pt x="1206" y="242"/>
                        <a:pt x="0" y="420"/>
                      </a:cubicBezTo>
                      <a:cubicBezTo>
                        <a:pt x="155" y="422"/>
                        <a:pt x="310" y="423"/>
                        <a:pt x="465" y="423"/>
                      </a:cubicBezTo>
                      <a:cubicBezTo>
                        <a:pt x="1528" y="423"/>
                        <a:pt x="2582" y="379"/>
                        <a:pt x="3647" y="301"/>
                      </a:cubicBezTo>
                      <a:lnTo>
                        <a:pt x="4555" y="242"/>
                      </a:lnTo>
                      <a:cubicBezTo>
                        <a:pt x="4626" y="234"/>
                        <a:pt x="4698" y="231"/>
                        <a:pt x="4770" y="231"/>
                      </a:cubicBezTo>
                      <a:cubicBezTo>
                        <a:pt x="4986" y="231"/>
                        <a:pt x="5206" y="264"/>
                        <a:pt x="5419" y="331"/>
                      </a:cubicBezTo>
                      <a:cubicBezTo>
                        <a:pt x="5969" y="480"/>
                        <a:pt x="6475" y="852"/>
                        <a:pt x="6833" y="1343"/>
                      </a:cubicBezTo>
                      <a:cubicBezTo>
                        <a:pt x="6565" y="793"/>
                        <a:pt x="6073" y="346"/>
                        <a:pt x="5478" y="138"/>
                      </a:cubicBezTo>
                      <a:cubicBezTo>
                        <a:pt x="5226" y="37"/>
                        <a:pt x="4953" y="0"/>
                        <a:pt x="468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1" name="Google Shape;1531;p33"/>
                <p:cNvSpPr/>
                <p:nvPr/>
              </p:nvSpPr>
              <p:spPr>
                <a:xfrm>
                  <a:off x="6796876" y="1898619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532" name="Google Shape;1532;p33"/>
                <p:cNvSpPr/>
                <p:nvPr/>
              </p:nvSpPr>
              <p:spPr>
                <a:xfrm>
                  <a:off x="6629000" y="1962350"/>
                  <a:ext cx="873309" cy="15875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533" name="Google Shape;1533;p33"/>
                <p:cNvSpPr/>
                <p:nvPr/>
              </p:nvSpPr>
              <p:spPr>
                <a:xfrm>
                  <a:off x="6629000" y="1563550"/>
                  <a:ext cx="873309" cy="15875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534" name="Google Shape;1534;p33"/>
                <p:cNvSpPr/>
                <p:nvPr/>
              </p:nvSpPr>
              <p:spPr>
                <a:xfrm>
                  <a:off x="6796876" y="1762932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535" name="Google Shape;1535;p33"/>
                <p:cNvSpPr/>
                <p:nvPr/>
              </p:nvSpPr>
              <p:spPr>
                <a:xfrm>
                  <a:off x="6796876" y="1695094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536" name="Google Shape;1536;p33"/>
                <p:cNvSpPr/>
                <p:nvPr/>
              </p:nvSpPr>
              <p:spPr>
                <a:xfrm>
                  <a:off x="6796876" y="2412540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1537" name="Google Shape;1537;p33"/>
              <p:cNvSpPr/>
              <p:nvPr/>
            </p:nvSpPr>
            <p:spPr>
              <a:xfrm>
                <a:off x="1639251" y="1633965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538" name="Google Shape;1538;p33"/>
              <p:cNvSpPr/>
              <p:nvPr/>
            </p:nvSpPr>
            <p:spPr>
              <a:xfrm rot="-5687871">
                <a:off x="1312547" y="1709608"/>
                <a:ext cx="1274567" cy="661164"/>
              </a:xfrm>
              <a:custGeom>
                <a:rect b="b" l="l" r="r" t="t"/>
                <a:pathLst>
                  <a:path extrusionOk="0" h="6455" w="12817">
                    <a:moveTo>
                      <a:pt x="1961" y="1"/>
                    </a:moveTo>
                    <a:cubicBezTo>
                      <a:pt x="1823" y="1"/>
                      <a:pt x="1675" y="11"/>
                      <a:pt x="1534" y="39"/>
                    </a:cubicBezTo>
                    <a:cubicBezTo>
                      <a:pt x="1311" y="84"/>
                      <a:pt x="1102" y="173"/>
                      <a:pt x="924" y="292"/>
                    </a:cubicBezTo>
                    <a:cubicBezTo>
                      <a:pt x="551" y="545"/>
                      <a:pt x="284" y="932"/>
                      <a:pt x="135" y="1349"/>
                    </a:cubicBezTo>
                    <a:cubicBezTo>
                      <a:pt x="75" y="1543"/>
                      <a:pt x="31" y="1766"/>
                      <a:pt x="16" y="1989"/>
                    </a:cubicBezTo>
                    <a:lnTo>
                      <a:pt x="1" y="2614"/>
                    </a:lnTo>
                    <a:cubicBezTo>
                      <a:pt x="1" y="3031"/>
                      <a:pt x="1" y="3448"/>
                      <a:pt x="1" y="3880"/>
                    </a:cubicBezTo>
                    <a:lnTo>
                      <a:pt x="31" y="3880"/>
                    </a:lnTo>
                    <a:cubicBezTo>
                      <a:pt x="75" y="3463"/>
                      <a:pt x="105" y="3046"/>
                      <a:pt x="150" y="2629"/>
                    </a:cubicBezTo>
                    <a:lnTo>
                      <a:pt x="194" y="1989"/>
                    </a:lnTo>
                    <a:cubicBezTo>
                      <a:pt x="209" y="1796"/>
                      <a:pt x="269" y="1602"/>
                      <a:pt x="328" y="1409"/>
                    </a:cubicBezTo>
                    <a:cubicBezTo>
                      <a:pt x="462" y="1037"/>
                      <a:pt x="715" y="709"/>
                      <a:pt x="1043" y="486"/>
                    </a:cubicBezTo>
                    <a:cubicBezTo>
                      <a:pt x="1206" y="382"/>
                      <a:pt x="1400" y="307"/>
                      <a:pt x="1579" y="263"/>
                    </a:cubicBezTo>
                    <a:cubicBezTo>
                      <a:pt x="1701" y="234"/>
                      <a:pt x="1824" y="224"/>
                      <a:pt x="1950" y="224"/>
                    </a:cubicBezTo>
                    <a:cubicBezTo>
                      <a:pt x="2023" y="224"/>
                      <a:pt x="2098" y="227"/>
                      <a:pt x="2174" y="233"/>
                    </a:cubicBezTo>
                    <a:cubicBezTo>
                      <a:pt x="3022" y="263"/>
                      <a:pt x="3856" y="277"/>
                      <a:pt x="4689" y="307"/>
                    </a:cubicBezTo>
                    <a:cubicBezTo>
                      <a:pt x="5538" y="352"/>
                      <a:pt x="6371" y="411"/>
                      <a:pt x="7205" y="486"/>
                    </a:cubicBezTo>
                    <a:cubicBezTo>
                      <a:pt x="8039" y="560"/>
                      <a:pt x="8887" y="620"/>
                      <a:pt x="9721" y="679"/>
                    </a:cubicBezTo>
                    <a:lnTo>
                      <a:pt x="10033" y="694"/>
                    </a:lnTo>
                    <a:cubicBezTo>
                      <a:pt x="10122" y="709"/>
                      <a:pt x="10227" y="724"/>
                      <a:pt x="10331" y="739"/>
                    </a:cubicBezTo>
                    <a:cubicBezTo>
                      <a:pt x="10524" y="783"/>
                      <a:pt x="10703" y="843"/>
                      <a:pt x="10882" y="932"/>
                    </a:cubicBezTo>
                    <a:cubicBezTo>
                      <a:pt x="11239" y="1111"/>
                      <a:pt x="11566" y="1364"/>
                      <a:pt x="11819" y="1677"/>
                    </a:cubicBezTo>
                    <a:cubicBezTo>
                      <a:pt x="12325" y="2302"/>
                      <a:pt x="12564" y="3120"/>
                      <a:pt x="12534" y="3939"/>
                    </a:cubicBezTo>
                    <a:cubicBezTo>
                      <a:pt x="12519" y="4773"/>
                      <a:pt x="12504" y="5621"/>
                      <a:pt x="12504" y="6455"/>
                    </a:cubicBezTo>
                    <a:lnTo>
                      <a:pt x="12534" y="6455"/>
                    </a:lnTo>
                    <a:cubicBezTo>
                      <a:pt x="12623" y="5621"/>
                      <a:pt x="12683" y="4788"/>
                      <a:pt x="12742" y="3939"/>
                    </a:cubicBezTo>
                    <a:cubicBezTo>
                      <a:pt x="12817" y="3091"/>
                      <a:pt x="12578" y="2183"/>
                      <a:pt x="12028" y="1498"/>
                    </a:cubicBezTo>
                    <a:cubicBezTo>
                      <a:pt x="11760" y="1156"/>
                      <a:pt x="11403" y="873"/>
                      <a:pt x="11001" y="694"/>
                    </a:cubicBezTo>
                    <a:cubicBezTo>
                      <a:pt x="10807" y="590"/>
                      <a:pt x="10584" y="530"/>
                      <a:pt x="10375" y="486"/>
                    </a:cubicBezTo>
                    <a:cubicBezTo>
                      <a:pt x="10271" y="456"/>
                      <a:pt x="10152" y="456"/>
                      <a:pt x="10048" y="441"/>
                    </a:cubicBezTo>
                    <a:lnTo>
                      <a:pt x="9735" y="426"/>
                    </a:lnTo>
                    <a:cubicBezTo>
                      <a:pt x="8887" y="396"/>
                      <a:pt x="8053" y="367"/>
                      <a:pt x="7220" y="337"/>
                    </a:cubicBezTo>
                    <a:cubicBezTo>
                      <a:pt x="6371" y="307"/>
                      <a:pt x="5538" y="277"/>
                      <a:pt x="4704" y="218"/>
                    </a:cubicBezTo>
                    <a:cubicBezTo>
                      <a:pt x="3871" y="173"/>
                      <a:pt x="3022" y="84"/>
                      <a:pt x="2189" y="9"/>
                    </a:cubicBezTo>
                    <a:cubicBezTo>
                      <a:pt x="2118" y="4"/>
                      <a:pt x="2041" y="1"/>
                      <a:pt x="196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9" name="Google Shape;1539;p33"/>
              <p:cNvSpPr/>
              <p:nvPr/>
            </p:nvSpPr>
            <p:spPr>
              <a:xfrm>
                <a:off x="1639251" y="1584951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540" name="Google Shape;1540;p33"/>
              <p:cNvSpPr/>
              <p:nvPr/>
            </p:nvSpPr>
            <p:spPr>
              <a:xfrm>
                <a:off x="1639251" y="1898619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541" name="Google Shape;1541;p33"/>
              <p:cNvSpPr/>
              <p:nvPr/>
            </p:nvSpPr>
            <p:spPr>
              <a:xfrm>
                <a:off x="1639250" y="1962350"/>
                <a:ext cx="873309" cy="15875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542" name="Google Shape;1542;p33"/>
              <p:cNvSpPr/>
              <p:nvPr/>
            </p:nvSpPr>
            <p:spPr>
              <a:xfrm>
                <a:off x="1639250" y="2026100"/>
                <a:ext cx="873309" cy="15875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543" name="Google Shape;1543;p33"/>
              <p:cNvSpPr/>
              <p:nvPr/>
            </p:nvSpPr>
            <p:spPr>
              <a:xfrm>
                <a:off x="1639251" y="2089838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544" name="Google Shape;1544;p33"/>
              <p:cNvSpPr/>
              <p:nvPr/>
            </p:nvSpPr>
            <p:spPr>
              <a:xfrm>
                <a:off x="1673565" y="2447629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545" name="Google Shape;1545;p33"/>
            <p:cNvSpPr/>
            <p:nvPr/>
          </p:nvSpPr>
          <p:spPr>
            <a:xfrm>
              <a:off x="1727338" y="1543500"/>
              <a:ext cx="5718000" cy="1560900"/>
            </a:xfrm>
            <a:prstGeom prst="roundRect">
              <a:avLst>
                <a:gd fmla="val 28107" name="adj"/>
              </a:avLst>
            </a:prstGeom>
            <a:noFill/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6" name="Google Shape;1546;p33"/>
          <p:cNvSpPr txBox="1"/>
          <p:nvPr>
            <p:ph type="title"/>
          </p:nvPr>
        </p:nvSpPr>
        <p:spPr>
          <a:xfrm>
            <a:off x="2150762" y="762975"/>
            <a:ext cx="2537400" cy="99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547" name="Google Shape;1547;p33"/>
          <p:cNvSpPr txBox="1"/>
          <p:nvPr>
            <p:ph idx="2" type="title"/>
          </p:nvPr>
        </p:nvSpPr>
        <p:spPr>
          <a:xfrm>
            <a:off x="2115663" y="3556596"/>
            <a:ext cx="26076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The cultural components that shape a </a:t>
            </a:r>
            <a:r>
              <a:rPr lang="en" sz="1400"/>
              <a:t>society's</a:t>
            </a:r>
            <a:r>
              <a:rPr lang="en" sz="1400"/>
              <a:t> </a:t>
            </a:r>
            <a:r>
              <a:rPr lang="en" sz="1400"/>
              <a:t>worldview</a:t>
            </a:r>
            <a:endParaRPr sz="1400"/>
          </a:p>
        </p:txBody>
      </p:sp>
      <p:sp>
        <p:nvSpPr>
          <p:cNvPr id="1548" name="Google Shape;1548;p33"/>
          <p:cNvSpPr txBox="1"/>
          <p:nvPr>
            <p:ph idx="3" type="title"/>
          </p:nvPr>
        </p:nvSpPr>
        <p:spPr>
          <a:xfrm>
            <a:off x="1284512" y="1912041"/>
            <a:ext cx="4269900" cy="13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Symbology</a:t>
            </a:r>
            <a:endParaRPr/>
          </a:p>
        </p:txBody>
      </p:sp>
      <p:grpSp>
        <p:nvGrpSpPr>
          <p:cNvPr id="1549" name="Google Shape;1549;p33"/>
          <p:cNvGrpSpPr/>
          <p:nvPr/>
        </p:nvGrpSpPr>
        <p:grpSpPr>
          <a:xfrm>
            <a:off x="5234850" y="71375"/>
            <a:ext cx="3567235" cy="5683860"/>
            <a:chOff x="5234850" y="71375"/>
            <a:chExt cx="3567235" cy="5683860"/>
          </a:xfrm>
        </p:grpSpPr>
        <p:grpSp>
          <p:nvGrpSpPr>
            <p:cNvPr id="1550" name="Google Shape;1550;p33"/>
            <p:cNvGrpSpPr/>
            <p:nvPr/>
          </p:nvGrpSpPr>
          <p:grpSpPr>
            <a:xfrm>
              <a:off x="5339272" y="318790"/>
              <a:ext cx="3462813" cy="5436445"/>
              <a:chOff x="5112550" y="-494325"/>
              <a:chExt cx="3462813" cy="5436445"/>
            </a:xfrm>
          </p:grpSpPr>
          <p:sp>
            <p:nvSpPr>
              <p:cNvPr id="1551" name="Google Shape;1551;p33"/>
              <p:cNvSpPr/>
              <p:nvPr/>
            </p:nvSpPr>
            <p:spPr>
              <a:xfrm>
                <a:off x="5669188" y="-379996"/>
                <a:ext cx="2350539" cy="5307544"/>
              </a:xfrm>
              <a:custGeom>
                <a:rect b="b" l="l" r="r" t="t"/>
                <a:pathLst>
                  <a:path extrusionOk="0" h="89135" w="39475">
                    <a:moveTo>
                      <a:pt x="21935" y="51897"/>
                    </a:moveTo>
                    <a:lnTo>
                      <a:pt x="21935" y="51897"/>
                    </a:lnTo>
                    <a:cubicBezTo>
                      <a:pt x="22076" y="52153"/>
                      <a:pt x="22229" y="52404"/>
                      <a:pt x="22386" y="52655"/>
                    </a:cubicBezTo>
                    <a:cubicBezTo>
                      <a:pt x="22329" y="52617"/>
                      <a:pt x="22267" y="52611"/>
                      <a:pt x="22207" y="52611"/>
                    </a:cubicBezTo>
                    <a:cubicBezTo>
                      <a:pt x="22180" y="52611"/>
                      <a:pt x="22154" y="52612"/>
                      <a:pt x="22128" y="52612"/>
                    </a:cubicBezTo>
                    <a:cubicBezTo>
                      <a:pt x="22082" y="52612"/>
                      <a:pt x="22039" y="52608"/>
                      <a:pt x="22005" y="52584"/>
                    </a:cubicBezTo>
                    <a:cubicBezTo>
                      <a:pt x="22310" y="52573"/>
                      <a:pt x="22146" y="52366"/>
                      <a:pt x="22097" y="52252"/>
                    </a:cubicBezTo>
                    <a:cubicBezTo>
                      <a:pt x="22044" y="52133"/>
                      <a:pt x="21990" y="52014"/>
                      <a:pt x="21935" y="51897"/>
                    </a:cubicBezTo>
                    <a:close/>
                    <a:moveTo>
                      <a:pt x="5243" y="85542"/>
                    </a:moveTo>
                    <a:lnTo>
                      <a:pt x="5243" y="85542"/>
                    </a:lnTo>
                    <a:cubicBezTo>
                      <a:pt x="5239" y="85623"/>
                      <a:pt x="5228" y="85709"/>
                      <a:pt x="5232" y="85792"/>
                    </a:cubicBezTo>
                    <a:lnTo>
                      <a:pt x="5232" y="85792"/>
                    </a:lnTo>
                    <a:cubicBezTo>
                      <a:pt x="5216" y="85705"/>
                      <a:pt x="5207" y="85619"/>
                      <a:pt x="5243" y="85542"/>
                    </a:cubicBezTo>
                    <a:close/>
                    <a:moveTo>
                      <a:pt x="21625" y="0"/>
                    </a:moveTo>
                    <a:cubicBezTo>
                      <a:pt x="21548" y="0"/>
                      <a:pt x="21482" y="82"/>
                      <a:pt x="21422" y="137"/>
                    </a:cubicBezTo>
                    <a:cubicBezTo>
                      <a:pt x="21194" y="360"/>
                      <a:pt x="20960" y="572"/>
                      <a:pt x="20780" y="839"/>
                    </a:cubicBezTo>
                    <a:cubicBezTo>
                      <a:pt x="20530" y="1220"/>
                      <a:pt x="20197" y="1525"/>
                      <a:pt x="19795" y="1737"/>
                    </a:cubicBezTo>
                    <a:cubicBezTo>
                      <a:pt x="19468" y="1906"/>
                      <a:pt x="19185" y="2140"/>
                      <a:pt x="18913" y="2380"/>
                    </a:cubicBezTo>
                    <a:cubicBezTo>
                      <a:pt x="18651" y="2603"/>
                      <a:pt x="18379" y="2815"/>
                      <a:pt x="18074" y="2968"/>
                    </a:cubicBezTo>
                    <a:cubicBezTo>
                      <a:pt x="16828" y="3577"/>
                      <a:pt x="15744" y="4427"/>
                      <a:pt x="14639" y="5254"/>
                    </a:cubicBezTo>
                    <a:cubicBezTo>
                      <a:pt x="14449" y="5396"/>
                      <a:pt x="14285" y="5559"/>
                      <a:pt x="14133" y="5744"/>
                    </a:cubicBezTo>
                    <a:cubicBezTo>
                      <a:pt x="13431" y="6599"/>
                      <a:pt x="12679" y="7415"/>
                      <a:pt x="12124" y="8384"/>
                    </a:cubicBezTo>
                    <a:cubicBezTo>
                      <a:pt x="12080" y="8466"/>
                      <a:pt x="12015" y="8537"/>
                      <a:pt x="11955" y="8608"/>
                    </a:cubicBezTo>
                    <a:cubicBezTo>
                      <a:pt x="11057" y="9609"/>
                      <a:pt x="10366" y="10774"/>
                      <a:pt x="9397" y="11716"/>
                    </a:cubicBezTo>
                    <a:cubicBezTo>
                      <a:pt x="8711" y="12380"/>
                      <a:pt x="8085" y="13104"/>
                      <a:pt x="7404" y="13774"/>
                    </a:cubicBezTo>
                    <a:cubicBezTo>
                      <a:pt x="6979" y="14193"/>
                      <a:pt x="6500" y="14563"/>
                      <a:pt x="6049" y="14955"/>
                    </a:cubicBezTo>
                    <a:cubicBezTo>
                      <a:pt x="4611" y="16191"/>
                      <a:pt x="3076" y="17307"/>
                      <a:pt x="1661" y="18575"/>
                    </a:cubicBezTo>
                    <a:cubicBezTo>
                      <a:pt x="1427" y="18782"/>
                      <a:pt x="1225" y="19000"/>
                      <a:pt x="1116" y="19299"/>
                    </a:cubicBezTo>
                    <a:cubicBezTo>
                      <a:pt x="1046" y="19490"/>
                      <a:pt x="980" y="19691"/>
                      <a:pt x="909" y="19893"/>
                    </a:cubicBezTo>
                    <a:cubicBezTo>
                      <a:pt x="937" y="19697"/>
                      <a:pt x="1105" y="19534"/>
                      <a:pt x="969" y="19327"/>
                    </a:cubicBezTo>
                    <a:lnTo>
                      <a:pt x="969" y="19327"/>
                    </a:lnTo>
                    <a:cubicBezTo>
                      <a:pt x="779" y="19621"/>
                      <a:pt x="566" y="19904"/>
                      <a:pt x="485" y="20252"/>
                    </a:cubicBezTo>
                    <a:cubicBezTo>
                      <a:pt x="501" y="20459"/>
                      <a:pt x="409" y="20639"/>
                      <a:pt x="349" y="20829"/>
                    </a:cubicBezTo>
                    <a:cubicBezTo>
                      <a:pt x="0" y="21978"/>
                      <a:pt x="120" y="23050"/>
                      <a:pt x="839" y="24041"/>
                    </a:cubicBezTo>
                    <a:cubicBezTo>
                      <a:pt x="1427" y="24847"/>
                      <a:pt x="2009" y="25658"/>
                      <a:pt x="2690" y="26393"/>
                    </a:cubicBezTo>
                    <a:cubicBezTo>
                      <a:pt x="3087" y="26823"/>
                      <a:pt x="3517" y="27226"/>
                      <a:pt x="3800" y="27749"/>
                    </a:cubicBezTo>
                    <a:cubicBezTo>
                      <a:pt x="3985" y="27939"/>
                      <a:pt x="4176" y="28135"/>
                      <a:pt x="4361" y="28326"/>
                    </a:cubicBezTo>
                    <a:cubicBezTo>
                      <a:pt x="4481" y="28353"/>
                      <a:pt x="4557" y="28451"/>
                      <a:pt x="4639" y="28532"/>
                    </a:cubicBezTo>
                    <a:cubicBezTo>
                      <a:pt x="5379" y="29240"/>
                      <a:pt x="6152" y="29910"/>
                      <a:pt x="6941" y="30563"/>
                    </a:cubicBezTo>
                    <a:cubicBezTo>
                      <a:pt x="8057" y="31499"/>
                      <a:pt x="9048" y="32550"/>
                      <a:pt x="9843" y="33780"/>
                    </a:cubicBezTo>
                    <a:cubicBezTo>
                      <a:pt x="10148" y="34249"/>
                      <a:pt x="10355" y="34760"/>
                      <a:pt x="10485" y="35299"/>
                    </a:cubicBezTo>
                    <a:cubicBezTo>
                      <a:pt x="10510" y="35410"/>
                      <a:pt x="10510" y="35483"/>
                      <a:pt x="10433" y="35483"/>
                    </a:cubicBezTo>
                    <a:cubicBezTo>
                      <a:pt x="10407" y="35483"/>
                      <a:pt x="10372" y="35475"/>
                      <a:pt x="10328" y="35457"/>
                    </a:cubicBezTo>
                    <a:cubicBezTo>
                      <a:pt x="10306" y="35811"/>
                      <a:pt x="10213" y="36165"/>
                      <a:pt x="10235" y="36524"/>
                    </a:cubicBezTo>
                    <a:cubicBezTo>
                      <a:pt x="10311" y="36573"/>
                      <a:pt x="10279" y="36644"/>
                      <a:pt x="10268" y="36715"/>
                    </a:cubicBezTo>
                    <a:cubicBezTo>
                      <a:pt x="10208" y="37036"/>
                      <a:pt x="10093" y="37346"/>
                      <a:pt x="10061" y="37678"/>
                    </a:cubicBezTo>
                    <a:cubicBezTo>
                      <a:pt x="9936" y="38849"/>
                      <a:pt x="9691" y="39997"/>
                      <a:pt x="9342" y="41124"/>
                    </a:cubicBezTo>
                    <a:cubicBezTo>
                      <a:pt x="9173" y="41663"/>
                      <a:pt x="8939" y="42159"/>
                      <a:pt x="8618" y="42611"/>
                    </a:cubicBezTo>
                    <a:cubicBezTo>
                      <a:pt x="8308" y="43041"/>
                      <a:pt x="7976" y="43449"/>
                      <a:pt x="7638" y="43857"/>
                    </a:cubicBezTo>
                    <a:cubicBezTo>
                      <a:pt x="7181" y="44413"/>
                      <a:pt x="6724" y="44968"/>
                      <a:pt x="6533" y="45686"/>
                    </a:cubicBezTo>
                    <a:cubicBezTo>
                      <a:pt x="6381" y="46258"/>
                      <a:pt x="6266" y="46835"/>
                      <a:pt x="6359" y="47429"/>
                    </a:cubicBezTo>
                    <a:cubicBezTo>
                      <a:pt x="6375" y="47525"/>
                      <a:pt x="6417" y="47652"/>
                      <a:pt x="6250" y="47652"/>
                    </a:cubicBezTo>
                    <a:cubicBezTo>
                      <a:pt x="6246" y="47652"/>
                      <a:pt x="6243" y="47652"/>
                      <a:pt x="6239" y="47652"/>
                    </a:cubicBezTo>
                    <a:cubicBezTo>
                      <a:pt x="6207" y="47658"/>
                      <a:pt x="6177" y="47661"/>
                      <a:pt x="6149" y="47661"/>
                    </a:cubicBezTo>
                    <a:cubicBezTo>
                      <a:pt x="6027" y="47661"/>
                      <a:pt x="5937" y="47601"/>
                      <a:pt x="5880" y="47456"/>
                    </a:cubicBezTo>
                    <a:cubicBezTo>
                      <a:pt x="5755" y="47135"/>
                      <a:pt x="5629" y="46813"/>
                      <a:pt x="5613" y="46470"/>
                    </a:cubicBezTo>
                    <a:cubicBezTo>
                      <a:pt x="5531" y="44772"/>
                      <a:pt x="5744" y="43128"/>
                      <a:pt x="6549" y="41603"/>
                    </a:cubicBezTo>
                    <a:cubicBezTo>
                      <a:pt x="6669" y="41375"/>
                      <a:pt x="6718" y="41168"/>
                      <a:pt x="6587" y="40939"/>
                    </a:cubicBezTo>
                    <a:cubicBezTo>
                      <a:pt x="6125" y="40030"/>
                      <a:pt x="5510" y="39230"/>
                      <a:pt x="4845" y="38468"/>
                    </a:cubicBezTo>
                    <a:cubicBezTo>
                      <a:pt x="4696" y="38376"/>
                      <a:pt x="4628" y="38157"/>
                      <a:pt x="4429" y="38157"/>
                    </a:cubicBezTo>
                    <a:cubicBezTo>
                      <a:pt x="4403" y="38157"/>
                      <a:pt x="4375" y="38160"/>
                      <a:pt x="4345" y="38168"/>
                    </a:cubicBezTo>
                    <a:cubicBezTo>
                      <a:pt x="4192" y="38381"/>
                      <a:pt x="4116" y="38626"/>
                      <a:pt x="3958" y="38838"/>
                    </a:cubicBezTo>
                    <a:cubicBezTo>
                      <a:pt x="3397" y="39578"/>
                      <a:pt x="2695" y="40095"/>
                      <a:pt x="1791" y="40330"/>
                    </a:cubicBezTo>
                    <a:cubicBezTo>
                      <a:pt x="1465" y="40411"/>
                      <a:pt x="1127" y="40498"/>
                      <a:pt x="866" y="40738"/>
                    </a:cubicBezTo>
                    <a:cubicBezTo>
                      <a:pt x="822" y="40798"/>
                      <a:pt x="784" y="40858"/>
                      <a:pt x="833" y="40934"/>
                    </a:cubicBezTo>
                    <a:cubicBezTo>
                      <a:pt x="1612" y="41277"/>
                      <a:pt x="2319" y="41740"/>
                      <a:pt x="3043" y="42257"/>
                    </a:cubicBezTo>
                    <a:cubicBezTo>
                      <a:pt x="2948" y="42288"/>
                      <a:pt x="2859" y="42301"/>
                      <a:pt x="2775" y="42301"/>
                    </a:cubicBezTo>
                    <a:cubicBezTo>
                      <a:pt x="2540" y="42301"/>
                      <a:pt x="2344" y="42201"/>
                      <a:pt x="2140" y="42137"/>
                    </a:cubicBezTo>
                    <a:cubicBezTo>
                      <a:pt x="1866" y="42054"/>
                      <a:pt x="1599" y="41908"/>
                      <a:pt x="1309" y="41908"/>
                    </a:cubicBezTo>
                    <a:cubicBezTo>
                      <a:pt x="1218" y="41908"/>
                      <a:pt x="1125" y="41922"/>
                      <a:pt x="1029" y="41957"/>
                    </a:cubicBezTo>
                    <a:cubicBezTo>
                      <a:pt x="915" y="42317"/>
                      <a:pt x="1105" y="42578"/>
                      <a:pt x="1329" y="42823"/>
                    </a:cubicBezTo>
                    <a:cubicBezTo>
                      <a:pt x="1546" y="42872"/>
                      <a:pt x="1470" y="43182"/>
                      <a:pt x="1682" y="43237"/>
                    </a:cubicBezTo>
                    <a:cubicBezTo>
                      <a:pt x="1819" y="43013"/>
                      <a:pt x="1639" y="42866"/>
                      <a:pt x="1568" y="42714"/>
                    </a:cubicBezTo>
                    <a:lnTo>
                      <a:pt x="1568" y="42714"/>
                    </a:lnTo>
                    <a:cubicBezTo>
                      <a:pt x="1650" y="42801"/>
                      <a:pt x="1693" y="42932"/>
                      <a:pt x="1753" y="43057"/>
                    </a:cubicBezTo>
                    <a:cubicBezTo>
                      <a:pt x="2156" y="43982"/>
                      <a:pt x="2238" y="44973"/>
                      <a:pt x="2287" y="45959"/>
                    </a:cubicBezTo>
                    <a:cubicBezTo>
                      <a:pt x="2319" y="46704"/>
                      <a:pt x="2385" y="47439"/>
                      <a:pt x="2581" y="48158"/>
                    </a:cubicBezTo>
                    <a:cubicBezTo>
                      <a:pt x="3185" y="50401"/>
                      <a:pt x="4464" y="52094"/>
                      <a:pt x="6571" y="53117"/>
                    </a:cubicBezTo>
                    <a:cubicBezTo>
                      <a:pt x="7109" y="53378"/>
                      <a:pt x="7658" y="53619"/>
                      <a:pt x="8278" y="53619"/>
                    </a:cubicBezTo>
                    <a:cubicBezTo>
                      <a:pt x="8291" y="53619"/>
                      <a:pt x="8305" y="53619"/>
                      <a:pt x="8319" y="53618"/>
                    </a:cubicBezTo>
                    <a:cubicBezTo>
                      <a:pt x="8830" y="52992"/>
                      <a:pt x="9348" y="52383"/>
                      <a:pt x="9941" y="51822"/>
                    </a:cubicBezTo>
                    <a:cubicBezTo>
                      <a:pt x="10621" y="51190"/>
                      <a:pt x="11346" y="50646"/>
                      <a:pt x="12157" y="50210"/>
                    </a:cubicBezTo>
                    <a:cubicBezTo>
                      <a:pt x="12739" y="49906"/>
                      <a:pt x="13376" y="49786"/>
                      <a:pt x="14024" y="49715"/>
                    </a:cubicBezTo>
                    <a:cubicBezTo>
                      <a:pt x="14055" y="49712"/>
                      <a:pt x="14089" y="49709"/>
                      <a:pt x="14122" y="49709"/>
                    </a:cubicBezTo>
                    <a:cubicBezTo>
                      <a:pt x="14247" y="49709"/>
                      <a:pt x="14366" y="49750"/>
                      <a:pt x="14323" y="49960"/>
                    </a:cubicBezTo>
                    <a:cubicBezTo>
                      <a:pt x="13779" y="50210"/>
                      <a:pt x="13305" y="50548"/>
                      <a:pt x="12957" y="51043"/>
                    </a:cubicBezTo>
                    <a:cubicBezTo>
                      <a:pt x="12870" y="51169"/>
                      <a:pt x="12756" y="51277"/>
                      <a:pt x="12636" y="51370"/>
                    </a:cubicBezTo>
                    <a:cubicBezTo>
                      <a:pt x="11787" y="52040"/>
                      <a:pt x="11237" y="52905"/>
                      <a:pt x="10845" y="53901"/>
                    </a:cubicBezTo>
                    <a:cubicBezTo>
                      <a:pt x="10284" y="55328"/>
                      <a:pt x="10600" y="56564"/>
                      <a:pt x="11525" y="57723"/>
                    </a:cubicBezTo>
                    <a:cubicBezTo>
                      <a:pt x="12075" y="58414"/>
                      <a:pt x="12756" y="58981"/>
                      <a:pt x="13365" y="59623"/>
                    </a:cubicBezTo>
                    <a:cubicBezTo>
                      <a:pt x="13539" y="59803"/>
                      <a:pt x="13703" y="59988"/>
                      <a:pt x="13774" y="60282"/>
                    </a:cubicBezTo>
                    <a:cubicBezTo>
                      <a:pt x="13686" y="60135"/>
                      <a:pt x="13610" y="60031"/>
                      <a:pt x="13523" y="59933"/>
                    </a:cubicBezTo>
                    <a:cubicBezTo>
                      <a:pt x="13404" y="59798"/>
                      <a:pt x="13329" y="59594"/>
                      <a:pt x="13105" y="59594"/>
                    </a:cubicBezTo>
                    <a:cubicBezTo>
                      <a:pt x="13094" y="59594"/>
                      <a:pt x="13083" y="59595"/>
                      <a:pt x="13071" y="59596"/>
                    </a:cubicBezTo>
                    <a:cubicBezTo>
                      <a:pt x="13425" y="60260"/>
                      <a:pt x="13779" y="60924"/>
                      <a:pt x="14133" y="61583"/>
                    </a:cubicBezTo>
                    <a:cubicBezTo>
                      <a:pt x="14204" y="61545"/>
                      <a:pt x="14166" y="61441"/>
                      <a:pt x="14236" y="61387"/>
                    </a:cubicBezTo>
                    <a:cubicBezTo>
                      <a:pt x="14400" y="61779"/>
                      <a:pt x="14405" y="62154"/>
                      <a:pt x="14285" y="62541"/>
                    </a:cubicBezTo>
                    <a:cubicBezTo>
                      <a:pt x="14122" y="63096"/>
                      <a:pt x="13997" y="63657"/>
                      <a:pt x="13768" y="64191"/>
                    </a:cubicBezTo>
                    <a:cubicBezTo>
                      <a:pt x="13387" y="65083"/>
                      <a:pt x="13137" y="66014"/>
                      <a:pt x="12952" y="66967"/>
                    </a:cubicBezTo>
                    <a:cubicBezTo>
                      <a:pt x="12826" y="67588"/>
                      <a:pt x="12859" y="68203"/>
                      <a:pt x="12973" y="68823"/>
                    </a:cubicBezTo>
                    <a:cubicBezTo>
                      <a:pt x="13006" y="68987"/>
                      <a:pt x="13050" y="69155"/>
                      <a:pt x="13186" y="69259"/>
                    </a:cubicBezTo>
                    <a:cubicBezTo>
                      <a:pt x="13496" y="69498"/>
                      <a:pt x="13714" y="69825"/>
                      <a:pt x="13970" y="70114"/>
                    </a:cubicBezTo>
                    <a:cubicBezTo>
                      <a:pt x="14215" y="70387"/>
                      <a:pt x="14520" y="70518"/>
                      <a:pt x="14816" y="70518"/>
                    </a:cubicBezTo>
                    <a:cubicBezTo>
                      <a:pt x="15209" y="70518"/>
                      <a:pt x="15587" y="70285"/>
                      <a:pt x="15782" y="69847"/>
                    </a:cubicBezTo>
                    <a:cubicBezTo>
                      <a:pt x="15815" y="69771"/>
                      <a:pt x="15853" y="69700"/>
                      <a:pt x="15891" y="69624"/>
                    </a:cubicBezTo>
                    <a:cubicBezTo>
                      <a:pt x="15940" y="69515"/>
                      <a:pt x="16006" y="69400"/>
                      <a:pt x="15902" y="69297"/>
                    </a:cubicBezTo>
                    <a:cubicBezTo>
                      <a:pt x="15870" y="69267"/>
                      <a:pt x="15837" y="69256"/>
                      <a:pt x="15803" y="69256"/>
                    </a:cubicBezTo>
                    <a:cubicBezTo>
                      <a:pt x="15737" y="69256"/>
                      <a:pt x="15669" y="69297"/>
                      <a:pt x="15608" y="69330"/>
                    </a:cubicBezTo>
                    <a:cubicBezTo>
                      <a:pt x="15439" y="69416"/>
                      <a:pt x="15277" y="69459"/>
                      <a:pt x="15119" y="69459"/>
                    </a:cubicBezTo>
                    <a:cubicBezTo>
                      <a:pt x="14891" y="69459"/>
                      <a:pt x="14672" y="69370"/>
                      <a:pt x="14460" y="69199"/>
                    </a:cubicBezTo>
                    <a:cubicBezTo>
                      <a:pt x="14313" y="69079"/>
                      <a:pt x="14155" y="68976"/>
                      <a:pt x="14002" y="68812"/>
                    </a:cubicBezTo>
                    <a:lnTo>
                      <a:pt x="14002" y="68812"/>
                    </a:lnTo>
                    <a:cubicBezTo>
                      <a:pt x="14215" y="68916"/>
                      <a:pt x="14372" y="69041"/>
                      <a:pt x="14536" y="69155"/>
                    </a:cubicBezTo>
                    <a:cubicBezTo>
                      <a:pt x="14720" y="69287"/>
                      <a:pt x="14908" y="69346"/>
                      <a:pt x="15111" y="69346"/>
                    </a:cubicBezTo>
                    <a:cubicBezTo>
                      <a:pt x="15226" y="69346"/>
                      <a:pt x="15346" y="69327"/>
                      <a:pt x="15472" y="69292"/>
                    </a:cubicBezTo>
                    <a:cubicBezTo>
                      <a:pt x="15777" y="69204"/>
                      <a:pt x="16016" y="69019"/>
                      <a:pt x="16278" y="68872"/>
                    </a:cubicBezTo>
                    <a:lnTo>
                      <a:pt x="16310" y="68883"/>
                    </a:lnTo>
                    <a:lnTo>
                      <a:pt x="16332" y="68861"/>
                    </a:lnTo>
                    <a:cubicBezTo>
                      <a:pt x="16501" y="68567"/>
                      <a:pt x="16430" y="68252"/>
                      <a:pt x="16392" y="67947"/>
                    </a:cubicBezTo>
                    <a:cubicBezTo>
                      <a:pt x="16376" y="67822"/>
                      <a:pt x="16414" y="67801"/>
                      <a:pt x="16474" y="67801"/>
                    </a:cubicBezTo>
                    <a:cubicBezTo>
                      <a:pt x="16495" y="67801"/>
                      <a:pt x="16519" y="67804"/>
                      <a:pt x="16545" y="67805"/>
                    </a:cubicBezTo>
                    <a:cubicBezTo>
                      <a:pt x="16508" y="67610"/>
                      <a:pt x="16408" y="67566"/>
                      <a:pt x="16288" y="67566"/>
                    </a:cubicBezTo>
                    <a:cubicBezTo>
                      <a:pt x="16210" y="67566"/>
                      <a:pt x="16125" y="67584"/>
                      <a:pt x="16044" y="67593"/>
                    </a:cubicBezTo>
                    <a:cubicBezTo>
                      <a:pt x="16022" y="67773"/>
                      <a:pt x="15946" y="67931"/>
                      <a:pt x="15826" y="68067"/>
                    </a:cubicBezTo>
                    <a:cubicBezTo>
                      <a:pt x="15718" y="68188"/>
                      <a:pt x="15600" y="68231"/>
                      <a:pt x="15478" y="68231"/>
                    </a:cubicBezTo>
                    <a:cubicBezTo>
                      <a:pt x="15359" y="68231"/>
                      <a:pt x="15236" y="68191"/>
                      <a:pt x="15113" y="68143"/>
                    </a:cubicBezTo>
                    <a:cubicBezTo>
                      <a:pt x="14900" y="68061"/>
                      <a:pt x="14786" y="67892"/>
                      <a:pt x="14808" y="67675"/>
                    </a:cubicBezTo>
                    <a:cubicBezTo>
                      <a:pt x="14835" y="67435"/>
                      <a:pt x="14879" y="67179"/>
                      <a:pt x="15118" y="67032"/>
                    </a:cubicBezTo>
                    <a:cubicBezTo>
                      <a:pt x="15151" y="66885"/>
                      <a:pt x="14955" y="66820"/>
                      <a:pt x="14988" y="66673"/>
                    </a:cubicBezTo>
                    <a:cubicBezTo>
                      <a:pt x="14944" y="66504"/>
                      <a:pt x="14928" y="66330"/>
                      <a:pt x="14982" y="66156"/>
                    </a:cubicBezTo>
                    <a:cubicBezTo>
                      <a:pt x="15034" y="65981"/>
                      <a:pt x="15103" y="65895"/>
                      <a:pt x="15198" y="65895"/>
                    </a:cubicBezTo>
                    <a:cubicBezTo>
                      <a:pt x="15262" y="65895"/>
                      <a:pt x="15338" y="65935"/>
                      <a:pt x="15429" y="66014"/>
                    </a:cubicBezTo>
                    <a:cubicBezTo>
                      <a:pt x="15510" y="66085"/>
                      <a:pt x="15570" y="66178"/>
                      <a:pt x="15646" y="66243"/>
                    </a:cubicBezTo>
                    <a:cubicBezTo>
                      <a:pt x="15686" y="66279"/>
                      <a:pt x="15727" y="66321"/>
                      <a:pt x="15775" y="66321"/>
                    </a:cubicBezTo>
                    <a:cubicBezTo>
                      <a:pt x="15793" y="66321"/>
                      <a:pt x="15811" y="66316"/>
                      <a:pt x="15831" y="66303"/>
                    </a:cubicBezTo>
                    <a:cubicBezTo>
                      <a:pt x="15897" y="66259"/>
                      <a:pt x="15897" y="66183"/>
                      <a:pt x="15891" y="66112"/>
                    </a:cubicBezTo>
                    <a:cubicBezTo>
                      <a:pt x="15886" y="66052"/>
                      <a:pt x="15870" y="65992"/>
                      <a:pt x="15842" y="65943"/>
                    </a:cubicBezTo>
                    <a:cubicBezTo>
                      <a:pt x="15521" y="65339"/>
                      <a:pt x="15690" y="64757"/>
                      <a:pt x="15940" y="64191"/>
                    </a:cubicBezTo>
                    <a:cubicBezTo>
                      <a:pt x="16104" y="63826"/>
                      <a:pt x="16300" y="63472"/>
                      <a:pt x="16474" y="63118"/>
                    </a:cubicBezTo>
                    <a:cubicBezTo>
                      <a:pt x="16577" y="62862"/>
                      <a:pt x="16713" y="62623"/>
                      <a:pt x="16833" y="62372"/>
                    </a:cubicBezTo>
                    <a:cubicBezTo>
                      <a:pt x="16920" y="62231"/>
                      <a:pt x="16996" y="62089"/>
                      <a:pt x="17062" y="61937"/>
                    </a:cubicBezTo>
                    <a:cubicBezTo>
                      <a:pt x="17437" y="61071"/>
                      <a:pt x="17710" y="60195"/>
                      <a:pt x="17143" y="59302"/>
                    </a:cubicBezTo>
                    <a:cubicBezTo>
                      <a:pt x="16860" y="58850"/>
                      <a:pt x="16746" y="58344"/>
                      <a:pt x="16670" y="57832"/>
                    </a:cubicBezTo>
                    <a:cubicBezTo>
                      <a:pt x="16594" y="57337"/>
                      <a:pt x="16523" y="56798"/>
                      <a:pt x="16953" y="56406"/>
                    </a:cubicBezTo>
                    <a:cubicBezTo>
                      <a:pt x="17280" y="56101"/>
                      <a:pt x="17606" y="55796"/>
                      <a:pt x="17993" y="55562"/>
                    </a:cubicBezTo>
                    <a:cubicBezTo>
                      <a:pt x="18657" y="55164"/>
                      <a:pt x="19228" y="54653"/>
                      <a:pt x="19604" y="53961"/>
                    </a:cubicBezTo>
                    <a:cubicBezTo>
                      <a:pt x="19654" y="53871"/>
                      <a:pt x="19700" y="53757"/>
                      <a:pt x="19826" y="53757"/>
                    </a:cubicBezTo>
                    <a:cubicBezTo>
                      <a:pt x="19837" y="53757"/>
                      <a:pt x="19848" y="53758"/>
                      <a:pt x="19860" y="53760"/>
                    </a:cubicBezTo>
                    <a:cubicBezTo>
                      <a:pt x="20442" y="53989"/>
                      <a:pt x="20894" y="54408"/>
                      <a:pt x="21352" y="54811"/>
                    </a:cubicBezTo>
                    <a:cubicBezTo>
                      <a:pt x="22081" y="55447"/>
                      <a:pt x="22751" y="56139"/>
                      <a:pt x="23404" y="56847"/>
                    </a:cubicBezTo>
                    <a:cubicBezTo>
                      <a:pt x="24765" y="58322"/>
                      <a:pt x="25854" y="59928"/>
                      <a:pt x="26235" y="61937"/>
                    </a:cubicBezTo>
                    <a:cubicBezTo>
                      <a:pt x="26382" y="62721"/>
                      <a:pt x="26621" y="63488"/>
                      <a:pt x="26643" y="64299"/>
                    </a:cubicBezTo>
                    <a:cubicBezTo>
                      <a:pt x="26681" y="65807"/>
                      <a:pt x="26333" y="67250"/>
                      <a:pt x="25876" y="68665"/>
                    </a:cubicBezTo>
                    <a:cubicBezTo>
                      <a:pt x="25680" y="69281"/>
                      <a:pt x="25348" y="69847"/>
                      <a:pt x="24966" y="70375"/>
                    </a:cubicBezTo>
                    <a:cubicBezTo>
                      <a:pt x="24705" y="70723"/>
                      <a:pt x="24525" y="71121"/>
                      <a:pt x="24286" y="71491"/>
                    </a:cubicBezTo>
                    <a:cubicBezTo>
                      <a:pt x="23132" y="73309"/>
                      <a:pt x="21482" y="74414"/>
                      <a:pt x="19403" y="74899"/>
                    </a:cubicBezTo>
                    <a:cubicBezTo>
                      <a:pt x="17296" y="75383"/>
                      <a:pt x="15145" y="75541"/>
                      <a:pt x="12995" y="75699"/>
                    </a:cubicBezTo>
                    <a:cubicBezTo>
                      <a:pt x="11514" y="75808"/>
                      <a:pt x="10110" y="76167"/>
                      <a:pt x="8776" y="76793"/>
                    </a:cubicBezTo>
                    <a:cubicBezTo>
                      <a:pt x="7181" y="77545"/>
                      <a:pt x="5989" y="78748"/>
                      <a:pt x="5183" y="80321"/>
                    </a:cubicBezTo>
                    <a:cubicBezTo>
                      <a:pt x="4851" y="80963"/>
                      <a:pt x="4639" y="81644"/>
                      <a:pt x="4840" y="82384"/>
                    </a:cubicBezTo>
                    <a:cubicBezTo>
                      <a:pt x="4824" y="82335"/>
                      <a:pt x="4807" y="82281"/>
                      <a:pt x="4796" y="82226"/>
                    </a:cubicBezTo>
                    <a:cubicBezTo>
                      <a:pt x="4780" y="82150"/>
                      <a:pt x="4796" y="82041"/>
                      <a:pt x="4682" y="82041"/>
                    </a:cubicBezTo>
                    <a:cubicBezTo>
                      <a:pt x="4584" y="82047"/>
                      <a:pt x="4546" y="82145"/>
                      <a:pt x="4535" y="82221"/>
                    </a:cubicBezTo>
                    <a:cubicBezTo>
                      <a:pt x="4486" y="82607"/>
                      <a:pt x="4056" y="82950"/>
                      <a:pt x="4410" y="83381"/>
                    </a:cubicBezTo>
                    <a:cubicBezTo>
                      <a:pt x="4426" y="83397"/>
                      <a:pt x="4415" y="83430"/>
                      <a:pt x="4415" y="83451"/>
                    </a:cubicBezTo>
                    <a:cubicBezTo>
                      <a:pt x="4399" y="83696"/>
                      <a:pt x="4437" y="83947"/>
                      <a:pt x="4443" y="84192"/>
                    </a:cubicBezTo>
                    <a:cubicBezTo>
                      <a:pt x="4448" y="84872"/>
                      <a:pt x="4666" y="85487"/>
                      <a:pt x="5014" y="86059"/>
                    </a:cubicBezTo>
                    <a:cubicBezTo>
                      <a:pt x="5051" y="86119"/>
                      <a:pt x="5092" y="86198"/>
                      <a:pt x="5159" y="86198"/>
                    </a:cubicBezTo>
                    <a:cubicBezTo>
                      <a:pt x="5172" y="86198"/>
                      <a:pt x="5185" y="86195"/>
                      <a:pt x="5199" y="86190"/>
                    </a:cubicBezTo>
                    <a:cubicBezTo>
                      <a:pt x="5292" y="86157"/>
                      <a:pt x="5275" y="86054"/>
                      <a:pt x="5265" y="85972"/>
                    </a:cubicBezTo>
                    <a:cubicBezTo>
                      <a:pt x="5264" y="85964"/>
                      <a:pt x="5263" y="85955"/>
                      <a:pt x="5261" y="85947"/>
                    </a:cubicBezTo>
                    <a:lnTo>
                      <a:pt x="5261" y="85947"/>
                    </a:lnTo>
                    <a:cubicBezTo>
                      <a:pt x="5288" y="86018"/>
                      <a:pt x="5337" y="86084"/>
                      <a:pt x="5422" y="86141"/>
                    </a:cubicBezTo>
                    <a:cubicBezTo>
                      <a:pt x="5433" y="86005"/>
                      <a:pt x="5401" y="85852"/>
                      <a:pt x="5569" y="85787"/>
                    </a:cubicBezTo>
                    <a:cubicBezTo>
                      <a:pt x="5678" y="85629"/>
                      <a:pt x="5482" y="85564"/>
                      <a:pt x="5471" y="85444"/>
                    </a:cubicBezTo>
                    <a:lnTo>
                      <a:pt x="5471" y="85444"/>
                    </a:lnTo>
                    <a:cubicBezTo>
                      <a:pt x="5814" y="86043"/>
                      <a:pt x="6332" y="86494"/>
                      <a:pt x="6789" y="86995"/>
                    </a:cubicBezTo>
                    <a:cubicBezTo>
                      <a:pt x="7252" y="87507"/>
                      <a:pt x="7687" y="88024"/>
                      <a:pt x="7829" y="88727"/>
                    </a:cubicBezTo>
                    <a:cubicBezTo>
                      <a:pt x="7851" y="88841"/>
                      <a:pt x="7899" y="88950"/>
                      <a:pt x="7970" y="89042"/>
                    </a:cubicBezTo>
                    <a:cubicBezTo>
                      <a:pt x="8011" y="89092"/>
                      <a:pt x="8052" y="89135"/>
                      <a:pt x="8112" y="89135"/>
                    </a:cubicBezTo>
                    <a:cubicBezTo>
                      <a:pt x="8124" y="89135"/>
                      <a:pt x="8136" y="89133"/>
                      <a:pt x="8150" y="89129"/>
                    </a:cubicBezTo>
                    <a:cubicBezTo>
                      <a:pt x="8232" y="89102"/>
                      <a:pt x="8248" y="89031"/>
                      <a:pt x="8259" y="88961"/>
                    </a:cubicBezTo>
                    <a:cubicBezTo>
                      <a:pt x="8275" y="88792"/>
                      <a:pt x="8199" y="88639"/>
                      <a:pt x="8150" y="88482"/>
                    </a:cubicBezTo>
                    <a:cubicBezTo>
                      <a:pt x="7905" y="87703"/>
                      <a:pt x="7410" y="87044"/>
                      <a:pt x="7077" y="86304"/>
                    </a:cubicBezTo>
                    <a:lnTo>
                      <a:pt x="7077" y="86304"/>
                    </a:lnTo>
                    <a:cubicBezTo>
                      <a:pt x="7295" y="86690"/>
                      <a:pt x="7584" y="87039"/>
                      <a:pt x="7796" y="87431"/>
                    </a:cubicBezTo>
                    <a:cubicBezTo>
                      <a:pt x="7828" y="87486"/>
                      <a:pt x="7860" y="87560"/>
                      <a:pt x="7934" y="87560"/>
                    </a:cubicBezTo>
                    <a:cubicBezTo>
                      <a:pt x="7948" y="87560"/>
                      <a:pt x="7964" y="87557"/>
                      <a:pt x="7981" y="87551"/>
                    </a:cubicBezTo>
                    <a:cubicBezTo>
                      <a:pt x="7932" y="87104"/>
                      <a:pt x="7638" y="86772"/>
                      <a:pt x="7442" y="86391"/>
                    </a:cubicBezTo>
                    <a:lnTo>
                      <a:pt x="7442" y="86391"/>
                    </a:lnTo>
                    <a:cubicBezTo>
                      <a:pt x="7649" y="86701"/>
                      <a:pt x="8041" y="86701"/>
                      <a:pt x="8286" y="86952"/>
                    </a:cubicBezTo>
                    <a:cubicBezTo>
                      <a:pt x="8362" y="86788"/>
                      <a:pt x="8063" y="86690"/>
                      <a:pt x="8215" y="86576"/>
                    </a:cubicBezTo>
                    <a:cubicBezTo>
                      <a:pt x="8422" y="86424"/>
                      <a:pt x="8319" y="86282"/>
                      <a:pt x="8270" y="86130"/>
                    </a:cubicBezTo>
                    <a:cubicBezTo>
                      <a:pt x="8268" y="86129"/>
                      <a:pt x="8267" y="86129"/>
                      <a:pt x="8265" y="86129"/>
                    </a:cubicBezTo>
                    <a:cubicBezTo>
                      <a:pt x="8231" y="86129"/>
                      <a:pt x="8221" y="86249"/>
                      <a:pt x="8186" y="86249"/>
                    </a:cubicBezTo>
                    <a:cubicBezTo>
                      <a:pt x="8170" y="86249"/>
                      <a:pt x="8149" y="86224"/>
                      <a:pt x="8117" y="86152"/>
                    </a:cubicBezTo>
                    <a:cubicBezTo>
                      <a:pt x="7899" y="85656"/>
                      <a:pt x="7665" y="85172"/>
                      <a:pt x="7377" y="84714"/>
                    </a:cubicBezTo>
                    <a:cubicBezTo>
                      <a:pt x="6930" y="84017"/>
                      <a:pt x="6310" y="83424"/>
                      <a:pt x="6147" y="82635"/>
                    </a:cubicBezTo>
                    <a:lnTo>
                      <a:pt x="6147" y="82635"/>
                    </a:lnTo>
                    <a:cubicBezTo>
                      <a:pt x="6223" y="82738"/>
                      <a:pt x="6239" y="82972"/>
                      <a:pt x="6473" y="83027"/>
                    </a:cubicBezTo>
                    <a:cubicBezTo>
                      <a:pt x="6484" y="82953"/>
                      <a:pt x="6536" y="82950"/>
                      <a:pt x="6590" y="82950"/>
                    </a:cubicBezTo>
                    <a:cubicBezTo>
                      <a:pt x="6594" y="82950"/>
                      <a:pt x="6598" y="82950"/>
                      <a:pt x="6602" y="82950"/>
                    </a:cubicBezTo>
                    <a:cubicBezTo>
                      <a:pt x="6652" y="82950"/>
                      <a:pt x="6701" y="82948"/>
                      <a:pt x="6718" y="82891"/>
                    </a:cubicBezTo>
                    <a:cubicBezTo>
                      <a:pt x="6773" y="82292"/>
                      <a:pt x="6598" y="81747"/>
                      <a:pt x="6359" y="81197"/>
                    </a:cubicBezTo>
                    <a:cubicBezTo>
                      <a:pt x="6114" y="80637"/>
                      <a:pt x="6147" y="80049"/>
                      <a:pt x="6332" y="79526"/>
                    </a:cubicBezTo>
                    <a:lnTo>
                      <a:pt x="6332" y="79526"/>
                    </a:lnTo>
                    <a:cubicBezTo>
                      <a:pt x="6332" y="79673"/>
                      <a:pt x="6130" y="79880"/>
                      <a:pt x="6408" y="80054"/>
                    </a:cubicBezTo>
                    <a:cubicBezTo>
                      <a:pt x="6430" y="79760"/>
                      <a:pt x="6620" y="79537"/>
                      <a:pt x="6713" y="79276"/>
                    </a:cubicBezTo>
                    <a:cubicBezTo>
                      <a:pt x="6653" y="79156"/>
                      <a:pt x="6767" y="79151"/>
                      <a:pt x="6822" y="79112"/>
                    </a:cubicBezTo>
                    <a:cubicBezTo>
                      <a:pt x="7720" y="78427"/>
                      <a:pt x="8760" y="78029"/>
                      <a:pt x="9843" y="77790"/>
                    </a:cubicBezTo>
                    <a:cubicBezTo>
                      <a:pt x="11912" y="77318"/>
                      <a:pt x="14003" y="77008"/>
                      <a:pt x="16125" y="77008"/>
                    </a:cubicBezTo>
                    <a:cubicBezTo>
                      <a:pt x="16425" y="77008"/>
                      <a:pt x="16727" y="77015"/>
                      <a:pt x="17029" y="77027"/>
                    </a:cubicBezTo>
                    <a:cubicBezTo>
                      <a:pt x="17168" y="77033"/>
                      <a:pt x="17306" y="77036"/>
                      <a:pt x="17445" y="77036"/>
                    </a:cubicBezTo>
                    <a:cubicBezTo>
                      <a:pt x="18311" y="77036"/>
                      <a:pt x="19168" y="76923"/>
                      <a:pt x="20018" y="76744"/>
                    </a:cubicBezTo>
                    <a:cubicBezTo>
                      <a:pt x="21989" y="76336"/>
                      <a:pt x="23791" y="75558"/>
                      <a:pt x="25326" y="74235"/>
                    </a:cubicBezTo>
                    <a:cubicBezTo>
                      <a:pt x="26480" y="73244"/>
                      <a:pt x="27335" y="72019"/>
                      <a:pt x="28080" y="70712"/>
                    </a:cubicBezTo>
                    <a:cubicBezTo>
                      <a:pt x="28712" y="69596"/>
                      <a:pt x="29213" y="68431"/>
                      <a:pt x="29425" y="67157"/>
                    </a:cubicBezTo>
                    <a:cubicBezTo>
                      <a:pt x="29637" y="65889"/>
                      <a:pt x="29768" y="64621"/>
                      <a:pt x="29675" y="63325"/>
                    </a:cubicBezTo>
                    <a:cubicBezTo>
                      <a:pt x="29539" y="61485"/>
                      <a:pt x="29300" y="59683"/>
                      <a:pt x="28668" y="57930"/>
                    </a:cubicBezTo>
                    <a:cubicBezTo>
                      <a:pt x="28037" y="56172"/>
                      <a:pt x="27242" y="54517"/>
                      <a:pt x="26180" y="52987"/>
                    </a:cubicBezTo>
                    <a:cubicBezTo>
                      <a:pt x="25935" y="52633"/>
                      <a:pt x="25625" y="52366"/>
                      <a:pt x="25250" y="52165"/>
                    </a:cubicBezTo>
                    <a:cubicBezTo>
                      <a:pt x="24945" y="52050"/>
                      <a:pt x="24770" y="51827"/>
                      <a:pt x="24694" y="51517"/>
                    </a:cubicBezTo>
                    <a:cubicBezTo>
                      <a:pt x="24663" y="51571"/>
                      <a:pt x="24635" y="51589"/>
                      <a:pt x="24607" y="51589"/>
                    </a:cubicBezTo>
                    <a:cubicBezTo>
                      <a:pt x="24556" y="51589"/>
                      <a:pt x="24509" y="51527"/>
                      <a:pt x="24460" y="51506"/>
                    </a:cubicBezTo>
                    <a:cubicBezTo>
                      <a:pt x="24253" y="51522"/>
                      <a:pt x="24123" y="51675"/>
                      <a:pt x="23997" y="51800"/>
                    </a:cubicBezTo>
                    <a:cubicBezTo>
                      <a:pt x="23852" y="51948"/>
                      <a:pt x="23713" y="52011"/>
                      <a:pt x="23566" y="52011"/>
                    </a:cubicBezTo>
                    <a:cubicBezTo>
                      <a:pt x="23438" y="52011"/>
                      <a:pt x="23303" y="51963"/>
                      <a:pt x="23154" y="51882"/>
                    </a:cubicBezTo>
                    <a:cubicBezTo>
                      <a:pt x="22626" y="51588"/>
                      <a:pt x="22212" y="51158"/>
                      <a:pt x="21749" y="50782"/>
                    </a:cubicBezTo>
                    <a:cubicBezTo>
                      <a:pt x="21677" y="50722"/>
                      <a:pt x="21619" y="50596"/>
                      <a:pt x="21517" y="50596"/>
                    </a:cubicBezTo>
                    <a:cubicBezTo>
                      <a:pt x="21481" y="50596"/>
                      <a:pt x="21439" y="50612"/>
                      <a:pt x="21390" y="50651"/>
                    </a:cubicBezTo>
                    <a:cubicBezTo>
                      <a:pt x="21451" y="50849"/>
                      <a:pt x="21524" y="51041"/>
                      <a:pt x="21605" y="51228"/>
                    </a:cubicBezTo>
                    <a:lnTo>
                      <a:pt x="21605" y="51228"/>
                    </a:lnTo>
                    <a:cubicBezTo>
                      <a:pt x="21099" y="50263"/>
                      <a:pt x="20491" y="49368"/>
                      <a:pt x="19669" y="48599"/>
                    </a:cubicBezTo>
                    <a:cubicBezTo>
                      <a:pt x="19060" y="48022"/>
                      <a:pt x="18679" y="47249"/>
                      <a:pt x="18417" y="46449"/>
                    </a:cubicBezTo>
                    <a:cubicBezTo>
                      <a:pt x="18249" y="45953"/>
                      <a:pt x="18428" y="45714"/>
                      <a:pt x="18951" y="45637"/>
                    </a:cubicBezTo>
                    <a:cubicBezTo>
                      <a:pt x="19332" y="45583"/>
                      <a:pt x="19718" y="45523"/>
                      <a:pt x="20099" y="45441"/>
                    </a:cubicBezTo>
                    <a:cubicBezTo>
                      <a:pt x="20796" y="45294"/>
                      <a:pt x="20965" y="45098"/>
                      <a:pt x="21020" y="44396"/>
                    </a:cubicBezTo>
                    <a:cubicBezTo>
                      <a:pt x="21030" y="44271"/>
                      <a:pt x="21047" y="44140"/>
                      <a:pt x="21063" y="44010"/>
                    </a:cubicBezTo>
                    <a:cubicBezTo>
                      <a:pt x="21167" y="43182"/>
                      <a:pt x="21613" y="42627"/>
                      <a:pt x="22391" y="42338"/>
                    </a:cubicBezTo>
                    <a:cubicBezTo>
                      <a:pt x="22604" y="42262"/>
                      <a:pt x="22811" y="42175"/>
                      <a:pt x="23017" y="42088"/>
                    </a:cubicBezTo>
                    <a:cubicBezTo>
                      <a:pt x="23306" y="41963"/>
                      <a:pt x="23556" y="41794"/>
                      <a:pt x="23731" y="41533"/>
                    </a:cubicBezTo>
                    <a:cubicBezTo>
                      <a:pt x="23963" y="41179"/>
                      <a:pt x="24252" y="40922"/>
                      <a:pt x="24697" y="40922"/>
                    </a:cubicBezTo>
                    <a:cubicBezTo>
                      <a:pt x="24710" y="40922"/>
                      <a:pt x="24724" y="40922"/>
                      <a:pt x="24738" y="40923"/>
                    </a:cubicBezTo>
                    <a:cubicBezTo>
                      <a:pt x="24747" y="40924"/>
                      <a:pt x="24756" y="40924"/>
                      <a:pt x="24765" y="40924"/>
                    </a:cubicBezTo>
                    <a:cubicBezTo>
                      <a:pt x="24840" y="40924"/>
                      <a:pt x="24921" y="40902"/>
                      <a:pt x="24950" y="40825"/>
                    </a:cubicBezTo>
                    <a:cubicBezTo>
                      <a:pt x="24994" y="40722"/>
                      <a:pt x="24912" y="40651"/>
                      <a:pt x="24841" y="40591"/>
                    </a:cubicBezTo>
                    <a:cubicBezTo>
                      <a:pt x="24602" y="40379"/>
                      <a:pt x="24340" y="40193"/>
                      <a:pt x="24101" y="39987"/>
                    </a:cubicBezTo>
                    <a:cubicBezTo>
                      <a:pt x="23698" y="39644"/>
                      <a:pt x="23252" y="39339"/>
                      <a:pt x="22968" y="38876"/>
                    </a:cubicBezTo>
                    <a:cubicBezTo>
                      <a:pt x="22685" y="38419"/>
                      <a:pt x="22724" y="37678"/>
                      <a:pt x="23039" y="37314"/>
                    </a:cubicBezTo>
                    <a:cubicBezTo>
                      <a:pt x="23366" y="36938"/>
                      <a:pt x="23366" y="36943"/>
                      <a:pt x="23137" y="36486"/>
                    </a:cubicBezTo>
                    <a:cubicBezTo>
                      <a:pt x="22963" y="36138"/>
                      <a:pt x="22745" y="35811"/>
                      <a:pt x="22675" y="35419"/>
                    </a:cubicBezTo>
                    <a:cubicBezTo>
                      <a:pt x="22598" y="35027"/>
                      <a:pt x="22691" y="34886"/>
                      <a:pt x="23077" y="34777"/>
                    </a:cubicBezTo>
                    <a:cubicBezTo>
                      <a:pt x="23513" y="34660"/>
                      <a:pt x="23948" y="34602"/>
                      <a:pt x="24392" y="34602"/>
                    </a:cubicBezTo>
                    <a:cubicBezTo>
                      <a:pt x="24569" y="34602"/>
                      <a:pt x="24748" y="34611"/>
                      <a:pt x="24928" y="34630"/>
                    </a:cubicBezTo>
                    <a:cubicBezTo>
                      <a:pt x="25919" y="34733"/>
                      <a:pt x="26807" y="35054"/>
                      <a:pt x="27580" y="35691"/>
                    </a:cubicBezTo>
                    <a:cubicBezTo>
                      <a:pt x="27748" y="35833"/>
                      <a:pt x="27928" y="36007"/>
                      <a:pt x="28151" y="36023"/>
                    </a:cubicBezTo>
                    <a:cubicBezTo>
                      <a:pt x="28424" y="36039"/>
                      <a:pt x="28696" y="36065"/>
                      <a:pt x="28967" y="36065"/>
                    </a:cubicBezTo>
                    <a:cubicBezTo>
                      <a:pt x="29270" y="36065"/>
                      <a:pt x="29570" y="36032"/>
                      <a:pt x="29866" y="35915"/>
                    </a:cubicBezTo>
                    <a:cubicBezTo>
                      <a:pt x="30018" y="35851"/>
                      <a:pt x="30147" y="35818"/>
                      <a:pt x="30264" y="35818"/>
                    </a:cubicBezTo>
                    <a:cubicBezTo>
                      <a:pt x="30469" y="35818"/>
                      <a:pt x="30638" y="35919"/>
                      <a:pt x="30835" y="36138"/>
                    </a:cubicBezTo>
                    <a:cubicBezTo>
                      <a:pt x="31009" y="36328"/>
                      <a:pt x="31173" y="36530"/>
                      <a:pt x="31320" y="36742"/>
                    </a:cubicBezTo>
                    <a:cubicBezTo>
                      <a:pt x="31382" y="36823"/>
                      <a:pt x="31444" y="36946"/>
                      <a:pt x="31542" y="36946"/>
                    </a:cubicBezTo>
                    <a:cubicBezTo>
                      <a:pt x="31556" y="36946"/>
                      <a:pt x="31571" y="36943"/>
                      <a:pt x="31586" y="36938"/>
                    </a:cubicBezTo>
                    <a:cubicBezTo>
                      <a:pt x="31733" y="36894"/>
                      <a:pt x="31706" y="36726"/>
                      <a:pt x="31706" y="36600"/>
                    </a:cubicBezTo>
                    <a:cubicBezTo>
                      <a:pt x="31695" y="36317"/>
                      <a:pt x="31668" y="36029"/>
                      <a:pt x="31592" y="35762"/>
                    </a:cubicBezTo>
                    <a:cubicBezTo>
                      <a:pt x="31200" y="34412"/>
                      <a:pt x="30775" y="33095"/>
                      <a:pt x="29703" y="32077"/>
                    </a:cubicBezTo>
                    <a:cubicBezTo>
                      <a:pt x="28957" y="31363"/>
                      <a:pt x="28412" y="30454"/>
                      <a:pt x="27678" y="29719"/>
                    </a:cubicBezTo>
                    <a:cubicBezTo>
                      <a:pt x="27656" y="29692"/>
                      <a:pt x="27634" y="29665"/>
                      <a:pt x="27618" y="29632"/>
                    </a:cubicBezTo>
                    <a:cubicBezTo>
                      <a:pt x="27590" y="29572"/>
                      <a:pt x="27525" y="29507"/>
                      <a:pt x="27574" y="29436"/>
                    </a:cubicBezTo>
                    <a:cubicBezTo>
                      <a:pt x="27598" y="29405"/>
                      <a:pt x="27629" y="29395"/>
                      <a:pt x="27663" y="29395"/>
                    </a:cubicBezTo>
                    <a:cubicBezTo>
                      <a:pt x="27698" y="29395"/>
                      <a:pt x="27736" y="29406"/>
                      <a:pt x="27770" y="29414"/>
                    </a:cubicBezTo>
                    <a:cubicBezTo>
                      <a:pt x="28168" y="29518"/>
                      <a:pt x="28576" y="29599"/>
                      <a:pt x="28973" y="29692"/>
                    </a:cubicBezTo>
                    <a:cubicBezTo>
                      <a:pt x="29032" y="29705"/>
                      <a:pt x="29085" y="29711"/>
                      <a:pt x="29132" y="29711"/>
                    </a:cubicBezTo>
                    <a:cubicBezTo>
                      <a:pt x="29349" y="29711"/>
                      <a:pt x="29448" y="29578"/>
                      <a:pt x="29431" y="29306"/>
                    </a:cubicBezTo>
                    <a:cubicBezTo>
                      <a:pt x="29414" y="28984"/>
                      <a:pt x="29376" y="28663"/>
                      <a:pt x="29240" y="28375"/>
                    </a:cubicBezTo>
                    <a:cubicBezTo>
                      <a:pt x="28990" y="27825"/>
                      <a:pt x="29049" y="27275"/>
                      <a:pt x="29196" y="26714"/>
                    </a:cubicBezTo>
                    <a:cubicBezTo>
                      <a:pt x="29338" y="26153"/>
                      <a:pt x="29425" y="25587"/>
                      <a:pt x="29311" y="25005"/>
                    </a:cubicBezTo>
                    <a:cubicBezTo>
                      <a:pt x="29229" y="24575"/>
                      <a:pt x="29137" y="24150"/>
                      <a:pt x="29011" y="23736"/>
                    </a:cubicBezTo>
                    <a:cubicBezTo>
                      <a:pt x="28919" y="23442"/>
                      <a:pt x="28957" y="23170"/>
                      <a:pt x="29109" y="22920"/>
                    </a:cubicBezTo>
                    <a:cubicBezTo>
                      <a:pt x="29349" y="22528"/>
                      <a:pt x="29545" y="22114"/>
                      <a:pt x="29882" y="21782"/>
                    </a:cubicBezTo>
                    <a:cubicBezTo>
                      <a:pt x="30138" y="21532"/>
                      <a:pt x="30089" y="21167"/>
                      <a:pt x="29768" y="21014"/>
                    </a:cubicBezTo>
                    <a:cubicBezTo>
                      <a:pt x="29414" y="20848"/>
                      <a:pt x="29055" y="20696"/>
                      <a:pt x="28678" y="20696"/>
                    </a:cubicBezTo>
                    <a:cubicBezTo>
                      <a:pt x="28464" y="20696"/>
                      <a:pt x="28244" y="20745"/>
                      <a:pt x="28015" y="20867"/>
                    </a:cubicBezTo>
                    <a:cubicBezTo>
                      <a:pt x="27324" y="21238"/>
                      <a:pt x="26572" y="21439"/>
                      <a:pt x="25783" y="21477"/>
                    </a:cubicBezTo>
                    <a:cubicBezTo>
                      <a:pt x="25743" y="21479"/>
                      <a:pt x="25703" y="21480"/>
                      <a:pt x="25664" y="21480"/>
                    </a:cubicBezTo>
                    <a:cubicBezTo>
                      <a:pt x="25333" y="21480"/>
                      <a:pt x="25021" y="21414"/>
                      <a:pt x="24749" y="21199"/>
                    </a:cubicBezTo>
                    <a:cubicBezTo>
                      <a:pt x="24547" y="21036"/>
                      <a:pt x="24471" y="20835"/>
                      <a:pt x="24498" y="20579"/>
                    </a:cubicBezTo>
                    <a:cubicBezTo>
                      <a:pt x="24564" y="20062"/>
                      <a:pt x="24558" y="20062"/>
                      <a:pt x="24030" y="19969"/>
                    </a:cubicBezTo>
                    <a:cubicBezTo>
                      <a:pt x="23910" y="19947"/>
                      <a:pt x="23796" y="19931"/>
                      <a:pt x="23676" y="19915"/>
                    </a:cubicBezTo>
                    <a:cubicBezTo>
                      <a:pt x="22865" y="19795"/>
                      <a:pt x="22103" y="19523"/>
                      <a:pt x="21335" y="19240"/>
                    </a:cubicBezTo>
                    <a:cubicBezTo>
                      <a:pt x="21085" y="19147"/>
                      <a:pt x="20916" y="18946"/>
                      <a:pt x="20954" y="18668"/>
                    </a:cubicBezTo>
                    <a:cubicBezTo>
                      <a:pt x="20988" y="18440"/>
                      <a:pt x="21159" y="18431"/>
                      <a:pt x="21328" y="18431"/>
                    </a:cubicBezTo>
                    <a:cubicBezTo>
                      <a:pt x="21342" y="18431"/>
                      <a:pt x="21356" y="18431"/>
                      <a:pt x="21370" y="18431"/>
                    </a:cubicBezTo>
                    <a:cubicBezTo>
                      <a:pt x="21405" y="18431"/>
                      <a:pt x="21439" y="18431"/>
                      <a:pt x="21471" y="18428"/>
                    </a:cubicBezTo>
                    <a:cubicBezTo>
                      <a:pt x="21836" y="18401"/>
                      <a:pt x="22201" y="18385"/>
                      <a:pt x="22544" y="18238"/>
                    </a:cubicBezTo>
                    <a:cubicBezTo>
                      <a:pt x="22914" y="18080"/>
                      <a:pt x="23132" y="17770"/>
                      <a:pt x="23344" y="17465"/>
                    </a:cubicBezTo>
                    <a:cubicBezTo>
                      <a:pt x="23627" y="17053"/>
                      <a:pt x="23992" y="16864"/>
                      <a:pt x="24430" y="16864"/>
                    </a:cubicBezTo>
                    <a:cubicBezTo>
                      <a:pt x="24547" y="16864"/>
                      <a:pt x="24670" y="16878"/>
                      <a:pt x="24798" y="16904"/>
                    </a:cubicBezTo>
                    <a:cubicBezTo>
                      <a:pt x="25467" y="17046"/>
                      <a:pt x="26121" y="17247"/>
                      <a:pt x="26736" y="17557"/>
                    </a:cubicBezTo>
                    <a:cubicBezTo>
                      <a:pt x="27051" y="17715"/>
                      <a:pt x="27356" y="17900"/>
                      <a:pt x="27699" y="17987"/>
                    </a:cubicBezTo>
                    <a:cubicBezTo>
                      <a:pt x="27941" y="18051"/>
                      <a:pt x="28178" y="18088"/>
                      <a:pt x="28406" y="18088"/>
                    </a:cubicBezTo>
                    <a:cubicBezTo>
                      <a:pt x="28866" y="18088"/>
                      <a:pt x="29293" y="17938"/>
                      <a:pt x="29665" y="17552"/>
                    </a:cubicBezTo>
                    <a:cubicBezTo>
                      <a:pt x="29948" y="17258"/>
                      <a:pt x="30291" y="17089"/>
                      <a:pt x="30688" y="17040"/>
                    </a:cubicBezTo>
                    <a:cubicBezTo>
                      <a:pt x="31216" y="16980"/>
                      <a:pt x="31733" y="16855"/>
                      <a:pt x="32261" y="16790"/>
                    </a:cubicBezTo>
                    <a:cubicBezTo>
                      <a:pt x="33334" y="16648"/>
                      <a:pt x="34161" y="16153"/>
                      <a:pt x="34613" y="15108"/>
                    </a:cubicBezTo>
                    <a:cubicBezTo>
                      <a:pt x="34934" y="14367"/>
                      <a:pt x="35245" y="13611"/>
                      <a:pt x="35724" y="12941"/>
                    </a:cubicBezTo>
                    <a:cubicBezTo>
                      <a:pt x="35811" y="12821"/>
                      <a:pt x="35893" y="12674"/>
                      <a:pt x="35909" y="12527"/>
                    </a:cubicBezTo>
                    <a:cubicBezTo>
                      <a:pt x="35985" y="11836"/>
                      <a:pt x="36350" y="11237"/>
                      <a:pt x="36546" y="10584"/>
                    </a:cubicBezTo>
                    <a:cubicBezTo>
                      <a:pt x="36666" y="10181"/>
                      <a:pt x="36911" y="9865"/>
                      <a:pt x="37297" y="9642"/>
                    </a:cubicBezTo>
                    <a:cubicBezTo>
                      <a:pt x="37885" y="9310"/>
                      <a:pt x="38489" y="9021"/>
                      <a:pt x="39121" y="8798"/>
                    </a:cubicBezTo>
                    <a:cubicBezTo>
                      <a:pt x="39213" y="8765"/>
                      <a:pt x="39300" y="8738"/>
                      <a:pt x="39377" y="8678"/>
                    </a:cubicBezTo>
                    <a:cubicBezTo>
                      <a:pt x="39426" y="8646"/>
                      <a:pt x="39475" y="8602"/>
                      <a:pt x="39464" y="8537"/>
                    </a:cubicBezTo>
                    <a:cubicBezTo>
                      <a:pt x="39458" y="8466"/>
                      <a:pt x="39398" y="8450"/>
                      <a:pt x="39339" y="8433"/>
                    </a:cubicBezTo>
                    <a:cubicBezTo>
                      <a:pt x="39273" y="8412"/>
                      <a:pt x="39202" y="8412"/>
                      <a:pt x="39132" y="8406"/>
                    </a:cubicBezTo>
                    <a:cubicBezTo>
                      <a:pt x="38157" y="8330"/>
                      <a:pt x="37177" y="8373"/>
                      <a:pt x="36203" y="8319"/>
                    </a:cubicBezTo>
                    <a:cubicBezTo>
                      <a:pt x="36105" y="8314"/>
                      <a:pt x="36008" y="8311"/>
                      <a:pt x="35912" y="8311"/>
                    </a:cubicBezTo>
                    <a:cubicBezTo>
                      <a:pt x="34976" y="8311"/>
                      <a:pt x="34095" y="8544"/>
                      <a:pt x="33236" y="8880"/>
                    </a:cubicBezTo>
                    <a:cubicBezTo>
                      <a:pt x="32962" y="8987"/>
                      <a:pt x="32701" y="9055"/>
                      <a:pt x="32444" y="9055"/>
                    </a:cubicBezTo>
                    <a:cubicBezTo>
                      <a:pt x="32180" y="9055"/>
                      <a:pt x="31922" y="8983"/>
                      <a:pt x="31663" y="8809"/>
                    </a:cubicBezTo>
                    <a:cubicBezTo>
                      <a:pt x="31482" y="8688"/>
                      <a:pt x="31212" y="8631"/>
                      <a:pt x="30918" y="8631"/>
                    </a:cubicBezTo>
                    <a:cubicBezTo>
                      <a:pt x="30341" y="8631"/>
                      <a:pt x="29672" y="8848"/>
                      <a:pt x="29409" y="9212"/>
                    </a:cubicBezTo>
                    <a:cubicBezTo>
                      <a:pt x="28957" y="9832"/>
                      <a:pt x="28255" y="10252"/>
                      <a:pt x="27993" y="11036"/>
                    </a:cubicBezTo>
                    <a:cubicBezTo>
                      <a:pt x="27863" y="11428"/>
                      <a:pt x="27536" y="11711"/>
                      <a:pt x="27084" y="11721"/>
                    </a:cubicBezTo>
                    <a:cubicBezTo>
                      <a:pt x="26594" y="11732"/>
                      <a:pt x="26164" y="11907"/>
                      <a:pt x="25756" y="12152"/>
                    </a:cubicBezTo>
                    <a:cubicBezTo>
                      <a:pt x="25467" y="12326"/>
                      <a:pt x="25152" y="12418"/>
                      <a:pt x="24825" y="12473"/>
                    </a:cubicBezTo>
                    <a:cubicBezTo>
                      <a:pt x="24794" y="12479"/>
                      <a:pt x="24763" y="12482"/>
                      <a:pt x="24733" y="12482"/>
                    </a:cubicBezTo>
                    <a:cubicBezTo>
                      <a:pt x="24622" y="12482"/>
                      <a:pt x="24516" y="12441"/>
                      <a:pt x="24444" y="12348"/>
                    </a:cubicBezTo>
                    <a:cubicBezTo>
                      <a:pt x="24335" y="12211"/>
                      <a:pt x="24400" y="12075"/>
                      <a:pt x="24466" y="11950"/>
                    </a:cubicBezTo>
                    <a:cubicBezTo>
                      <a:pt x="24602" y="11694"/>
                      <a:pt x="24814" y="11509"/>
                      <a:pt x="25032" y="11324"/>
                    </a:cubicBezTo>
                    <a:cubicBezTo>
                      <a:pt x="25375" y="11030"/>
                      <a:pt x="25614" y="10682"/>
                      <a:pt x="25625" y="10208"/>
                    </a:cubicBezTo>
                    <a:cubicBezTo>
                      <a:pt x="25636" y="9522"/>
                      <a:pt x="25919" y="8907"/>
                      <a:pt x="26170" y="8292"/>
                    </a:cubicBezTo>
                    <a:cubicBezTo>
                      <a:pt x="26289" y="8216"/>
                      <a:pt x="26093" y="8069"/>
                      <a:pt x="26240" y="7998"/>
                    </a:cubicBezTo>
                    <a:cubicBezTo>
                      <a:pt x="25859" y="7693"/>
                      <a:pt x="25582" y="7290"/>
                      <a:pt x="25211" y="6969"/>
                    </a:cubicBezTo>
                    <a:cubicBezTo>
                      <a:pt x="25152" y="6914"/>
                      <a:pt x="25081" y="6871"/>
                      <a:pt x="25010" y="6833"/>
                    </a:cubicBezTo>
                    <a:cubicBezTo>
                      <a:pt x="24881" y="6766"/>
                      <a:pt x="24775" y="6731"/>
                      <a:pt x="24682" y="6731"/>
                    </a:cubicBezTo>
                    <a:cubicBezTo>
                      <a:pt x="24521" y="6731"/>
                      <a:pt x="24404" y="6838"/>
                      <a:pt x="24297" y="7067"/>
                    </a:cubicBezTo>
                    <a:cubicBezTo>
                      <a:pt x="24182" y="7312"/>
                      <a:pt x="24068" y="7557"/>
                      <a:pt x="23932" y="7791"/>
                    </a:cubicBezTo>
                    <a:cubicBezTo>
                      <a:pt x="23769" y="8079"/>
                      <a:pt x="23584" y="8346"/>
                      <a:pt x="23295" y="8537"/>
                    </a:cubicBezTo>
                    <a:cubicBezTo>
                      <a:pt x="22936" y="8782"/>
                      <a:pt x="22604" y="9065"/>
                      <a:pt x="22299" y="9375"/>
                    </a:cubicBezTo>
                    <a:cubicBezTo>
                      <a:pt x="21930" y="9749"/>
                      <a:pt x="21482" y="9912"/>
                      <a:pt x="20972" y="9912"/>
                    </a:cubicBezTo>
                    <a:cubicBezTo>
                      <a:pt x="20932" y="9912"/>
                      <a:pt x="20892" y="9911"/>
                      <a:pt x="20851" y="9909"/>
                    </a:cubicBezTo>
                    <a:cubicBezTo>
                      <a:pt x="20426" y="9979"/>
                      <a:pt x="20002" y="10045"/>
                      <a:pt x="19577" y="10116"/>
                    </a:cubicBezTo>
                    <a:cubicBezTo>
                      <a:pt x="19408" y="10306"/>
                      <a:pt x="19201" y="10448"/>
                      <a:pt x="18967" y="10529"/>
                    </a:cubicBezTo>
                    <a:cubicBezTo>
                      <a:pt x="18455" y="10709"/>
                      <a:pt x="18036" y="11019"/>
                      <a:pt x="17655" y="11400"/>
                    </a:cubicBezTo>
                    <a:cubicBezTo>
                      <a:pt x="17307" y="11743"/>
                      <a:pt x="16860" y="11917"/>
                      <a:pt x="16398" y="11999"/>
                    </a:cubicBezTo>
                    <a:cubicBezTo>
                      <a:pt x="16344" y="12009"/>
                      <a:pt x="16293" y="12013"/>
                      <a:pt x="16244" y="12013"/>
                    </a:cubicBezTo>
                    <a:cubicBezTo>
                      <a:pt x="15839" y="12013"/>
                      <a:pt x="15553" y="11716"/>
                      <a:pt x="15233" y="11493"/>
                    </a:cubicBezTo>
                    <a:cubicBezTo>
                      <a:pt x="15848" y="11389"/>
                      <a:pt x="16289" y="11057"/>
                      <a:pt x="16686" y="10638"/>
                    </a:cubicBezTo>
                    <a:cubicBezTo>
                      <a:pt x="16833" y="10480"/>
                      <a:pt x="17007" y="10355"/>
                      <a:pt x="17198" y="10257"/>
                    </a:cubicBezTo>
                    <a:cubicBezTo>
                      <a:pt x="17655" y="10012"/>
                      <a:pt x="18080" y="9718"/>
                      <a:pt x="18499" y="9408"/>
                    </a:cubicBezTo>
                    <a:cubicBezTo>
                      <a:pt x="19081" y="8983"/>
                      <a:pt x="19686" y="8575"/>
                      <a:pt x="20415" y="8461"/>
                    </a:cubicBezTo>
                    <a:cubicBezTo>
                      <a:pt x="21025" y="8363"/>
                      <a:pt x="21373" y="8014"/>
                      <a:pt x="21575" y="7453"/>
                    </a:cubicBezTo>
                    <a:cubicBezTo>
                      <a:pt x="21695" y="7110"/>
                      <a:pt x="21907" y="6827"/>
                      <a:pt x="22223" y="6642"/>
                    </a:cubicBezTo>
                    <a:cubicBezTo>
                      <a:pt x="22745" y="6337"/>
                      <a:pt x="23213" y="5962"/>
                      <a:pt x="23654" y="5553"/>
                    </a:cubicBezTo>
                    <a:cubicBezTo>
                      <a:pt x="24025" y="5205"/>
                      <a:pt x="24471" y="4944"/>
                      <a:pt x="24809" y="4563"/>
                    </a:cubicBezTo>
                    <a:cubicBezTo>
                      <a:pt x="25135" y="4192"/>
                      <a:pt x="25086" y="3931"/>
                      <a:pt x="24629" y="3757"/>
                    </a:cubicBezTo>
                    <a:cubicBezTo>
                      <a:pt x="24155" y="3583"/>
                      <a:pt x="23682" y="3370"/>
                      <a:pt x="23186" y="3289"/>
                    </a:cubicBezTo>
                    <a:cubicBezTo>
                      <a:pt x="22315" y="3153"/>
                      <a:pt x="21667" y="2679"/>
                      <a:pt x="21063" y="2091"/>
                    </a:cubicBezTo>
                    <a:lnTo>
                      <a:pt x="21063" y="2091"/>
                    </a:lnTo>
                    <a:cubicBezTo>
                      <a:pt x="21183" y="2151"/>
                      <a:pt x="21268" y="2285"/>
                      <a:pt x="21407" y="2285"/>
                    </a:cubicBezTo>
                    <a:cubicBezTo>
                      <a:pt x="21432" y="2285"/>
                      <a:pt x="21459" y="2281"/>
                      <a:pt x="21488" y="2271"/>
                    </a:cubicBezTo>
                    <a:cubicBezTo>
                      <a:pt x="21412" y="1993"/>
                      <a:pt x="21270" y="1764"/>
                      <a:pt x="20998" y="1634"/>
                    </a:cubicBezTo>
                    <a:cubicBezTo>
                      <a:pt x="20969" y="1623"/>
                      <a:pt x="20942" y="1619"/>
                      <a:pt x="20918" y="1619"/>
                    </a:cubicBezTo>
                    <a:cubicBezTo>
                      <a:pt x="20812" y="1619"/>
                      <a:pt x="20738" y="1701"/>
                      <a:pt x="20649" y="1754"/>
                    </a:cubicBezTo>
                    <a:cubicBezTo>
                      <a:pt x="20268" y="1988"/>
                      <a:pt x="19974" y="2320"/>
                      <a:pt x="19708" y="2516"/>
                    </a:cubicBezTo>
                    <a:cubicBezTo>
                      <a:pt x="20018" y="2254"/>
                      <a:pt x="20393" y="1901"/>
                      <a:pt x="20791" y="1568"/>
                    </a:cubicBezTo>
                    <a:cubicBezTo>
                      <a:pt x="21205" y="1231"/>
                      <a:pt x="21428" y="757"/>
                      <a:pt x="21684" y="305"/>
                    </a:cubicBezTo>
                    <a:cubicBezTo>
                      <a:pt x="21733" y="218"/>
                      <a:pt x="21803" y="93"/>
                      <a:pt x="21695" y="22"/>
                    </a:cubicBezTo>
                    <a:cubicBezTo>
                      <a:pt x="21670" y="7"/>
                      <a:pt x="21647" y="0"/>
                      <a:pt x="21625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2" name="Google Shape;1552;p33"/>
              <p:cNvSpPr/>
              <p:nvPr/>
            </p:nvSpPr>
            <p:spPr>
              <a:xfrm>
                <a:off x="5751540" y="2150777"/>
                <a:ext cx="516077" cy="680957"/>
              </a:xfrm>
              <a:custGeom>
                <a:rect b="b" l="l" r="r" t="t"/>
                <a:pathLst>
                  <a:path extrusionOk="0" h="11436" w="8667">
                    <a:moveTo>
                      <a:pt x="0" y="1"/>
                    </a:moveTo>
                    <a:lnTo>
                      <a:pt x="0" y="1"/>
                    </a:lnTo>
                    <a:cubicBezTo>
                      <a:pt x="109" y="251"/>
                      <a:pt x="272" y="469"/>
                      <a:pt x="299" y="736"/>
                    </a:cubicBezTo>
                    <a:cubicBezTo>
                      <a:pt x="713" y="1650"/>
                      <a:pt x="746" y="2630"/>
                      <a:pt x="779" y="3599"/>
                    </a:cubicBezTo>
                    <a:cubicBezTo>
                      <a:pt x="817" y="4998"/>
                      <a:pt x="1138" y="6321"/>
                      <a:pt x="1802" y="7541"/>
                    </a:cubicBezTo>
                    <a:cubicBezTo>
                      <a:pt x="2722" y="9245"/>
                      <a:pt x="4072" y="10486"/>
                      <a:pt x="5950" y="11085"/>
                    </a:cubicBezTo>
                    <a:cubicBezTo>
                      <a:pt x="6021" y="11096"/>
                      <a:pt x="6092" y="11090"/>
                      <a:pt x="6157" y="11112"/>
                    </a:cubicBezTo>
                    <a:cubicBezTo>
                      <a:pt x="6870" y="11319"/>
                      <a:pt x="7600" y="11417"/>
                      <a:pt x="8340" y="11428"/>
                    </a:cubicBezTo>
                    <a:cubicBezTo>
                      <a:pt x="8382" y="11428"/>
                      <a:pt x="8427" y="11435"/>
                      <a:pt x="8473" y="11435"/>
                    </a:cubicBezTo>
                    <a:cubicBezTo>
                      <a:pt x="8542" y="11435"/>
                      <a:pt x="8611" y="11418"/>
                      <a:pt x="8667" y="11330"/>
                    </a:cubicBezTo>
                    <a:cubicBezTo>
                      <a:pt x="8084" y="11243"/>
                      <a:pt x="7513" y="11155"/>
                      <a:pt x="6941" y="11068"/>
                    </a:cubicBezTo>
                    <a:cubicBezTo>
                      <a:pt x="6680" y="11008"/>
                      <a:pt x="6413" y="10970"/>
                      <a:pt x="6157" y="10889"/>
                    </a:cubicBezTo>
                    <a:cubicBezTo>
                      <a:pt x="3669" y="10083"/>
                      <a:pt x="2140" y="8357"/>
                      <a:pt x="1356" y="5897"/>
                    </a:cubicBezTo>
                    <a:cubicBezTo>
                      <a:pt x="953" y="4644"/>
                      <a:pt x="1062" y="3338"/>
                      <a:pt x="866" y="2069"/>
                    </a:cubicBezTo>
                    <a:cubicBezTo>
                      <a:pt x="768" y="1460"/>
                      <a:pt x="610" y="877"/>
                      <a:pt x="354" y="322"/>
                    </a:cubicBezTo>
                    <a:cubicBezTo>
                      <a:pt x="289" y="180"/>
                      <a:pt x="212" y="22"/>
                      <a:pt x="0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3" name="Google Shape;1553;p33"/>
              <p:cNvSpPr/>
              <p:nvPr/>
            </p:nvSpPr>
            <p:spPr>
              <a:xfrm>
                <a:off x="6751559" y="103043"/>
                <a:ext cx="1823804" cy="2664162"/>
              </a:xfrm>
              <a:custGeom>
                <a:rect b="b" l="l" r="r" t="t"/>
                <a:pathLst>
                  <a:path extrusionOk="0" h="44742" w="30629">
                    <a:moveTo>
                      <a:pt x="17805" y="0"/>
                    </a:moveTo>
                    <a:cubicBezTo>
                      <a:pt x="17367" y="0"/>
                      <a:pt x="16931" y="22"/>
                      <a:pt x="16502" y="114"/>
                    </a:cubicBezTo>
                    <a:cubicBezTo>
                      <a:pt x="15886" y="251"/>
                      <a:pt x="15298" y="490"/>
                      <a:pt x="14694" y="681"/>
                    </a:cubicBezTo>
                    <a:cubicBezTo>
                      <a:pt x="14559" y="725"/>
                      <a:pt x="14422" y="766"/>
                      <a:pt x="14288" y="766"/>
                    </a:cubicBezTo>
                    <a:cubicBezTo>
                      <a:pt x="14174" y="766"/>
                      <a:pt x="14061" y="736"/>
                      <a:pt x="13954" y="653"/>
                    </a:cubicBezTo>
                    <a:cubicBezTo>
                      <a:pt x="13580" y="372"/>
                      <a:pt x="13189" y="254"/>
                      <a:pt x="12803" y="254"/>
                    </a:cubicBezTo>
                    <a:cubicBezTo>
                      <a:pt x="12390" y="254"/>
                      <a:pt x="11981" y="388"/>
                      <a:pt x="11602" y="599"/>
                    </a:cubicBezTo>
                    <a:cubicBezTo>
                      <a:pt x="10774" y="1062"/>
                      <a:pt x="10176" y="1824"/>
                      <a:pt x="9675" y="2635"/>
                    </a:cubicBezTo>
                    <a:cubicBezTo>
                      <a:pt x="9495" y="2973"/>
                      <a:pt x="9256" y="3256"/>
                      <a:pt x="8913" y="3430"/>
                    </a:cubicBezTo>
                    <a:cubicBezTo>
                      <a:pt x="8314" y="3462"/>
                      <a:pt x="7791" y="3740"/>
                      <a:pt x="7247" y="3947"/>
                    </a:cubicBezTo>
                    <a:cubicBezTo>
                      <a:pt x="7029" y="4029"/>
                      <a:pt x="6800" y="4089"/>
                      <a:pt x="6577" y="4159"/>
                    </a:cubicBezTo>
                    <a:cubicBezTo>
                      <a:pt x="6525" y="4177"/>
                      <a:pt x="6484" y="4185"/>
                      <a:pt x="6451" y="4185"/>
                    </a:cubicBezTo>
                    <a:cubicBezTo>
                      <a:pt x="6345" y="4185"/>
                      <a:pt x="6339" y="4095"/>
                      <a:pt x="6397" y="3952"/>
                    </a:cubicBezTo>
                    <a:cubicBezTo>
                      <a:pt x="6501" y="3686"/>
                      <a:pt x="6724" y="3528"/>
                      <a:pt x="6926" y="3348"/>
                    </a:cubicBezTo>
                    <a:cubicBezTo>
                      <a:pt x="7285" y="3032"/>
                      <a:pt x="7611" y="2679"/>
                      <a:pt x="7617" y="2172"/>
                    </a:cubicBezTo>
                    <a:cubicBezTo>
                      <a:pt x="7622" y="1742"/>
                      <a:pt x="7704" y="1334"/>
                      <a:pt x="7818" y="926"/>
                    </a:cubicBezTo>
                    <a:cubicBezTo>
                      <a:pt x="7889" y="681"/>
                      <a:pt x="8003" y="441"/>
                      <a:pt x="7993" y="180"/>
                    </a:cubicBezTo>
                    <a:cubicBezTo>
                      <a:pt x="7972" y="161"/>
                      <a:pt x="7951" y="152"/>
                      <a:pt x="7932" y="152"/>
                    </a:cubicBezTo>
                    <a:cubicBezTo>
                      <a:pt x="7908" y="152"/>
                      <a:pt x="7888" y="168"/>
                      <a:pt x="7878" y="196"/>
                    </a:cubicBezTo>
                    <a:cubicBezTo>
                      <a:pt x="7671" y="757"/>
                      <a:pt x="7366" y="1301"/>
                      <a:pt x="7366" y="1906"/>
                    </a:cubicBezTo>
                    <a:cubicBezTo>
                      <a:pt x="7372" y="2461"/>
                      <a:pt x="7149" y="2847"/>
                      <a:pt x="6746" y="3179"/>
                    </a:cubicBezTo>
                    <a:cubicBezTo>
                      <a:pt x="6555" y="3332"/>
                      <a:pt x="6354" y="3490"/>
                      <a:pt x="6240" y="3718"/>
                    </a:cubicBezTo>
                    <a:cubicBezTo>
                      <a:pt x="6147" y="3898"/>
                      <a:pt x="5978" y="4094"/>
                      <a:pt x="6152" y="4301"/>
                    </a:cubicBezTo>
                    <a:cubicBezTo>
                      <a:pt x="6260" y="4423"/>
                      <a:pt x="6395" y="4475"/>
                      <a:pt x="6546" y="4475"/>
                    </a:cubicBezTo>
                    <a:cubicBezTo>
                      <a:pt x="6617" y="4475"/>
                      <a:pt x="6691" y="4463"/>
                      <a:pt x="6768" y="4442"/>
                    </a:cubicBezTo>
                    <a:cubicBezTo>
                      <a:pt x="7633" y="4208"/>
                      <a:pt x="8385" y="3680"/>
                      <a:pt x="9315" y="3582"/>
                    </a:cubicBezTo>
                    <a:cubicBezTo>
                      <a:pt x="9740" y="3544"/>
                      <a:pt x="9914" y="3016"/>
                      <a:pt x="10072" y="2624"/>
                    </a:cubicBezTo>
                    <a:cubicBezTo>
                      <a:pt x="10192" y="2325"/>
                      <a:pt x="10377" y="2091"/>
                      <a:pt x="10627" y="1911"/>
                    </a:cubicBezTo>
                    <a:cubicBezTo>
                      <a:pt x="10807" y="1786"/>
                      <a:pt x="10960" y="1639"/>
                      <a:pt x="11052" y="1448"/>
                    </a:cubicBezTo>
                    <a:cubicBezTo>
                      <a:pt x="11302" y="940"/>
                      <a:pt x="12057" y="614"/>
                      <a:pt x="12732" y="614"/>
                    </a:cubicBezTo>
                    <a:cubicBezTo>
                      <a:pt x="13040" y="614"/>
                      <a:pt x="13332" y="683"/>
                      <a:pt x="13551" y="833"/>
                    </a:cubicBezTo>
                    <a:cubicBezTo>
                      <a:pt x="13786" y="991"/>
                      <a:pt x="14023" y="1057"/>
                      <a:pt x="14267" y="1057"/>
                    </a:cubicBezTo>
                    <a:cubicBezTo>
                      <a:pt x="14492" y="1057"/>
                      <a:pt x="14723" y="1001"/>
                      <a:pt x="14961" y="909"/>
                    </a:cubicBezTo>
                    <a:cubicBezTo>
                      <a:pt x="15494" y="702"/>
                      <a:pt x="16044" y="512"/>
                      <a:pt x="16605" y="398"/>
                    </a:cubicBezTo>
                    <a:cubicBezTo>
                      <a:pt x="17016" y="312"/>
                      <a:pt x="17431" y="289"/>
                      <a:pt x="17848" y="289"/>
                    </a:cubicBezTo>
                    <a:cubicBezTo>
                      <a:pt x="18302" y="289"/>
                      <a:pt x="18758" y="316"/>
                      <a:pt x="19213" y="316"/>
                    </a:cubicBezTo>
                    <a:cubicBezTo>
                      <a:pt x="19888" y="321"/>
                      <a:pt x="20557" y="376"/>
                      <a:pt x="21232" y="403"/>
                    </a:cubicBezTo>
                    <a:cubicBezTo>
                      <a:pt x="21221" y="539"/>
                      <a:pt x="21129" y="523"/>
                      <a:pt x="21069" y="545"/>
                    </a:cubicBezTo>
                    <a:cubicBezTo>
                      <a:pt x="20356" y="784"/>
                      <a:pt x="19675" y="1105"/>
                      <a:pt x="19017" y="1475"/>
                    </a:cubicBezTo>
                    <a:cubicBezTo>
                      <a:pt x="18744" y="1628"/>
                      <a:pt x="18538" y="1835"/>
                      <a:pt x="18418" y="2101"/>
                    </a:cubicBezTo>
                    <a:cubicBezTo>
                      <a:pt x="18205" y="2591"/>
                      <a:pt x="17971" y="3098"/>
                      <a:pt x="17846" y="3609"/>
                    </a:cubicBezTo>
                    <a:cubicBezTo>
                      <a:pt x="17677" y="4295"/>
                      <a:pt x="17449" y="4927"/>
                      <a:pt x="17024" y="5493"/>
                    </a:cubicBezTo>
                    <a:cubicBezTo>
                      <a:pt x="16904" y="5651"/>
                      <a:pt x="16834" y="5847"/>
                      <a:pt x="16763" y="6032"/>
                    </a:cubicBezTo>
                    <a:cubicBezTo>
                      <a:pt x="16600" y="6462"/>
                      <a:pt x="16382" y="6870"/>
                      <a:pt x="16180" y="7279"/>
                    </a:cubicBezTo>
                    <a:cubicBezTo>
                      <a:pt x="15854" y="7921"/>
                      <a:pt x="15320" y="8297"/>
                      <a:pt x="14629" y="8455"/>
                    </a:cubicBezTo>
                    <a:cubicBezTo>
                      <a:pt x="14139" y="8563"/>
                      <a:pt x="13643" y="8667"/>
                      <a:pt x="13148" y="8732"/>
                    </a:cubicBezTo>
                    <a:cubicBezTo>
                      <a:pt x="12408" y="8825"/>
                      <a:pt x="11716" y="8961"/>
                      <a:pt x="11194" y="9565"/>
                    </a:cubicBezTo>
                    <a:cubicBezTo>
                      <a:pt x="10987" y="9799"/>
                      <a:pt x="10666" y="9848"/>
                      <a:pt x="10350" y="9875"/>
                    </a:cubicBezTo>
                    <a:cubicBezTo>
                      <a:pt x="10291" y="9880"/>
                      <a:pt x="10233" y="9883"/>
                      <a:pt x="10175" y="9883"/>
                    </a:cubicBezTo>
                    <a:cubicBezTo>
                      <a:pt x="9718" y="9883"/>
                      <a:pt x="9303" y="9733"/>
                      <a:pt x="8902" y="9511"/>
                    </a:cubicBezTo>
                    <a:cubicBezTo>
                      <a:pt x="8281" y="9162"/>
                      <a:pt x="7611" y="8945"/>
                      <a:pt x="6931" y="8754"/>
                    </a:cubicBezTo>
                    <a:cubicBezTo>
                      <a:pt x="6704" y="8692"/>
                      <a:pt x="6487" y="8657"/>
                      <a:pt x="6283" y="8657"/>
                    </a:cubicBezTo>
                    <a:cubicBezTo>
                      <a:pt x="5757" y="8657"/>
                      <a:pt x="5313" y="8885"/>
                      <a:pt x="4987" y="9445"/>
                    </a:cubicBezTo>
                    <a:cubicBezTo>
                      <a:pt x="4971" y="9467"/>
                      <a:pt x="4955" y="9484"/>
                      <a:pt x="4938" y="9500"/>
                    </a:cubicBezTo>
                    <a:cubicBezTo>
                      <a:pt x="4666" y="9903"/>
                      <a:pt x="4312" y="10142"/>
                      <a:pt x="3801" y="10169"/>
                    </a:cubicBezTo>
                    <a:cubicBezTo>
                      <a:pt x="3545" y="10186"/>
                      <a:pt x="3289" y="10218"/>
                      <a:pt x="3033" y="10235"/>
                    </a:cubicBezTo>
                    <a:cubicBezTo>
                      <a:pt x="2701" y="10251"/>
                      <a:pt x="2608" y="10404"/>
                      <a:pt x="2679" y="10725"/>
                    </a:cubicBezTo>
                    <a:cubicBezTo>
                      <a:pt x="2755" y="11062"/>
                      <a:pt x="3011" y="11187"/>
                      <a:pt x="3294" y="11291"/>
                    </a:cubicBezTo>
                    <a:cubicBezTo>
                      <a:pt x="4280" y="11645"/>
                      <a:pt x="5281" y="11922"/>
                      <a:pt x="6332" y="12015"/>
                    </a:cubicBezTo>
                    <a:cubicBezTo>
                      <a:pt x="6098" y="12810"/>
                      <a:pt x="6234" y="13147"/>
                      <a:pt x="6860" y="13365"/>
                    </a:cubicBezTo>
                    <a:cubicBezTo>
                      <a:pt x="7058" y="13433"/>
                      <a:pt x="7265" y="13470"/>
                      <a:pt x="7476" y="13470"/>
                    </a:cubicBezTo>
                    <a:cubicBezTo>
                      <a:pt x="7503" y="13470"/>
                      <a:pt x="7530" y="13470"/>
                      <a:pt x="7557" y="13469"/>
                    </a:cubicBezTo>
                    <a:cubicBezTo>
                      <a:pt x="8341" y="13420"/>
                      <a:pt x="9103" y="13267"/>
                      <a:pt x="9784" y="12881"/>
                    </a:cubicBezTo>
                    <a:cubicBezTo>
                      <a:pt x="10030" y="12742"/>
                      <a:pt x="10265" y="12687"/>
                      <a:pt x="10494" y="12687"/>
                    </a:cubicBezTo>
                    <a:cubicBezTo>
                      <a:pt x="10848" y="12687"/>
                      <a:pt x="11187" y="12817"/>
                      <a:pt x="11531" y="12962"/>
                    </a:cubicBezTo>
                    <a:cubicBezTo>
                      <a:pt x="11798" y="13077"/>
                      <a:pt x="11885" y="13398"/>
                      <a:pt x="11700" y="13561"/>
                    </a:cubicBezTo>
                    <a:cubicBezTo>
                      <a:pt x="11303" y="13899"/>
                      <a:pt x="11101" y="14372"/>
                      <a:pt x="10829" y="14791"/>
                    </a:cubicBezTo>
                    <a:cubicBezTo>
                      <a:pt x="10687" y="15015"/>
                      <a:pt x="10633" y="15265"/>
                      <a:pt x="10720" y="15537"/>
                    </a:cubicBezTo>
                    <a:cubicBezTo>
                      <a:pt x="11079" y="16664"/>
                      <a:pt x="11232" y="17791"/>
                      <a:pt x="10845" y="18956"/>
                    </a:cubicBezTo>
                    <a:cubicBezTo>
                      <a:pt x="10704" y="19375"/>
                      <a:pt x="10758" y="19838"/>
                      <a:pt x="10965" y="20263"/>
                    </a:cubicBezTo>
                    <a:cubicBezTo>
                      <a:pt x="11123" y="20584"/>
                      <a:pt x="11150" y="20943"/>
                      <a:pt x="11161" y="21297"/>
                    </a:cubicBezTo>
                    <a:cubicBezTo>
                      <a:pt x="11165" y="21447"/>
                      <a:pt x="11125" y="21533"/>
                      <a:pt x="10999" y="21533"/>
                    </a:cubicBezTo>
                    <a:cubicBezTo>
                      <a:pt x="10965" y="21533"/>
                      <a:pt x="10925" y="21527"/>
                      <a:pt x="10878" y="21515"/>
                    </a:cubicBezTo>
                    <a:cubicBezTo>
                      <a:pt x="10426" y="21390"/>
                      <a:pt x="9969" y="21292"/>
                      <a:pt x="9511" y="21188"/>
                    </a:cubicBezTo>
                    <a:cubicBezTo>
                      <a:pt x="9456" y="21174"/>
                      <a:pt x="9397" y="21135"/>
                      <a:pt x="9341" y="21135"/>
                    </a:cubicBezTo>
                    <a:cubicBezTo>
                      <a:pt x="9310" y="21135"/>
                      <a:pt x="9279" y="21148"/>
                      <a:pt x="9250" y="21183"/>
                    </a:cubicBezTo>
                    <a:cubicBezTo>
                      <a:pt x="9158" y="21286"/>
                      <a:pt x="9256" y="21379"/>
                      <a:pt x="9294" y="21471"/>
                    </a:cubicBezTo>
                    <a:cubicBezTo>
                      <a:pt x="9315" y="21536"/>
                      <a:pt x="9354" y="21602"/>
                      <a:pt x="9408" y="21651"/>
                    </a:cubicBezTo>
                    <a:cubicBezTo>
                      <a:pt x="9925" y="22135"/>
                      <a:pt x="10323" y="22723"/>
                      <a:pt x="10785" y="23257"/>
                    </a:cubicBezTo>
                    <a:cubicBezTo>
                      <a:pt x="11172" y="23709"/>
                      <a:pt x="11640" y="24106"/>
                      <a:pt x="11988" y="24580"/>
                    </a:cubicBezTo>
                    <a:cubicBezTo>
                      <a:pt x="12604" y="25418"/>
                      <a:pt x="12985" y="26393"/>
                      <a:pt x="13268" y="27394"/>
                    </a:cubicBezTo>
                    <a:cubicBezTo>
                      <a:pt x="13388" y="27835"/>
                      <a:pt x="13486" y="28309"/>
                      <a:pt x="13415" y="28853"/>
                    </a:cubicBezTo>
                    <a:cubicBezTo>
                      <a:pt x="13143" y="28472"/>
                      <a:pt x="12930" y="28140"/>
                      <a:pt x="12642" y="27884"/>
                    </a:cubicBezTo>
                    <a:cubicBezTo>
                      <a:pt x="12484" y="27739"/>
                      <a:pt x="12307" y="27575"/>
                      <a:pt x="12097" y="27575"/>
                    </a:cubicBezTo>
                    <a:cubicBezTo>
                      <a:pt x="12032" y="27575"/>
                      <a:pt x="11963" y="27591"/>
                      <a:pt x="11890" y="27628"/>
                    </a:cubicBezTo>
                    <a:cubicBezTo>
                      <a:pt x="11368" y="27895"/>
                      <a:pt x="10818" y="27830"/>
                      <a:pt x="10268" y="27851"/>
                    </a:cubicBezTo>
                    <a:cubicBezTo>
                      <a:pt x="10252" y="27852"/>
                      <a:pt x="10237" y="27852"/>
                      <a:pt x="10221" y="27852"/>
                    </a:cubicBezTo>
                    <a:cubicBezTo>
                      <a:pt x="9976" y="27852"/>
                      <a:pt x="9772" y="27771"/>
                      <a:pt x="9588" y="27617"/>
                    </a:cubicBezTo>
                    <a:cubicBezTo>
                      <a:pt x="9359" y="27416"/>
                      <a:pt x="9125" y="27220"/>
                      <a:pt x="8853" y="27068"/>
                    </a:cubicBezTo>
                    <a:cubicBezTo>
                      <a:pt x="8016" y="26613"/>
                      <a:pt x="7155" y="26392"/>
                      <a:pt x="6268" y="26392"/>
                    </a:cubicBezTo>
                    <a:cubicBezTo>
                      <a:pt x="5775" y="26392"/>
                      <a:pt x="5274" y="26460"/>
                      <a:pt x="4764" y="26594"/>
                    </a:cubicBezTo>
                    <a:cubicBezTo>
                      <a:pt x="4498" y="26659"/>
                      <a:pt x="4356" y="26790"/>
                      <a:pt x="4372" y="27084"/>
                    </a:cubicBezTo>
                    <a:cubicBezTo>
                      <a:pt x="4389" y="27302"/>
                      <a:pt x="4427" y="27509"/>
                      <a:pt x="4519" y="27699"/>
                    </a:cubicBezTo>
                    <a:cubicBezTo>
                      <a:pt x="4672" y="28020"/>
                      <a:pt x="4835" y="28331"/>
                      <a:pt x="5004" y="28641"/>
                    </a:cubicBezTo>
                    <a:cubicBezTo>
                      <a:pt x="5091" y="28804"/>
                      <a:pt x="5091" y="28913"/>
                      <a:pt x="4922" y="29022"/>
                    </a:cubicBezTo>
                    <a:cubicBezTo>
                      <a:pt x="4644" y="29207"/>
                      <a:pt x="4563" y="29490"/>
                      <a:pt x="4514" y="29806"/>
                    </a:cubicBezTo>
                    <a:cubicBezTo>
                      <a:pt x="4400" y="30612"/>
                      <a:pt x="4846" y="31118"/>
                      <a:pt x="5407" y="31575"/>
                    </a:cubicBezTo>
                    <a:cubicBezTo>
                      <a:pt x="5859" y="31940"/>
                      <a:pt x="6310" y="32305"/>
                      <a:pt x="6822" y="32724"/>
                    </a:cubicBezTo>
                    <a:cubicBezTo>
                      <a:pt x="6754" y="32724"/>
                      <a:pt x="6688" y="32723"/>
                      <a:pt x="6622" y="32723"/>
                    </a:cubicBezTo>
                    <a:cubicBezTo>
                      <a:pt x="6235" y="32723"/>
                      <a:pt x="5896" y="32747"/>
                      <a:pt x="5701" y="33078"/>
                    </a:cubicBezTo>
                    <a:cubicBezTo>
                      <a:pt x="5374" y="33644"/>
                      <a:pt x="4857" y="33905"/>
                      <a:pt x="4274" y="34101"/>
                    </a:cubicBezTo>
                    <a:cubicBezTo>
                      <a:pt x="3735" y="34281"/>
                      <a:pt x="3300" y="34597"/>
                      <a:pt x="3017" y="35114"/>
                    </a:cubicBezTo>
                    <a:cubicBezTo>
                      <a:pt x="2821" y="35484"/>
                      <a:pt x="2772" y="35870"/>
                      <a:pt x="2755" y="36268"/>
                    </a:cubicBezTo>
                    <a:cubicBezTo>
                      <a:pt x="2723" y="36899"/>
                      <a:pt x="2603" y="37052"/>
                      <a:pt x="2015" y="37210"/>
                    </a:cubicBezTo>
                    <a:cubicBezTo>
                      <a:pt x="1552" y="37335"/>
                      <a:pt x="1068" y="37373"/>
                      <a:pt x="600" y="37466"/>
                    </a:cubicBezTo>
                    <a:cubicBezTo>
                      <a:pt x="180" y="37547"/>
                      <a:pt x="1" y="37798"/>
                      <a:pt x="110" y="38200"/>
                    </a:cubicBezTo>
                    <a:cubicBezTo>
                      <a:pt x="366" y="39121"/>
                      <a:pt x="828" y="39943"/>
                      <a:pt x="1492" y="40623"/>
                    </a:cubicBezTo>
                    <a:cubicBezTo>
                      <a:pt x="2118" y="41255"/>
                      <a:pt x="2701" y="41913"/>
                      <a:pt x="3120" y="42697"/>
                    </a:cubicBezTo>
                    <a:cubicBezTo>
                      <a:pt x="3414" y="43258"/>
                      <a:pt x="3670" y="43840"/>
                      <a:pt x="3948" y="44418"/>
                    </a:cubicBezTo>
                    <a:cubicBezTo>
                      <a:pt x="3928" y="44422"/>
                      <a:pt x="3910" y="44424"/>
                      <a:pt x="3893" y="44424"/>
                    </a:cubicBezTo>
                    <a:cubicBezTo>
                      <a:pt x="3798" y="44424"/>
                      <a:pt x="3733" y="44361"/>
                      <a:pt x="3654" y="44361"/>
                    </a:cubicBezTo>
                    <a:cubicBezTo>
                      <a:pt x="3635" y="44361"/>
                      <a:pt x="3615" y="44365"/>
                      <a:pt x="3594" y="44374"/>
                    </a:cubicBezTo>
                    <a:cubicBezTo>
                      <a:pt x="3790" y="44548"/>
                      <a:pt x="4084" y="44521"/>
                      <a:pt x="4263" y="44722"/>
                    </a:cubicBezTo>
                    <a:cubicBezTo>
                      <a:pt x="4274" y="44735"/>
                      <a:pt x="4291" y="44741"/>
                      <a:pt x="4309" y="44741"/>
                    </a:cubicBezTo>
                    <a:cubicBezTo>
                      <a:pt x="4336" y="44741"/>
                      <a:pt x="4367" y="44727"/>
                      <a:pt x="4383" y="44701"/>
                    </a:cubicBezTo>
                    <a:cubicBezTo>
                      <a:pt x="4438" y="44624"/>
                      <a:pt x="4394" y="44559"/>
                      <a:pt x="4351" y="44510"/>
                    </a:cubicBezTo>
                    <a:cubicBezTo>
                      <a:pt x="3833" y="43911"/>
                      <a:pt x="3594" y="43155"/>
                      <a:pt x="3196" y="42490"/>
                    </a:cubicBezTo>
                    <a:cubicBezTo>
                      <a:pt x="3224" y="42387"/>
                      <a:pt x="3186" y="42300"/>
                      <a:pt x="3137" y="42218"/>
                    </a:cubicBezTo>
                    <a:cubicBezTo>
                      <a:pt x="2794" y="41641"/>
                      <a:pt x="2396" y="41091"/>
                      <a:pt x="1890" y="40645"/>
                    </a:cubicBezTo>
                    <a:cubicBezTo>
                      <a:pt x="1226" y="40068"/>
                      <a:pt x="839" y="39322"/>
                      <a:pt x="523" y="38527"/>
                    </a:cubicBezTo>
                    <a:cubicBezTo>
                      <a:pt x="322" y="38015"/>
                      <a:pt x="458" y="37847"/>
                      <a:pt x="1013" y="37792"/>
                    </a:cubicBezTo>
                    <a:cubicBezTo>
                      <a:pt x="1433" y="37754"/>
                      <a:pt x="1857" y="37705"/>
                      <a:pt x="2265" y="37574"/>
                    </a:cubicBezTo>
                    <a:cubicBezTo>
                      <a:pt x="2859" y="37384"/>
                      <a:pt x="3120" y="37090"/>
                      <a:pt x="3115" y="36469"/>
                    </a:cubicBezTo>
                    <a:cubicBezTo>
                      <a:pt x="3104" y="35370"/>
                      <a:pt x="3599" y="34678"/>
                      <a:pt x="4639" y="34368"/>
                    </a:cubicBezTo>
                    <a:cubicBezTo>
                      <a:pt x="4677" y="34357"/>
                      <a:pt x="4704" y="34341"/>
                      <a:pt x="4742" y="34330"/>
                    </a:cubicBezTo>
                    <a:cubicBezTo>
                      <a:pt x="5194" y="34156"/>
                      <a:pt x="5575" y="33894"/>
                      <a:pt x="5837" y="33475"/>
                    </a:cubicBezTo>
                    <a:cubicBezTo>
                      <a:pt x="5988" y="33233"/>
                      <a:pt x="6192" y="33103"/>
                      <a:pt x="6477" y="33103"/>
                    </a:cubicBezTo>
                    <a:cubicBezTo>
                      <a:pt x="6499" y="33103"/>
                      <a:pt x="6521" y="33103"/>
                      <a:pt x="6544" y="33105"/>
                    </a:cubicBezTo>
                    <a:cubicBezTo>
                      <a:pt x="6625" y="33111"/>
                      <a:pt x="6705" y="33114"/>
                      <a:pt x="6785" y="33114"/>
                    </a:cubicBezTo>
                    <a:cubicBezTo>
                      <a:pt x="6928" y="33114"/>
                      <a:pt x="7071" y="33104"/>
                      <a:pt x="7214" y="33083"/>
                    </a:cubicBezTo>
                    <a:cubicBezTo>
                      <a:pt x="7312" y="33067"/>
                      <a:pt x="7454" y="33105"/>
                      <a:pt x="7486" y="32980"/>
                    </a:cubicBezTo>
                    <a:cubicBezTo>
                      <a:pt x="7519" y="32860"/>
                      <a:pt x="7410" y="32789"/>
                      <a:pt x="7328" y="32724"/>
                    </a:cubicBezTo>
                    <a:cubicBezTo>
                      <a:pt x="6806" y="32321"/>
                      <a:pt x="6327" y="31864"/>
                      <a:pt x="5799" y="31466"/>
                    </a:cubicBezTo>
                    <a:cubicBezTo>
                      <a:pt x="5543" y="31270"/>
                      <a:pt x="5314" y="31047"/>
                      <a:pt x="5113" y="30802"/>
                    </a:cubicBezTo>
                    <a:cubicBezTo>
                      <a:pt x="4737" y="30334"/>
                      <a:pt x="4742" y="29719"/>
                      <a:pt x="5118" y="29349"/>
                    </a:cubicBezTo>
                    <a:cubicBezTo>
                      <a:pt x="5526" y="28951"/>
                      <a:pt x="5537" y="28842"/>
                      <a:pt x="5249" y="28352"/>
                    </a:cubicBezTo>
                    <a:cubicBezTo>
                      <a:pt x="5080" y="28053"/>
                      <a:pt x="4906" y="27759"/>
                      <a:pt x="4797" y="27432"/>
                    </a:cubicBezTo>
                    <a:cubicBezTo>
                      <a:pt x="4688" y="27100"/>
                      <a:pt x="4764" y="26980"/>
                      <a:pt x="5096" y="26899"/>
                    </a:cubicBezTo>
                    <a:cubicBezTo>
                      <a:pt x="5524" y="26791"/>
                      <a:pt x="5947" y="26735"/>
                      <a:pt x="6360" y="26735"/>
                    </a:cubicBezTo>
                    <a:cubicBezTo>
                      <a:pt x="7257" y="26735"/>
                      <a:pt x="8109" y="26997"/>
                      <a:pt x="8869" y="27552"/>
                    </a:cubicBezTo>
                    <a:cubicBezTo>
                      <a:pt x="9425" y="27960"/>
                      <a:pt x="9948" y="28195"/>
                      <a:pt x="10565" y="28195"/>
                    </a:cubicBezTo>
                    <a:cubicBezTo>
                      <a:pt x="10697" y="28195"/>
                      <a:pt x="10834" y="28184"/>
                      <a:pt x="10976" y="28162"/>
                    </a:cubicBezTo>
                    <a:cubicBezTo>
                      <a:pt x="11232" y="28118"/>
                      <a:pt x="11493" y="28124"/>
                      <a:pt x="11738" y="28020"/>
                    </a:cubicBezTo>
                    <a:cubicBezTo>
                      <a:pt x="11886" y="27957"/>
                      <a:pt x="11995" y="27923"/>
                      <a:pt x="12089" y="27923"/>
                    </a:cubicBezTo>
                    <a:cubicBezTo>
                      <a:pt x="12244" y="27923"/>
                      <a:pt x="12357" y="28014"/>
                      <a:pt x="12533" y="28211"/>
                    </a:cubicBezTo>
                    <a:cubicBezTo>
                      <a:pt x="12767" y="28467"/>
                      <a:pt x="12952" y="28755"/>
                      <a:pt x="13126" y="29049"/>
                    </a:cubicBezTo>
                    <a:cubicBezTo>
                      <a:pt x="13190" y="29154"/>
                      <a:pt x="13274" y="29244"/>
                      <a:pt x="13399" y="29244"/>
                    </a:cubicBezTo>
                    <a:cubicBezTo>
                      <a:pt x="13423" y="29244"/>
                      <a:pt x="13448" y="29241"/>
                      <a:pt x="13475" y="29234"/>
                    </a:cubicBezTo>
                    <a:cubicBezTo>
                      <a:pt x="13622" y="29191"/>
                      <a:pt x="13698" y="29071"/>
                      <a:pt x="13725" y="28919"/>
                    </a:cubicBezTo>
                    <a:cubicBezTo>
                      <a:pt x="13747" y="28826"/>
                      <a:pt x="13741" y="28733"/>
                      <a:pt x="13747" y="28641"/>
                    </a:cubicBezTo>
                    <a:cubicBezTo>
                      <a:pt x="13774" y="27465"/>
                      <a:pt x="13328" y="26425"/>
                      <a:pt x="12832" y="25407"/>
                    </a:cubicBezTo>
                    <a:cubicBezTo>
                      <a:pt x="12625" y="24983"/>
                      <a:pt x="12435" y="24542"/>
                      <a:pt x="12086" y="24209"/>
                    </a:cubicBezTo>
                    <a:cubicBezTo>
                      <a:pt x="11264" y="23415"/>
                      <a:pt x="10595" y="22489"/>
                      <a:pt x="9811" y="21607"/>
                    </a:cubicBezTo>
                    <a:lnTo>
                      <a:pt x="9811" y="21607"/>
                    </a:lnTo>
                    <a:cubicBezTo>
                      <a:pt x="10197" y="21673"/>
                      <a:pt x="10546" y="21787"/>
                      <a:pt x="10900" y="21836"/>
                    </a:cubicBezTo>
                    <a:cubicBezTo>
                      <a:pt x="10956" y="21843"/>
                      <a:pt x="11007" y="21846"/>
                      <a:pt x="11053" y="21846"/>
                    </a:cubicBezTo>
                    <a:cubicBezTo>
                      <a:pt x="11341" y="21846"/>
                      <a:pt x="11453" y="21710"/>
                      <a:pt x="11477" y="21368"/>
                    </a:cubicBezTo>
                    <a:cubicBezTo>
                      <a:pt x="11509" y="20954"/>
                      <a:pt x="11433" y="20567"/>
                      <a:pt x="11270" y="20192"/>
                    </a:cubicBezTo>
                    <a:cubicBezTo>
                      <a:pt x="11068" y="19724"/>
                      <a:pt x="11058" y="19239"/>
                      <a:pt x="11199" y="18771"/>
                    </a:cubicBezTo>
                    <a:cubicBezTo>
                      <a:pt x="11466" y="17867"/>
                      <a:pt x="11493" y="16969"/>
                      <a:pt x="11166" y="16098"/>
                    </a:cubicBezTo>
                    <a:cubicBezTo>
                      <a:pt x="10911" y="15401"/>
                      <a:pt x="11068" y="14835"/>
                      <a:pt x="11493" y="14285"/>
                    </a:cubicBezTo>
                    <a:cubicBezTo>
                      <a:pt x="11596" y="14144"/>
                      <a:pt x="11727" y="14024"/>
                      <a:pt x="11847" y="13893"/>
                    </a:cubicBezTo>
                    <a:cubicBezTo>
                      <a:pt x="12228" y="13496"/>
                      <a:pt x="12184" y="12946"/>
                      <a:pt x="11689" y="12717"/>
                    </a:cubicBezTo>
                    <a:cubicBezTo>
                      <a:pt x="11298" y="12534"/>
                      <a:pt x="10900" y="12358"/>
                      <a:pt x="10480" y="12358"/>
                    </a:cubicBezTo>
                    <a:cubicBezTo>
                      <a:pt x="10250" y="12358"/>
                      <a:pt x="10013" y="12410"/>
                      <a:pt x="9767" y="12543"/>
                    </a:cubicBezTo>
                    <a:cubicBezTo>
                      <a:pt x="9087" y="12908"/>
                      <a:pt x="8336" y="13087"/>
                      <a:pt x="7562" y="13136"/>
                    </a:cubicBezTo>
                    <a:cubicBezTo>
                      <a:pt x="7525" y="13138"/>
                      <a:pt x="7487" y="13140"/>
                      <a:pt x="7450" y="13140"/>
                    </a:cubicBezTo>
                    <a:cubicBezTo>
                      <a:pt x="7187" y="13140"/>
                      <a:pt x="6939" y="13085"/>
                      <a:pt x="6730" y="12913"/>
                    </a:cubicBezTo>
                    <a:cubicBezTo>
                      <a:pt x="6588" y="12804"/>
                      <a:pt x="6485" y="12663"/>
                      <a:pt x="6593" y="12489"/>
                    </a:cubicBezTo>
                    <a:cubicBezTo>
                      <a:pt x="6635" y="12420"/>
                      <a:pt x="6685" y="12396"/>
                      <a:pt x="6738" y="12396"/>
                    </a:cubicBezTo>
                    <a:cubicBezTo>
                      <a:pt x="6812" y="12396"/>
                      <a:pt x="6893" y="12441"/>
                      <a:pt x="6969" y="12472"/>
                    </a:cubicBezTo>
                    <a:cubicBezTo>
                      <a:pt x="7068" y="12517"/>
                      <a:pt x="7157" y="12539"/>
                      <a:pt x="7235" y="12539"/>
                    </a:cubicBezTo>
                    <a:cubicBezTo>
                      <a:pt x="7375" y="12539"/>
                      <a:pt x="7477" y="12467"/>
                      <a:pt x="7530" y="12331"/>
                    </a:cubicBezTo>
                    <a:cubicBezTo>
                      <a:pt x="7617" y="12129"/>
                      <a:pt x="7497" y="11912"/>
                      <a:pt x="7230" y="11814"/>
                    </a:cubicBezTo>
                    <a:cubicBezTo>
                      <a:pt x="6996" y="11726"/>
                      <a:pt x="6751" y="11705"/>
                      <a:pt x="6501" y="11683"/>
                    </a:cubicBezTo>
                    <a:cubicBezTo>
                      <a:pt x="5439" y="11596"/>
                      <a:pt x="4405" y="11362"/>
                      <a:pt x="3420" y="10948"/>
                    </a:cubicBezTo>
                    <a:cubicBezTo>
                      <a:pt x="3294" y="10899"/>
                      <a:pt x="3098" y="10850"/>
                      <a:pt x="3137" y="10687"/>
                    </a:cubicBezTo>
                    <a:cubicBezTo>
                      <a:pt x="3154" y="10608"/>
                      <a:pt x="3216" y="10592"/>
                      <a:pt x="3288" y="10592"/>
                    </a:cubicBezTo>
                    <a:cubicBezTo>
                      <a:pt x="3341" y="10592"/>
                      <a:pt x="3400" y="10601"/>
                      <a:pt x="3450" y="10601"/>
                    </a:cubicBezTo>
                    <a:cubicBezTo>
                      <a:pt x="3460" y="10601"/>
                      <a:pt x="3470" y="10600"/>
                      <a:pt x="3479" y="10600"/>
                    </a:cubicBezTo>
                    <a:cubicBezTo>
                      <a:pt x="4220" y="10540"/>
                      <a:pt x="4911" y="10387"/>
                      <a:pt x="5298" y="9652"/>
                    </a:cubicBezTo>
                    <a:cubicBezTo>
                      <a:pt x="5525" y="9219"/>
                      <a:pt x="5849" y="9049"/>
                      <a:pt x="6258" y="9049"/>
                    </a:cubicBezTo>
                    <a:cubicBezTo>
                      <a:pt x="6379" y="9049"/>
                      <a:pt x="6507" y="9064"/>
                      <a:pt x="6642" y="9092"/>
                    </a:cubicBezTo>
                    <a:cubicBezTo>
                      <a:pt x="7519" y="9266"/>
                      <a:pt x="8303" y="9674"/>
                      <a:pt x="9114" y="10028"/>
                    </a:cubicBezTo>
                    <a:cubicBezTo>
                      <a:pt x="9482" y="10189"/>
                      <a:pt x="9850" y="10282"/>
                      <a:pt x="10208" y="10282"/>
                    </a:cubicBezTo>
                    <a:cubicBezTo>
                      <a:pt x="10689" y="10282"/>
                      <a:pt x="11153" y="10114"/>
                      <a:pt x="11580" y="9712"/>
                    </a:cubicBezTo>
                    <a:cubicBezTo>
                      <a:pt x="11858" y="9456"/>
                      <a:pt x="12157" y="9228"/>
                      <a:pt x="12560" y="9190"/>
                    </a:cubicBezTo>
                    <a:cubicBezTo>
                      <a:pt x="13099" y="9141"/>
                      <a:pt x="13633" y="9026"/>
                      <a:pt x="14166" y="8945"/>
                    </a:cubicBezTo>
                    <a:cubicBezTo>
                      <a:pt x="14776" y="8847"/>
                      <a:pt x="15364" y="8661"/>
                      <a:pt x="15865" y="8275"/>
                    </a:cubicBezTo>
                    <a:cubicBezTo>
                      <a:pt x="15939" y="8220"/>
                      <a:pt x="16019" y="8163"/>
                      <a:pt x="16108" y="8163"/>
                    </a:cubicBezTo>
                    <a:cubicBezTo>
                      <a:pt x="16143" y="8163"/>
                      <a:pt x="16180" y="8172"/>
                      <a:pt x="16218" y="8193"/>
                    </a:cubicBezTo>
                    <a:cubicBezTo>
                      <a:pt x="16785" y="8504"/>
                      <a:pt x="17389" y="8765"/>
                      <a:pt x="17786" y="9315"/>
                    </a:cubicBezTo>
                    <a:cubicBezTo>
                      <a:pt x="18135" y="9794"/>
                      <a:pt x="18603" y="10110"/>
                      <a:pt x="19153" y="10338"/>
                    </a:cubicBezTo>
                    <a:cubicBezTo>
                      <a:pt x="19915" y="10654"/>
                      <a:pt x="20721" y="10872"/>
                      <a:pt x="21434" y="11291"/>
                    </a:cubicBezTo>
                    <a:cubicBezTo>
                      <a:pt x="22468" y="11906"/>
                      <a:pt x="23639" y="12026"/>
                      <a:pt x="24766" y="12293"/>
                    </a:cubicBezTo>
                    <a:cubicBezTo>
                      <a:pt x="25522" y="12472"/>
                      <a:pt x="26306" y="12510"/>
                      <a:pt x="27036" y="12815"/>
                    </a:cubicBezTo>
                    <a:cubicBezTo>
                      <a:pt x="27809" y="13136"/>
                      <a:pt x="28549" y="13528"/>
                      <a:pt x="29300" y="13893"/>
                    </a:cubicBezTo>
                    <a:cubicBezTo>
                      <a:pt x="29562" y="14013"/>
                      <a:pt x="29752" y="14231"/>
                      <a:pt x="29932" y="14454"/>
                    </a:cubicBezTo>
                    <a:cubicBezTo>
                      <a:pt x="29986" y="14514"/>
                      <a:pt x="30068" y="14574"/>
                      <a:pt x="30035" y="14661"/>
                    </a:cubicBezTo>
                    <a:cubicBezTo>
                      <a:pt x="30011" y="14722"/>
                      <a:pt x="29961" y="14730"/>
                      <a:pt x="29909" y="14730"/>
                    </a:cubicBezTo>
                    <a:cubicBezTo>
                      <a:pt x="29891" y="14730"/>
                      <a:pt x="29873" y="14729"/>
                      <a:pt x="29856" y="14729"/>
                    </a:cubicBezTo>
                    <a:cubicBezTo>
                      <a:pt x="29842" y="14729"/>
                      <a:pt x="29830" y="14730"/>
                      <a:pt x="29818" y="14732"/>
                    </a:cubicBezTo>
                    <a:cubicBezTo>
                      <a:pt x="29566" y="14761"/>
                      <a:pt x="29315" y="14774"/>
                      <a:pt x="29064" y="14774"/>
                    </a:cubicBezTo>
                    <a:cubicBezTo>
                      <a:pt x="28491" y="14774"/>
                      <a:pt x="27921" y="14708"/>
                      <a:pt x="27357" y="14628"/>
                    </a:cubicBezTo>
                    <a:cubicBezTo>
                      <a:pt x="27200" y="14605"/>
                      <a:pt x="27045" y="14593"/>
                      <a:pt x="26893" y="14593"/>
                    </a:cubicBezTo>
                    <a:cubicBezTo>
                      <a:pt x="25731" y="14593"/>
                      <a:pt x="24739" y="15259"/>
                      <a:pt x="24325" y="16381"/>
                    </a:cubicBezTo>
                    <a:cubicBezTo>
                      <a:pt x="24178" y="16768"/>
                      <a:pt x="23943" y="17040"/>
                      <a:pt x="23573" y="17230"/>
                    </a:cubicBezTo>
                    <a:cubicBezTo>
                      <a:pt x="23040" y="17508"/>
                      <a:pt x="22474" y="17704"/>
                      <a:pt x="21951" y="18009"/>
                    </a:cubicBezTo>
                    <a:cubicBezTo>
                      <a:pt x="21623" y="18200"/>
                      <a:pt x="21278" y="18315"/>
                      <a:pt x="20907" y="18315"/>
                    </a:cubicBezTo>
                    <a:cubicBezTo>
                      <a:pt x="20730" y="18315"/>
                      <a:pt x="20546" y="18288"/>
                      <a:pt x="20356" y="18232"/>
                    </a:cubicBezTo>
                    <a:cubicBezTo>
                      <a:pt x="19860" y="18085"/>
                      <a:pt x="19360" y="17987"/>
                      <a:pt x="18902" y="17709"/>
                    </a:cubicBezTo>
                    <a:cubicBezTo>
                      <a:pt x="18759" y="17622"/>
                      <a:pt x="18631" y="17580"/>
                      <a:pt x="18518" y="17580"/>
                    </a:cubicBezTo>
                    <a:cubicBezTo>
                      <a:pt x="18306" y="17580"/>
                      <a:pt x="18149" y="17730"/>
                      <a:pt x="18042" y="18014"/>
                    </a:cubicBezTo>
                    <a:cubicBezTo>
                      <a:pt x="17944" y="18281"/>
                      <a:pt x="17928" y="18542"/>
                      <a:pt x="18031" y="18809"/>
                    </a:cubicBezTo>
                    <a:cubicBezTo>
                      <a:pt x="18135" y="19076"/>
                      <a:pt x="18178" y="19359"/>
                      <a:pt x="18211" y="19637"/>
                    </a:cubicBezTo>
                    <a:cubicBezTo>
                      <a:pt x="18254" y="20039"/>
                      <a:pt x="18102" y="20224"/>
                      <a:pt x="17705" y="20273"/>
                    </a:cubicBezTo>
                    <a:cubicBezTo>
                      <a:pt x="17405" y="20306"/>
                      <a:pt x="17269" y="20453"/>
                      <a:pt x="17247" y="20758"/>
                    </a:cubicBezTo>
                    <a:cubicBezTo>
                      <a:pt x="17236" y="20900"/>
                      <a:pt x="17269" y="21041"/>
                      <a:pt x="17296" y="21177"/>
                    </a:cubicBezTo>
                    <a:cubicBezTo>
                      <a:pt x="17328" y="21346"/>
                      <a:pt x="17283" y="21413"/>
                      <a:pt x="17182" y="21413"/>
                    </a:cubicBezTo>
                    <a:cubicBezTo>
                      <a:pt x="17143" y="21413"/>
                      <a:pt x="17095" y="21402"/>
                      <a:pt x="17040" y="21384"/>
                    </a:cubicBezTo>
                    <a:cubicBezTo>
                      <a:pt x="16659" y="21259"/>
                      <a:pt x="16404" y="20987"/>
                      <a:pt x="16197" y="20660"/>
                    </a:cubicBezTo>
                    <a:cubicBezTo>
                      <a:pt x="16006" y="20361"/>
                      <a:pt x="15777" y="20094"/>
                      <a:pt x="15473" y="19898"/>
                    </a:cubicBezTo>
                    <a:cubicBezTo>
                      <a:pt x="15322" y="19802"/>
                      <a:pt x="15192" y="19753"/>
                      <a:pt x="15079" y="19753"/>
                    </a:cubicBezTo>
                    <a:cubicBezTo>
                      <a:pt x="14885" y="19753"/>
                      <a:pt x="14743" y="19896"/>
                      <a:pt x="14640" y="20192"/>
                    </a:cubicBezTo>
                    <a:cubicBezTo>
                      <a:pt x="14422" y="20829"/>
                      <a:pt x="14710" y="21585"/>
                      <a:pt x="15304" y="21934"/>
                    </a:cubicBezTo>
                    <a:cubicBezTo>
                      <a:pt x="15587" y="22097"/>
                      <a:pt x="15914" y="22233"/>
                      <a:pt x="16099" y="22511"/>
                    </a:cubicBezTo>
                    <a:cubicBezTo>
                      <a:pt x="16752" y="23485"/>
                      <a:pt x="17079" y="24542"/>
                      <a:pt x="16768" y="25728"/>
                    </a:cubicBezTo>
                    <a:cubicBezTo>
                      <a:pt x="16725" y="25897"/>
                      <a:pt x="16676" y="26066"/>
                      <a:pt x="16670" y="26246"/>
                    </a:cubicBezTo>
                    <a:cubicBezTo>
                      <a:pt x="16649" y="27209"/>
                      <a:pt x="16741" y="28151"/>
                      <a:pt x="17155" y="29044"/>
                    </a:cubicBezTo>
                    <a:cubicBezTo>
                      <a:pt x="17247" y="29245"/>
                      <a:pt x="17313" y="29463"/>
                      <a:pt x="17373" y="29675"/>
                    </a:cubicBezTo>
                    <a:cubicBezTo>
                      <a:pt x="17541" y="30296"/>
                      <a:pt x="17814" y="30867"/>
                      <a:pt x="18113" y="31434"/>
                    </a:cubicBezTo>
                    <a:cubicBezTo>
                      <a:pt x="18494" y="32130"/>
                      <a:pt x="19011" y="32735"/>
                      <a:pt x="19420" y="33410"/>
                    </a:cubicBezTo>
                    <a:cubicBezTo>
                      <a:pt x="19463" y="33491"/>
                      <a:pt x="19556" y="33573"/>
                      <a:pt x="19490" y="33666"/>
                    </a:cubicBezTo>
                    <a:cubicBezTo>
                      <a:pt x="19463" y="33704"/>
                      <a:pt x="19429" y="33716"/>
                      <a:pt x="19392" y="33716"/>
                    </a:cubicBezTo>
                    <a:cubicBezTo>
                      <a:pt x="19339" y="33716"/>
                      <a:pt x="19280" y="33692"/>
                      <a:pt x="19229" y="33682"/>
                    </a:cubicBezTo>
                    <a:cubicBezTo>
                      <a:pt x="18129" y="33459"/>
                      <a:pt x="17035" y="33219"/>
                      <a:pt x="15963" y="32904"/>
                    </a:cubicBezTo>
                    <a:cubicBezTo>
                      <a:pt x="15750" y="32844"/>
                      <a:pt x="15571" y="32729"/>
                      <a:pt x="15434" y="32561"/>
                    </a:cubicBezTo>
                    <a:cubicBezTo>
                      <a:pt x="14395" y="31254"/>
                      <a:pt x="12941" y="30590"/>
                      <a:pt x="11439" y="30018"/>
                    </a:cubicBezTo>
                    <a:cubicBezTo>
                      <a:pt x="10823" y="29779"/>
                      <a:pt x="10181" y="29615"/>
                      <a:pt x="9582" y="29321"/>
                    </a:cubicBezTo>
                    <a:cubicBezTo>
                      <a:pt x="9435" y="29251"/>
                      <a:pt x="9277" y="29191"/>
                      <a:pt x="9114" y="29180"/>
                    </a:cubicBezTo>
                    <a:cubicBezTo>
                      <a:pt x="9058" y="29177"/>
                      <a:pt x="9001" y="29174"/>
                      <a:pt x="8945" y="29174"/>
                    </a:cubicBezTo>
                    <a:cubicBezTo>
                      <a:pt x="8715" y="29174"/>
                      <a:pt x="8496" y="29218"/>
                      <a:pt x="8352" y="29441"/>
                    </a:cubicBezTo>
                    <a:cubicBezTo>
                      <a:pt x="8172" y="29708"/>
                      <a:pt x="8292" y="29964"/>
                      <a:pt x="8439" y="30203"/>
                    </a:cubicBezTo>
                    <a:cubicBezTo>
                      <a:pt x="8689" y="30617"/>
                      <a:pt x="8940" y="31031"/>
                      <a:pt x="9125" y="31477"/>
                    </a:cubicBezTo>
                    <a:cubicBezTo>
                      <a:pt x="9506" y="32370"/>
                      <a:pt x="9991" y="33208"/>
                      <a:pt x="10557" y="33992"/>
                    </a:cubicBezTo>
                    <a:cubicBezTo>
                      <a:pt x="10774" y="34303"/>
                      <a:pt x="10949" y="34640"/>
                      <a:pt x="11063" y="34999"/>
                    </a:cubicBezTo>
                    <a:cubicBezTo>
                      <a:pt x="11156" y="35283"/>
                      <a:pt x="11281" y="35544"/>
                      <a:pt x="11428" y="35805"/>
                    </a:cubicBezTo>
                    <a:cubicBezTo>
                      <a:pt x="11803" y="36475"/>
                      <a:pt x="12195" y="37133"/>
                      <a:pt x="12457" y="37787"/>
                    </a:cubicBezTo>
                    <a:cubicBezTo>
                      <a:pt x="11275" y="36344"/>
                      <a:pt x="9914" y="35027"/>
                      <a:pt x="8112" y="34237"/>
                    </a:cubicBezTo>
                    <a:cubicBezTo>
                      <a:pt x="7806" y="34104"/>
                      <a:pt x="7489" y="34022"/>
                      <a:pt x="7178" y="34022"/>
                    </a:cubicBezTo>
                    <a:cubicBezTo>
                      <a:pt x="6981" y="34022"/>
                      <a:pt x="6787" y="34055"/>
                      <a:pt x="6599" y="34128"/>
                    </a:cubicBezTo>
                    <a:cubicBezTo>
                      <a:pt x="5374" y="34602"/>
                      <a:pt x="4650" y="35528"/>
                      <a:pt x="4514" y="36834"/>
                    </a:cubicBezTo>
                    <a:cubicBezTo>
                      <a:pt x="4410" y="37847"/>
                      <a:pt x="4579" y="38848"/>
                      <a:pt x="5015" y="39768"/>
                    </a:cubicBezTo>
                    <a:cubicBezTo>
                      <a:pt x="5516" y="40830"/>
                      <a:pt x="5891" y="41930"/>
                      <a:pt x="6120" y="43078"/>
                    </a:cubicBezTo>
                    <a:cubicBezTo>
                      <a:pt x="6147" y="43209"/>
                      <a:pt x="6169" y="43340"/>
                      <a:pt x="6289" y="43416"/>
                    </a:cubicBezTo>
                    <a:cubicBezTo>
                      <a:pt x="6370" y="43508"/>
                      <a:pt x="6321" y="43672"/>
                      <a:pt x="6485" y="43737"/>
                    </a:cubicBezTo>
                    <a:cubicBezTo>
                      <a:pt x="6495" y="43617"/>
                      <a:pt x="6506" y="43508"/>
                      <a:pt x="6517" y="43405"/>
                    </a:cubicBezTo>
                    <a:cubicBezTo>
                      <a:pt x="6419" y="42572"/>
                      <a:pt x="6272" y="41755"/>
                      <a:pt x="5951" y="40971"/>
                    </a:cubicBezTo>
                    <a:cubicBezTo>
                      <a:pt x="5635" y="40193"/>
                      <a:pt x="5222" y="39453"/>
                      <a:pt x="5058" y="38609"/>
                    </a:cubicBezTo>
                    <a:cubicBezTo>
                      <a:pt x="4840" y="37487"/>
                      <a:pt x="4655" y="36382"/>
                      <a:pt x="5407" y="35359"/>
                    </a:cubicBezTo>
                    <a:cubicBezTo>
                      <a:pt x="5950" y="34620"/>
                      <a:pt x="6443" y="34280"/>
                      <a:pt x="7069" y="34280"/>
                    </a:cubicBezTo>
                    <a:cubicBezTo>
                      <a:pt x="7314" y="34280"/>
                      <a:pt x="7581" y="34332"/>
                      <a:pt x="7878" y="34433"/>
                    </a:cubicBezTo>
                    <a:cubicBezTo>
                      <a:pt x="8238" y="34558"/>
                      <a:pt x="8570" y="34776"/>
                      <a:pt x="8891" y="34994"/>
                    </a:cubicBezTo>
                    <a:cubicBezTo>
                      <a:pt x="10377" y="36001"/>
                      <a:pt x="11651" y="37221"/>
                      <a:pt x="12631" y="38739"/>
                    </a:cubicBezTo>
                    <a:cubicBezTo>
                      <a:pt x="12710" y="38860"/>
                      <a:pt x="12781" y="39028"/>
                      <a:pt x="12935" y="39028"/>
                    </a:cubicBezTo>
                    <a:cubicBezTo>
                      <a:pt x="12961" y="39028"/>
                      <a:pt x="12991" y="39023"/>
                      <a:pt x="13023" y="39012"/>
                    </a:cubicBezTo>
                    <a:cubicBezTo>
                      <a:pt x="13257" y="38930"/>
                      <a:pt x="13137" y="38712"/>
                      <a:pt x="13148" y="38549"/>
                    </a:cubicBezTo>
                    <a:cubicBezTo>
                      <a:pt x="13153" y="38494"/>
                      <a:pt x="13115" y="38435"/>
                      <a:pt x="13104" y="38380"/>
                    </a:cubicBezTo>
                    <a:cubicBezTo>
                      <a:pt x="12936" y="37689"/>
                      <a:pt x="12625" y="37057"/>
                      <a:pt x="12288" y="36442"/>
                    </a:cubicBezTo>
                    <a:cubicBezTo>
                      <a:pt x="11999" y="35914"/>
                      <a:pt x="11662" y="35413"/>
                      <a:pt x="11471" y="34847"/>
                    </a:cubicBezTo>
                    <a:cubicBezTo>
                      <a:pt x="11341" y="34466"/>
                      <a:pt x="11188" y="34090"/>
                      <a:pt x="10954" y="33775"/>
                    </a:cubicBezTo>
                    <a:cubicBezTo>
                      <a:pt x="10061" y="32566"/>
                      <a:pt x="9511" y="31161"/>
                      <a:pt x="8684" y="29920"/>
                    </a:cubicBezTo>
                    <a:cubicBezTo>
                      <a:pt x="8559" y="29724"/>
                      <a:pt x="8662" y="29528"/>
                      <a:pt x="8896" y="29479"/>
                    </a:cubicBezTo>
                    <a:cubicBezTo>
                      <a:pt x="8926" y="29473"/>
                      <a:pt x="8956" y="29470"/>
                      <a:pt x="8985" y="29470"/>
                    </a:cubicBezTo>
                    <a:cubicBezTo>
                      <a:pt x="9084" y="29470"/>
                      <a:pt x="9179" y="29503"/>
                      <a:pt x="9272" y="29545"/>
                    </a:cubicBezTo>
                    <a:cubicBezTo>
                      <a:pt x="10529" y="30111"/>
                      <a:pt x="11885" y="30427"/>
                      <a:pt x="13110" y="31091"/>
                    </a:cubicBezTo>
                    <a:cubicBezTo>
                      <a:pt x="13856" y="31494"/>
                      <a:pt x="14504" y="32000"/>
                      <a:pt x="15043" y="32642"/>
                    </a:cubicBezTo>
                    <a:cubicBezTo>
                      <a:pt x="15266" y="32909"/>
                      <a:pt x="15500" y="33138"/>
                      <a:pt x="15848" y="33241"/>
                    </a:cubicBezTo>
                    <a:cubicBezTo>
                      <a:pt x="17030" y="33595"/>
                      <a:pt x="18233" y="33862"/>
                      <a:pt x="19441" y="34090"/>
                    </a:cubicBezTo>
                    <a:cubicBezTo>
                      <a:pt x="19489" y="34099"/>
                      <a:pt x="19534" y="34104"/>
                      <a:pt x="19576" y="34104"/>
                    </a:cubicBezTo>
                    <a:cubicBezTo>
                      <a:pt x="19886" y="34104"/>
                      <a:pt x="20042" y="33866"/>
                      <a:pt x="19931" y="33535"/>
                    </a:cubicBezTo>
                    <a:cubicBezTo>
                      <a:pt x="19882" y="33393"/>
                      <a:pt x="19795" y="33263"/>
                      <a:pt x="19708" y="33138"/>
                    </a:cubicBezTo>
                    <a:cubicBezTo>
                      <a:pt x="19360" y="32620"/>
                      <a:pt x="18995" y="32114"/>
                      <a:pt x="18652" y="31597"/>
                    </a:cubicBezTo>
                    <a:cubicBezTo>
                      <a:pt x="17939" y="30524"/>
                      <a:pt x="17623" y="29283"/>
                      <a:pt x="17226" y="28086"/>
                    </a:cubicBezTo>
                    <a:cubicBezTo>
                      <a:pt x="16986" y="27356"/>
                      <a:pt x="16937" y="26556"/>
                      <a:pt x="17160" y="25788"/>
                    </a:cubicBezTo>
                    <a:cubicBezTo>
                      <a:pt x="17324" y="25228"/>
                      <a:pt x="17313" y="24678"/>
                      <a:pt x="17193" y="24117"/>
                    </a:cubicBezTo>
                    <a:cubicBezTo>
                      <a:pt x="16953" y="23006"/>
                      <a:pt x="16507" y="22054"/>
                      <a:pt x="15396" y="21542"/>
                    </a:cubicBezTo>
                    <a:cubicBezTo>
                      <a:pt x="15032" y="21379"/>
                      <a:pt x="14841" y="20622"/>
                      <a:pt x="15015" y="20246"/>
                    </a:cubicBezTo>
                    <a:cubicBezTo>
                      <a:pt x="15049" y="20172"/>
                      <a:pt x="15084" y="20132"/>
                      <a:pt x="15136" y="20132"/>
                    </a:cubicBezTo>
                    <a:cubicBezTo>
                      <a:pt x="15168" y="20132"/>
                      <a:pt x="15207" y="20148"/>
                      <a:pt x="15255" y="20181"/>
                    </a:cubicBezTo>
                    <a:cubicBezTo>
                      <a:pt x="15505" y="20361"/>
                      <a:pt x="15718" y="20573"/>
                      <a:pt x="15875" y="20845"/>
                    </a:cubicBezTo>
                    <a:cubicBezTo>
                      <a:pt x="16191" y="21395"/>
                      <a:pt x="16654" y="21743"/>
                      <a:pt x="17296" y="21825"/>
                    </a:cubicBezTo>
                    <a:cubicBezTo>
                      <a:pt x="17400" y="21836"/>
                      <a:pt x="17471" y="21874"/>
                      <a:pt x="17541" y="21945"/>
                    </a:cubicBezTo>
                    <a:cubicBezTo>
                      <a:pt x="17606" y="22001"/>
                      <a:pt x="17653" y="22107"/>
                      <a:pt x="17742" y="22107"/>
                    </a:cubicBezTo>
                    <a:cubicBezTo>
                      <a:pt x="17766" y="22107"/>
                      <a:pt x="17793" y="22099"/>
                      <a:pt x="17824" y="22081"/>
                    </a:cubicBezTo>
                    <a:cubicBezTo>
                      <a:pt x="17977" y="21988"/>
                      <a:pt x="17939" y="21836"/>
                      <a:pt x="17895" y="21700"/>
                    </a:cubicBezTo>
                    <a:cubicBezTo>
                      <a:pt x="17835" y="21509"/>
                      <a:pt x="17743" y="21330"/>
                      <a:pt x="17694" y="21139"/>
                    </a:cubicBezTo>
                    <a:cubicBezTo>
                      <a:pt x="17645" y="20916"/>
                      <a:pt x="17656" y="20736"/>
                      <a:pt x="17971" y="20687"/>
                    </a:cubicBezTo>
                    <a:cubicBezTo>
                      <a:pt x="18363" y="20633"/>
                      <a:pt x="18630" y="20246"/>
                      <a:pt x="18608" y="19860"/>
                    </a:cubicBezTo>
                    <a:cubicBezTo>
                      <a:pt x="18587" y="19446"/>
                      <a:pt x="18478" y="19054"/>
                      <a:pt x="18352" y="18662"/>
                    </a:cubicBezTo>
                    <a:cubicBezTo>
                      <a:pt x="18298" y="18482"/>
                      <a:pt x="18298" y="18319"/>
                      <a:pt x="18358" y="18145"/>
                    </a:cubicBezTo>
                    <a:cubicBezTo>
                      <a:pt x="18412" y="18001"/>
                      <a:pt x="18478" y="17924"/>
                      <a:pt x="18575" y="17924"/>
                    </a:cubicBezTo>
                    <a:cubicBezTo>
                      <a:pt x="18626" y="17924"/>
                      <a:pt x="18685" y="17944"/>
                      <a:pt x="18755" y="17987"/>
                    </a:cubicBezTo>
                    <a:cubicBezTo>
                      <a:pt x="19387" y="18379"/>
                      <a:pt x="20078" y="18570"/>
                      <a:pt x="20808" y="18673"/>
                    </a:cubicBezTo>
                    <a:cubicBezTo>
                      <a:pt x="20874" y="18683"/>
                      <a:pt x="20937" y="18688"/>
                      <a:pt x="20998" y="18688"/>
                    </a:cubicBezTo>
                    <a:cubicBezTo>
                      <a:pt x="21192" y="18688"/>
                      <a:pt x="21363" y="18640"/>
                      <a:pt x="21554" y="18570"/>
                    </a:cubicBezTo>
                    <a:cubicBezTo>
                      <a:pt x="22109" y="18374"/>
                      <a:pt x="22588" y="18036"/>
                      <a:pt x="23143" y="17829"/>
                    </a:cubicBezTo>
                    <a:cubicBezTo>
                      <a:pt x="23742" y="17600"/>
                      <a:pt x="24428" y="17366"/>
                      <a:pt x="24602" y="16626"/>
                    </a:cubicBezTo>
                    <a:cubicBezTo>
                      <a:pt x="24874" y="15505"/>
                      <a:pt x="26003" y="14946"/>
                      <a:pt x="26981" y="14946"/>
                    </a:cubicBezTo>
                    <a:cubicBezTo>
                      <a:pt x="27100" y="14946"/>
                      <a:pt x="27217" y="14955"/>
                      <a:pt x="27330" y="14971"/>
                    </a:cubicBezTo>
                    <a:cubicBezTo>
                      <a:pt x="28184" y="15096"/>
                      <a:pt x="29044" y="15107"/>
                      <a:pt x="29905" y="15107"/>
                    </a:cubicBezTo>
                    <a:cubicBezTo>
                      <a:pt x="29915" y="15108"/>
                      <a:pt x="29926" y="15108"/>
                      <a:pt x="29936" y="15108"/>
                    </a:cubicBezTo>
                    <a:cubicBezTo>
                      <a:pt x="30071" y="15108"/>
                      <a:pt x="30197" y="15076"/>
                      <a:pt x="30313" y="15025"/>
                    </a:cubicBezTo>
                    <a:cubicBezTo>
                      <a:pt x="30552" y="14917"/>
                      <a:pt x="30629" y="14737"/>
                      <a:pt x="30460" y="14519"/>
                    </a:cubicBezTo>
                    <a:cubicBezTo>
                      <a:pt x="30161" y="14127"/>
                      <a:pt x="29861" y="13730"/>
                      <a:pt x="29393" y="13512"/>
                    </a:cubicBezTo>
                    <a:cubicBezTo>
                      <a:pt x="28718" y="13191"/>
                      <a:pt x="28043" y="12870"/>
                      <a:pt x="27357" y="12554"/>
                    </a:cubicBezTo>
                    <a:cubicBezTo>
                      <a:pt x="26671" y="12244"/>
                      <a:pt x="25941" y="12091"/>
                      <a:pt x="25190" y="11982"/>
                    </a:cubicBezTo>
                    <a:cubicBezTo>
                      <a:pt x="24243" y="11841"/>
                      <a:pt x="23263" y="11699"/>
                      <a:pt x="22392" y="11318"/>
                    </a:cubicBezTo>
                    <a:cubicBezTo>
                      <a:pt x="21260" y="10812"/>
                      <a:pt x="20116" y="10333"/>
                      <a:pt x="18984" y="9832"/>
                    </a:cubicBezTo>
                    <a:cubicBezTo>
                      <a:pt x="18608" y="9669"/>
                      <a:pt x="18309" y="9396"/>
                      <a:pt x="18091" y="9053"/>
                    </a:cubicBezTo>
                    <a:cubicBezTo>
                      <a:pt x="17966" y="8847"/>
                      <a:pt x="17803" y="8683"/>
                      <a:pt x="17612" y="8542"/>
                    </a:cubicBezTo>
                    <a:cubicBezTo>
                      <a:pt x="17236" y="8253"/>
                      <a:pt x="16823" y="8041"/>
                      <a:pt x="16382" y="7872"/>
                    </a:cubicBezTo>
                    <a:cubicBezTo>
                      <a:pt x="16316" y="7845"/>
                      <a:pt x="16153" y="7872"/>
                      <a:pt x="16257" y="7682"/>
                    </a:cubicBezTo>
                    <a:cubicBezTo>
                      <a:pt x="16649" y="6936"/>
                      <a:pt x="17019" y="6174"/>
                      <a:pt x="17411" y="5422"/>
                    </a:cubicBezTo>
                    <a:cubicBezTo>
                      <a:pt x="17569" y="5112"/>
                      <a:pt x="17852" y="4856"/>
                      <a:pt x="17895" y="4497"/>
                    </a:cubicBezTo>
                    <a:cubicBezTo>
                      <a:pt x="17993" y="3789"/>
                      <a:pt x="18342" y="3174"/>
                      <a:pt x="18543" y="2504"/>
                    </a:cubicBezTo>
                    <a:cubicBezTo>
                      <a:pt x="18657" y="2134"/>
                      <a:pt x="18891" y="1867"/>
                      <a:pt x="19245" y="1666"/>
                    </a:cubicBezTo>
                    <a:cubicBezTo>
                      <a:pt x="20040" y="1203"/>
                      <a:pt x="20911" y="926"/>
                      <a:pt x="21760" y="599"/>
                    </a:cubicBezTo>
                    <a:cubicBezTo>
                      <a:pt x="21891" y="550"/>
                      <a:pt x="22071" y="528"/>
                      <a:pt x="22033" y="343"/>
                    </a:cubicBezTo>
                    <a:cubicBezTo>
                      <a:pt x="21995" y="180"/>
                      <a:pt x="21815" y="191"/>
                      <a:pt x="21679" y="174"/>
                    </a:cubicBezTo>
                    <a:cubicBezTo>
                      <a:pt x="20797" y="87"/>
                      <a:pt x="19920" y="16"/>
                      <a:pt x="19038" y="16"/>
                    </a:cubicBezTo>
                    <a:cubicBezTo>
                      <a:pt x="19012" y="17"/>
                      <a:pt x="18985" y="17"/>
                      <a:pt x="18959" y="17"/>
                    </a:cubicBezTo>
                    <a:cubicBezTo>
                      <a:pt x="18574" y="17"/>
                      <a:pt x="18189" y="0"/>
                      <a:pt x="17805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4" name="Google Shape;1554;p33"/>
              <p:cNvSpPr/>
              <p:nvPr/>
            </p:nvSpPr>
            <p:spPr>
              <a:xfrm>
                <a:off x="5146313" y="1681732"/>
                <a:ext cx="744967" cy="716565"/>
              </a:xfrm>
              <a:custGeom>
                <a:rect b="b" l="l" r="r" t="t"/>
                <a:pathLst>
                  <a:path extrusionOk="0" h="12034" w="12511">
                    <a:moveTo>
                      <a:pt x="0" y="0"/>
                    </a:moveTo>
                    <a:lnTo>
                      <a:pt x="0" y="0"/>
                    </a:lnTo>
                    <a:cubicBezTo>
                      <a:pt x="65" y="169"/>
                      <a:pt x="76" y="289"/>
                      <a:pt x="196" y="343"/>
                    </a:cubicBezTo>
                    <a:cubicBezTo>
                      <a:pt x="305" y="354"/>
                      <a:pt x="403" y="381"/>
                      <a:pt x="495" y="441"/>
                    </a:cubicBezTo>
                    <a:cubicBezTo>
                      <a:pt x="1590" y="1154"/>
                      <a:pt x="2243" y="2167"/>
                      <a:pt x="2477" y="3452"/>
                    </a:cubicBezTo>
                    <a:cubicBezTo>
                      <a:pt x="2575" y="3996"/>
                      <a:pt x="2749" y="4508"/>
                      <a:pt x="3092" y="4954"/>
                    </a:cubicBezTo>
                    <a:cubicBezTo>
                      <a:pt x="3517" y="5406"/>
                      <a:pt x="3991" y="5825"/>
                      <a:pt x="4285" y="6381"/>
                    </a:cubicBezTo>
                    <a:cubicBezTo>
                      <a:pt x="4774" y="7312"/>
                      <a:pt x="4856" y="8308"/>
                      <a:pt x="4736" y="9337"/>
                    </a:cubicBezTo>
                    <a:cubicBezTo>
                      <a:pt x="4698" y="9663"/>
                      <a:pt x="4693" y="9995"/>
                      <a:pt x="4725" y="10322"/>
                    </a:cubicBezTo>
                    <a:cubicBezTo>
                      <a:pt x="4752" y="10594"/>
                      <a:pt x="4845" y="10702"/>
                      <a:pt x="5063" y="10702"/>
                    </a:cubicBezTo>
                    <a:cubicBezTo>
                      <a:pt x="5111" y="10702"/>
                      <a:pt x="5165" y="10697"/>
                      <a:pt x="5226" y="10687"/>
                    </a:cubicBezTo>
                    <a:cubicBezTo>
                      <a:pt x="5247" y="10683"/>
                      <a:pt x="5267" y="10682"/>
                      <a:pt x="5287" y="10682"/>
                    </a:cubicBezTo>
                    <a:cubicBezTo>
                      <a:pt x="5362" y="10682"/>
                      <a:pt x="5425" y="10709"/>
                      <a:pt x="5477" y="10774"/>
                    </a:cubicBezTo>
                    <a:cubicBezTo>
                      <a:pt x="5520" y="10817"/>
                      <a:pt x="5564" y="10888"/>
                      <a:pt x="5509" y="10926"/>
                    </a:cubicBezTo>
                    <a:cubicBezTo>
                      <a:pt x="5210" y="11122"/>
                      <a:pt x="5450" y="11258"/>
                      <a:pt x="5564" y="11389"/>
                    </a:cubicBezTo>
                    <a:cubicBezTo>
                      <a:pt x="5695" y="11531"/>
                      <a:pt x="5793" y="11688"/>
                      <a:pt x="5890" y="11846"/>
                    </a:cubicBezTo>
                    <a:cubicBezTo>
                      <a:pt x="5970" y="11971"/>
                      <a:pt x="6037" y="12034"/>
                      <a:pt x="6108" y="12034"/>
                    </a:cubicBezTo>
                    <a:cubicBezTo>
                      <a:pt x="6173" y="12034"/>
                      <a:pt x="6240" y="11981"/>
                      <a:pt x="6321" y="11874"/>
                    </a:cubicBezTo>
                    <a:cubicBezTo>
                      <a:pt x="6576" y="11536"/>
                      <a:pt x="6849" y="11209"/>
                      <a:pt x="7072" y="10850"/>
                    </a:cubicBezTo>
                    <a:cubicBezTo>
                      <a:pt x="7105" y="10779"/>
                      <a:pt x="7126" y="10709"/>
                      <a:pt x="7126" y="10632"/>
                    </a:cubicBezTo>
                    <a:cubicBezTo>
                      <a:pt x="7056" y="10311"/>
                      <a:pt x="6996" y="9985"/>
                      <a:pt x="6974" y="9658"/>
                    </a:cubicBezTo>
                    <a:cubicBezTo>
                      <a:pt x="6930" y="9016"/>
                      <a:pt x="6876" y="8368"/>
                      <a:pt x="7235" y="7774"/>
                    </a:cubicBezTo>
                    <a:cubicBezTo>
                      <a:pt x="7339" y="7638"/>
                      <a:pt x="7377" y="7480"/>
                      <a:pt x="7393" y="7312"/>
                    </a:cubicBezTo>
                    <a:cubicBezTo>
                      <a:pt x="7388" y="6920"/>
                      <a:pt x="7633" y="6685"/>
                      <a:pt x="7921" y="6490"/>
                    </a:cubicBezTo>
                    <a:cubicBezTo>
                      <a:pt x="8596" y="6021"/>
                      <a:pt x="9320" y="5629"/>
                      <a:pt x="9973" y="5123"/>
                    </a:cubicBezTo>
                    <a:cubicBezTo>
                      <a:pt x="10567" y="4660"/>
                      <a:pt x="10997" y="4083"/>
                      <a:pt x="11198" y="3359"/>
                    </a:cubicBezTo>
                    <a:cubicBezTo>
                      <a:pt x="11432" y="2537"/>
                      <a:pt x="11705" y="1748"/>
                      <a:pt x="12358" y="1144"/>
                    </a:cubicBezTo>
                    <a:cubicBezTo>
                      <a:pt x="12418" y="1084"/>
                      <a:pt x="12510" y="991"/>
                      <a:pt x="12418" y="904"/>
                    </a:cubicBezTo>
                    <a:cubicBezTo>
                      <a:pt x="12392" y="880"/>
                      <a:pt x="12365" y="871"/>
                      <a:pt x="12337" y="871"/>
                    </a:cubicBezTo>
                    <a:cubicBezTo>
                      <a:pt x="12275" y="871"/>
                      <a:pt x="12211" y="917"/>
                      <a:pt x="12162" y="958"/>
                    </a:cubicBezTo>
                    <a:cubicBezTo>
                      <a:pt x="11999" y="1089"/>
                      <a:pt x="11863" y="1258"/>
                      <a:pt x="11656" y="1323"/>
                    </a:cubicBezTo>
                    <a:cubicBezTo>
                      <a:pt x="11520" y="1329"/>
                      <a:pt x="11449" y="1437"/>
                      <a:pt x="11383" y="1525"/>
                    </a:cubicBezTo>
                    <a:cubicBezTo>
                      <a:pt x="11167" y="1814"/>
                      <a:pt x="10937" y="1927"/>
                      <a:pt x="10686" y="1927"/>
                    </a:cubicBezTo>
                    <a:cubicBezTo>
                      <a:pt x="10503" y="1927"/>
                      <a:pt x="10308" y="1866"/>
                      <a:pt x="10099" y="1770"/>
                    </a:cubicBezTo>
                    <a:cubicBezTo>
                      <a:pt x="9424" y="1906"/>
                      <a:pt x="8738" y="2009"/>
                      <a:pt x="8106" y="2325"/>
                    </a:cubicBezTo>
                    <a:cubicBezTo>
                      <a:pt x="8008" y="2390"/>
                      <a:pt x="7899" y="2428"/>
                      <a:pt x="7790" y="2477"/>
                    </a:cubicBezTo>
                    <a:cubicBezTo>
                      <a:pt x="7475" y="2624"/>
                      <a:pt x="7154" y="2777"/>
                      <a:pt x="6816" y="2875"/>
                    </a:cubicBezTo>
                    <a:cubicBezTo>
                      <a:pt x="6462" y="2984"/>
                      <a:pt x="6370" y="3414"/>
                      <a:pt x="6016" y="3457"/>
                    </a:cubicBezTo>
                    <a:cubicBezTo>
                      <a:pt x="6135" y="3321"/>
                      <a:pt x="6293" y="3147"/>
                      <a:pt x="5923" y="3082"/>
                    </a:cubicBezTo>
                    <a:cubicBezTo>
                      <a:pt x="5803" y="3065"/>
                      <a:pt x="5798" y="2935"/>
                      <a:pt x="5711" y="2886"/>
                    </a:cubicBezTo>
                    <a:cubicBezTo>
                      <a:pt x="5618" y="2907"/>
                      <a:pt x="5613" y="3043"/>
                      <a:pt x="5504" y="3043"/>
                    </a:cubicBezTo>
                    <a:cubicBezTo>
                      <a:pt x="5602" y="3386"/>
                      <a:pt x="5558" y="3463"/>
                      <a:pt x="5226" y="3528"/>
                    </a:cubicBezTo>
                    <a:cubicBezTo>
                      <a:pt x="5212" y="3533"/>
                      <a:pt x="5198" y="3535"/>
                      <a:pt x="5186" y="3535"/>
                    </a:cubicBezTo>
                    <a:cubicBezTo>
                      <a:pt x="5082" y="3535"/>
                      <a:pt x="5045" y="3392"/>
                      <a:pt x="4938" y="3392"/>
                    </a:cubicBezTo>
                    <a:cubicBezTo>
                      <a:pt x="4911" y="3405"/>
                      <a:pt x="4888" y="3411"/>
                      <a:pt x="4866" y="3411"/>
                    </a:cubicBezTo>
                    <a:cubicBezTo>
                      <a:pt x="4784" y="3411"/>
                      <a:pt x="4736" y="3325"/>
                      <a:pt x="4671" y="3278"/>
                    </a:cubicBezTo>
                    <a:cubicBezTo>
                      <a:pt x="4592" y="3221"/>
                      <a:pt x="4527" y="3192"/>
                      <a:pt x="4475" y="3192"/>
                    </a:cubicBezTo>
                    <a:cubicBezTo>
                      <a:pt x="4388" y="3192"/>
                      <a:pt x="4338" y="3274"/>
                      <a:pt x="4317" y="3441"/>
                    </a:cubicBezTo>
                    <a:cubicBezTo>
                      <a:pt x="4295" y="3593"/>
                      <a:pt x="4372" y="3740"/>
                      <a:pt x="4361" y="3893"/>
                    </a:cubicBezTo>
                    <a:cubicBezTo>
                      <a:pt x="4341" y="3950"/>
                      <a:pt x="4320" y="3969"/>
                      <a:pt x="4297" y="3969"/>
                    </a:cubicBezTo>
                    <a:cubicBezTo>
                      <a:pt x="4255" y="3969"/>
                      <a:pt x="4208" y="3901"/>
                      <a:pt x="4167" y="3901"/>
                    </a:cubicBezTo>
                    <a:cubicBezTo>
                      <a:pt x="4163" y="3901"/>
                      <a:pt x="4158" y="3902"/>
                      <a:pt x="4154" y="3904"/>
                    </a:cubicBezTo>
                    <a:cubicBezTo>
                      <a:pt x="3822" y="3866"/>
                      <a:pt x="3593" y="3697"/>
                      <a:pt x="3446" y="3403"/>
                    </a:cubicBezTo>
                    <a:cubicBezTo>
                      <a:pt x="3261" y="3038"/>
                      <a:pt x="3016" y="2700"/>
                      <a:pt x="2869" y="2319"/>
                    </a:cubicBezTo>
                    <a:cubicBezTo>
                      <a:pt x="2728" y="1944"/>
                      <a:pt x="2352" y="1753"/>
                      <a:pt x="2189" y="1399"/>
                    </a:cubicBezTo>
                    <a:cubicBezTo>
                      <a:pt x="1573" y="779"/>
                      <a:pt x="887" y="278"/>
                      <a:pt x="0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5" name="Google Shape;1555;p33"/>
              <p:cNvSpPr/>
              <p:nvPr/>
            </p:nvSpPr>
            <p:spPr>
              <a:xfrm>
                <a:off x="5873729" y="2812217"/>
                <a:ext cx="1361854" cy="2000414"/>
              </a:xfrm>
              <a:custGeom>
                <a:rect b="b" l="l" r="r" t="t"/>
                <a:pathLst>
                  <a:path extrusionOk="0" h="33595" w="22871">
                    <a:moveTo>
                      <a:pt x="16310" y="1"/>
                    </a:moveTo>
                    <a:cubicBezTo>
                      <a:pt x="16197" y="1"/>
                      <a:pt x="16168" y="148"/>
                      <a:pt x="16126" y="233"/>
                    </a:cubicBezTo>
                    <a:cubicBezTo>
                      <a:pt x="15859" y="804"/>
                      <a:pt x="15423" y="1229"/>
                      <a:pt x="14928" y="1594"/>
                    </a:cubicBezTo>
                    <a:cubicBezTo>
                      <a:pt x="14460" y="1931"/>
                      <a:pt x="13959" y="2214"/>
                      <a:pt x="13545" y="2628"/>
                    </a:cubicBezTo>
                    <a:cubicBezTo>
                      <a:pt x="13289" y="2884"/>
                      <a:pt x="13099" y="3156"/>
                      <a:pt x="13099" y="3542"/>
                    </a:cubicBezTo>
                    <a:cubicBezTo>
                      <a:pt x="13099" y="4294"/>
                      <a:pt x="13251" y="5001"/>
                      <a:pt x="13594" y="5676"/>
                    </a:cubicBezTo>
                    <a:cubicBezTo>
                      <a:pt x="13812" y="6096"/>
                      <a:pt x="14089" y="6537"/>
                      <a:pt x="13959" y="7037"/>
                    </a:cubicBezTo>
                    <a:cubicBezTo>
                      <a:pt x="13806" y="7625"/>
                      <a:pt x="13632" y="8213"/>
                      <a:pt x="13316" y="8747"/>
                    </a:cubicBezTo>
                    <a:cubicBezTo>
                      <a:pt x="13343" y="8877"/>
                      <a:pt x="13388" y="8943"/>
                      <a:pt x="13454" y="8943"/>
                    </a:cubicBezTo>
                    <a:cubicBezTo>
                      <a:pt x="13495" y="8943"/>
                      <a:pt x="13546" y="8916"/>
                      <a:pt x="13605" y="8861"/>
                    </a:cubicBezTo>
                    <a:cubicBezTo>
                      <a:pt x="13785" y="8703"/>
                      <a:pt x="13888" y="8496"/>
                      <a:pt x="13883" y="8251"/>
                    </a:cubicBezTo>
                    <a:cubicBezTo>
                      <a:pt x="13904" y="8197"/>
                      <a:pt x="13921" y="8148"/>
                      <a:pt x="13942" y="8094"/>
                    </a:cubicBezTo>
                    <a:cubicBezTo>
                      <a:pt x="14204" y="7419"/>
                      <a:pt x="14460" y="6738"/>
                      <a:pt x="14089" y="6025"/>
                    </a:cubicBezTo>
                    <a:cubicBezTo>
                      <a:pt x="13855" y="5584"/>
                      <a:pt x="13991" y="5192"/>
                      <a:pt x="14160" y="4784"/>
                    </a:cubicBezTo>
                    <a:cubicBezTo>
                      <a:pt x="14411" y="4169"/>
                      <a:pt x="14868" y="3711"/>
                      <a:pt x="15314" y="3248"/>
                    </a:cubicBezTo>
                    <a:cubicBezTo>
                      <a:pt x="15240" y="3153"/>
                      <a:pt x="15187" y="3101"/>
                      <a:pt x="15117" y="3101"/>
                    </a:cubicBezTo>
                    <a:cubicBezTo>
                      <a:pt x="15064" y="3101"/>
                      <a:pt x="15001" y="3131"/>
                      <a:pt x="14912" y="3194"/>
                    </a:cubicBezTo>
                    <a:cubicBezTo>
                      <a:pt x="14264" y="3635"/>
                      <a:pt x="13883" y="4256"/>
                      <a:pt x="13725" y="4963"/>
                    </a:cubicBezTo>
                    <a:cubicBezTo>
                      <a:pt x="13654" y="4615"/>
                      <a:pt x="13507" y="4218"/>
                      <a:pt x="13436" y="3804"/>
                    </a:cubicBezTo>
                    <a:cubicBezTo>
                      <a:pt x="13376" y="3477"/>
                      <a:pt x="13469" y="3189"/>
                      <a:pt x="13703" y="2965"/>
                    </a:cubicBezTo>
                    <a:cubicBezTo>
                      <a:pt x="13899" y="2780"/>
                      <a:pt x="14100" y="2601"/>
                      <a:pt x="14302" y="2421"/>
                    </a:cubicBezTo>
                    <a:cubicBezTo>
                      <a:pt x="14503" y="2243"/>
                      <a:pt x="14712" y="2132"/>
                      <a:pt x="14940" y="2132"/>
                    </a:cubicBezTo>
                    <a:cubicBezTo>
                      <a:pt x="15082" y="2132"/>
                      <a:pt x="15231" y="2176"/>
                      <a:pt x="15391" y="2274"/>
                    </a:cubicBezTo>
                    <a:cubicBezTo>
                      <a:pt x="15582" y="2390"/>
                      <a:pt x="15786" y="2505"/>
                      <a:pt x="16022" y="2505"/>
                    </a:cubicBezTo>
                    <a:cubicBezTo>
                      <a:pt x="16042" y="2505"/>
                      <a:pt x="16062" y="2504"/>
                      <a:pt x="16082" y="2503"/>
                    </a:cubicBezTo>
                    <a:cubicBezTo>
                      <a:pt x="16561" y="2742"/>
                      <a:pt x="17067" y="2944"/>
                      <a:pt x="17497" y="3270"/>
                    </a:cubicBezTo>
                    <a:cubicBezTo>
                      <a:pt x="17977" y="3635"/>
                      <a:pt x="18423" y="4043"/>
                      <a:pt x="18897" y="4419"/>
                    </a:cubicBezTo>
                    <a:cubicBezTo>
                      <a:pt x="19354" y="4784"/>
                      <a:pt x="19866" y="5078"/>
                      <a:pt x="20247" y="5530"/>
                    </a:cubicBezTo>
                    <a:cubicBezTo>
                      <a:pt x="21597" y="7130"/>
                      <a:pt x="22239" y="8997"/>
                      <a:pt x="22310" y="11071"/>
                    </a:cubicBezTo>
                    <a:cubicBezTo>
                      <a:pt x="22343" y="12062"/>
                      <a:pt x="22353" y="13064"/>
                      <a:pt x="22174" y="14049"/>
                    </a:cubicBezTo>
                    <a:cubicBezTo>
                      <a:pt x="21978" y="15100"/>
                      <a:pt x="21684" y="16118"/>
                      <a:pt x="21178" y="17071"/>
                    </a:cubicBezTo>
                    <a:cubicBezTo>
                      <a:pt x="20078" y="19123"/>
                      <a:pt x="18379" y="20446"/>
                      <a:pt x="16153" y="21029"/>
                    </a:cubicBezTo>
                    <a:cubicBezTo>
                      <a:pt x="14340" y="21502"/>
                      <a:pt x="12467" y="21627"/>
                      <a:pt x="10600" y="21774"/>
                    </a:cubicBezTo>
                    <a:cubicBezTo>
                      <a:pt x="9163" y="21883"/>
                      <a:pt x="7736" y="22041"/>
                      <a:pt x="6354" y="22536"/>
                    </a:cubicBezTo>
                    <a:cubicBezTo>
                      <a:pt x="3544" y="23544"/>
                      <a:pt x="1732" y="25427"/>
                      <a:pt x="991" y="28329"/>
                    </a:cubicBezTo>
                    <a:cubicBezTo>
                      <a:pt x="915" y="28623"/>
                      <a:pt x="806" y="28911"/>
                      <a:pt x="697" y="29189"/>
                    </a:cubicBezTo>
                    <a:cubicBezTo>
                      <a:pt x="479" y="29739"/>
                      <a:pt x="245" y="30272"/>
                      <a:pt x="126" y="30849"/>
                    </a:cubicBezTo>
                    <a:cubicBezTo>
                      <a:pt x="93" y="31007"/>
                      <a:pt x="0" y="31231"/>
                      <a:pt x="175" y="31296"/>
                    </a:cubicBezTo>
                    <a:cubicBezTo>
                      <a:pt x="202" y="31307"/>
                      <a:pt x="227" y="31312"/>
                      <a:pt x="250" y="31312"/>
                    </a:cubicBezTo>
                    <a:cubicBezTo>
                      <a:pt x="398" y="31312"/>
                      <a:pt x="452" y="31103"/>
                      <a:pt x="523" y="30980"/>
                    </a:cubicBezTo>
                    <a:cubicBezTo>
                      <a:pt x="648" y="30762"/>
                      <a:pt x="703" y="30506"/>
                      <a:pt x="888" y="30321"/>
                    </a:cubicBezTo>
                    <a:cubicBezTo>
                      <a:pt x="964" y="30370"/>
                      <a:pt x="937" y="30436"/>
                      <a:pt x="937" y="30485"/>
                    </a:cubicBezTo>
                    <a:cubicBezTo>
                      <a:pt x="850" y="31628"/>
                      <a:pt x="1378" y="32543"/>
                      <a:pt x="2009" y="33419"/>
                    </a:cubicBezTo>
                    <a:cubicBezTo>
                      <a:pt x="2052" y="33483"/>
                      <a:pt x="2105" y="33594"/>
                      <a:pt x="2194" y="33594"/>
                    </a:cubicBezTo>
                    <a:cubicBezTo>
                      <a:pt x="2218" y="33594"/>
                      <a:pt x="2246" y="33586"/>
                      <a:pt x="2276" y="33566"/>
                    </a:cubicBezTo>
                    <a:cubicBezTo>
                      <a:pt x="2401" y="33484"/>
                      <a:pt x="2320" y="33348"/>
                      <a:pt x="2265" y="33250"/>
                    </a:cubicBezTo>
                    <a:cubicBezTo>
                      <a:pt x="2140" y="33022"/>
                      <a:pt x="2064" y="32777"/>
                      <a:pt x="1987" y="32532"/>
                    </a:cubicBezTo>
                    <a:cubicBezTo>
                      <a:pt x="1862" y="32287"/>
                      <a:pt x="1879" y="32014"/>
                      <a:pt x="1824" y="31753"/>
                    </a:cubicBezTo>
                    <a:cubicBezTo>
                      <a:pt x="1688" y="32014"/>
                      <a:pt x="1715" y="32287"/>
                      <a:pt x="1759" y="32570"/>
                    </a:cubicBezTo>
                    <a:cubicBezTo>
                      <a:pt x="1536" y="32189"/>
                      <a:pt x="1329" y="31818"/>
                      <a:pt x="1209" y="31394"/>
                    </a:cubicBezTo>
                    <a:cubicBezTo>
                      <a:pt x="1051" y="30817"/>
                      <a:pt x="1078" y="30229"/>
                      <a:pt x="1084" y="29641"/>
                    </a:cubicBezTo>
                    <a:cubicBezTo>
                      <a:pt x="1086" y="29526"/>
                      <a:pt x="1067" y="29485"/>
                      <a:pt x="1032" y="29485"/>
                    </a:cubicBezTo>
                    <a:cubicBezTo>
                      <a:pt x="985" y="29485"/>
                      <a:pt x="908" y="29561"/>
                      <a:pt x="817" y="29630"/>
                    </a:cubicBezTo>
                    <a:cubicBezTo>
                      <a:pt x="1002" y="29194"/>
                      <a:pt x="1138" y="28841"/>
                      <a:pt x="1247" y="28432"/>
                    </a:cubicBezTo>
                    <a:cubicBezTo>
                      <a:pt x="1329" y="28645"/>
                      <a:pt x="1329" y="28846"/>
                      <a:pt x="1487" y="29026"/>
                    </a:cubicBezTo>
                    <a:cubicBezTo>
                      <a:pt x="1465" y="28813"/>
                      <a:pt x="1438" y="28639"/>
                      <a:pt x="1427" y="28470"/>
                    </a:cubicBezTo>
                    <a:cubicBezTo>
                      <a:pt x="1372" y="27670"/>
                      <a:pt x="1688" y="26984"/>
                      <a:pt x="2080" y="26315"/>
                    </a:cubicBezTo>
                    <a:cubicBezTo>
                      <a:pt x="2946" y="24845"/>
                      <a:pt x="4176" y="23794"/>
                      <a:pt x="5728" y="23108"/>
                    </a:cubicBezTo>
                    <a:cubicBezTo>
                      <a:pt x="7372" y="22379"/>
                      <a:pt x="9119" y="22172"/>
                      <a:pt x="10878" y="22063"/>
                    </a:cubicBezTo>
                    <a:cubicBezTo>
                      <a:pt x="12451" y="21970"/>
                      <a:pt x="14008" y="21763"/>
                      <a:pt x="15554" y="21480"/>
                    </a:cubicBezTo>
                    <a:cubicBezTo>
                      <a:pt x="17236" y="21170"/>
                      <a:pt x="18728" y="20457"/>
                      <a:pt x="19931" y="19210"/>
                    </a:cubicBezTo>
                    <a:cubicBezTo>
                      <a:pt x="20611" y="18502"/>
                      <a:pt x="21129" y="17675"/>
                      <a:pt x="21602" y="16815"/>
                    </a:cubicBezTo>
                    <a:cubicBezTo>
                      <a:pt x="22108" y="15955"/>
                      <a:pt x="22451" y="15024"/>
                      <a:pt x="22609" y="14044"/>
                    </a:cubicBezTo>
                    <a:cubicBezTo>
                      <a:pt x="22871" y="12454"/>
                      <a:pt x="22789" y="10875"/>
                      <a:pt x="22419" y="9308"/>
                    </a:cubicBezTo>
                    <a:cubicBezTo>
                      <a:pt x="21896" y="7070"/>
                      <a:pt x="20704" y="5279"/>
                      <a:pt x="18907" y="3864"/>
                    </a:cubicBezTo>
                    <a:cubicBezTo>
                      <a:pt x="17879" y="3052"/>
                      <a:pt x="16730" y="2459"/>
                      <a:pt x="15543" y="1936"/>
                    </a:cubicBezTo>
                    <a:cubicBezTo>
                      <a:pt x="15249" y="1811"/>
                      <a:pt x="15238" y="1784"/>
                      <a:pt x="15499" y="1583"/>
                    </a:cubicBezTo>
                    <a:cubicBezTo>
                      <a:pt x="15848" y="1316"/>
                      <a:pt x="16142" y="995"/>
                      <a:pt x="16349" y="603"/>
                    </a:cubicBezTo>
                    <a:cubicBezTo>
                      <a:pt x="16436" y="434"/>
                      <a:pt x="16561" y="254"/>
                      <a:pt x="16430" y="42"/>
                    </a:cubicBezTo>
                    <a:cubicBezTo>
                      <a:pt x="16382" y="13"/>
                      <a:pt x="16343" y="1"/>
                      <a:pt x="16310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6" name="Google Shape;1556;p33"/>
              <p:cNvSpPr/>
              <p:nvPr/>
            </p:nvSpPr>
            <p:spPr>
              <a:xfrm>
                <a:off x="5516154" y="1920095"/>
                <a:ext cx="391687" cy="498273"/>
              </a:xfrm>
              <a:custGeom>
                <a:rect b="b" l="l" r="r" t="t"/>
                <a:pathLst>
                  <a:path extrusionOk="0" h="8368" w="6578">
                    <a:moveTo>
                      <a:pt x="6427" y="0"/>
                    </a:moveTo>
                    <a:cubicBezTo>
                      <a:pt x="6384" y="0"/>
                      <a:pt x="6338" y="21"/>
                      <a:pt x="6299" y="42"/>
                    </a:cubicBezTo>
                    <a:cubicBezTo>
                      <a:pt x="6000" y="184"/>
                      <a:pt x="5701" y="309"/>
                      <a:pt x="5374" y="374"/>
                    </a:cubicBezTo>
                    <a:cubicBezTo>
                      <a:pt x="5026" y="440"/>
                      <a:pt x="4688" y="559"/>
                      <a:pt x="4383" y="739"/>
                    </a:cubicBezTo>
                    <a:cubicBezTo>
                      <a:pt x="3430" y="1316"/>
                      <a:pt x="2543" y="1991"/>
                      <a:pt x="1585" y="2557"/>
                    </a:cubicBezTo>
                    <a:cubicBezTo>
                      <a:pt x="1465" y="2633"/>
                      <a:pt x="1340" y="2759"/>
                      <a:pt x="1427" y="2944"/>
                    </a:cubicBezTo>
                    <a:cubicBezTo>
                      <a:pt x="1452" y="2959"/>
                      <a:pt x="1480" y="2966"/>
                      <a:pt x="1508" y="2966"/>
                    </a:cubicBezTo>
                    <a:cubicBezTo>
                      <a:pt x="1530" y="2966"/>
                      <a:pt x="1553" y="2962"/>
                      <a:pt x="1574" y="2955"/>
                    </a:cubicBezTo>
                    <a:cubicBezTo>
                      <a:pt x="1615" y="2950"/>
                      <a:pt x="1675" y="2911"/>
                      <a:pt x="1682" y="2911"/>
                    </a:cubicBezTo>
                    <a:cubicBezTo>
                      <a:pt x="1683" y="2911"/>
                      <a:pt x="1683" y="2911"/>
                      <a:pt x="1683" y="2911"/>
                    </a:cubicBezTo>
                    <a:cubicBezTo>
                      <a:pt x="1574" y="3368"/>
                      <a:pt x="1612" y="3896"/>
                      <a:pt x="1079" y="4152"/>
                    </a:cubicBezTo>
                    <a:cubicBezTo>
                      <a:pt x="921" y="4229"/>
                      <a:pt x="834" y="4376"/>
                      <a:pt x="834" y="4555"/>
                    </a:cubicBezTo>
                    <a:cubicBezTo>
                      <a:pt x="839" y="5062"/>
                      <a:pt x="796" y="5573"/>
                      <a:pt x="866" y="6074"/>
                    </a:cubicBezTo>
                    <a:cubicBezTo>
                      <a:pt x="899" y="6270"/>
                      <a:pt x="943" y="6471"/>
                      <a:pt x="855" y="6667"/>
                    </a:cubicBezTo>
                    <a:cubicBezTo>
                      <a:pt x="834" y="6716"/>
                      <a:pt x="806" y="6765"/>
                      <a:pt x="785" y="6814"/>
                    </a:cubicBezTo>
                    <a:cubicBezTo>
                      <a:pt x="817" y="7043"/>
                      <a:pt x="632" y="7168"/>
                      <a:pt x="534" y="7332"/>
                    </a:cubicBezTo>
                    <a:cubicBezTo>
                      <a:pt x="355" y="7626"/>
                      <a:pt x="55" y="7849"/>
                      <a:pt x="1" y="8219"/>
                    </a:cubicBezTo>
                    <a:cubicBezTo>
                      <a:pt x="123" y="8320"/>
                      <a:pt x="255" y="8367"/>
                      <a:pt x="381" y="8367"/>
                    </a:cubicBezTo>
                    <a:cubicBezTo>
                      <a:pt x="514" y="8367"/>
                      <a:pt x="640" y="8314"/>
                      <a:pt x="741" y="8214"/>
                    </a:cubicBezTo>
                    <a:cubicBezTo>
                      <a:pt x="1100" y="7860"/>
                      <a:pt x="1411" y="7462"/>
                      <a:pt x="1650" y="7005"/>
                    </a:cubicBezTo>
                    <a:cubicBezTo>
                      <a:pt x="1824" y="6678"/>
                      <a:pt x="1569" y="6090"/>
                      <a:pt x="2200" y="6020"/>
                    </a:cubicBezTo>
                    <a:cubicBezTo>
                      <a:pt x="2216" y="6020"/>
                      <a:pt x="2227" y="5960"/>
                      <a:pt x="2249" y="5933"/>
                    </a:cubicBezTo>
                    <a:cubicBezTo>
                      <a:pt x="2298" y="5889"/>
                      <a:pt x="2255" y="5780"/>
                      <a:pt x="2358" y="5775"/>
                    </a:cubicBezTo>
                    <a:cubicBezTo>
                      <a:pt x="2897" y="5758"/>
                      <a:pt x="2968" y="5317"/>
                      <a:pt x="3038" y="4942"/>
                    </a:cubicBezTo>
                    <a:cubicBezTo>
                      <a:pt x="3098" y="4649"/>
                      <a:pt x="3188" y="4476"/>
                      <a:pt x="3441" y="4476"/>
                    </a:cubicBezTo>
                    <a:cubicBezTo>
                      <a:pt x="3489" y="4476"/>
                      <a:pt x="3543" y="4482"/>
                      <a:pt x="3605" y="4495"/>
                    </a:cubicBezTo>
                    <a:cubicBezTo>
                      <a:pt x="3649" y="4505"/>
                      <a:pt x="3691" y="4510"/>
                      <a:pt x="3727" y="4510"/>
                    </a:cubicBezTo>
                    <a:cubicBezTo>
                      <a:pt x="3883" y="4510"/>
                      <a:pt x="3960" y="4420"/>
                      <a:pt x="3899" y="4196"/>
                    </a:cubicBezTo>
                    <a:cubicBezTo>
                      <a:pt x="3850" y="3896"/>
                      <a:pt x="3583" y="3668"/>
                      <a:pt x="3610" y="3341"/>
                    </a:cubicBezTo>
                    <a:cubicBezTo>
                      <a:pt x="3665" y="3251"/>
                      <a:pt x="3733" y="3224"/>
                      <a:pt x="3804" y="3224"/>
                    </a:cubicBezTo>
                    <a:cubicBezTo>
                      <a:pt x="3875" y="3224"/>
                      <a:pt x="3950" y="3251"/>
                      <a:pt x="4018" y="3270"/>
                    </a:cubicBezTo>
                    <a:cubicBezTo>
                      <a:pt x="4258" y="3336"/>
                      <a:pt x="4492" y="3407"/>
                      <a:pt x="4721" y="3505"/>
                    </a:cubicBezTo>
                    <a:cubicBezTo>
                      <a:pt x="4862" y="3567"/>
                      <a:pt x="5008" y="3630"/>
                      <a:pt x="5174" y="3630"/>
                    </a:cubicBezTo>
                    <a:cubicBezTo>
                      <a:pt x="5181" y="3630"/>
                      <a:pt x="5187" y="3630"/>
                      <a:pt x="5194" y="3630"/>
                    </a:cubicBezTo>
                    <a:cubicBezTo>
                      <a:pt x="5265" y="3624"/>
                      <a:pt x="5341" y="3619"/>
                      <a:pt x="5374" y="3543"/>
                    </a:cubicBezTo>
                    <a:cubicBezTo>
                      <a:pt x="5407" y="3461"/>
                      <a:pt x="5347" y="3412"/>
                      <a:pt x="5287" y="3379"/>
                    </a:cubicBezTo>
                    <a:cubicBezTo>
                      <a:pt x="4655" y="2998"/>
                      <a:pt x="4073" y="2535"/>
                      <a:pt x="3349" y="2329"/>
                    </a:cubicBezTo>
                    <a:cubicBezTo>
                      <a:pt x="3360" y="2301"/>
                      <a:pt x="3398" y="2301"/>
                      <a:pt x="3409" y="2274"/>
                    </a:cubicBezTo>
                    <a:cubicBezTo>
                      <a:pt x="3430" y="2231"/>
                      <a:pt x="3452" y="2193"/>
                      <a:pt x="3474" y="2149"/>
                    </a:cubicBezTo>
                    <a:cubicBezTo>
                      <a:pt x="3425" y="1986"/>
                      <a:pt x="3577" y="1986"/>
                      <a:pt x="3659" y="1948"/>
                    </a:cubicBezTo>
                    <a:cubicBezTo>
                      <a:pt x="4013" y="1790"/>
                      <a:pt x="4383" y="1675"/>
                      <a:pt x="4753" y="1561"/>
                    </a:cubicBezTo>
                    <a:cubicBezTo>
                      <a:pt x="5488" y="1343"/>
                      <a:pt x="6016" y="859"/>
                      <a:pt x="6468" y="276"/>
                    </a:cubicBezTo>
                    <a:cubicBezTo>
                      <a:pt x="6517" y="205"/>
                      <a:pt x="6577" y="135"/>
                      <a:pt x="6523" y="53"/>
                    </a:cubicBezTo>
                    <a:cubicBezTo>
                      <a:pt x="6496" y="14"/>
                      <a:pt x="6462" y="0"/>
                      <a:pt x="6427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7" name="Google Shape;1557;p33"/>
              <p:cNvSpPr/>
              <p:nvPr/>
            </p:nvSpPr>
            <p:spPr>
              <a:xfrm>
                <a:off x="6052010" y="2714859"/>
                <a:ext cx="1399784" cy="1632843"/>
              </a:xfrm>
              <a:custGeom>
                <a:rect b="b" l="l" r="r" t="t"/>
                <a:pathLst>
                  <a:path extrusionOk="0" h="27422" w="23508">
                    <a:moveTo>
                      <a:pt x="18744" y="0"/>
                    </a:moveTo>
                    <a:cubicBezTo>
                      <a:pt x="18782" y="87"/>
                      <a:pt x="18804" y="136"/>
                      <a:pt x="18821" y="191"/>
                    </a:cubicBezTo>
                    <a:cubicBezTo>
                      <a:pt x="19006" y="485"/>
                      <a:pt x="19365" y="594"/>
                      <a:pt x="19561" y="860"/>
                    </a:cubicBezTo>
                    <a:cubicBezTo>
                      <a:pt x="19806" y="1203"/>
                      <a:pt x="20018" y="1574"/>
                      <a:pt x="20236" y="1933"/>
                    </a:cubicBezTo>
                    <a:cubicBezTo>
                      <a:pt x="21532" y="4061"/>
                      <a:pt x="22479" y="6321"/>
                      <a:pt x="22865" y="8792"/>
                    </a:cubicBezTo>
                    <a:cubicBezTo>
                      <a:pt x="23083" y="10197"/>
                      <a:pt x="23219" y="11607"/>
                      <a:pt x="23148" y="13033"/>
                    </a:cubicBezTo>
                    <a:cubicBezTo>
                      <a:pt x="23051" y="15042"/>
                      <a:pt x="22582" y="16920"/>
                      <a:pt x="21581" y="18679"/>
                    </a:cubicBezTo>
                    <a:cubicBezTo>
                      <a:pt x="20497" y="20573"/>
                      <a:pt x="19169" y="22223"/>
                      <a:pt x="17247" y="23317"/>
                    </a:cubicBezTo>
                    <a:cubicBezTo>
                      <a:pt x="15418" y="24362"/>
                      <a:pt x="13426" y="24896"/>
                      <a:pt x="11330" y="24950"/>
                    </a:cubicBezTo>
                    <a:cubicBezTo>
                      <a:pt x="9370" y="24999"/>
                      <a:pt x="7404" y="24928"/>
                      <a:pt x="5461" y="25315"/>
                    </a:cubicBezTo>
                    <a:cubicBezTo>
                      <a:pt x="4095" y="25581"/>
                      <a:pt x="2712" y="25788"/>
                      <a:pt x="1432" y="26398"/>
                    </a:cubicBezTo>
                    <a:cubicBezTo>
                      <a:pt x="926" y="26643"/>
                      <a:pt x="463" y="26942"/>
                      <a:pt x="1" y="27422"/>
                    </a:cubicBezTo>
                    <a:cubicBezTo>
                      <a:pt x="158" y="27351"/>
                      <a:pt x="218" y="27329"/>
                      <a:pt x="284" y="27302"/>
                    </a:cubicBezTo>
                    <a:cubicBezTo>
                      <a:pt x="708" y="27013"/>
                      <a:pt x="1133" y="26725"/>
                      <a:pt x="1617" y="26540"/>
                    </a:cubicBezTo>
                    <a:cubicBezTo>
                      <a:pt x="2706" y="26131"/>
                      <a:pt x="3828" y="25886"/>
                      <a:pt x="4976" y="25690"/>
                    </a:cubicBezTo>
                    <a:cubicBezTo>
                      <a:pt x="6363" y="25453"/>
                      <a:pt x="7753" y="25240"/>
                      <a:pt x="9154" y="25240"/>
                    </a:cubicBezTo>
                    <a:cubicBezTo>
                      <a:pt x="9360" y="25240"/>
                      <a:pt x="9566" y="25245"/>
                      <a:pt x="9773" y="25255"/>
                    </a:cubicBezTo>
                    <a:cubicBezTo>
                      <a:pt x="10019" y="25267"/>
                      <a:pt x="10265" y="25273"/>
                      <a:pt x="10510" y="25273"/>
                    </a:cubicBezTo>
                    <a:cubicBezTo>
                      <a:pt x="11549" y="25273"/>
                      <a:pt x="12577" y="25163"/>
                      <a:pt x="13594" y="24961"/>
                    </a:cubicBezTo>
                    <a:cubicBezTo>
                      <a:pt x="16327" y="24416"/>
                      <a:pt x="18674" y="23202"/>
                      <a:pt x="20405" y="20949"/>
                    </a:cubicBezTo>
                    <a:cubicBezTo>
                      <a:pt x="22022" y="18836"/>
                      <a:pt x="23165" y="16539"/>
                      <a:pt x="23372" y="13822"/>
                    </a:cubicBezTo>
                    <a:cubicBezTo>
                      <a:pt x="23508" y="12026"/>
                      <a:pt x="23377" y="10257"/>
                      <a:pt x="23105" y="8482"/>
                    </a:cubicBezTo>
                    <a:cubicBezTo>
                      <a:pt x="22936" y="7404"/>
                      <a:pt x="22561" y="6381"/>
                      <a:pt x="22201" y="5357"/>
                    </a:cubicBezTo>
                    <a:cubicBezTo>
                      <a:pt x="21613" y="3664"/>
                      <a:pt x="20808" y="2085"/>
                      <a:pt x="19632" y="713"/>
                    </a:cubicBezTo>
                    <a:cubicBezTo>
                      <a:pt x="19392" y="436"/>
                      <a:pt x="19158" y="131"/>
                      <a:pt x="18744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8" name="Google Shape;1558;p33"/>
              <p:cNvSpPr/>
              <p:nvPr/>
            </p:nvSpPr>
            <p:spPr>
              <a:xfrm>
                <a:off x="5715872" y="-494325"/>
                <a:ext cx="1325531" cy="1313801"/>
              </a:xfrm>
              <a:custGeom>
                <a:rect b="b" l="l" r="r" t="t"/>
                <a:pathLst>
                  <a:path extrusionOk="0" h="22064" w="22261">
                    <a:moveTo>
                      <a:pt x="22032" y="0"/>
                    </a:moveTo>
                    <a:cubicBezTo>
                      <a:pt x="21945" y="0"/>
                      <a:pt x="21889" y="98"/>
                      <a:pt x="21847" y="179"/>
                    </a:cubicBezTo>
                    <a:cubicBezTo>
                      <a:pt x="21433" y="957"/>
                      <a:pt x="20840" y="1567"/>
                      <a:pt x="20241" y="2209"/>
                    </a:cubicBezTo>
                    <a:cubicBezTo>
                      <a:pt x="19697" y="2792"/>
                      <a:pt x="19130" y="3325"/>
                      <a:pt x="18499" y="3821"/>
                    </a:cubicBezTo>
                    <a:cubicBezTo>
                      <a:pt x="17688" y="4452"/>
                      <a:pt x="16811" y="4958"/>
                      <a:pt x="15929" y="5476"/>
                    </a:cubicBezTo>
                    <a:cubicBezTo>
                      <a:pt x="14977" y="6031"/>
                      <a:pt x="14073" y="6684"/>
                      <a:pt x="13305" y="7473"/>
                    </a:cubicBezTo>
                    <a:cubicBezTo>
                      <a:pt x="12124" y="8687"/>
                      <a:pt x="11182" y="10108"/>
                      <a:pt x="10186" y="11475"/>
                    </a:cubicBezTo>
                    <a:cubicBezTo>
                      <a:pt x="8939" y="13173"/>
                      <a:pt x="7453" y="14654"/>
                      <a:pt x="5918" y="16075"/>
                    </a:cubicBezTo>
                    <a:cubicBezTo>
                      <a:pt x="4257" y="17605"/>
                      <a:pt x="2412" y="18922"/>
                      <a:pt x="746" y="20446"/>
                    </a:cubicBezTo>
                    <a:cubicBezTo>
                      <a:pt x="496" y="20675"/>
                      <a:pt x="294" y="20926"/>
                      <a:pt x="185" y="21247"/>
                    </a:cubicBezTo>
                    <a:cubicBezTo>
                      <a:pt x="185" y="21524"/>
                      <a:pt x="44" y="21769"/>
                      <a:pt x="0" y="22063"/>
                    </a:cubicBezTo>
                    <a:cubicBezTo>
                      <a:pt x="49" y="22031"/>
                      <a:pt x="71" y="22025"/>
                      <a:pt x="82" y="22009"/>
                    </a:cubicBezTo>
                    <a:cubicBezTo>
                      <a:pt x="115" y="21971"/>
                      <a:pt x="147" y="21933"/>
                      <a:pt x="158" y="21889"/>
                    </a:cubicBezTo>
                    <a:cubicBezTo>
                      <a:pt x="349" y="21132"/>
                      <a:pt x="871" y="20664"/>
                      <a:pt x="1432" y="20147"/>
                    </a:cubicBezTo>
                    <a:cubicBezTo>
                      <a:pt x="2210" y="19428"/>
                      <a:pt x="3087" y="18830"/>
                      <a:pt x="3882" y="18133"/>
                    </a:cubicBezTo>
                    <a:cubicBezTo>
                      <a:pt x="4932" y="17224"/>
                      <a:pt x="6054" y="16396"/>
                      <a:pt x="7034" y="15411"/>
                    </a:cubicBezTo>
                    <a:cubicBezTo>
                      <a:pt x="8455" y="13968"/>
                      <a:pt x="9810" y="12466"/>
                      <a:pt x="11030" y="10843"/>
                    </a:cubicBezTo>
                    <a:cubicBezTo>
                      <a:pt x="11585" y="10114"/>
                      <a:pt x="11999" y="9281"/>
                      <a:pt x="12657" y="8628"/>
                    </a:cubicBezTo>
                    <a:cubicBezTo>
                      <a:pt x="13098" y="8187"/>
                      <a:pt x="13392" y="7615"/>
                      <a:pt x="13910" y="7245"/>
                    </a:cubicBezTo>
                    <a:cubicBezTo>
                      <a:pt x="14982" y="6466"/>
                      <a:pt x="15984" y="5584"/>
                      <a:pt x="17214" y="5035"/>
                    </a:cubicBezTo>
                    <a:cubicBezTo>
                      <a:pt x="17846" y="4751"/>
                      <a:pt x="18281" y="4185"/>
                      <a:pt x="18869" y="3842"/>
                    </a:cubicBezTo>
                    <a:cubicBezTo>
                      <a:pt x="19375" y="3548"/>
                      <a:pt x="19822" y="3205"/>
                      <a:pt x="20148" y="2705"/>
                    </a:cubicBezTo>
                    <a:cubicBezTo>
                      <a:pt x="20372" y="2356"/>
                      <a:pt x="20671" y="2106"/>
                      <a:pt x="20894" y="2008"/>
                    </a:cubicBezTo>
                    <a:lnTo>
                      <a:pt x="20894" y="2008"/>
                    </a:lnTo>
                    <a:cubicBezTo>
                      <a:pt x="20491" y="3211"/>
                      <a:pt x="19392" y="3842"/>
                      <a:pt x="18581" y="4724"/>
                    </a:cubicBezTo>
                    <a:cubicBezTo>
                      <a:pt x="19147" y="4359"/>
                      <a:pt x="19631" y="3886"/>
                      <a:pt x="20214" y="3554"/>
                    </a:cubicBezTo>
                    <a:cubicBezTo>
                      <a:pt x="20306" y="3380"/>
                      <a:pt x="20486" y="3276"/>
                      <a:pt x="20589" y="3096"/>
                    </a:cubicBezTo>
                    <a:cubicBezTo>
                      <a:pt x="21112" y="2187"/>
                      <a:pt x="21749" y="1344"/>
                      <a:pt x="22097" y="336"/>
                    </a:cubicBezTo>
                    <a:cubicBezTo>
                      <a:pt x="22130" y="238"/>
                      <a:pt x="22261" y="113"/>
                      <a:pt x="22114" y="26"/>
                    </a:cubicBezTo>
                    <a:cubicBezTo>
                      <a:pt x="22084" y="8"/>
                      <a:pt x="22057" y="0"/>
                      <a:pt x="22032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p33"/>
              <p:cNvSpPr/>
              <p:nvPr/>
            </p:nvSpPr>
            <p:spPr>
              <a:xfrm>
                <a:off x="6105840" y="2574091"/>
                <a:ext cx="427652" cy="270453"/>
              </a:xfrm>
              <a:custGeom>
                <a:rect b="b" l="l" r="r" t="t"/>
                <a:pathLst>
                  <a:path extrusionOk="0" h="4542" w="7182">
                    <a:moveTo>
                      <a:pt x="1595" y="4169"/>
                    </a:moveTo>
                    <a:cubicBezTo>
                      <a:pt x="1727" y="4174"/>
                      <a:pt x="1861" y="4174"/>
                      <a:pt x="1987" y="4199"/>
                    </a:cubicBezTo>
                    <a:cubicBezTo>
                      <a:pt x="2012" y="4204"/>
                      <a:pt x="2037" y="4210"/>
                      <a:pt x="2063" y="4216"/>
                    </a:cubicBezTo>
                    <a:lnTo>
                      <a:pt x="2063" y="4216"/>
                    </a:lnTo>
                    <a:cubicBezTo>
                      <a:pt x="1907" y="4201"/>
                      <a:pt x="1750" y="4186"/>
                      <a:pt x="1595" y="4169"/>
                    </a:cubicBezTo>
                    <a:close/>
                    <a:moveTo>
                      <a:pt x="2573" y="4168"/>
                    </a:moveTo>
                    <a:cubicBezTo>
                      <a:pt x="2579" y="4168"/>
                      <a:pt x="2602" y="4208"/>
                      <a:pt x="2564" y="4221"/>
                    </a:cubicBezTo>
                    <a:cubicBezTo>
                      <a:pt x="2535" y="4250"/>
                      <a:pt x="2497" y="4257"/>
                      <a:pt x="2458" y="4257"/>
                    </a:cubicBezTo>
                    <a:cubicBezTo>
                      <a:pt x="2451" y="4257"/>
                      <a:pt x="2444" y="4257"/>
                      <a:pt x="2437" y="4256"/>
                    </a:cubicBezTo>
                    <a:lnTo>
                      <a:pt x="2437" y="4256"/>
                    </a:lnTo>
                    <a:cubicBezTo>
                      <a:pt x="2480" y="4248"/>
                      <a:pt x="2523" y="4234"/>
                      <a:pt x="2564" y="4210"/>
                    </a:cubicBezTo>
                    <a:cubicBezTo>
                      <a:pt x="2575" y="4204"/>
                      <a:pt x="2581" y="4199"/>
                      <a:pt x="2575" y="4183"/>
                    </a:cubicBezTo>
                    <a:cubicBezTo>
                      <a:pt x="2571" y="4172"/>
                      <a:pt x="2572" y="4168"/>
                      <a:pt x="2573" y="4168"/>
                    </a:cubicBezTo>
                    <a:close/>
                    <a:moveTo>
                      <a:pt x="6766" y="1"/>
                    </a:moveTo>
                    <a:cubicBezTo>
                      <a:pt x="6714" y="1"/>
                      <a:pt x="6657" y="5"/>
                      <a:pt x="6593" y="12"/>
                    </a:cubicBezTo>
                    <a:cubicBezTo>
                      <a:pt x="5684" y="121"/>
                      <a:pt x="4851" y="437"/>
                      <a:pt x="4072" y="922"/>
                    </a:cubicBezTo>
                    <a:cubicBezTo>
                      <a:pt x="3234" y="1444"/>
                      <a:pt x="2559" y="2152"/>
                      <a:pt x="1857" y="2816"/>
                    </a:cubicBezTo>
                    <a:cubicBezTo>
                      <a:pt x="1514" y="3143"/>
                      <a:pt x="1187" y="3513"/>
                      <a:pt x="991" y="3959"/>
                    </a:cubicBezTo>
                    <a:cubicBezTo>
                      <a:pt x="1089" y="4057"/>
                      <a:pt x="1198" y="4108"/>
                      <a:pt x="1313" y="4136"/>
                    </a:cubicBezTo>
                    <a:lnTo>
                      <a:pt x="1313" y="4136"/>
                    </a:lnTo>
                    <a:cubicBezTo>
                      <a:pt x="1040" y="4100"/>
                      <a:pt x="769" y="4054"/>
                      <a:pt x="501" y="3981"/>
                    </a:cubicBezTo>
                    <a:cubicBezTo>
                      <a:pt x="401" y="3951"/>
                      <a:pt x="299" y="3905"/>
                      <a:pt x="196" y="3905"/>
                    </a:cubicBezTo>
                    <a:cubicBezTo>
                      <a:pt x="131" y="3905"/>
                      <a:pt x="66" y="3923"/>
                      <a:pt x="0" y="3976"/>
                    </a:cubicBezTo>
                    <a:cubicBezTo>
                      <a:pt x="403" y="4209"/>
                      <a:pt x="821" y="4395"/>
                      <a:pt x="1294" y="4395"/>
                    </a:cubicBezTo>
                    <a:cubicBezTo>
                      <a:pt x="1307" y="4395"/>
                      <a:pt x="1321" y="4395"/>
                      <a:pt x="1334" y="4395"/>
                    </a:cubicBezTo>
                    <a:cubicBezTo>
                      <a:pt x="1495" y="4392"/>
                      <a:pt x="1654" y="4387"/>
                      <a:pt x="1812" y="4387"/>
                    </a:cubicBezTo>
                    <a:cubicBezTo>
                      <a:pt x="1944" y="4387"/>
                      <a:pt x="2074" y="4390"/>
                      <a:pt x="2205" y="4400"/>
                    </a:cubicBezTo>
                    <a:cubicBezTo>
                      <a:pt x="2537" y="4422"/>
                      <a:pt x="2869" y="4427"/>
                      <a:pt x="3191" y="4542"/>
                    </a:cubicBezTo>
                    <a:cubicBezTo>
                      <a:pt x="3327" y="4498"/>
                      <a:pt x="3332" y="4368"/>
                      <a:pt x="3376" y="4264"/>
                    </a:cubicBezTo>
                    <a:cubicBezTo>
                      <a:pt x="3773" y="3262"/>
                      <a:pt x="4312" y="2370"/>
                      <a:pt x="5210" y="1733"/>
                    </a:cubicBezTo>
                    <a:cubicBezTo>
                      <a:pt x="5412" y="1591"/>
                      <a:pt x="5559" y="1384"/>
                      <a:pt x="5722" y="1199"/>
                    </a:cubicBezTo>
                    <a:cubicBezTo>
                      <a:pt x="6087" y="791"/>
                      <a:pt x="6490" y="437"/>
                      <a:pt x="7083" y="432"/>
                    </a:cubicBezTo>
                    <a:cubicBezTo>
                      <a:pt x="7181" y="142"/>
                      <a:pt x="7079" y="1"/>
                      <a:pt x="6766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0" name="Google Shape;1560;p33"/>
              <p:cNvSpPr/>
              <p:nvPr/>
            </p:nvSpPr>
            <p:spPr>
              <a:xfrm>
                <a:off x="6234222" y="3480266"/>
                <a:ext cx="232464" cy="299035"/>
              </a:xfrm>
              <a:custGeom>
                <a:rect b="b" l="l" r="r" t="t"/>
                <a:pathLst>
                  <a:path extrusionOk="0" h="5022" w="3904">
                    <a:moveTo>
                      <a:pt x="3622" y="1"/>
                    </a:moveTo>
                    <a:cubicBezTo>
                      <a:pt x="3496" y="1"/>
                      <a:pt x="3369" y="152"/>
                      <a:pt x="3267" y="250"/>
                    </a:cubicBezTo>
                    <a:cubicBezTo>
                      <a:pt x="2232" y="1230"/>
                      <a:pt x="1225" y="2242"/>
                      <a:pt x="392" y="3407"/>
                    </a:cubicBezTo>
                    <a:cubicBezTo>
                      <a:pt x="0" y="3957"/>
                      <a:pt x="60" y="4453"/>
                      <a:pt x="561" y="4904"/>
                    </a:cubicBezTo>
                    <a:cubicBezTo>
                      <a:pt x="636" y="4971"/>
                      <a:pt x="716" y="5021"/>
                      <a:pt x="806" y="5021"/>
                    </a:cubicBezTo>
                    <a:cubicBezTo>
                      <a:pt x="841" y="5021"/>
                      <a:pt x="877" y="5014"/>
                      <a:pt x="915" y="4997"/>
                    </a:cubicBezTo>
                    <a:cubicBezTo>
                      <a:pt x="1035" y="4937"/>
                      <a:pt x="1007" y="4823"/>
                      <a:pt x="1002" y="4714"/>
                    </a:cubicBezTo>
                    <a:cubicBezTo>
                      <a:pt x="996" y="4616"/>
                      <a:pt x="969" y="4518"/>
                      <a:pt x="991" y="4409"/>
                    </a:cubicBezTo>
                    <a:lnTo>
                      <a:pt x="991" y="4409"/>
                    </a:lnTo>
                    <a:cubicBezTo>
                      <a:pt x="1125" y="4836"/>
                      <a:pt x="1243" y="4993"/>
                      <a:pt x="1525" y="4993"/>
                    </a:cubicBezTo>
                    <a:cubicBezTo>
                      <a:pt x="1610" y="4993"/>
                      <a:pt x="1710" y="4979"/>
                      <a:pt x="1829" y="4953"/>
                    </a:cubicBezTo>
                    <a:cubicBezTo>
                      <a:pt x="2042" y="4910"/>
                      <a:pt x="2249" y="4850"/>
                      <a:pt x="2428" y="4736"/>
                    </a:cubicBezTo>
                    <a:cubicBezTo>
                      <a:pt x="2473" y="4707"/>
                      <a:pt x="2514" y="4689"/>
                      <a:pt x="2552" y="4689"/>
                    </a:cubicBezTo>
                    <a:cubicBezTo>
                      <a:pt x="2593" y="4689"/>
                      <a:pt x="2631" y="4710"/>
                      <a:pt x="2668" y="4757"/>
                    </a:cubicBezTo>
                    <a:cubicBezTo>
                      <a:pt x="2782" y="4556"/>
                      <a:pt x="2733" y="4322"/>
                      <a:pt x="2809" y="4115"/>
                    </a:cubicBezTo>
                    <a:cubicBezTo>
                      <a:pt x="2793" y="4112"/>
                      <a:pt x="2777" y="4111"/>
                      <a:pt x="2761" y="4111"/>
                    </a:cubicBezTo>
                    <a:cubicBezTo>
                      <a:pt x="2561" y="4111"/>
                      <a:pt x="2435" y="4323"/>
                      <a:pt x="2238" y="4333"/>
                    </a:cubicBezTo>
                    <a:cubicBezTo>
                      <a:pt x="2213" y="4334"/>
                      <a:pt x="2188" y="4335"/>
                      <a:pt x="2165" y="4335"/>
                    </a:cubicBezTo>
                    <a:cubicBezTo>
                      <a:pt x="2080" y="4335"/>
                      <a:pt x="2006" y="4320"/>
                      <a:pt x="1955" y="4235"/>
                    </a:cubicBezTo>
                    <a:cubicBezTo>
                      <a:pt x="1889" y="4126"/>
                      <a:pt x="1933" y="4033"/>
                      <a:pt x="2020" y="3952"/>
                    </a:cubicBezTo>
                    <a:cubicBezTo>
                      <a:pt x="2074" y="3903"/>
                      <a:pt x="2140" y="3865"/>
                      <a:pt x="2210" y="3832"/>
                    </a:cubicBezTo>
                    <a:lnTo>
                      <a:pt x="2210" y="3832"/>
                    </a:lnTo>
                    <a:cubicBezTo>
                      <a:pt x="2172" y="3925"/>
                      <a:pt x="2031" y="3995"/>
                      <a:pt x="2118" y="4110"/>
                    </a:cubicBezTo>
                    <a:cubicBezTo>
                      <a:pt x="2151" y="4154"/>
                      <a:pt x="2191" y="4169"/>
                      <a:pt x="2235" y="4169"/>
                    </a:cubicBezTo>
                    <a:cubicBezTo>
                      <a:pt x="2293" y="4169"/>
                      <a:pt x="2356" y="4142"/>
                      <a:pt x="2412" y="4121"/>
                    </a:cubicBezTo>
                    <a:cubicBezTo>
                      <a:pt x="2608" y="4039"/>
                      <a:pt x="2809" y="3974"/>
                      <a:pt x="2962" y="3816"/>
                    </a:cubicBezTo>
                    <a:cubicBezTo>
                      <a:pt x="2951" y="3641"/>
                      <a:pt x="3054" y="3494"/>
                      <a:pt x="3092" y="3331"/>
                    </a:cubicBezTo>
                    <a:cubicBezTo>
                      <a:pt x="2994" y="3108"/>
                      <a:pt x="3256" y="3005"/>
                      <a:pt x="3256" y="2787"/>
                    </a:cubicBezTo>
                    <a:cubicBezTo>
                      <a:pt x="3272" y="2019"/>
                      <a:pt x="3506" y="1284"/>
                      <a:pt x="3702" y="544"/>
                    </a:cubicBezTo>
                    <a:cubicBezTo>
                      <a:pt x="3746" y="370"/>
                      <a:pt x="3903" y="146"/>
                      <a:pt x="3708" y="27"/>
                    </a:cubicBezTo>
                    <a:cubicBezTo>
                      <a:pt x="3679" y="8"/>
                      <a:pt x="3651" y="1"/>
                      <a:pt x="3622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1" name="Google Shape;1561;p33"/>
              <p:cNvSpPr/>
              <p:nvPr/>
            </p:nvSpPr>
            <p:spPr>
              <a:xfrm>
                <a:off x="5991750" y="2013464"/>
                <a:ext cx="169227" cy="452542"/>
              </a:xfrm>
              <a:custGeom>
                <a:rect b="b" l="l" r="r" t="t"/>
                <a:pathLst>
                  <a:path extrusionOk="0" h="7600" w="2842">
                    <a:moveTo>
                      <a:pt x="941" y="0"/>
                    </a:moveTo>
                    <a:cubicBezTo>
                      <a:pt x="915" y="0"/>
                      <a:pt x="888" y="11"/>
                      <a:pt x="860" y="37"/>
                    </a:cubicBezTo>
                    <a:cubicBezTo>
                      <a:pt x="779" y="118"/>
                      <a:pt x="871" y="211"/>
                      <a:pt x="920" y="292"/>
                    </a:cubicBezTo>
                    <a:cubicBezTo>
                      <a:pt x="1013" y="450"/>
                      <a:pt x="1116" y="608"/>
                      <a:pt x="1274" y="782"/>
                    </a:cubicBezTo>
                    <a:cubicBezTo>
                      <a:pt x="1215" y="731"/>
                      <a:pt x="1170" y="706"/>
                      <a:pt x="1127" y="706"/>
                    </a:cubicBezTo>
                    <a:cubicBezTo>
                      <a:pt x="1111" y="706"/>
                      <a:pt x="1095" y="710"/>
                      <a:pt x="1078" y="717"/>
                    </a:cubicBezTo>
                    <a:cubicBezTo>
                      <a:pt x="1045" y="875"/>
                      <a:pt x="1268" y="984"/>
                      <a:pt x="1154" y="1174"/>
                    </a:cubicBezTo>
                    <a:cubicBezTo>
                      <a:pt x="528" y="2198"/>
                      <a:pt x="272" y="3336"/>
                      <a:pt x="147" y="4512"/>
                    </a:cubicBezTo>
                    <a:cubicBezTo>
                      <a:pt x="44" y="5459"/>
                      <a:pt x="0" y="6395"/>
                      <a:pt x="365" y="7315"/>
                    </a:cubicBezTo>
                    <a:cubicBezTo>
                      <a:pt x="442" y="7508"/>
                      <a:pt x="517" y="7599"/>
                      <a:pt x="628" y="7599"/>
                    </a:cubicBezTo>
                    <a:cubicBezTo>
                      <a:pt x="690" y="7599"/>
                      <a:pt x="763" y="7571"/>
                      <a:pt x="855" y="7517"/>
                    </a:cubicBezTo>
                    <a:cubicBezTo>
                      <a:pt x="838" y="7141"/>
                      <a:pt x="893" y="6744"/>
                      <a:pt x="550" y="6455"/>
                    </a:cubicBezTo>
                    <a:cubicBezTo>
                      <a:pt x="430" y="6352"/>
                      <a:pt x="397" y="6199"/>
                      <a:pt x="387" y="6041"/>
                    </a:cubicBezTo>
                    <a:cubicBezTo>
                      <a:pt x="343" y="5497"/>
                      <a:pt x="599" y="5072"/>
                      <a:pt x="953" y="4593"/>
                    </a:cubicBezTo>
                    <a:lnTo>
                      <a:pt x="953" y="4593"/>
                    </a:lnTo>
                    <a:cubicBezTo>
                      <a:pt x="779" y="4942"/>
                      <a:pt x="626" y="5208"/>
                      <a:pt x="512" y="5497"/>
                    </a:cubicBezTo>
                    <a:cubicBezTo>
                      <a:pt x="419" y="5731"/>
                      <a:pt x="387" y="5976"/>
                      <a:pt x="474" y="6221"/>
                    </a:cubicBezTo>
                    <a:cubicBezTo>
                      <a:pt x="506" y="6319"/>
                      <a:pt x="544" y="6444"/>
                      <a:pt x="670" y="6444"/>
                    </a:cubicBezTo>
                    <a:cubicBezTo>
                      <a:pt x="806" y="6439"/>
                      <a:pt x="800" y="6297"/>
                      <a:pt x="822" y="6199"/>
                    </a:cubicBezTo>
                    <a:cubicBezTo>
                      <a:pt x="893" y="5840"/>
                      <a:pt x="1002" y="5497"/>
                      <a:pt x="1181" y="5176"/>
                    </a:cubicBezTo>
                    <a:cubicBezTo>
                      <a:pt x="1535" y="4533"/>
                      <a:pt x="1916" y="3918"/>
                      <a:pt x="2395" y="3363"/>
                    </a:cubicBezTo>
                    <a:cubicBezTo>
                      <a:pt x="2651" y="3063"/>
                      <a:pt x="2640" y="2987"/>
                      <a:pt x="2368" y="2704"/>
                    </a:cubicBezTo>
                    <a:cubicBezTo>
                      <a:pt x="2167" y="2492"/>
                      <a:pt x="2009" y="2252"/>
                      <a:pt x="1895" y="1986"/>
                    </a:cubicBezTo>
                    <a:lnTo>
                      <a:pt x="1895" y="1986"/>
                    </a:lnTo>
                    <a:cubicBezTo>
                      <a:pt x="2101" y="2230"/>
                      <a:pt x="2254" y="2508"/>
                      <a:pt x="2477" y="2742"/>
                    </a:cubicBezTo>
                    <a:cubicBezTo>
                      <a:pt x="2549" y="2819"/>
                      <a:pt x="2608" y="2857"/>
                      <a:pt x="2659" y="2857"/>
                    </a:cubicBezTo>
                    <a:cubicBezTo>
                      <a:pt x="2731" y="2857"/>
                      <a:pt x="2787" y="2779"/>
                      <a:pt x="2842" y="2622"/>
                    </a:cubicBezTo>
                    <a:cubicBezTo>
                      <a:pt x="2629" y="2557"/>
                      <a:pt x="2738" y="2285"/>
                      <a:pt x="2564" y="2192"/>
                    </a:cubicBezTo>
                    <a:cubicBezTo>
                      <a:pt x="2542" y="2201"/>
                      <a:pt x="2518" y="2209"/>
                      <a:pt x="2495" y="2209"/>
                    </a:cubicBezTo>
                    <a:cubicBezTo>
                      <a:pt x="2473" y="2209"/>
                      <a:pt x="2453" y="2201"/>
                      <a:pt x="2439" y="2176"/>
                    </a:cubicBezTo>
                    <a:cubicBezTo>
                      <a:pt x="2254" y="1888"/>
                      <a:pt x="2101" y="1583"/>
                      <a:pt x="1895" y="1310"/>
                    </a:cubicBezTo>
                    <a:cubicBezTo>
                      <a:pt x="1851" y="1251"/>
                      <a:pt x="1856" y="1202"/>
                      <a:pt x="1933" y="1174"/>
                    </a:cubicBezTo>
                    <a:cubicBezTo>
                      <a:pt x="2270" y="1071"/>
                      <a:pt x="2052" y="929"/>
                      <a:pt x="1938" y="848"/>
                    </a:cubicBezTo>
                    <a:cubicBezTo>
                      <a:pt x="1682" y="668"/>
                      <a:pt x="1459" y="461"/>
                      <a:pt x="1274" y="216"/>
                    </a:cubicBezTo>
                    <a:cubicBezTo>
                      <a:pt x="1236" y="167"/>
                      <a:pt x="1192" y="129"/>
                      <a:pt x="1138" y="102"/>
                    </a:cubicBezTo>
                    <a:cubicBezTo>
                      <a:pt x="1075" y="67"/>
                      <a:pt x="1010" y="0"/>
                      <a:pt x="941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2" name="Google Shape;1562;p33"/>
              <p:cNvSpPr/>
              <p:nvPr/>
            </p:nvSpPr>
            <p:spPr>
              <a:xfrm>
                <a:off x="6219633" y="3264649"/>
                <a:ext cx="420507" cy="561986"/>
              </a:xfrm>
              <a:custGeom>
                <a:rect b="b" l="l" r="r" t="t"/>
                <a:pathLst>
                  <a:path extrusionOk="0" h="9438" w="7062">
                    <a:moveTo>
                      <a:pt x="4834" y="0"/>
                    </a:moveTo>
                    <a:lnTo>
                      <a:pt x="4834" y="0"/>
                    </a:lnTo>
                    <a:cubicBezTo>
                      <a:pt x="4856" y="131"/>
                      <a:pt x="4873" y="256"/>
                      <a:pt x="4889" y="376"/>
                    </a:cubicBezTo>
                    <a:cubicBezTo>
                      <a:pt x="4938" y="539"/>
                      <a:pt x="4938" y="702"/>
                      <a:pt x="4905" y="866"/>
                    </a:cubicBezTo>
                    <a:cubicBezTo>
                      <a:pt x="4785" y="1476"/>
                      <a:pt x="4606" y="2063"/>
                      <a:pt x="4415" y="2651"/>
                    </a:cubicBezTo>
                    <a:cubicBezTo>
                      <a:pt x="4328" y="2935"/>
                      <a:pt x="4170" y="3130"/>
                      <a:pt x="3925" y="3321"/>
                    </a:cubicBezTo>
                    <a:cubicBezTo>
                      <a:pt x="2494" y="4470"/>
                      <a:pt x="1252" y="5798"/>
                      <a:pt x="251" y="7339"/>
                    </a:cubicBezTo>
                    <a:cubicBezTo>
                      <a:pt x="0" y="7725"/>
                      <a:pt x="588" y="8819"/>
                      <a:pt x="1051" y="8847"/>
                    </a:cubicBezTo>
                    <a:cubicBezTo>
                      <a:pt x="1058" y="8847"/>
                      <a:pt x="1068" y="8849"/>
                      <a:pt x="1077" y="8849"/>
                    </a:cubicBezTo>
                    <a:cubicBezTo>
                      <a:pt x="1081" y="8849"/>
                      <a:pt x="1085" y="8848"/>
                      <a:pt x="1089" y="8847"/>
                    </a:cubicBezTo>
                    <a:cubicBezTo>
                      <a:pt x="1196" y="8786"/>
                      <a:pt x="1305" y="8768"/>
                      <a:pt x="1417" y="8768"/>
                    </a:cubicBezTo>
                    <a:cubicBezTo>
                      <a:pt x="1571" y="8768"/>
                      <a:pt x="1727" y="8802"/>
                      <a:pt x="1882" y="8802"/>
                    </a:cubicBezTo>
                    <a:cubicBezTo>
                      <a:pt x="1935" y="8802"/>
                      <a:pt x="1989" y="8798"/>
                      <a:pt x="2042" y="8787"/>
                    </a:cubicBezTo>
                    <a:cubicBezTo>
                      <a:pt x="2363" y="8721"/>
                      <a:pt x="2728" y="8727"/>
                      <a:pt x="2913" y="8378"/>
                    </a:cubicBezTo>
                    <a:cubicBezTo>
                      <a:pt x="2907" y="8297"/>
                      <a:pt x="2896" y="8221"/>
                      <a:pt x="2885" y="8117"/>
                    </a:cubicBezTo>
                    <a:cubicBezTo>
                      <a:pt x="2575" y="8368"/>
                      <a:pt x="2232" y="8466"/>
                      <a:pt x="1867" y="8515"/>
                    </a:cubicBezTo>
                    <a:cubicBezTo>
                      <a:pt x="1833" y="8519"/>
                      <a:pt x="1800" y="8521"/>
                      <a:pt x="1769" y="8521"/>
                    </a:cubicBezTo>
                    <a:cubicBezTo>
                      <a:pt x="1546" y="8521"/>
                      <a:pt x="1413" y="8415"/>
                      <a:pt x="1356" y="8166"/>
                    </a:cubicBezTo>
                    <a:cubicBezTo>
                      <a:pt x="1323" y="8030"/>
                      <a:pt x="1318" y="7872"/>
                      <a:pt x="1209" y="7758"/>
                    </a:cubicBezTo>
                    <a:cubicBezTo>
                      <a:pt x="1084" y="7850"/>
                      <a:pt x="1143" y="7959"/>
                      <a:pt x="1127" y="8057"/>
                    </a:cubicBezTo>
                    <a:cubicBezTo>
                      <a:pt x="1089" y="8232"/>
                      <a:pt x="1307" y="8476"/>
                      <a:pt x="1100" y="8553"/>
                    </a:cubicBezTo>
                    <a:cubicBezTo>
                      <a:pt x="1069" y="8564"/>
                      <a:pt x="1041" y="8569"/>
                      <a:pt x="1016" y="8569"/>
                    </a:cubicBezTo>
                    <a:cubicBezTo>
                      <a:pt x="835" y="8569"/>
                      <a:pt x="778" y="8306"/>
                      <a:pt x="659" y="8177"/>
                    </a:cubicBezTo>
                    <a:cubicBezTo>
                      <a:pt x="610" y="8128"/>
                      <a:pt x="572" y="8063"/>
                      <a:pt x="545" y="8003"/>
                    </a:cubicBezTo>
                    <a:cubicBezTo>
                      <a:pt x="436" y="7758"/>
                      <a:pt x="387" y="7546"/>
                      <a:pt x="572" y="7284"/>
                    </a:cubicBezTo>
                    <a:cubicBezTo>
                      <a:pt x="1443" y="6016"/>
                      <a:pt x="2521" y="4932"/>
                      <a:pt x="3626" y="3876"/>
                    </a:cubicBezTo>
                    <a:cubicBezTo>
                      <a:pt x="3718" y="3795"/>
                      <a:pt x="3833" y="3735"/>
                      <a:pt x="3936" y="3659"/>
                    </a:cubicBezTo>
                    <a:lnTo>
                      <a:pt x="3936" y="3659"/>
                    </a:lnTo>
                    <a:cubicBezTo>
                      <a:pt x="4002" y="3789"/>
                      <a:pt x="3942" y="3882"/>
                      <a:pt x="3909" y="3980"/>
                    </a:cubicBezTo>
                    <a:cubicBezTo>
                      <a:pt x="3691" y="4660"/>
                      <a:pt x="3544" y="5363"/>
                      <a:pt x="3414" y="6065"/>
                    </a:cubicBezTo>
                    <a:cubicBezTo>
                      <a:pt x="3365" y="6342"/>
                      <a:pt x="3533" y="6707"/>
                      <a:pt x="3087" y="6811"/>
                    </a:cubicBezTo>
                    <a:cubicBezTo>
                      <a:pt x="3147" y="6936"/>
                      <a:pt x="3245" y="6936"/>
                      <a:pt x="3337" y="6952"/>
                    </a:cubicBezTo>
                    <a:cubicBezTo>
                      <a:pt x="3484" y="7072"/>
                      <a:pt x="3435" y="7246"/>
                      <a:pt x="3473" y="7399"/>
                    </a:cubicBezTo>
                    <a:cubicBezTo>
                      <a:pt x="3544" y="7665"/>
                      <a:pt x="3566" y="7976"/>
                      <a:pt x="3816" y="8144"/>
                    </a:cubicBezTo>
                    <a:cubicBezTo>
                      <a:pt x="4105" y="8346"/>
                      <a:pt x="4317" y="8613"/>
                      <a:pt x="4513" y="8885"/>
                    </a:cubicBezTo>
                    <a:cubicBezTo>
                      <a:pt x="4810" y="9291"/>
                      <a:pt x="5199" y="9437"/>
                      <a:pt x="5650" y="9437"/>
                    </a:cubicBezTo>
                    <a:cubicBezTo>
                      <a:pt x="5713" y="9437"/>
                      <a:pt x="5777" y="9434"/>
                      <a:pt x="5842" y="9429"/>
                    </a:cubicBezTo>
                    <a:cubicBezTo>
                      <a:pt x="6065" y="9407"/>
                      <a:pt x="6288" y="9358"/>
                      <a:pt x="6435" y="9168"/>
                    </a:cubicBezTo>
                    <a:cubicBezTo>
                      <a:pt x="6772" y="8721"/>
                      <a:pt x="7061" y="8259"/>
                      <a:pt x="7034" y="7665"/>
                    </a:cubicBezTo>
                    <a:cubicBezTo>
                      <a:pt x="6981" y="7631"/>
                      <a:pt x="6938" y="7617"/>
                      <a:pt x="6901" y="7617"/>
                    </a:cubicBezTo>
                    <a:cubicBezTo>
                      <a:pt x="6760" y="7617"/>
                      <a:pt x="6708" y="7815"/>
                      <a:pt x="6587" y="7867"/>
                    </a:cubicBezTo>
                    <a:cubicBezTo>
                      <a:pt x="6341" y="7971"/>
                      <a:pt x="6100" y="8045"/>
                      <a:pt x="5865" y="8045"/>
                    </a:cubicBezTo>
                    <a:cubicBezTo>
                      <a:pt x="5611" y="8045"/>
                      <a:pt x="5363" y="7959"/>
                      <a:pt x="5123" y="7736"/>
                    </a:cubicBezTo>
                    <a:cubicBezTo>
                      <a:pt x="4998" y="7621"/>
                      <a:pt x="4869" y="7455"/>
                      <a:pt x="4638" y="7455"/>
                    </a:cubicBezTo>
                    <a:cubicBezTo>
                      <a:pt x="4607" y="7455"/>
                      <a:pt x="4575" y="7458"/>
                      <a:pt x="4540" y="7464"/>
                    </a:cubicBezTo>
                    <a:cubicBezTo>
                      <a:pt x="4796" y="7899"/>
                      <a:pt x="5194" y="8112"/>
                      <a:pt x="5580" y="8308"/>
                    </a:cubicBezTo>
                    <a:cubicBezTo>
                      <a:pt x="5676" y="8356"/>
                      <a:pt x="5769" y="8376"/>
                      <a:pt x="5861" y="8376"/>
                    </a:cubicBezTo>
                    <a:cubicBezTo>
                      <a:pt x="6130" y="8376"/>
                      <a:pt x="6386" y="8206"/>
                      <a:pt x="6658" y="8085"/>
                    </a:cubicBezTo>
                    <a:lnTo>
                      <a:pt x="6658" y="8085"/>
                    </a:lnTo>
                    <a:cubicBezTo>
                      <a:pt x="6642" y="8340"/>
                      <a:pt x="6489" y="8504"/>
                      <a:pt x="6413" y="8694"/>
                    </a:cubicBezTo>
                    <a:cubicBezTo>
                      <a:pt x="6271" y="9046"/>
                      <a:pt x="6006" y="9221"/>
                      <a:pt x="5671" y="9221"/>
                    </a:cubicBezTo>
                    <a:cubicBezTo>
                      <a:pt x="5571" y="9221"/>
                      <a:pt x="5464" y="9205"/>
                      <a:pt x="5352" y="9173"/>
                    </a:cubicBezTo>
                    <a:cubicBezTo>
                      <a:pt x="4622" y="8961"/>
                      <a:pt x="4399" y="8210"/>
                      <a:pt x="3860" y="7791"/>
                    </a:cubicBezTo>
                    <a:cubicBezTo>
                      <a:pt x="3855" y="7785"/>
                      <a:pt x="3849" y="7769"/>
                      <a:pt x="3849" y="7758"/>
                    </a:cubicBezTo>
                    <a:cubicBezTo>
                      <a:pt x="3795" y="7339"/>
                      <a:pt x="3675" y="6914"/>
                      <a:pt x="3708" y="6506"/>
                    </a:cubicBezTo>
                    <a:cubicBezTo>
                      <a:pt x="3806" y="5461"/>
                      <a:pt x="4040" y="4437"/>
                      <a:pt x="4437" y="3468"/>
                    </a:cubicBezTo>
                    <a:cubicBezTo>
                      <a:pt x="4769" y="2662"/>
                      <a:pt x="5036" y="1835"/>
                      <a:pt x="5210" y="980"/>
                    </a:cubicBezTo>
                    <a:cubicBezTo>
                      <a:pt x="5303" y="517"/>
                      <a:pt x="5156" y="136"/>
                      <a:pt x="4834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3" name="Google Shape;1563;p33"/>
              <p:cNvSpPr/>
              <p:nvPr/>
            </p:nvSpPr>
            <p:spPr>
              <a:xfrm>
                <a:off x="6565477" y="-269479"/>
                <a:ext cx="610455" cy="608490"/>
              </a:xfrm>
              <a:custGeom>
                <a:rect b="b" l="l" r="r" t="t"/>
                <a:pathLst>
                  <a:path extrusionOk="0" h="10219" w="10252">
                    <a:moveTo>
                      <a:pt x="5815" y="1"/>
                    </a:moveTo>
                    <a:lnTo>
                      <a:pt x="5815" y="1"/>
                    </a:lnTo>
                    <a:cubicBezTo>
                      <a:pt x="5826" y="83"/>
                      <a:pt x="5821" y="143"/>
                      <a:pt x="5842" y="164"/>
                    </a:cubicBezTo>
                    <a:cubicBezTo>
                      <a:pt x="6360" y="681"/>
                      <a:pt x="6860" y="1237"/>
                      <a:pt x="7612" y="1395"/>
                    </a:cubicBezTo>
                    <a:cubicBezTo>
                      <a:pt x="8281" y="1536"/>
                      <a:pt x="8913" y="1787"/>
                      <a:pt x="9566" y="1983"/>
                    </a:cubicBezTo>
                    <a:cubicBezTo>
                      <a:pt x="9953" y="2097"/>
                      <a:pt x="10023" y="2364"/>
                      <a:pt x="9713" y="2630"/>
                    </a:cubicBezTo>
                    <a:cubicBezTo>
                      <a:pt x="8984" y="3262"/>
                      <a:pt x="8292" y="3953"/>
                      <a:pt x="7481" y="4470"/>
                    </a:cubicBezTo>
                    <a:cubicBezTo>
                      <a:pt x="6964" y="4803"/>
                      <a:pt x="6550" y="5173"/>
                      <a:pt x="6349" y="5766"/>
                    </a:cubicBezTo>
                    <a:cubicBezTo>
                      <a:pt x="6213" y="6158"/>
                      <a:pt x="5929" y="6403"/>
                      <a:pt x="5505" y="6479"/>
                    </a:cubicBezTo>
                    <a:cubicBezTo>
                      <a:pt x="5178" y="6534"/>
                      <a:pt x="4852" y="6599"/>
                      <a:pt x="4563" y="6768"/>
                    </a:cubicBezTo>
                    <a:cubicBezTo>
                      <a:pt x="3442" y="7432"/>
                      <a:pt x="2325" y="8113"/>
                      <a:pt x="1329" y="8956"/>
                    </a:cubicBezTo>
                    <a:cubicBezTo>
                      <a:pt x="1010" y="9218"/>
                      <a:pt x="696" y="9475"/>
                      <a:pt x="256" y="9475"/>
                    </a:cubicBezTo>
                    <a:cubicBezTo>
                      <a:pt x="238" y="9475"/>
                      <a:pt x="220" y="9474"/>
                      <a:pt x="202" y="9474"/>
                    </a:cubicBezTo>
                    <a:cubicBezTo>
                      <a:pt x="189" y="9474"/>
                      <a:pt x="176" y="9473"/>
                      <a:pt x="162" y="9473"/>
                    </a:cubicBezTo>
                    <a:cubicBezTo>
                      <a:pt x="107" y="9473"/>
                      <a:pt x="50" y="9480"/>
                      <a:pt x="28" y="9550"/>
                    </a:cubicBezTo>
                    <a:cubicBezTo>
                      <a:pt x="1" y="9659"/>
                      <a:pt x="77" y="9729"/>
                      <a:pt x="148" y="9789"/>
                    </a:cubicBezTo>
                    <a:cubicBezTo>
                      <a:pt x="514" y="10073"/>
                      <a:pt x="914" y="10219"/>
                      <a:pt x="1314" y="10219"/>
                    </a:cubicBezTo>
                    <a:cubicBezTo>
                      <a:pt x="1733" y="10219"/>
                      <a:pt x="2150" y="10058"/>
                      <a:pt x="2527" y="9729"/>
                    </a:cubicBezTo>
                    <a:cubicBezTo>
                      <a:pt x="3006" y="9305"/>
                      <a:pt x="3480" y="8902"/>
                      <a:pt x="4095" y="8679"/>
                    </a:cubicBezTo>
                    <a:cubicBezTo>
                      <a:pt x="4269" y="8619"/>
                      <a:pt x="4519" y="8543"/>
                      <a:pt x="4525" y="8260"/>
                    </a:cubicBezTo>
                    <a:lnTo>
                      <a:pt x="4525" y="8260"/>
                    </a:lnTo>
                    <a:cubicBezTo>
                      <a:pt x="3893" y="8450"/>
                      <a:pt x="3256" y="8635"/>
                      <a:pt x="2783" y="9125"/>
                    </a:cubicBezTo>
                    <a:cubicBezTo>
                      <a:pt x="2402" y="9517"/>
                      <a:pt x="1890" y="9637"/>
                      <a:pt x="1411" y="9811"/>
                    </a:cubicBezTo>
                    <a:cubicBezTo>
                      <a:pt x="1329" y="9840"/>
                      <a:pt x="1237" y="9855"/>
                      <a:pt x="1140" y="9855"/>
                    </a:cubicBezTo>
                    <a:cubicBezTo>
                      <a:pt x="986" y="9855"/>
                      <a:pt x="819" y="9817"/>
                      <a:pt x="665" y="9740"/>
                    </a:cubicBezTo>
                    <a:cubicBezTo>
                      <a:pt x="888" y="9604"/>
                      <a:pt x="1122" y="9523"/>
                      <a:pt x="1280" y="9365"/>
                    </a:cubicBezTo>
                    <a:cubicBezTo>
                      <a:pt x="2026" y="8608"/>
                      <a:pt x="2979" y="8145"/>
                      <a:pt x="3801" y="7503"/>
                    </a:cubicBezTo>
                    <a:cubicBezTo>
                      <a:pt x="4117" y="7263"/>
                      <a:pt x="4465" y="7089"/>
                      <a:pt x="4868" y="6997"/>
                    </a:cubicBezTo>
                    <a:cubicBezTo>
                      <a:pt x="5723" y="6801"/>
                      <a:pt x="6496" y="6463"/>
                      <a:pt x="6746" y="5483"/>
                    </a:cubicBezTo>
                    <a:cubicBezTo>
                      <a:pt x="6795" y="5298"/>
                      <a:pt x="6953" y="5146"/>
                      <a:pt x="7127" y="5037"/>
                    </a:cubicBezTo>
                    <a:cubicBezTo>
                      <a:pt x="8134" y="4432"/>
                      <a:pt x="8945" y="3583"/>
                      <a:pt x="9849" y="2854"/>
                    </a:cubicBezTo>
                    <a:cubicBezTo>
                      <a:pt x="9925" y="2794"/>
                      <a:pt x="9985" y="2718"/>
                      <a:pt x="10034" y="2641"/>
                    </a:cubicBezTo>
                    <a:cubicBezTo>
                      <a:pt x="10252" y="2315"/>
                      <a:pt x="10154" y="1917"/>
                      <a:pt x="9784" y="1814"/>
                    </a:cubicBezTo>
                    <a:cubicBezTo>
                      <a:pt x="9196" y="1645"/>
                      <a:pt x="8657" y="1340"/>
                      <a:pt x="8047" y="1253"/>
                    </a:cubicBezTo>
                    <a:cubicBezTo>
                      <a:pt x="7416" y="1161"/>
                      <a:pt x="6844" y="943"/>
                      <a:pt x="6436" y="415"/>
                    </a:cubicBezTo>
                    <a:cubicBezTo>
                      <a:pt x="6202" y="349"/>
                      <a:pt x="6093" y="83"/>
                      <a:pt x="5815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4" name="Google Shape;1564;p33"/>
              <p:cNvSpPr/>
              <p:nvPr/>
            </p:nvSpPr>
            <p:spPr>
              <a:xfrm>
                <a:off x="5313876" y="2034960"/>
                <a:ext cx="187448" cy="369596"/>
              </a:xfrm>
              <a:custGeom>
                <a:rect b="b" l="l" r="r" t="t"/>
                <a:pathLst>
                  <a:path extrusionOk="0" h="6207" w="3148">
                    <a:moveTo>
                      <a:pt x="988" y="0"/>
                    </a:moveTo>
                    <a:cubicBezTo>
                      <a:pt x="980" y="0"/>
                      <a:pt x="972" y="1"/>
                      <a:pt x="964" y="2"/>
                    </a:cubicBezTo>
                    <a:cubicBezTo>
                      <a:pt x="823" y="24"/>
                      <a:pt x="785" y="160"/>
                      <a:pt x="774" y="274"/>
                    </a:cubicBezTo>
                    <a:cubicBezTo>
                      <a:pt x="741" y="601"/>
                      <a:pt x="610" y="895"/>
                      <a:pt x="398" y="1140"/>
                    </a:cubicBezTo>
                    <a:cubicBezTo>
                      <a:pt x="169" y="1407"/>
                      <a:pt x="77" y="1723"/>
                      <a:pt x="1" y="2055"/>
                    </a:cubicBezTo>
                    <a:cubicBezTo>
                      <a:pt x="52" y="2045"/>
                      <a:pt x="109" y="2023"/>
                      <a:pt x="152" y="2023"/>
                    </a:cubicBezTo>
                    <a:cubicBezTo>
                      <a:pt x="205" y="2023"/>
                      <a:pt x="237" y="2056"/>
                      <a:pt x="213" y="2185"/>
                    </a:cubicBezTo>
                    <a:cubicBezTo>
                      <a:pt x="191" y="2300"/>
                      <a:pt x="191" y="2419"/>
                      <a:pt x="186" y="2534"/>
                    </a:cubicBezTo>
                    <a:cubicBezTo>
                      <a:pt x="176" y="2717"/>
                      <a:pt x="130" y="2915"/>
                      <a:pt x="378" y="2915"/>
                    </a:cubicBezTo>
                    <a:cubicBezTo>
                      <a:pt x="402" y="2915"/>
                      <a:pt x="428" y="2913"/>
                      <a:pt x="458" y="2909"/>
                    </a:cubicBezTo>
                    <a:cubicBezTo>
                      <a:pt x="468" y="2908"/>
                      <a:pt x="477" y="2908"/>
                      <a:pt x="485" y="2908"/>
                    </a:cubicBezTo>
                    <a:cubicBezTo>
                      <a:pt x="595" y="2908"/>
                      <a:pt x="633" y="3000"/>
                      <a:pt x="638" y="3111"/>
                    </a:cubicBezTo>
                    <a:cubicBezTo>
                      <a:pt x="659" y="3710"/>
                      <a:pt x="1155" y="3857"/>
                      <a:pt x="1558" y="4091"/>
                    </a:cubicBezTo>
                    <a:cubicBezTo>
                      <a:pt x="1567" y="4096"/>
                      <a:pt x="1575" y="4099"/>
                      <a:pt x="1582" y="4099"/>
                    </a:cubicBezTo>
                    <a:cubicBezTo>
                      <a:pt x="1625" y="4099"/>
                      <a:pt x="1601" y="3988"/>
                      <a:pt x="1652" y="3988"/>
                    </a:cubicBezTo>
                    <a:cubicBezTo>
                      <a:pt x="1660" y="3988"/>
                      <a:pt x="1670" y="3991"/>
                      <a:pt x="1683" y="3998"/>
                    </a:cubicBezTo>
                    <a:cubicBezTo>
                      <a:pt x="1732" y="4227"/>
                      <a:pt x="1721" y="4455"/>
                      <a:pt x="1688" y="4689"/>
                    </a:cubicBezTo>
                    <a:cubicBezTo>
                      <a:pt x="1813" y="4842"/>
                      <a:pt x="1819" y="5032"/>
                      <a:pt x="1852" y="5212"/>
                    </a:cubicBezTo>
                    <a:cubicBezTo>
                      <a:pt x="1982" y="5980"/>
                      <a:pt x="1982" y="5980"/>
                      <a:pt x="2723" y="6143"/>
                    </a:cubicBezTo>
                    <a:cubicBezTo>
                      <a:pt x="2792" y="6160"/>
                      <a:pt x="2871" y="6207"/>
                      <a:pt x="2941" y="6207"/>
                    </a:cubicBezTo>
                    <a:cubicBezTo>
                      <a:pt x="2981" y="6207"/>
                      <a:pt x="3018" y="6192"/>
                      <a:pt x="3049" y="6148"/>
                    </a:cubicBezTo>
                    <a:cubicBezTo>
                      <a:pt x="3147" y="6018"/>
                      <a:pt x="3049" y="5876"/>
                      <a:pt x="2973" y="5762"/>
                    </a:cubicBezTo>
                    <a:cubicBezTo>
                      <a:pt x="2772" y="5452"/>
                      <a:pt x="2494" y="5207"/>
                      <a:pt x="2222" y="4967"/>
                    </a:cubicBezTo>
                    <a:cubicBezTo>
                      <a:pt x="1944" y="4717"/>
                      <a:pt x="1868" y="4412"/>
                      <a:pt x="1895" y="4074"/>
                    </a:cubicBezTo>
                    <a:cubicBezTo>
                      <a:pt x="1911" y="3851"/>
                      <a:pt x="1944" y="3622"/>
                      <a:pt x="1906" y="3405"/>
                    </a:cubicBezTo>
                    <a:cubicBezTo>
                      <a:pt x="1841" y="3002"/>
                      <a:pt x="1988" y="2545"/>
                      <a:pt x="1656" y="2191"/>
                    </a:cubicBezTo>
                    <a:cubicBezTo>
                      <a:pt x="1394" y="1918"/>
                      <a:pt x="1307" y="1586"/>
                      <a:pt x="1454" y="1243"/>
                    </a:cubicBezTo>
                    <a:cubicBezTo>
                      <a:pt x="1645" y="808"/>
                      <a:pt x="1438" y="498"/>
                      <a:pt x="1215" y="176"/>
                    </a:cubicBezTo>
                    <a:cubicBezTo>
                      <a:pt x="1159" y="96"/>
                      <a:pt x="1089" y="0"/>
                      <a:pt x="988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5" name="Google Shape;1565;p33"/>
              <p:cNvSpPr/>
              <p:nvPr/>
            </p:nvSpPr>
            <p:spPr>
              <a:xfrm>
                <a:off x="5218602" y="1976724"/>
                <a:ext cx="352387" cy="432833"/>
              </a:xfrm>
              <a:custGeom>
                <a:rect b="b" l="l" r="r" t="t"/>
                <a:pathLst>
                  <a:path extrusionOk="0" h="7269" w="5918">
                    <a:moveTo>
                      <a:pt x="1878" y="0"/>
                    </a:moveTo>
                    <a:cubicBezTo>
                      <a:pt x="1884" y="17"/>
                      <a:pt x="1889" y="38"/>
                      <a:pt x="1895" y="55"/>
                    </a:cubicBezTo>
                    <a:cubicBezTo>
                      <a:pt x="1933" y="131"/>
                      <a:pt x="1922" y="213"/>
                      <a:pt x="1960" y="289"/>
                    </a:cubicBezTo>
                    <a:cubicBezTo>
                      <a:pt x="2145" y="659"/>
                      <a:pt x="2123" y="719"/>
                      <a:pt x="1742" y="915"/>
                    </a:cubicBezTo>
                    <a:cubicBezTo>
                      <a:pt x="1590" y="991"/>
                      <a:pt x="1410" y="1029"/>
                      <a:pt x="1312" y="1187"/>
                    </a:cubicBezTo>
                    <a:cubicBezTo>
                      <a:pt x="887" y="1291"/>
                      <a:pt x="583" y="1557"/>
                      <a:pt x="381" y="1933"/>
                    </a:cubicBezTo>
                    <a:cubicBezTo>
                      <a:pt x="283" y="2113"/>
                      <a:pt x="0" y="2358"/>
                      <a:pt x="125" y="2445"/>
                    </a:cubicBezTo>
                    <a:cubicBezTo>
                      <a:pt x="161" y="2468"/>
                      <a:pt x="194" y="2478"/>
                      <a:pt x="224" y="2478"/>
                    </a:cubicBezTo>
                    <a:cubicBezTo>
                      <a:pt x="379" y="2478"/>
                      <a:pt x="473" y="2216"/>
                      <a:pt x="610" y="2107"/>
                    </a:cubicBezTo>
                    <a:cubicBezTo>
                      <a:pt x="833" y="1775"/>
                      <a:pt x="1138" y="1563"/>
                      <a:pt x="1519" y="1438"/>
                    </a:cubicBezTo>
                    <a:cubicBezTo>
                      <a:pt x="1851" y="1334"/>
                      <a:pt x="2189" y="1214"/>
                      <a:pt x="2276" y="1024"/>
                    </a:cubicBezTo>
                    <a:lnTo>
                      <a:pt x="2276" y="1024"/>
                    </a:lnTo>
                    <a:cubicBezTo>
                      <a:pt x="2210" y="1263"/>
                      <a:pt x="1971" y="1628"/>
                      <a:pt x="1878" y="2053"/>
                    </a:cubicBezTo>
                    <a:cubicBezTo>
                      <a:pt x="1780" y="2265"/>
                      <a:pt x="1590" y="2412"/>
                      <a:pt x="1514" y="2646"/>
                    </a:cubicBezTo>
                    <a:cubicBezTo>
                      <a:pt x="1470" y="2793"/>
                      <a:pt x="1361" y="2951"/>
                      <a:pt x="1601" y="3033"/>
                    </a:cubicBezTo>
                    <a:cubicBezTo>
                      <a:pt x="1655" y="2880"/>
                      <a:pt x="2014" y="2842"/>
                      <a:pt x="1775" y="2575"/>
                    </a:cubicBezTo>
                    <a:cubicBezTo>
                      <a:pt x="1769" y="2570"/>
                      <a:pt x="1808" y="2521"/>
                      <a:pt x="1829" y="2494"/>
                    </a:cubicBezTo>
                    <a:cubicBezTo>
                      <a:pt x="2161" y="2107"/>
                      <a:pt x="2455" y="1704"/>
                      <a:pt x="2477" y="1160"/>
                    </a:cubicBezTo>
                    <a:cubicBezTo>
                      <a:pt x="2481" y="1118"/>
                      <a:pt x="2495" y="1033"/>
                      <a:pt x="2559" y="1033"/>
                    </a:cubicBezTo>
                    <a:cubicBezTo>
                      <a:pt x="2579" y="1033"/>
                      <a:pt x="2604" y="1041"/>
                      <a:pt x="2635" y="1062"/>
                    </a:cubicBezTo>
                    <a:cubicBezTo>
                      <a:pt x="2858" y="1198"/>
                      <a:pt x="3060" y="1824"/>
                      <a:pt x="2983" y="2074"/>
                    </a:cubicBezTo>
                    <a:cubicBezTo>
                      <a:pt x="2842" y="2510"/>
                      <a:pt x="2836" y="2929"/>
                      <a:pt x="3212" y="3272"/>
                    </a:cubicBezTo>
                    <a:cubicBezTo>
                      <a:pt x="3283" y="3332"/>
                      <a:pt x="3370" y="3403"/>
                      <a:pt x="3364" y="3501"/>
                    </a:cubicBezTo>
                    <a:cubicBezTo>
                      <a:pt x="3332" y="4007"/>
                      <a:pt x="3501" y="4497"/>
                      <a:pt x="3419" y="5009"/>
                    </a:cubicBezTo>
                    <a:cubicBezTo>
                      <a:pt x="3364" y="5357"/>
                      <a:pt x="3419" y="5706"/>
                      <a:pt x="3724" y="5972"/>
                    </a:cubicBezTo>
                    <a:cubicBezTo>
                      <a:pt x="3947" y="6163"/>
                      <a:pt x="4138" y="6386"/>
                      <a:pt x="4350" y="6593"/>
                    </a:cubicBezTo>
                    <a:cubicBezTo>
                      <a:pt x="4491" y="6734"/>
                      <a:pt x="4589" y="6892"/>
                      <a:pt x="4633" y="7126"/>
                    </a:cubicBezTo>
                    <a:cubicBezTo>
                      <a:pt x="4470" y="7077"/>
                      <a:pt x="4339" y="7018"/>
                      <a:pt x="4203" y="7001"/>
                    </a:cubicBezTo>
                    <a:cubicBezTo>
                      <a:pt x="3658" y="6925"/>
                      <a:pt x="3658" y="6930"/>
                      <a:pt x="3582" y="6370"/>
                    </a:cubicBezTo>
                    <a:cubicBezTo>
                      <a:pt x="3533" y="6000"/>
                      <a:pt x="3441" y="5776"/>
                      <a:pt x="3288" y="5667"/>
                    </a:cubicBezTo>
                    <a:lnTo>
                      <a:pt x="3288" y="5667"/>
                    </a:lnTo>
                    <a:cubicBezTo>
                      <a:pt x="3337" y="6010"/>
                      <a:pt x="3375" y="6353"/>
                      <a:pt x="3441" y="6691"/>
                    </a:cubicBezTo>
                    <a:cubicBezTo>
                      <a:pt x="3511" y="7072"/>
                      <a:pt x="3755" y="7268"/>
                      <a:pt x="4128" y="7268"/>
                    </a:cubicBezTo>
                    <a:cubicBezTo>
                      <a:pt x="4133" y="7268"/>
                      <a:pt x="4138" y="7268"/>
                      <a:pt x="4143" y="7268"/>
                    </a:cubicBezTo>
                    <a:lnTo>
                      <a:pt x="4998" y="7268"/>
                    </a:lnTo>
                    <a:cubicBezTo>
                      <a:pt x="5248" y="6920"/>
                      <a:pt x="5493" y="6577"/>
                      <a:pt x="5744" y="6228"/>
                    </a:cubicBezTo>
                    <a:cubicBezTo>
                      <a:pt x="5825" y="6114"/>
                      <a:pt x="5918" y="6000"/>
                      <a:pt x="5782" y="5863"/>
                    </a:cubicBezTo>
                    <a:lnTo>
                      <a:pt x="5782" y="5863"/>
                    </a:lnTo>
                    <a:cubicBezTo>
                      <a:pt x="5488" y="6255"/>
                      <a:pt x="5199" y="6647"/>
                      <a:pt x="4851" y="7116"/>
                    </a:cubicBezTo>
                    <a:cubicBezTo>
                      <a:pt x="4753" y="6647"/>
                      <a:pt x="4421" y="6424"/>
                      <a:pt x="4187" y="6114"/>
                    </a:cubicBezTo>
                    <a:cubicBezTo>
                      <a:pt x="4204" y="6108"/>
                      <a:pt x="4223" y="6105"/>
                      <a:pt x="4241" y="6105"/>
                    </a:cubicBezTo>
                    <a:cubicBezTo>
                      <a:pt x="4290" y="6105"/>
                      <a:pt x="4338" y="6122"/>
                      <a:pt x="4378" y="6122"/>
                    </a:cubicBezTo>
                    <a:cubicBezTo>
                      <a:pt x="4415" y="6122"/>
                      <a:pt x="4445" y="6109"/>
                      <a:pt x="4464" y="6059"/>
                    </a:cubicBezTo>
                    <a:cubicBezTo>
                      <a:pt x="4524" y="5918"/>
                      <a:pt x="4404" y="5820"/>
                      <a:pt x="4323" y="5727"/>
                    </a:cubicBezTo>
                    <a:cubicBezTo>
                      <a:pt x="4257" y="5654"/>
                      <a:pt x="4167" y="5564"/>
                      <a:pt x="4077" y="5564"/>
                    </a:cubicBezTo>
                    <a:cubicBezTo>
                      <a:pt x="4048" y="5564"/>
                      <a:pt x="4019" y="5574"/>
                      <a:pt x="3991" y="5597"/>
                    </a:cubicBezTo>
                    <a:cubicBezTo>
                      <a:pt x="3876" y="5685"/>
                      <a:pt x="3797" y="5720"/>
                      <a:pt x="3741" y="5720"/>
                    </a:cubicBezTo>
                    <a:cubicBezTo>
                      <a:pt x="3583" y="5720"/>
                      <a:pt x="3613" y="5445"/>
                      <a:pt x="3593" y="5325"/>
                    </a:cubicBezTo>
                    <a:cubicBezTo>
                      <a:pt x="3555" y="5052"/>
                      <a:pt x="3577" y="4758"/>
                      <a:pt x="3604" y="4481"/>
                    </a:cubicBezTo>
                    <a:cubicBezTo>
                      <a:pt x="3762" y="3016"/>
                      <a:pt x="3599" y="1644"/>
                      <a:pt x="2510" y="523"/>
                    </a:cubicBezTo>
                    <a:cubicBezTo>
                      <a:pt x="2248" y="256"/>
                      <a:pt x="2063" y="55"/>
                      <a:pt x="1878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6" name="Google Shape;1566;p33"/>
              <p:cNvSpPr/>
              <p:nvPr/>
            </p:nvSpPr>
            <p:spPr>
              <a:xfrm>
                <a:off x="6004671" y="1790523"/>
                <a:ext cx="283256" cy="677741"/>
              </a:xfrm>
              <a:custGeom>
                <a:rect b="b" l="l" r="r" t="t"/>
                <a:pathLst>
                  <a:path extrusionOk="0" h="11382" w="4757">
                    <a:moveTo>
                      <a:pt x="4728" y="1"/>
                    </a:moveTo>
                    <a:cubicBezTo>
                      <a:pt x="4696" y="1"/>
                      <a:pt x="4637" y="74"/>
                      <a:pt x="4605" y="74"/>
                    </a:cubicBezTo>
                    <a:cubicBezTo>
                      <a:pt x="4604" y="74"/>
                      <a:pt x="4602" y="74"/>
                      <a:pt x="4601" y="73"/>
                    </a:cubicBezTo>
                    <a:cubicBezTo>
                      <a:pt x="4508" y="433"/>
                      <a:pt x="4416" y="792"/>
                      <a:pt x="4323" y="1157"/>
                    </a:cubicBezTo>
                    <a:cubicBezTo>
                      <a:pt x="4111" y="1973"/>
                      <a:pt x="4106" y="2828"/>
                      <a:pt x="3844" y="3639"/>
                    </a:cubicBezTo>
                    <a:cubicBezTo>
                      <a:pt x="3556" y="4516"/>
                      <a:pt x="3485" y="5490"/>
                      <a:pt x="2712" y="6149"/>
                    </a:cubicBezTo>
                    <a:cubicBezTo>
                      <a:pt x="2657" y="6192"/>
                      <a:pt x="2652" y="6296"/>
                      <a:pt x="2625" y="6366"/>
                    </a:cubicBezTo>
                    <a:cubicBezTo>
                      <a:pt x="2574" y="6479"/>
                      <a:pt x="2521" y="6543"/>
                      <a:pt x="2460" y="6543"/>
                    </a:cubicBezTo>
                    <a:cubicBezTo>
                      <a:pt x="2408" y="6543"/>
                      <a:pt x="2352" y="6498"/>
                      <a:pt x="2287" y="6399"/>
                    </a:cubicBezTo>
                    <a:cubicBezTo>
                      <a:pt x="2124" y="6143"/>
                      <a:pt x="1950" y="5887"/>
                      <a:pt x="1776" y="5642"/>
                    </a:cubicBezTo>
                    <a:cubicBezTo>
                      <a:pt x="1741" y="5588"/>
                      <a:pt x="1686" y="5528"/>
                      <a:pt x="1622" y="5528"/>
                    </a:cubicBezTo>
                    <a:cubicBezTo>
                      <a:pt x="1596" y="5528"/>
                      <a:pt x="1569" y="5537"/>
                      <a:pt x="1541" y="5561"/>
                    </a:cubicBezTo>
                    <a:cubicBezTo>
                      <a:pt x="1454" y="5626"/>
                      <a:pt x="1520" y="5713"/>
                      <a:pt x="1558" y="5784"/>
                    </a:cubicBezTo>
                    <a:cubicBezTo>
                      <a:pt x="1732" y="6051"/>
                      <a:pt x="1863" y="6350"/>
                      <a:pt x="2124" y="6541"/>
                    </a:cubicBezTo>
                    <a:cubicBezTo>
                      <a:pt x="2353" y="6709"/>
                      <a:pt x="2287" y="6862"/>
                      <a:pt x="2146" y="7031"/>
                    </a:cubicBezTo>
                    <a:cubicBezTo>
                      <a:pt x="1362" y="7945"/>
                      <a:pt x="692" y="8925"/>
                      <a:pt x="458" y="10199"/>
                    </a:cubicBezTo>
                    <a:cubicBezTo>
                      <a:pt x="1" y="9377"/>
                      <a:pt x="725" y="8843"/>
                      <a:pt x="861" y="8114"/>
                    </a:cubicBezTo>
                    <a:lnTo>
                      <a:pt x="861" y="8114"/>
                    </a:lnTo>
                    <a:cubicBezTo>
                      <a:pt x="425" y="8511"/>
                      <a:pt x="170" y="8936"/>
                      <a:pt x="88" y="9426"/>
                    </a:cubicBezTo>
                    <a:cubicBezTo>
                      <a:pt x="33" y="9785"/>
                      <a:pt x="28" y="10172"/>
                      <a:pt x="415" y="10400"/>
                    </a:cubicBezTo>
                    <a:cubicBezTo>
                      <a:pt x="502" y="10449"/>
                      <a:pt x="507" y="10531"/>
                      <a:pt x="502" y="10613"/>
                    </a:cubicBezTo>
                    <a:cubicBezTo>
                      <a:pt x="480" y="10841"/>
                      <a:pt x="556" y="11054"/>
                      <a:pt x="638" y="11261"/>
                    </a:cubicBezTo>
                    <a:cubicBezTo>
                      <a:pt x="694" y="11319"/>
                      <a:pt x="753" y="11381"/>
                      <a:pt x="794" y="11381"/>
                    </a:cubicBezTo>
                    <a:cubicBezTo>
                      <a:pt x="830" y="11381"/>
                      <a:pt x="853" y="11336"/>
                      <a:pt x="850" y="11206"/>
                    </a:cubicBezTo>
                    <a:cubicBezTo>
                      <a:pt x="845" y="11032"/>
                      <a:pt x="807" y="10858"/>
                      <a:pt x="801" y="10684"/>
                    </a:cubicBezTo>
                    <a:cubicBezTo>
                      <a:pt x="768" y="9584"/>
                      <a:pt x="1079" y="8588"/>
                      <a:pt x="1830" y="7776"/>
                    </a:cubicBezTo>
                    <a:cubicBezTo>
                      <a:pt x="3044" y="6459"/>
                      <a:pt x="3910" y="4973"/>
                      <a:pt x="4214" y="3193"/>
                    </a:cubicBezTo>
                    <a:cubicBezTo>
                      <a:pt x="4356" y="2376"/>
                      <a:pt x="4476" y="1554"/>
                      <a:pt x="4612" y="732"/>
                    </a:cubicBezTo>
                    <a:cubicBezTo>
                      <a:pt x="4645" y="525"/>
                      <a:pt x="4710" y="324"/>
                      <a:pt x="4743" y="117"/>
                    </a:cubicBezTo>
                    <a:cubicBezTo>
                      <a:pt x="4757" y="28"/>
                      <a:pt x="4748" y="1"/>
                      <a:pt x="4728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7" name="Google Shape;1567;p33"/>
              <p:cNvSpPr/>
              <p:nvPr/>
            </p:nvSpPr>
            <p:spPr>
              <a:xfrm>
                <a:off x="6282812" y="2594873"/>
                <a:ext cx="244789" cy="627009"/>
              </a:xfrm>
              <a:custGeom>
                <a:rect b="b" l="l" r="r" t="t"/>
                <a:pathLst>
                  <a:path extrusionOk="0" h="10530" w="4111">
                    <a:moveTo>
                      <a:pt x="3902" y="0"/>
                    </a:moveTo>
                    <a:cubicBezTo>
                      <a:pt x="3819" y="0"/>
                      <a:pt x="3734" y="31"/>
                      <a:pt x="3648" y="66"/>
                    </a:cubicBezTo>
                    <a:cubicBezTo>
                      <a:pt x="3273" y="224"/>
                      <a:pt x="2941" y="447"/>
                      <a:pt x="2696" y="774"/>
                    </a:cubicBezTo>
                    <a:cubicBezTo>
                      <a:pt x="2461" y="1090"/>
                      <a:pt x="2162" y="1329"/>
                      <a:pt x="1857" y="1569"/>
                    </a:cubicBezTo>
                    <a:cubicBezTo>
                      <a:pt x="1732" y="1661"/>
                      <a:pt x="1623" y="1770"/>
                      <a:pt x="1520" y="1885"/>
                    </a:cubicBezTo>
                    <a:cubicBezTo>
                      <a:pt x="926" y="2560"/>
                      <a:pt x="480" y="3327"/>
                      <a:pt x="219" y="4193"/>
                    </a:cubicBezTo>
                    <a:cubicBezTo>
                      <a:pt x="126" y="4862"/>
                      <a:pt x="1" y="5527"/>
                      <a:pt x="186" y="6202"/>
                    </a:cubicBezTo>
                    <a:cubicBezTo>
                      <a:pt x="480" y="7258"/>
                      <a:pt x="1171" y="8053"/>
                      <a:pt x="1928" y="8793"/>
                    </a:cubicBezTo>
                    <a:cubicBezTo>
                      <a:pt x="2211" y="9071"/>
                      <a:pt x="2532" y="9316"/>
                      <a:pt x="2766" y="9637"/>
                    </a:cubicBezTo>
                    <a:cubicBezTo>
                      <a:pt x="3131" y="9833"/>
                      <a:pt x="3234" y="10285"/>
                      <a:pt x="3605" y="10530"/>
                    </a:cubicBezTo>
                    <a:cubicBezTo>
                      <a:pt x="3572" y="10127"/>
                      <a:pt x="3381" y="9860"/>
                      <a:pt x="3142" y="9604"/>
                    </a:cubicBezTo>
                    <a:cubicBezTo>
                      <a:pt x="2559" y="8989"/>
                      <a:pt x="1906" y="8455"/>
                      <a:pt x="1362" y="7797"/>
                    </a:cubicBezTo>
                    <a:cubicBezTo>
                      <a:pt x="404" y="6632"/>
                      <a:pt x="44" y="5407"/>
                      <a:pt x="643" y="3953"/>
                    </a:cubicBezTo>
                    <a:cubicBezTo>
                      <a:pt x="1030" y="3011"/>
                      <a:pt x="1525" y="2168"/>
                      <a:pt x="2336" y="1536"/>
                    </a:cubicBezTo>
                    <a:cubicBezTo>
                      <a:pt x="2494" y="1411"/>
                      <a:pt x="2647" y="1269"/>
                      <a:pt x="2761" y="1106"/>
                    </a:cubicBezTo>
                    <a:cubicBezTo>
                      <a:pt x="3098" y="616"/>
                      <a:pt x="3567" y="300"/>
                      <a:pt x="4111" y="83"/>
                    </a:cubicBezTo>
                    <a:cubicBezTo>
                      <a:pt x="4043" y="23"/>
                      <a:pt x="3974" y="0"/>
                      <a:pt x="3902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8" name="Google Shape;1568;p33"/>
              <p:cNvSpPr/>
              <p:nvPr/>
            </p:nvSpPr>
            <p:spPr>
              <a:xfrm>
                <a:off x="6666289" y="2931249"/>
                <a:ext cx="165059" cy="195665"/>
              </a:xfrm>
              <a:custGeom>
                <a:rect b="b" l="l" r="r" t="t"/>
                <a:pathLst>
                  <a:path extrusionOk="0" h="3286" w="2772">
                    <a:moveTo>
                      <a:pt x="1601" y="1"/>
                    </a:moveTo>
                    <a:cubicBezTo>
                      <a:pt x="1540" y="1"/>
                      <a:pt x="1480" y="21"/>
                      <a:pt x="1406" y="52"/>
                    </a:cubicBezTo>
                    <a:cubicBezTo>
                      <a:pt x="948" y="237"/>
                      <a:pt x="671" y="634"/>
                      <a:pt x="300" y="923"/>
                    </a:cubicBezTo>
                    <a:cubicBezTo>
                      <a:pt x="121" y="1064"/>
                      <a:pt x="1" y="1304"/>
                      <a:pt x="17" y="1543"/>
                    </a:cubicBezTo>
                    <a:cubicBezTo>
                      <a:pt x="50" y="2148"/>
                      <a:pt x="251" y="2719"/>
                      <a:pt x="458" y="3286"/>
                    </a:cubicBezTo>
                    <a:cubicBezTo>
                      <a:pt x="475" y="2502"/>
                      <a:pt x="921" y="1946"/>
                      <a:pt x="1416" y="1429"/>
                    </a:cubicBezTo>
                    <a:cubicBezTo>
                      <a:pt x="1519" y="1323"/>
                      <a:pt x="1642" y="1176"/>
                      <a:pt x="1803" y="1176"/>
                    </a:cubicBezTo>
                    <a:cubicBezTo>
                      <a:pt x="1864" y="1176"/>
                      <a:pt x="1931" y="1197"/>
                      <a:pt x="2004" y="1249"/>
                    </a:cubicBezTo>
                    <a:cubicBezTo>
                      <a:pt x="2298" y="1037"/>
                      <a:pt x="2418" y="656"/>
                      <a:pt x="2772" y="504"/>
                    </a:cubicBezTo>
                    <a:cubicBezTo>
                      <a:pt x="2429" y="351"/>
                      <a:pt x="2091" y="199"/>
                      <a:pt x="1754" y="41"/>
                    </a:cubicBezTo>
                    <a:cubicBezTo>
                      <a:pt x="1697" y="13"/>
                      <a:pt x="1649" y="1"/>
                      <a:pt x="1601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9" name="Google Shape;1569;p33"/>
              <p:cNvSpPr/>
              <p:nvPr/>
            </p:nvSpPr>
            <p:spPr>
              <a:xfrm>
                <a:off x="5855270" y="1799693"/>
                <a:ext cx="290461" cy="356079"/>
              </a:xfrm>
              <a:custGeom>
                <a:rect b="b" l="l" r="r" t="t"/>
                <a:pathLst>
                  <a:path extrusionOk="0" h="5980" w="4878">
                    <a:moveTo>
                      <a:pt x="185" y="1"/>
                    </a:moveTo>
                    <a:cubicBezTo>
                      <a:pt x="0" y="240"/>
                      <a:pt x="245" y="235"/>
                      <a:pt x="354" y="268"/>
                    </a:cubicBezTo>
                    <a:cubicBezTo>
                      <a:pt x="675" y="366"/>
                      <a:pt x="1018" y="333"/>
                      <a:pt x="1350" y="436"/>
                    </a:cubicBezTo>
                    <a:cubicBezTo>
                      <a:pt x="1301" y="513"/>
                      <a:pt x="1241" y="529"/>
                      <a:pt x="1192" y="562"/>
                    </a:cubicBezTo>
                    <a:cubicBezTo>
                      <a:pt x="1045" y="638"/>
                      <a:pt x="893" y="719"/>
                      <a:pt x="898" y="921"/>
                    </a:cubicBezTo>
                    <a:cubicBezTo>
                      <a:pt x="904" y="1128"/>
                      <a:pt x="1056" y="1220"/>
                      <a:pt x="1225" y="1291"/>
                    </a:cubicBezTo>
                    <a:cubicBezTo>
                      <a:pt x="1388" y="1367"/>
                      <a:pt x="1568" y="1405"/>
                      <a:pt x="1710" y="1509"/>
                    </a:cubicBezTo>
                    <a:cubicBezTo>
                      <a:pt x="1846" y="1607"/>
                      <a:pt x="2042" y="1689"/>
                      <a:pt x="2009" y="1901"/>
                    </a:cubicBezTo>
                    <a:cubicBezTo>
                      <a:pt x="1990" y="1914"/>
                      <a:pt x="1972" y="1920"/>
                      <a:pt x="1955" y="1920"/>
                    </a:cubicBezTo>
                    <a:cubicBezTo>
                      <a:pt x="1881" y="1920"/>
                      <a:pt x="1819" y="1820"/>
                      <a:pt x="1755" y="1820"/>
                    </a:cubicBezTo>
                    <a:cubicBezTo>
                      <a:pt x="1724" y="1820"/>
                      <a:pt x="1694" y="1842"/>
                      <a:pt x="1661" y="1906"/>
                    </a:cubicBezTo>
                    <a:cubicBezTo>
                      <a:pt x="2292" y="2658"/>
                      <a:pt x="2885" y="3441"/>
                      <a:pt x="3370" y="4307"/>
                    </a:cubicBezTo>
                    <a:cubicBezTo>
                      <a:pt x="3473" y="4389"/>
                      <a:pt x="3577" y="4465"/>
                      <a:pt x="3675" y="4547"/>
                    </a:cubicBezTo>
                    <a:cubicBezTo>
                      <a:pt x="3571" y="4209"/>
                      <a:pt x="3299" y="3975"/>
                      <a:pt x="3141" y="3583"/>
                    </a:cubicBezTo>
                    <a:lnTo>
                      <a:pt x="3141" y="3583"/>
                    </a:lnTo>
                    <a:cubicBezTo>
                      <a:pt x="3631" y="3921"/>
                      <a:pt x="3876" y="4411"/>
                      <a:pt x="4355" y="4655"/>
                    </a:cubicBezTo>
                    <a:cubicBezTo>
                      <a:pt x="4330" y="4662"/>
                      <a:pt x="4304" y="4663"/>
                      <a:pt x="4277" y="4663"/>
                    </a:cubicBezTo>
                    <a:cubicBezTo>
                      <a:pt x="4231" y="4663"/>
                      <a:pt x="4185" y="4658"/>
                      <a:pt x="4142" y="4658"/>
                    </a:cubicBezTo>
                    <a:cubicBezTo>
                      <a:pt x="4079" y="4658"/>
                      <a:pt x="4025" y="4671"/>
                      <a:pt x="3996" y="4737"/>
                    </a:cubicBezTo>
                    <a:cubicBezTo>
                      <a:pt x="3936" y="4862"/>
                      <a:pt x="4110" y="4917"/>
                      <a:pt x="4165" y="5009"/>
                    </a:cubicBezTo>
                    <a:cubicBezTo>
                      <a:pt x="4328" y="5282"/>
                      <a:pt x="4530" y="5532"/>
                      <a:pt x="4638" y="5831"/>
                    </a:cubicBezTo>
                    <a:cubicBezTo>
                      <a:pt x="4667" y="5897"/>
                      <a:pt x="4687" y="5979"/>
                      <a:pt x="4762" y="5979"/>
                    </a:cubicBezTo>
                    <a:cubicBezTo>
                      <a:pt x="4774" y="5979"/>
                      <a:pt x="4787" y="5977"/>
                      <a:pt x="4802" y="5973"/>
                    </a:cubicBezTo>
                    <a:cubicBezTo>
                      <a:pt x="4878" y="5946"/>
                      <a:pt x="4851" y="5853"/>
                      <a:pt x="4856" y="5782"/>
                    </a:cubicBezTo>
                    <a:cubicBezTo>
                      <a:pt x="4791" y="5478"/>
                      <a:pt x="4535" y="5260"/>
                      <a:pt x="4437" y="4944"/>
                    </a:cubicBezTo>
                    <a:cubicBezTo>
                      <a:pt x="4807" y="4939"/>
                      <a:pt x="4736" y="4792"/>
                      <a:pt x="4546" y="4601"/>
                    </a:cubicBezTo>
                    <a:cubicBezTo>
                      <a:pt x="4148" y="4215"/>
                      <a:pt x="3756" y="3817"/>
                      <a:pt x="3326" y="3392"/>
                    </a:cubicBezTo>
                    <a:cubicBezTo>
                      <a:pt x="3430" y="3392"/>
                      <a:pt x="3462" y="3392"/>
                      <a:pt x="3495" y="3387"/>
                    </a:cubicBezTo>
                    <a:cubicBezTo>
                      <a:pt x="3499" y="3387"/>
                      <a:pt x="3504" y="3387"/>
                      <a:pt x="3508" y="3387"/>
                    </a:cubicBezTo>
                    <a:cubicBezTo>
                      <a:pt x="3595" y="3387"/>
                      <a:pt x="3699" y="3449"/>
                      <a:pt x="3781" y="3449"/>
                    </a:cubicBezTo>
                    <a:cubicBezTo>
                      <a:pt x="3832" y="3449"/>
                      <a:pt x="3874" y="3425"/>
                      <a:pt x="3898" y="3349"/>
                    </a:cubicBezTo>
                    <a:cubicBezTo>
                      <a:pt x="3947" y="3191"/>
                      <a:pt x="3740" y="3109"/>
                      <a:pt x="3626" y="3022"/>
                    </a:cubicBezTo>
                    <a:cubicBezTo>
                      <a:pt x="3359" y="2826"/>
                      <a:pt x="3081" y="2652"/>
                      <a:pt x="2820" y="2462"/>
                    </a:cubicBezTo>
                    <a:cubicBezTo>
                      <a:pt x="2608" y="2309"/>
                      <a:pt x="2597" y="2244"/>
                      <a:pt x="2711" y="2064"/>
                    </a:cubicBezTo>
                    <a:cubicBezTo>
                      <a:pt x="2782" y="1961"/>
                      <a:pt x="2711" y="1901"/>
                      <a:pt x="2640" y="1868"/>
                    </a:cubicBezTo>
                    <a:cubicBezTo>
                      <a:pt x="2276" y="1672"/>
                      <a:pt x="2020" y="1335"/>
                      <a:pt x="1671" y="1122"/>
                    </a:cubicBezTo>
                    <a:cubicBezTo>
                      <a:pt x="1579" y="1019"/>
                      <a:pt x="1328" y="1084"/>
                      <a:pt x="1372" y="839"/>
                    </a:cubicBezTo>
                    <a:cubicBezTo>
                      <a:pt x="1399" y="768"/>
                      <a:pt x="1465" y="790"/>
                      <a:pt x="1514" y="768"/>
                    </a:cubicBezTo>
                    <a:cubicBezTo>
                      <a:pt x="1748" y="681"/>
                      <a:pt x="1818" y="464"/>
                      <a:pt x="1802" y="268"/>
                    </a:cubicBezTo>
                    <a:cubicBezTo>
                      <a:pt x="1789" y="136"/>
                      <a:pt x="1702" y="110"/>
                      <a:pt x="1601" y="110"/>
                    </a:cubicBezTo>
                    <a:cubicBezTo>
                      <a:pt x="1536" y="110"/>
                      <a:pt x="1465" y="121"/>
                      <a:pt x="1405" y="121"/>
                    </a:cubicBezTo>
                    <a:cubicBezTo>
                      <a:pt x="1378" y="121"/>
                      <a:pt x="1351" y="122"/>
                      <a:pt x="1324" y="122"/>
                    </a:cubicBezTo>
                    <a:cubicBezTo>
                      <a:pt x="938" y="122"/>
                      <a:pt x="562" y="52"/>
                      <a:pt x="185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0" name="Google Shape;1570;p33"/>
              <p:cNvSpPr/>
              <p:nvPr/>
            </p:nvSpPr>
            <p:spPr>
              <a:xfrm>
                <a:off x="5575462" y="1721270"/>
                <a:ext cx="353757" cy="393592"/>
              </a:xfrm>
              <a:custGeom>
                <a:rect b="b" l="l" r="r" t="t"/>
                <a:pathLst>
                  <a:path extrusionOk="0" h="6610" w="5941">
                    <a:moveTo>
                      <a:pt x="5635" y="0"/>
                    </a:moveTo>
                    <a:lnTo>
                      <a:pt x="5635" y="0"/>
                    </a:lnTo>
                    <a:cubicBezTo>
                      <a:pt x="5118" y="22"/>
                      <a:pt x="4792" y="354"/>
                      <a:pt x="4449" y="659"/>
                    </a:cubicBezTo>
                    <a:cubicBezTo>
                      <a:pt x="4483" y="677"/>
                      <a:pt x="4513" y="684"/>
                      <a:pt x="4540" y="684"/>
                    </a:cubicBezTo>
                    <a:cubicBezTo>
                      <a:pt x="4647" y="684"/>
                      <a:pt x="4708" y="570"/>
                      <a:pt x="4786" y="518"/>
                    </a:cubicBezTo>
                    <a:cubicBezTo>
                      <a:pt x="4917" y="436"/>
                      <a:pt x="4999" y="284"/>
                      <a:pt x="5222" y="278"/>
                    </a:cubicBezTo>
                    <a:lnTo>
                      <a:pt x="5222" y="278"/>
                    </a:lnTo>
                    <a:cubicBezTo>
                      <a:pt x="4498" y="920"/>
                      <a:pt x="4160" y="1726"/>
                      <a:pt x="3932" y="2608"/>
                    </a:cubicBezTo>
                    <a:cubicBezTo>
                      <a:pt x="3741" y="3327"/>
                      <a:pt x="3333" y="3915"/>
                      <a:pt x="2728" y="4377"/>
                    </a:cubicBezTo>
                    <a:cubicBezTo>
                      <a:pt x="2157" y="4807"/>
                      <a:pt x="1558" y="5199"/>
                      <a:pt x="943" y="5559"/>
                    </a:cubicBezTo>
                    <a:cubicBezTo>
                      <a:pt x="638" y="5738"/>
                      <a:pt x="360" y="5951"/>
                      <a:pt x="181" y="6266"/>
                    </a:cubicBezTo>
                    <a:cubicBezTo>
                      <a:pt x="121" y="6370"/>
                      <a:pt x="1" y="6473"/>
                      <a:pt x="126" y="6609"/>
                    </a:cubicBezTo>
                    <a:cubicBezTo>
                      <a:pt x="279" y="6544"/>
                      <a:pt x="404" y="6462"/>
                      <a:pt x="420" y="6283"/>
                    </a:cubicBezTo>
                    <a:cubicBezTo>
                      <a:pt x="475" y="6092"/>
                      <a:pt x="611" y="5978"/>
                      <a:pt x="769" y="5864"/>
                    </a:cubicBezTo>
                    <a:cubicBezTo>
                      <a:pt x="1101" y="5619"/>
                      <a:pt x="1465" y="5423"/>
                      <a:pt x="1814" y="5216"/>
                    </a:cubicBezTo>
                    <a:cubicBezTo>
                      <a:pt x="2304" y="4927"/>
                      <a:pt x="2728" y="4562"/>
                      <a:pt x="3202" y="4263"/>
                    </a:cubicBezTo>
                    <a:cubicBezTo>
                      <a:pt x="3910" y="3817"/>
                      <a:pt x="4775" y="3838"/>
                      <a:pt x="5494" y="3414"/>
                    </a:cubicBezTo>
                    <a:lnTo>
                      <a:pt x="5494" y="3414"/>
                    </a:lnTo>
                    <a:cubicBezTo>
                      <a:pt x="5260" y="3681"/>
                      <a:pt x="5086" y="3975"/>
                      <a:pt x="4819" y="4214"/>
                    </a:cubicBezTo>
                    <a:cubicBezTo>
                      <a:pt x="4367" y="4628"/>
                      <a:pt x="3812" y="4791"/>
                      <a:pt x="3256" y="4982"/>
                    </a:cubicBezTo>
                    <a:cubicBezTo>
                      <a:pt x="2973" y="5080"/>
                      <a:pt x="2690" y="5194"/>
                      <a:pt x="2413" y="5314"/>
                    </a:cubicBezTo>
                    <a:cubicBezTo>
                      <a:pt x="2364" y="5336"/>
                      <a:pt x="2266" y="5385"/>
                      <a:pt x="2342" y="5466"/>
                    </a:cubicBezTo>
                    <a:cubicBezTo>
                      <a:pt x="2364" y="5493"/>
                      <a:pt x="2434" y="5483"/>
                      <a:pt x="2478" y="5488"/>
                    </a:cubicBezTo>
                    <a:cubicBezTo>
                      <a:pt x="2799" y="5292"/>
                      <a:pt x="3158" y="5178"/>
                      <a:pt x="3518" y="5074"/>
                    </a:cubicBezTo>
                    <a:cubicBezTo>
                      <a:pt x="4008" y="4933"/>
                      <a:pt x="4465" y="4742"/>
                      <a:pt x="4846" y="4394"/>
                    </a:cubicBezTo>
                    <a:cubicBezTo>
                      <a:pt x="5320" y="3964"/>
                      <a:pt x="5821" y="3550"/>
                      <a:pt x="5940" y="2864"/>
                    </a:cubicBezTo>
                    <a:cubicBezTo>
                      <a:pt x="5924" y="2853"/>
                      <a:pt x="5913" y="2842"/>
                      <a:pt x="5897" y="2837"/>
                    </a:cubicBezTo>
                    <a:cubicBezTo>
                      <a:pt x="5879" y="2833"/>
                      <a:pt x="5862" y="2831"/>
                      <a:pt x="5845" y="2831"/>
                    </a:cubicBezTo>
                    <a:cubicBezTo>
                      <a:pt x="5741" y="2831"/>
                      <a:pt x="5660" y="2899"/>
                      <a:pt x="5576" y="2951"/>
                    </a:cubicBezTo>
                    <a:cubicBezTo>
                      <a:pt x="5118" y="3240"/>
                      <a:pt x="4634" y="3468"/>
                      <a:pt x="4100" y="3588"/>
                    </a:cubicBezTo>
                    <a:cubicBezTo>
                      <a:pt x="3964" y="3615"/>
                      <a:pt x="3839" y="3681"/>
                      <a:pt x="3692" y="3751"/>
                    </a:cubicBezTo>
                    <a:cubicBezTo>
                      <a:pt x="3834" y="3528"/>
                      <a:pt x="3953" y="3310"/>
                      <a:pt x="4046" y="3087"/>
                    </a:cubicBezTo>
                    <a:cubicBezTo>
                      <a:pt x="4258" y="2592"/>
                      <a:pt x="4340" y="2053"/>
                      <a:pt x="4574" y="1563"/>
                    </a:cubicBezTo>
                    <a:cubicBezTo>
                      <a:pt x="4628" y="1459"/>
                      <a:pt x="4634" y="1345"/>
                      <a:pt x="4666" y="1236"/>
                    </a:cubicBezTo>
                    <a:cubicBezTo>
                      <a:pt x="4993" y="833"/>
                      <a:pt x="5358" y="463"/>
                      <a:pt x="5635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1" name="Google Shape;1571;p33"/>
              <p:cNvSpPr/>
              <p:nvPr/>
            </p:nvSpPr>
            <p:spPr>
              <a:xfrm>
                <a:off x="5928512" y="1302661"/>
                <a:ext cx="374121" cy="443610"/>
              </a:xfrm>
              <a:custGeom>
                <a:rect b="b" l="l" r="r" t="t"/>
                <a:pathLst>
                  <a:path extrusionOk="0" h="7450" w="6283">
                    <a:moveTo>
                      <a:pt x="90" y="0"/>
                    </a:moveTo>
                    <a:cubicBezTo>
                      <a:pt x="63" y="0"/>
                      <a:pt x="35" y="18"/>
                      <a:pt x="6" y="68"/>
                    </a:cubicBezTo>
                    <a:cubicBezTo>
                      <a:pt x="0" y="176"/>
                      <a:pt x="93" y="220"/>
                      <a:pt x="153" y="291"/>
                    </a:cubicBezTo>
                    <a:cubicBezTo>
                      <a:pt x="844" y="1102"/>
                      <a:pt x="1694" y="1761"/>
                      <a:pt x="2434" y="2528"/>
                    </a:cubicBezTo>
                    <a:cubicBezTo>
                      <a:pt x="2951" y="3018"/>
                      <a:pt x="3452" y="3530"/>
                      <a:pt x="3926" y="4063"/>
                    </a:cubicBezTo>
                    <a:cubicBezTo>
                      <a:pt x="4557" y="4771"/>
                      <a:pt x="5123" y="5533"/>
                      <a:pt x="5608" y="6350"/>
                    </a:cubicBezTo>
                    <a:cubicBezTo>
                      <a:pt x="5766" y="6622"/>
                      <a:pt x="5934" y="6883"/>
                      <a:pt x="5973" y="7199"/>
                    </a:cubicBezTo>
                    <a:cubicBezTo>
                      <a:pt x="6060" y="7265"/>
                      <a:pt x="6038" y="7406"/>
                      <a:pt x="6174" y="7450"/>
                    </a:cubicBezTo>
                    <a:cubicBezTo>
                      <a:pt x="6283" y="7286"/>
                      <a:pt x="6239" y="7123"/>
                      <a:pt x="6196" y="6954"/>
                    </a:cubicBezTo>
                    <a:cubicBezTo>
                      <a:pt x="5885" y="5680"/>
                      <a:pt x="5074" y="4706"/>
                      <a:pt x="4241" y="3764"/>
                    </a:cubicBezTo>
                    <a:cubicBezTo>
                      <a:pt x="3022" y="2398"/>
                      <a:pt x="1487" y="1374"/>
                      <a:pt x="196" y="73"/>
                    </a:cubicBezTo>
                    <a:cubicBezTo>
                      <a:pt x="164" y="38"/>
                      <a:pt x="128" y="0"/>
                      <a:pt x="90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2" name="Google Shape;1572;p33"/>
              <p:cNvSpPr/>
              <p:nvPr/>
            </p:nvSpPr>
            <p:spPr>
              <a:xfrm>
                <a:off x="6551544" y="3303830"/>
                <a:ext cx="193581" cy="296355"/>
              </a:xfrm>
              <a:custGeom>
                <a:rect b="b" l="l" r="r" t="t"/>
                <a:pathLst>
                  <a:path extrusionOk="0" h="4977" w="3251">
                    <a:moveTo>
                      <a:pt x="2901" y="0"/>
                    </a:moveTo>
                    <a:cubicBezTo>
                      <a:pt x="2777" y="0"/>
                      <a:pt x="2777" y="113"/>
                      <a:pt x="2777" y="191"/>
                    </a:cubicBezTo>
                    <a:cubicBezTo>
                      <a:pt x="2788" y="567"/>
                      <a:pt x="2598" y="861"/>
                      <a:pt x="2423" y="1166"/>
                    </a:cubicBezTo>
                    <a:cubicBezTo>
                      <a:pt x="2086" y="1759"/>
                      <a:pt x="1639" y="2266"/>
                      <a:pt x="1209" y="2794"/>
                    </a:cubicBezTo>
                    <a:cubicBezTo>
                      <a:pt x="1253" y="2625"/>
                      <a:pt x="1335" y="2483"/>
                      <a:pt x="1416" y="2342"/>
                    </a:cubicBezTo>
                    <a:cubicBezTo>
                      <a:pt x="1558" y="2097"/>
                      <a:pt x="1699" y="1852"/>
                      <a:pt x="1765" y="1574"/>
                    </a:cubicBezTo>
                    <a:cubicBezTo>
                      <a:pt x="1797" y="1433"/>
                      <a:pt x="1857" y="1242"/>
                      <a:pt x="1596" y="1220"/>
                    </a:cubicBezTo>
                    <a:cubicBezTo>
                      <a:pt x="1433" y="1536"/>
                      <a:pt x="1275" y="1846"/>
                      <a:pt x="1111" y="2157"/>
                    </a:cubicBezTo>
                    <a:cubicBezTo>
                      <a:pt x="768" y="2815"/>
                      <a:pt x="583" y="3485"/>
                      <a:pt x="981" y="4193"/>
                    </a:cubicBezTo>
                    <a:cubicBezTo>
                      <a:pt x="1019" y="4264"/>
                      <a:pt x="1041" y="4334"/>
                      <a:pt x="948" y="4432"/>
                    </a:cubicBezTo>
                    <a:cubicBezTo>
                      <a:pt x="839" y="4242"/>
                      <a:pt x="719" y="4084"/>
                      <a:pt x="562" y="3964"/>
                    </a:cubicBezTo>
                    <a:cubicBezTo>
                      <a:pt x="499" y="3917"/>
                      <a:pt x="436" y="3889"/>
                      <a:pt x="371" y="3889"/>
                    </a:cubicBezTo>
                    <a:cubicBezTo>
                      <a:pt x="317" y="3889"/>
                      <a:pt x="262" y="3909"/>
                      <a:pt x="208" y="3953"/>
                    </a:cubicBezTo>
                    <a:cubicBezTo>
                      <a:pt x="23" y="4111"/>
                      <a:pt x="1" y="4601"/>
                      <a:pt x="170" y="4808"/>
                    </a:cubicBezTo>
                    <a:cubicBezTo>
                      <a:pt x="333" y="4634"/>
                      <a:pt x="257" y="4362"/>
                      <a:pt x="404" y="4171"/>
                    </a:cubicBezTo>
                    <a:cubicBezTo>
                      <a:pt x="627" y="4313"/>
                      <a:pt x="676" y="4530"/>
                      <a:pt x="719" y="4748"/>
                    </a:cubicBezTo>
                    <a:cubicBezTo>
                      <a:pt x="741" y="4841"/>
                      <a:pt x="741" y="4950"/>
                      <a:pt x="850" y="4971"/>
                    </a:cubicBezTo>
                    <a:cubicBezTo>
                      <a:pt x="867" y="4975"/>
                      <a:pt x="883" y="4977"/>
                      <a:pt x="898" y="4977"/>
                    </a:cubicBezTo>
                    <a:cubicBezTo>
                      <a:pt x="992" y="4977"/>
                      <a:pt x="1060" y="4909"/>
                      <a:pt x="1111" y="4830"/>
                    </a:cubicBezTo>
                    <a:cubicBezTo>
                      <a:pt x="1280" y="4547"/>
                      <a:pt x="1411" y="4258"/>
                      <a:pt x="1193" y="3948"/>
                    </a:cubicBezTo>
                    <a:cubicBezTo>
                      <a:pt x="997" y="3670"/>
                      <a:pt x="1041" y="3431"/>
                      <a:pt x="1269" y="3202"/>
                    </a:cubicBezTo>
                    <a:cubicBezTo>
                      <a:pt x="1384" y="3088"/>
                      <a:pt x="1487" y="2957"/>
                      <a:pt x="1596" y="2832"/>
                    </a:cubicBezTo>
                    <a:cubicBezTo>
                      <a:pt x="2162" y="2200"/>
                      <a:pt x="2690" y="1547"/>
                      <a:pt x="3082" y="790"/>
                    </a:cubicBezTo>
                    <a:cubicBezTo>
                      <a:pt x="3251" y="475"/>
                      <a:pt x="3229" y="213"/>
                      <a:pt x="2919" y="1"/>
                    </a:cubicBezTo>
                    <a:cubicBezTo>
                      <a:pt x="2913" y="0"/>
                      <a:pt x="2907" y="0"/>
                      <a:pt x="2901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3" name="Google Shape;1573;p33"/>
              <p:cNvSpPr/>
              <p:nvPr/>
            </p:nvSpPr>
            <p:spPr>
              <a:xfrm>
                <a:off x="5482749" y="1730381"/>
                <a:ext cx="264916" cy="140050"/>
              </a:xfrm>
              <a:custGeom>
                <a:rect b="b" l="l" r="r" t="t"/>
                <a:pathLst>
                  <a:path extrusionOk="0" h="2352" w="4449">
                    <a:moveTo>
                      <a:pt x="3618" y="859"/>
                    </a:moveTo>
                    <a:cubicBezTo>
                      <a:pt x="3624" y="859"/>
                      <a:pt x="3622" y="893"/>
                      <a:pt x="3609" y="893"/>
                    </a:cubicBezTo>
                    <a:cubicBezTo>
                      <a:pt x="3607" y="893"/>
                      <a:pt x="3604" y="892"/>
                      <a:pt x="3601" y="889"/>
                    </a:cubicBezTo>
                    <a:lnTo>
                      <a:pt x="3601" y="889"/>
                    </a:lnTo>
                    <a:cubicBezTo>
                      <a:pt x="3601" y="889"/>
                      <a:pt x="3601" y="889"/>
                      <a:pt x="3601" y="889"/>
                    </a:cubicBezTo>
                    <a:cubicBezTo>
                      <a:pt x="3605" y="889"/>
                      <a:pt x="3608" y="884"/>
                      <a:pt x="3610" y="871"/>
                    </a:cubicBezTo>
                    <a:cubicBezTo>
                      <a:pt x="3613" y="863"/>
                      <a:pt x="3616" y="859"/>
                      <a:pt x="3618" y="859"/>
                    </a:cubicBezTo>
                    <a:close/>
                    <a:moveTo>
                      <a:pt x="4084" y="1"/>
                    </a:moveTo>
                    <a:cubicBezTo>
                      <a:pt x="4008" y="1"/>
                      <a:pt x="3924" y="25"/>
                      <a:pt x="3855" y="43"/>
                    </a:cubicBezTo>
                    <a:cubicBezTo>
                      <a:pt x="3191" y="223"/>
                      <a:pt x="2516" y="370"/>
                      <a:pt x="1923" y="800"/>
                    </a:cubicBezTo>
                    <a:cubicBezTo>
                      <a:pt x="1912" y="555"/>
                      <a:pt x="1721" y="414"/>
                      <a:pt x="1683" y="190"/>
                    </a:cubicBezTo>
                    <a:cubicBezTo>
                      <a:pt x="1669" y="115"/>
                      <a:pt x="1633" y="86"/>
                      <a:pt x="1594" y="86"/>
                    </a:cubicBezTo>
                    <a:cubicBezTo>
                      <a:pt x="1545" y="86"/>
                      <a:pt x="1490" y="131"/>
                      <a:pt x="1460" y="185"/>
                    </a:cubicBezTo>
                    <a:cubicBezTo>
                      <a:pt x="1090" y="887"/>
                      <a:pt x="409" y="1350"/>
                      <a:pt x="61" y="2069"/>
                    </a:cubicBezTo>
                    <a:cubicBezTo>
                      <a:pt x="88" y="2172"/>
                      <a:pt x="1" y="2335"/>
                      <a:pt x="202" y="2352"/>
                    </a:cubicBezTo>
                    <a:cubicBezTo>
                      <a:pt x="295" y="2314"/>
                      <a:pt x="360" y="2248"/>
                      <a:pt x="404" y="2161"/>
                    </a:cubicBezTo>
                    <a:cubicBezTo>
                      <a:pt x="660" y="1644"/>
                      <a:pt x="1052" y="1230"/>
                      <a:pt x="1460" y="838"/>
                    </a:cubicBezTo>
                    <a:lnTo>
                      <a:pt x="1460" y="838"/>
                    </a:lnTo>
                    <a:cubicBezTo>
                      <a:pt x="1493" y="1007"/>
                      <a:pt x="1395" y="1230"/>
                      <a:pt x="1601" y="1312"/>
                    </a:cubicBezTo>
                    <a:cubicBezTo>
                      <a:pt x="1634" y="1325"/>
                      <a:pt x="1665" y="1331"/>
                      <a:pt x="1695" y="1331"/>
                    </a:cubicBezTo>
                    <a:cubicBezTo>
                      <a:pt x="1837" y="1331"/>
                      <a:pt x="1942" y="1196"/>
                      <a:pt x="2037" y="1083"/>
                    </a:cubicBezTo>
                    <a:cubicBezTo>
                      <a:pt x="2157" y="947"/>
                      <a:pt x="2315" y="882"/>
                      <a:pt x="2483" y="816"/>
                    </a:cubicBezTo>
                    <a:cubicBezTo>
                      <a:pt x="2886" y="664"/>
                      <a:pt x="3300" y="533"/>
                      <a:pt x="3714" y="430"/>
                    </a:cubicBezTo>
                    <a:lnTo>
                      <a:pt x="3714" y="430"/>
                    </a:lnTo>
                    <a:cubicBezTo>
                      <a:pt x="3605" y="550"/>
                      <a:pt x="3382" y="642"/>
                      <a:pt x="3578" y="871"/>
                    </a:cubicBezTo>
                    <a:cubicBezTo>
                      <a:pt x="3583" y="876"/>
                      <a:pt x="3587" y="880"/>
                      <a:pt x="3590" y="883"/>
                    </a:cubicBezTo>
                    <a:lnTo>
                      <a:pt x="3590" y="883"/>
                    </a:lnTo>
                    <a:cubicBezTo>
                      <a:pt x="3276" y="969"/>
                      <a:pt x="2950" y="1024"/>
                      <a:pt x="2658" y="1181"/>
                    </a:cubicBezTo>
                    <a:cubicBezTo>
                      <a:pt x="2532" y="1247"/>
                      <a:pt x="2407" y="1317"/>
                      <a:pt x="2353" y="1453"/>
                    </a:cubicBezTo>
                    <a:cubicBezTo>
                      <a:pt x="2316" y="1539"/>
                      <a:pt x="2319" y="1603"/>
                      <a:pt x="2384" y="1603"/>
                    </a:cubicBezTo>
                    <a:cubicBezTo>
                      <a:pt x="2406" y="1603"/>
                      <a:pt x="2435" y="1595"/>
                      <a:pt x="2473" y="1579"/>
                    </a:cubicBezTo>
                    <a:cubicBezTo>
                      <a:pt x="3059" y="1363"/>
                      <a:pt x="3641" y="1127"/>
                      <a:pt x="4285" y="1127"/>
                    </a:cubicBezTo>
                    <a:cubicBezTo>
                      <a:pt x="4293" y="1127"/>
                      <a:pt x="4300" y="1127"/>
                      <a:pt x="4307" y="1127"/>
                    </a:cubicBezTo>
                    <a:cubicBezTo>
                      <a:pt x="4405" y="1127"/>
                      <a:pt x="4411" y="1018"/>
                      <a:pt x="4449" y="953"/>
                    </a:cubicBezTo>
                    <a:cubicBezTo>
                      <a:pt x="4226" y="806"/>
                      <a:pt x="4264" y="474"/>
                      <a:pt x="4280" y="354"/>
                    </a:cubicBezTo>
                    <a:cubicBezTo>
                      <a:pt x="4314" y="70"/>
                      <a:pt x="4211" y="1"/>
                      <a:pt x="4084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4" name="Google Shape;1574;p33"/>
              <p:cNvSpPr/>
              <p:nvPr/>
            </p:nvSpPr>
            <p:spPr>
              <a:xfrm>
                <a:off x="6910726" y="6459"/>
                <a:ext cx="338156" cy="209777"/>
              </a:xfrm>
              <a:custGeom>
                <a:rect b="b" l="l" r="r" t="t"/>
                <a:pathLst>
                  <a:path extrusionOk="0" h="3523" w="5679">
                    <a:moveTo>
                      <a:pt x="3787" y="1"/>
                    </a:moveTo>
                    <a:cubicBezTo>
                      <a:pt x="3567" y="1"/>
                      <a:pt x="3388" y="113"/>
                      <a:pt x="3300" y="321"/>
                    </a:cubicBezTo>
                    <a:cubicBezTo>
                      <a:pt x="2973" y="1116"/>
                      <a:pt x="2494" y="1775"/>
                      <a:pt x="1819" y="2324"/>
                    </a:cubicBezTo>
                    <a:cubicBezTo>
                      <a:pt x="1258" y="2787"/>
                      <a:pt x="757" y="3299"/>
                      <a:pt x="1" y="3419"/>
                    </a:cubicBezTo>
                    <a:cubicBezTo>
                      <a:pt x="55" y="3498"/>
                      <a:pt x="122" y="3523"/>
                      <a:pt x="202" y="3523"/>
                    </a:cubicBezTo>
                    <a:cubicBezTo>
                      <a:pt x="226" y="3523"/>
                      <a:pt x="252" y="3520"/>
                      <a:pt x="278" y="3517"/>
                    </a:cubicBezTo>
                    <a:cubicBezTo>
                      <a:pt x="708" y="3457"/>
                      <a:pt x="1106" y="3342"/>
                      <a:pt x="1427" y="3032"/>
                    </a:cubicBezTo>
                    <a:cubicBezTo>
                      <a:pt x="1705" y="2776"/>
                      <a:pt x="1955" y="2471"/>
                      <a:pt x="2271" y="2286"/>
                    </a:cubicBezTo>
                    <a:cubicBezTo>
                      <a:pt x="2902" y="1911"/>
                      <a:pt x="3207" y="1312"/>
                      <a:pt x="3485" y="691"/>
                    </a:cubicBezTo>
                    <a:cubicBezTo>
                      <a:pt x="3602" y="435"/>
                      <a:pt x="3705" y="310"/>
                      <a:pt x="3852" y="310"/>
                    </a:cubicBezTo>
                    <a:cubicBezTo>
                      <a:pt x="3951" y="310"/>
                      <a:pt x="4069" y="367"/>
                      <a:pt x="4225" y="479"/>
                    </a:cubicBezTo>
                    <a:cubicBezTo>
                      <a:pt x="4356" y="571"/>
                      <a:pt x="4476" y="691"/>
                      <a:pt x="4585" y="811"/>
                    </a:cubicBezTo>
                    <a:cubicBezTo>
                      <a:pt x="4824" y="1078"/>
                      <a:pt x="5026" y="1388"/>
                      <a:pt x="5390" y="1508"/>
                    </a:cubicBezTo>
                    <a:cubicBezTo>
                      <a:pt x="5455" y="1521"/>
                      <a:pt x="5492" y="1635"/>
                      <a:pt x="5550" y="1635"/>
                    </a:cubicBezTo>
                    <a:cubicBezTo>
                      <a:pt x="5566" y="1635"/>
                      <a:pt x="5583" y="1627"/>
                      <a:pt x="5603" y="1606"/>
                    </a:cubicBezTo>
                    <a:cubicBezTo>
                      <a:pt x="5679" y="1524"/>
                      <a:pt x="5614" y="1377"/>
                      <a:pt x="5526" y="1334"/>
                    </a:cubicBezTo>
                    <a:cubicBezTo>
                      <a:pt x="5200" y="1176"/>
                      <a:pt x="5047" y="860"/>
                      <a:pt x="4840" y="599"/>
                    </a:cubicBezTo>
                    <a:cubicBezTo>
                      <a:pt x="4634" y="337"/>
                      <a:pt x="4372" y="174"/>
                      <a:pt x="4078" y="60"/>
                    </a:cubicBezTo>
                    <a:cubicBezTo>
                      <a:pt x="3976" y="20"/>
                      <a:pt x="3878" y="1"/>
                      <a:pt x="3787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5" name="Google Shape;1575;p33"/>
              <p:cNvSpPr/>
              <p:nvPr/>
            </p:nvSpPr>
            <p:spPr>
              <a:xfrm>
                <a:off x="5154411" y="1868350"/>
                <a:ext cx="204894" cy="179111"/>
              </a:xfrm>
              <a:custGeom>
                <a:rect b="b" l="l" r="r" t="t"/>
                <a:pathLst>
                  <a:path extrusionOk="0" h="3008" w="3441">
                    <a:moveTo>
                      <a:pt x="172" y="1"/>
                    </a:moveTo>
                    <a:cubicBezTo>
                      <a:pt x="141" y="1"/>
                      <a:pt x="112" y="11"/>
                      <a:pt x="87" y="40"/>
                    </a:cubicBezTo>
                    <a:cubicBezTo>
                      <a:pt x="0" y="149"/>
                      <a:pt x="104" y="242"/>
                      <a:pt x="180" y="301"/>
                    </a:cubicBezTo>
                    <a:cubicBezTo>
                      <a:pt x="964" y="927"/>
                      <a:pt x="1361" y="1875"/>
                      <a:pt x="2096" y="2533"/>
                    </a:cubicBezTo>
                    <a:cubicBezTo>
                      <a:pt x="2183" y="2702"/>
                      <a:pt x="2385" y="2795"/>
                      <a:pt x="2390" y="3007"/>
                    </a:cubicBezTo>
                    <a:cubicBezTo>
                      <a:pt x="2499" y="2964"/>
                      <a:pt x="2602" y="2915"/>
                      <a:pt x="2711" y="2876"/>
                    </a:cubicBezTo>
                    <a:cubicBezTo>
                      <a:pt x="3408" y="2604"/>
                      <a:pt x="3441" y="2474"/>
                      <a:pt x="2973" y="1875"/>
                    </a:cubicBezTo>
                    <a:lnTo>
                      <a:pt x="2973" y="1875"/>
                    </a:lnTo>
                    <a:cubicBezTo>
                      <a:pt x="2967" y="1918"/>
                      <a:pt x="2967" y="1962"/>
                      <a:pt x="2962" y="2005"/>
                    </a:cubicBezTo>
                    <a:cubicBezTo>
                      <a:pt x="2938" y="2031"/>
                      <a:pt x="2916" y="2040"/>
                      <a:pt x="2893" y="2040"/>
                    </a:cubicBezTo>
                    <a:cubicBezTo>
                      <a:pt x="2854" y="2040"/>
                      <a:pt x="2815" y="2010"/>
                      <a:pt x="2777" y="1989"/>
                    </a:cubicBezTo>
                    <a:cubicBezTo>
                      <a:pt x="2428" y="1804"/>
                      <a:pt x="2167" y="1515"/>
                      <a:pt x="1922" y="1216"/>
                    </a:cubicBezTo>
                    <a:cubicBezTo>
                      <a:pt x="1492" y="693"/>
                      <a:pt x="964" y="318"/>
                      <a:pt x="349" y="62"/>
                    </a:cubicBezTo>
                    <a:cubicBezTo>
                      <a:pt x="292" y="37"/>
                      <a:pt x="229" y="1"/>
                      <a:pt x="172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6" name="Google Shape;1576;p33"/>
              <p:cNvSpPr/>
              <p:nvPr/>
            </p:nvSpPr>
            <p:spPr>
              <a:xfrm>
                <a:off x="5658470" y="825934"/>
                <a:ext cx="242527" cy="446409"/>
              </a:xfrm>
              <a:custGeom>
                <a:rect b="b" l="l" r="r" t="t"/>
                <a:pathLst>
                  <a:path extrusionOk="0" h="7497" w="4073">
                    <a:moveTo>
                      <a:pt x="665" y="0"/>
                    </a:moveTo>
                    <a:cubicBezTo>
                      <a:pt x="1" y="1437"/>
                      <a:pt x="93" y="2815"/>
                      <a:pt x="1019" y="4110"/>
                    </a:cubicBezTo>
                    <a:cubicBezTo>
                      <a:pt x="1824" y="5248"/>
                      <a:pt x="2712" y="6310"/>
                      <a:pt x="3697" y="7295"/>
                    </a:cubicBezTo>
                    <a:cubicBezTo>
                      <a:pt x="3784" y="7377"/>
                      <a:pt x="3866" y="7464"/>
                      <a:pt x="3980" y="7497"/>
                    </a:cubicBezTo>
                    <a:cubicBezTo>
                      <a:pt x="4073" y="7284"/>
                      <a:pt x="3888" y="7181"/>
                      <a:pt x="3790" y="7061"/>
                    </a:cubicBezTo>
                    <a:cubicBezTo>
                      <a:pt x="2978" y="6097"/>
                      <a:pt x="2135" y="5167"/>
                      <a:pt x="1372" y="4159"/>
                    </a:cubicBezTo>
                    <a:cubicBezTo>
                      <a:pt x="540" y="3054"/>
                      <a:pt x="158" y="1895"/>
                      <a:pt x="621" y="534"/>
                    </a:cubicBezTo>
                    <a:cubicBezTo>
                      <a:pt x="676" y="376"/>
                      <a:pt x="795" y="191"/>
                      <a:pt x="665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7" name="Google Shape;1577;p33"/>
              <p:cNvSpPr/>
              <p:nvPr/>
            </p:nvSpPr>
            <p:spPr>
              <a:xfrm>
                <a:off x="5112550" y="1843697"/>
                <a:ext cx="221805" cy="175539"/>
              </a:xfrm>
              <a:custGeom>
                <a:rect b="b" l="l" r="r" t="t"/>
                <a:pathLst>
                  <a:path extrusionOk="0" h="2948" w="3725">
                    <a:moveTo>
                      <a:pt x="220" y="1"/>
                    </a:moveTo>
                    <a:cubicBezTo>
                      <a:pt x="167" y="1"/>
                      <a:pt x="124" y="17"/>
                      <a:pt x="99" y="62"/>
                    </a:cubicBezTo>
                    <a:cubicBezTo>
                      <a:pt x="1" y="236"/>
                      <a:pt x="240" y="345"/>
                      <a:pt x="377" y="443"/>
                    </a:cubicBezTo>
                    <a:cubicBezTo>
                      <a:pt x="926" y="841"/>
                      <a:pt x="1378" y="1325"/>
                      <a:pt x="1754" y="1886"/>
                    </a:cubicBezTo>
                    <a:cubicBezTo>
                      <a:pt x="2032" y="2305"/>
                      <a:pt x="2325" y="2724"/>
                      <a:pt x="2799" y="2947"/>
                    </a:cubicBezTo>
                    <a:cubicBezTo>
                      <a:pt x="2848" y="2915"/>
                      <a:pt x="2854" y="2871"/>
                      <a:pt x="2815" y="2833"/>
                    </a:cubicBezTo>
                    <a:cubicBezTo>
                      <a:pt x="2325" y="2387"/>
                      <a:pt x="1966" y="1831"/>
                      <a:pt x="1585" y="1298"/>
                    </a:cubicBezTo>
                    <a:cubicBezTo>
                      <a:pt x="1356" y="982"/>
                      <a:pt x="1013" y="786"/>
                      <a:pt x="785" y="470"/>
                    </a:cubicBezTo>
                    <a:lnTo>
                      <a:pt x="785" y="470"/>
                    </a:lnTo>
                    <a:cubicBezTo>
                      <a:pt x="1482" y="726"/>
                      <a:pt x="2086" y="1091"/>
                      <a:pt x="2554" y="1684"/>
                    </a:cubicBezTo>
                    <a:cubicBezTo>
                      <a:pt x="2826" y="2033"/>
                      <a:pt x="3148" y="2343"/>
                      <a:pt x="3556" y="2550"/>
                    </a:cubicBezTo>
                    <a:cubicBezTo>
                      <a:pt x="3589" y="2565"/>
                      <a:pt x="3628" y="2598"/>
                      <a:pt x="3663" y="2598"/>
                    </a:cubicBezTo>
                    <a:cubicBezTo>
                      <a:pt x="3679" y="2598"/>
                      <a:pt x="3695" y="2591"/>
                      <a:pt x="3708" y="2572"/>
                    </a:cubicBezTo>
                    <a:cubicBezTo>
                      <a:pt x="3725" y="2545"/>
                      <a:pt x="3681" y="2468"/>
                      <a:pt x="3665" y="2419"/>
                    </a:cubicBezTo>
                    <a:cubicBezTo>
                      <a:pt x="3403" y="2153"/>
                      <a:pt x="3104" y="1913"/>
                      <a:pt x="2881" y="1619"/>
                    </a:cubicBezTo>
                    <a:cubicBezTo>
                      <a:pt x="2287" y="835"/>
                      <a:pt x="1493" y="383"/>
                      <a:pt x="578" y="100"/>
                    </a:cubicBezTo>
                    <a:cubicBezTo>
                      <a:pt x="469" y="67"/>
                      <a:pt x="325" y="1"/>
                      <a:pt x="220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8" name="Google Shape;1578;p33"/>
              <p:cNvSpPr/>
              <p:nvPr/>
            </p:nvSpPr>
            <p:spPr>
              <a:xfrm>
                <a:off x="5985557" y="4690959"/>
                <a:ext cx="188698" cy="251161"/>
              </a:xfrm>
              <a:custGeom>
                <a:rect b="b" l="l" r="r" t="t"/>
                <a:pathLst>
                  <a:path extrusionOk="0" h="4218" w="3169">
                    <a:moveTo>
                      <a:pt x="77" y="1"/>
                    </a:moveTo>
                    <a:cubicBezTo>
                      <a:pt x="1" y="284"/>
                      <a:pt x="251" y="414"/>
                      <a:pt x="256" y="627"/>
                    </a:cubicBezTo>
                    <a:cubicBezTo>
                      <a:pt x="1242" y="1618"/>
                      <a:pt x="2184" y="2636"/>
                      <a:pt x="2597" y="4029"/>
                    </a:cubicBezTo>
                    <a:cubicBezTo>
                      <a:pt x="2635" y="4162"/>
                      <a:pt x="2700" y="4218"/>
                      <a:pt x="2774" y="4218"/>
                    </a:cubicBezTo>
                    <a:cubicBezTo>
                      <a:pt x="2850" y="4218"/>
                      <a:pt x="2934" y="4160"/>
                      <a:pt x="3011" y="4067"/>
                    </a:cubicBezTo>
                    <a:cubicBezTo>
                      <a:pt x="3169" y="3882"/>
                      <a:pt x="3136" y="3670"/>
                      <a:pt x="3066" y="3469"/>
                    </a:cubicBezTo>
                    <a:cubicBezTo>
                      <a:pt x="2940" y="3109"/>
                      <a:pt x="2804" y="2750"/>
                      <a:pt x="2668" y="2391"/>
                    </a:cubicBezTo>
                    <a:cubicBezTo>
                      <a:pt x="2325" y="1917"/>
                      <a:pt x="2080" y="1367"/>
                      <a:pt x="1645" y="959"/>
                    </a:cubicBezTo>
                    <a:lnTo>
                      <a:pt x="1645" y="959"/>
                    </a:lnTo>
                    <a:cubicBezTo>
                      <a:pt x="1960" y="1982"/>
                      <a:pt x="2772" y="2799"/>
                      <a:pt x="2880" y="4013"/>
                    </a:cubicBezTo>
                    <a:cubicBezTo>
                      <a:pt x="2663" y="3822"/>
                      <a:pt x="2635" y="3648"/>
                      <a:pt x="2592" y="3485"/>
                    </a:cubicBezTo>
                    <a:cubicBezTo>
                      <a:pt x="2472" y="3049"/>
                      <a:pt x="2276" y="2663"/>
                      <a:pt x="1988" y="2309"/>
                    </a:cubicBezTo>
                    <a:cubicBezTo>
                      <a:pt x="1367" y="1541"/>
                      <a:pt x="545" y="937"/>
                      <a:pt x="77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9" name="Google Shape;1579;p33"/>
              <p:cNvSpPr/>
              <p:nvPr/>
            </p:nvSpPr>
            <p:spPr>
              <a:xfrm>
                <a:off x="6616092" y="3297518"/>
                <a:ext cx="109265" cy="184709"/>
              </a:xfrm>
              <a:custGeom>
                <a:rect b="b" l="l" r="r" t="t"/>
                <a:pathLst>
                  <a:path extrusionOk="0" h="3102" w="1835">
                    <a:moveTo>
                      <a:pt x="1771" y="1"/>
                    </a:moveTo>
                    <a:cubicBezTo>
                      <a:pt x="1757" y="1"/>
                      <a:pt x="1738" y="5"/>
                      <a:pt x="1715" y="14"/>
                    </a:cubicBezTo>
                    <a:cubicBezTo>
                      <a:pt x="1640" y="45"/>
                      <a:pt x="1569" y="115"/>
                      <a:pt x="1482" y="115"/>
                    </a:cubicBezTo>
                    <a:cubicBezTo>
                      <a:pt x="1461" y="115"/>
                      <a:pt x="1439" y="111"/>
                      <a:pt x="1416" y="101"/>
                    </a:cubicBezTo>
                    <a:cubicBezTo>
                      <a:pt x="1312" y="281"/>
                      <a:pt x="1225" y="466"/>
                      <a:pt x="1105" y="635"/>
                    </a:cubicBezTo>
                    <a:cubicBezTo>
                      <a:pt x="1060" y="698"/>
                      <a:pt x="1007" y="747"/>
                      <a:pt x="959" y="747"/>
                    </a:cubicBezTo>
                    <a:cubicBezTo>
                      <a:pt x="915" y="747"/>
                      <a:pt x="875" y="706"/>
                      <a:pt x="849" y="597"/>
                    </a:cubicBezTo>
                    <a:cubicBezTo>
                      <a:pt x="735" y="842"/>
                      <a:pt x="572" y="1060"/>
                      <a:pt x="512" y="1326"/>
                    </a:cubicBezTo>
                    <a:cubicBezTo>
                      <a:pt x="675" y="1397"/>
                      <a:pt x="648" y="1528"/>
                      <a:pt x="604" y="1658"/>
                    </a:cubicBezTo>
                    <a:cubicBezTo>
                      <a:pt x="517" y="1952"/>
                      <a:pt x="376" y="2219"/>
                      <a:pt x="212" y="2481"/>
                    </a:cubicBezTo>
                    <a:cubicBezTo>
                      <a:pt x="93" y="2666"/>
                      <a:pt x="0" y="2862"/>
                      <a:pt x="17" y="3101"/>
                    </a:cubicBezTo>
                    <a:cubicBezTo>
                      <a:pt x="55" y="3090"/>
                      <a:pt x="87" y="3090"/>
                      <a:pt x="98" y="3074"/>
                    </a:cubicBezTo>
                    <a:cubicBezTo>
                      <a:pt x="795" y="2154"/>
                      <a:pt x="1710" y="1359"/>
                      <a:pt x="1835" y="107"/>
                    </a:cubicBezTo>
                    <a:cubicBezTo>
                      <a:pt x="1822" y="56"/>
                      <a:pt x="1823" y="1"/>
                      <a:pt x="1771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0" name="Google Shape;1580;p33"/>
              <p:cNvSpPr/>
              <p:nvPr/>
            </p:nvSpPr>
            <p:spPr>
              <a:xfrm>
                <a:off x="5844254" y="1794870"/>
                <a:ext cx="146898" cy="126593"/>
              </a:xfrm>
              <a:custGeom>
                <a:rect b="b" l="l" r="r" t="t"/>
                <a:pathLst>
                  <a:path extrusionOk="0" h="2126" w="2467">
                    <a:moveTo>
                      <a:pt x="152" y="0"/>
                    </a:moveTo>
                    <a:cubicBezTo>
                      <a:pt x="60" y="71"/>
                      <a:pt x="33" y="169"/>
                      <a:pt x="11" y="278"/>
                    </a:cubicBezTo>
                    <a:cubicBezTo>
                      <a:pt x="0" y="458"/>
                      <a:pt x="93" y="583"/>
                      <a:pt x="207" y="708"/>
                    </a:cubicBezTo>
                    <a:cubicBezTo>
                      <a:pt x="561" y="1089"/>
                      <a:pt x="1007" y="1345"/>
                      <a:pt x="1432" y="1633"/>
                    </a:cubicBezTo>
                    <a:lnTo>
                      <a:pt x="1426" y="1628"/>
                    </a:lnTo>
                    <a:lnTo>
                      <a:pt x="1426" y="1628"/>
                    </a:lnTo>
                    <a:cubicBezTo>
                      <a:pt x="1562" y="1748"/>
                      <a:pt x="1704" y="1868"/>
                      <a:pt x="1846" y="1987"/>
                    </a:cubicBezTo>
                    <a:cubicBezTo>
                      <a:pt x="1872" y="1961"/>
                      <a:pt x="1894" y="1951"/>
                      <a:pt x="1913" y="1951"/>
                    </a:cubicBezTo>
                    <a:cubicBezTo>
                      <a:pt x="1958" y="1951"/>
                      <a:pt x="1986" y="2006"/>
                      <a:pt x="2009" y="2036"/>
                    </a:cubicBezTo>
                    <a:cubicBezTo>
                      <a:pt x="2056" y="2101"/>
                      <a:pt x="2095" y="2125"/>
                      <a:pt x="2133" y="2125"/>
                    </a:cubicBezTo>
                    <a:cubicBezTo>
                      <a:pt x="2188" y="2125"/>
                      <a:pt x="2239" y="2075"/>
                      <a:pt x="2303" y="2020"/>
                    </a:cubicBezTo>
                    <a:cubicBezTo>
                      <a:pt x="2466" y="1884"/>
                      <a:pt x="2297" y="1846"/>
                      <a:pt x="2254" y="1780"/>
                    </a:cubicBezTo>
                    <a:cubicBezTo>
                      <a:pt x="2042" y="1486"/>
                      <a:pt x="1704" y="1394"/>
                      <a:pt x="1388" y="1274"/>
                    </a:cubicBezTo>
                    <a:cubicBezTo>
                      <a:pt x="1258" y="1225"/>
                      <a:pt x="1160" y="1149"/>
                      <a:pt x="1149" y="1002"/>
                    </a:cubicBezTo>
                    <a:cubicBezTo>
                      <a:pt x="1138" y="855"/>
                      <a:pt x="1252" y="806"/>
                      <a:pt x="1356" y="746"/>
                    </a:cubicBezTo>
                    <a:cubicBezTo>
                      <a:pt x="1486" y="664"/>
                      <a:pt x="1666" y="643"/>
                      <a:pt x="1742" y="436"/>
                    </a:cubicBezTo>
                    <a:cubicBezTo>
                      <a:pt x="1350" y="387"/>
                      <a:pt x="974" y="338"/>
                      <a:pt x="599" y="278"/>
                    </a:cubicBezTo>
                    <a:cubicBezTo>
                      <a:pt x="495" y="262"/>
                      <a:pt x="299" y="311"/>
                      <a:pt x="370" y="82"/>
                    </a:cubicBezTo>
                    <a:cubicBezTo>
                      <a:pt x="357" y="74"/>
                      <a:pt x="341" y="71"/>
                      <a:pt x="325" y="71"/>
                    </a:cubicBezTo>
                    <a:cubicBezTo>
                      <a:pt x="294" y="71"/>
                      <a:pt x="261" y="80"/>
                      <a:pt x="231" y="80"/>
                    </a:cubicBezTo>
                    <a:cubicBezTo>
                      <a:pt x="195" y="80"/>
                      <a:pt x="165" y="66"/>
                      <a:pt x="152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1" name="Google Shape;1581;p33"/>
              <p:cNvSpPr/>
              <p:nvPr/>
            </p:nvSpPr>
            <p:spPr>
              <a:xfrm>
                <a:off x="6028013" y="4533400"/>
                <a:ext cx="133619" cy="235739"/>
              </a:xfrm>
              <a:custGeom>
                <a:rect b="b" l="l" r="r" t="t"/>
                <a:pathLst>
                  <a:path extrusionOk="0" h="3959" w="2244">
                    <a:moveTo>
                      <a:pt x="93" y="1"/>
                    </a:moveTo>
                    <a:cubicBezTo>
                      <a:pt x="61" y="23"/>
                      <a:pt x="33" y="39"/>
                      <a:pt x="1" y="61"/>
                    </a:cubicBezTo>
                    <a:cubicBezTo>
                      <a:pt x="453" y="1498"/>
                      <a:pt x="1721" y="2489"/>
                      <a:pt x="2118" y="3959"/>
                    </a:cubicBezTo>
                    <a:cubicBezTo>
                      <a:pt x="2151" y="3942"/>
                      <a:pt x="2184" y="3926"/>
                      <a:pt x="2216" y="3915"/>
                    </a:cubicBezTo>
                    <a:cubicBezTo>
                      <a:pt x="2227" y="3812"/>
                      <a:pt x="2233" y="3714"/>
                      <a:pt x="2244" y="3616"/>
                    </a:cubicBezTo>
                    <a:cubicBezTo>
                      <a:pt x="2151" y="3191"/>
                      <a:pt x="1988" y="2794"/>
                      <a:pt x="1770" y="2413"/>
                    </a:cubicBezTo>
                    <a:cubicBezTo>
                      <a:pt x="1384" y="1743"/>
                      <a:pt x="899" y="1139"/>
                      <a:pt x="447" y="513"/>
                    </a:cubicBezTo>
                    <a:cubicBezTo>
                      <a:pt x="327" y="344"/>
                      <a:pt x="213" y="170"/>
                      <a:pt x="93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2" name="Google Shape;1582;p33"/>
              <p:cNvSpPr/>
              <p:nvPr/>
            </p:nvSpPr>
            <p:spPr>
              <a:xfrm>
                <a:off x="6025453" y="4347675"/>
                <a:ext cx="64249" cy="208169"/>
              </a:xfrm>
              <a:custGeom>
                <a:rect b="b" l="l" r="r" t="t"/>
                <a:pathLst>
                  <a:path extrusionOk="0" h="3496" w="1079">
                    <a:moveTo>
                      <a:pt x="365" y="1"/>
                    </a:moveTo>
                    <a:lnTo>
                      <a:pt x="365" y="1"/>
                    </a:lnTo>
                    <a:cubicBezTo>
                      <a:pt x="0" y="670"/>
                      <a:pt x="44" y="1498"/>
                      <a:pt x="452" y="2276"/>
                    </a:cubicBezTo>
                    <a:cubicBezTo>
                      <a:pt x="632" y="2614"/>
                      <a:pt x="751" y="2962"/>
                      <a:pt x="566" y="3343"/>
                    </a:cubicBezTo>
                    <a:cubicBezTo>
                      <a:pt x="504" y="3475"/>
                      <a:pt x="563" y="3485"/>
                      <a:pt x="631" y="3485"/>
                    </a:cubicBezTo>
                    <a:cubicBezTo>
                      <a:pt x="644" y="3485"/>
                      <a:pt x="657" y="3485"/>
                      <a:pt x="670" y="3485"/>
                    </a:cubicBezTo>
                    <a:cubicBezTo>
                      <a:pt x="695" y="3485"/>
                      <a:pt x="719" y="3486"/>
                      <a:pt x="735" y="3496"/>
                    </a:cubicBezTo>
                    <a:cubicBezTo>
                      <a:pt x="882" y="3457"/>
                      <a:pt x="915" y="3338"/>
                      <a:pt x="953" y="3207"/>
                    </a:cubicBezTo>
                    <a:cubicBezTo>
                      <a:pt x="1078" y="2804"/>
                      <a:pt x="1018" y="2412"/>
                      <a:pt x="817" y="2058"/>
                    </a:cubicBezTo>
                    <a:cubicBezTo>
                      <a:pt x="566" y="1623"/>
                      <a:pt x="474" y="1149"/>
                      <a:pt x="425" y="659"/>
                    </a:cubicBezTo>
                    <a:cubicBezTo>
                      <a:pt x="311" y="458"/>
                      <a:pt x="398" y="235"/>
                      <a:pt x="365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3" name="Google Shape;1583;p33"/>
              <p:cNvSpPr/>
              <p:nvPr/>
            </p:nvSpPr>
            <p:spPr>
              <a:xfrm>
                <a:off x="6073388" y="1453193"/>
                <a:ext cx="189710" cy="227581"/>
              </a:xfrm>
              <a:custGeom>
                <a:rect b="b" l="l" r="r" t="t"/>
                <a:pathLst>
                  <a:path extrusionOk="0" h="3822" w="3186">
                    <a:moveTo>
                      <a:pt x="1" y="0"/>
                    </a:moveTo>
                    <a:cubicBezTo>
                      <a:pt x="34" y="44"/>
                      <a:pt x="61" y="98"/>
                      <a:pt x="99" y="142"/>
                    </a:cubicBezTo>
                    <a:cubicBezTo>
                      <a:pt x="1024" y="1291"/>
                      <a:pt x="2070" y="2330"/>
                      <a:pt x="2919" y="3539"/>
                    </a:cubicBezTo>
                    <a:cubicBezTo>
                      <a:pt x="2990" y="3642"/>
                      <a:pt x="3088" y="3729"/>
                      <a:pt x="3175" y="3822"/>
                    </a:cubicBezTo>
                    <a:cubicBezTo>
                      <a:pt x="3186" y="3670"/>
                      <a:pt x="3099" y="3555"/>
                      <a:pt x="3028" y="3435"/>
                    </a:cubicBezTo>
                    <a:cubicBezTo>
                      <a:pt x="2554" y="2679"/>
                      <a:pt x="2015" y="1966"/>
                      <a:pt x="1405" y="1312"/>
                    </a:cubicBezTo>
                    <a:cubicBezTo>
                      <a:pt x="970" y="844"/>
                      <a:pt x="540" y="365"/>
                      <a:pt x="1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4" name="Google Shape;1584;p33"/>
              <p:cNvSpPr/>
              <p:nvPr/>
            </p:nvSpPr>
            <p:spPr>
              <a:xfrm>
                <a:off x="5157984" y="1697571"/>
                <a:ext cx="138442" cy="189710"/>
              </a:xfrm>
              <a:custGeom>
                <a:rect b="b" l="l" r="r" t="t"/>
                <a:pathLst>
                  <a:path extrusionOk="0" h="3186" w="2325">
                    <a:moveTo>
                      <a:pt x="114" y="0"/>
                    </a:moveTo>
                    <a:cubicBezTo>
                      <a:pt x="75" y="0"/>
                      <a:pt x="37" y="20"/>
                      <a:pt x="0" y="77"/>
                    </a:cubicBezTo>
                    <a:cubicBezTo>
                      <a:pt x="1094" y="867"/>
                      <a:pt x="1867" y="1896"/>
                      <a:pt x="2281" y="3186"/>
                    </a:cubicBezTo>
                    <a:cubicBezTo>
                      <a:pt x="2292" y="3153"/>
                      <a:pt x="2325" y="3120"/>
                      <a:pt x="2319" y="3093"/>
                    </a:cubicBezTo>
                    <a:cubicBezTo>
                      <a:pt x="2118" y="1759"/>
                      <a:pt x="1405" y="769"/>
                      <a:pt x="272" y="66"/>
                    </a:cubicBezTo>
                    <a:cubicBezTo>
                      <a:pt x="222" y="38"/>
                      <a:pt x="168" y="0"/>
                      <a:pt x="114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5" name="Google Shape;1585;p33"/>
              <p:cNvSpPr/>
              <p:nvPr/>
            </p:nvSpPr>
            <p:spPr>
              <a:xfrm>
                <a:off x="5254865" y="2025671"/>
                <a:ext cx="104442" cy="76575"/>
              </a:xfrm>
              <a:custGeom>
                <a:rect b="b" l="l" r="r" t="t"/>
                <a:pathLst>
                  <a:path extrusionOk="0" h="1286" w="1754">
                    <a:moveTo>
                      <a:pt x="1754" y="0"/>
                    </a:moveTo>
                    <a:lnTo>
                      <a:pt x="1754" y="0"/>
                    </a:lnTo>
                    <a:cubicBezTo>
                      <a:pt x="1618" y="158"/>
                      <a:pt x="1482" y="294"/>
                      <a:pt x="1291" y="365"/>
                    </a:cubicBezTo>
                    <a:cubicBezTo>
                      <a:pt x="1046" y="469"/>
                      <a:pt x="785" y="545"/>
                      <a:pt x="545" y="670"/>
                    </a:cubicBezTo>
                    <a:cubicBezTo>
                      <a:pt x="295" y="801"/>
                      <a:pt x="12" y="931"/>
                      <a:pt x="1" y="1285"/>
                    </a:cubicBezTo>
                    <a:cubicBezTo>
                      <a:pt x="137" y="1225"/>
                      <a:pt x="284" y="1182"/>
                      <a:pt x="409" y="1100"/>
                    </a:cubicBezTo>
                    <a:cubicBezTo>
                      <a:pt x="556" y="1004"/>
                      <a:pt x="694" y="950"/>
                      <a:pt x="823" y="950"/>
                    </a:cubicBezTo>
                    <a:cubicBezTo>
                      <a:pt x="986" y="950"/>
                      <a:pt x="1136" y="1036"/>
                      <a:pt x="1269" y="1231"/>
                    </a:cubicBezTo>
                    <a:cubicBezTo>
                      <a:pt x="1547" y="866"/>
                      <a:pt x="1656" y="441"/>
                      <a:pt x="1754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6" name="Google Shape;1586;p33"/>
              <p:cNvSpPr/>
              <p:nvPr/>
            </p:nvSpPr>
            <p:spPr>
              <a:xfrm>
                <a:off x="6543148" y="3607516"/>
                <a:ext cx="86936" cy="80267"/>
              </a:xfrm>
              <a:custGeom>
                <a:rect b="b" l="l" r="r" t="t"/>
                <a:pathLst>
                  <a:path extrusionOk="0" h="1348" w="1460">
                    <a:moveTo>
                      <a:pt x="318" y="0"/>
                    </a:moveTo>
                    <a:cubicBezTo>
                      <a:pt x="299" y="0"/>
                      <a:pt x="279" y="8"/>
                      <a:pt x="256" y="29"/>
                    </a:cubicBezTo>
                    <a:cubicBezTo>
                      <a:pt x="76" y="198"/>
                      <a:pt x="0" y="878"/>
                      <a:pt x="142" y="1085"/>
                    </a:cubicBezTo>
                    <a:cubicBezTo>
                      <a:pt x="240" y="1233"/>
                      <a:pt x="581" y="1347"/>
                      <a:pt x="838" y="1347"/>
                    </a:cubicBezTo>
                    <a:cubicBezTo>
                      <a:pt x="922" y="1347"/>
                      <a:pt x="996" y="1335"/>
                      <a:pt x="1051" y="1308"/>
                    </a:cubicBezTo>
                    <a:cubicBezTo>
                      <a:pt x="1274" y="1194"/>
                      <a:pt x="1459" y="791"/>
                      <a:pt x="1367" y="628"/>
                    </a:cubicBezTo>
                    <a:cubicBezTo>
                      <a:pt x="1364" y="628"/>
                      <a:pt x="1362" y="628"/>
                      <a:pt x="1359" y="628"/>
                    </a:cubicBezTo>
                    <a:cubicBezTo>
                      <a:pt x="1144" y="628"/>
                      <a:pt x="1159" y="852"/>
                      <a:pt x="1046" y="955"/>
                    </a:cubicBezTo>
                    <a:cubicBezTo>
                      <a:pt x="937" y="1055"/>
                      <a:pt x="838" y="1185"/>
                      <a:pt x="689" y="1185"/>
                    </a:cubicBezTo>
                    <a:cubicBezTo>
                      <a:pt x="644" y="1185"/>
                      <a:pt x="595" y="1173"/>
                      <a:pt x="539" y="1145"/>
                    </a:cubicBezTo>
                    <a:cubicBezTo>
                      <a:pt x="300" y="1025"/>
                      <a:pt x="294" y="835"/>
                      <a:pt x="349" y="612"/>
                    </a:cubicBezTo>
                    <a:cubicBezTo>
                      <a:pt x="392" y="432"/>
                      <a:pt x="490" y="263"/>
                      <a:pt x="441" y="67"/>
                    </a:cubicBezTo>
                    <a:cubicBezTo>
                      <a:pt x="399" y="44"/>
                      <a:pt x="363" y="0"/>
                      <a:pt x="318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7" name="Google Shape;1587;p33"/>
              <p:cNvSpPr/>
              <p:nvPr/>
            </p:nvSpPr>
            <p:spPr>
              <a:xfrm>
                <a:off x="5272074" y="1765037"/>
                <a:ext cx="121591" cy="150768"/>
              </a:xfrm>
              <a:custGeom>
                <a:rect b="b" l="l" r="r" t="t"/>
                <a:pathLst>
                  <a:path extrusionOk="0" h="2532" w="2042">
                    <a:moveTo>
                      <a:pt x="77" y="0"/>
                    </a:moveTo>
                    <a:cubicBezTo>
                      <a:pt x="0" y="185"/>
                      <a:pt x="158" y="267"/>
                      <a:pt x="256" y="365"/>
                    </a:cubicBezTo>
                    <a:cubicBezTo>
                      <a:pt x="447" y="567"/>
                      <a:pt x="670" y="746"/>
                      <a:pt x="757" y="1029"/>
                    </a:cubicBezTo>
                    <a:cubicBezTo>
                      <a:pt x="882" y="1448"/>
                      <a:pt x="1144" y="1802"/>
                      <a:pt x="1345" y="2183"/>
                    </a:cubicBezTo>
                    <a:cubicBezTo>
                      <a:pt x="1454" y="2389"/>
                      <a:pt x="1627" y="2531"/>
                      <a:pt x="1860" y="2531"/>
                    </a:cubicBezTo>
                    <a:cubicBezTo>
                      <a:pt x="1917" y="2531"/>
                      <a:pt x="1978" y="2523"/>
                      <a:pt x="2042" y="2505"/>
                    </a:cubicBezTo>
                    <a:cubicBezTo>
                      <a:pt x="1465" y="2249"/>
                      <a:pt x="1252" y="1693"/>
                      <a:pt x="980" y="1198"/>
                    </a:cubicBezTo>
                    <a:cubicBezTo>
                      <a:pt x="735" y="752"/>
                      <a:pt x="485" y="316"/>
                      <a:pt x="77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8" name="Google Shape;1588;p33"/>
              <p:cNvSpPr/>
              <p:nvPr/>
            </p:nvSpPr>
            <p:spPr>
              <a:xfrm>
                <a:off x="6338904" y="3696776"/>
                <a:ext cx="75563" cy="48351"/>
              </a:xfrm>
              <a:custGeom>
                <a:rect b="b" l="l" r="r" t="t"/>
                <a:pathLst>
                  <a:path extrusionOk="0" h="812" w="1269">
                    <a:moveTo>
                      <a:pt x="665" y="0"/>
                    </a:moveTo>
                    <a:lnTo>
                      <a:pt x="665" y="0"/>
                    </a:lnTo>
                    <a:cubicBezTo>
                      <a:pt x="496" y="82"/>
                      <a:pt x="360" y="142"/>
                      <a:pt x="229" y="218"/>
                    </a:cubicBezTo>
                    <a:cubicBezTo>
                      <a:pt x="66" y="316"/>
                      <a:pt x="1" y="474"/>
                      <a:pt x="88" y="637"/>
                    </a:cubicBezTo>
                    <a:cubicBezTo>
                      <a:pt x="147" y="756"/>
                      <a:pt x="242" y="812"/>
                      <a:pt x="363" y="812"/>
                    </a:cubicBezTo>
                    <a:cubicBezTo>
                      <a:pt x="407" y="812"/>
                      <a:pt x="455" y="804"/>
                      <a:pt x="507" y="789"/>
                    </a:cubicBezTo>
                    <a:cubicBezTo>
                      <a:pt x="719" y="730"/>
                      <a:pt x="877" y="593"/>
                      <a:pt x="1051" y="479"/>
                    </a:cubicBezTo>
                    <a:cubicBezTo>
                      <a:pt x="1089" y="370"/>
                      <a:pt x="1269" y="338"/>
                      <a:pt x="1204" y="180"/>
                    </a:cubicBezTo>
                    <a:lnTo>
                      <a:pt x="1204" y="180"/>
                    </a:lnTo>
                    <a:cubicBezTo>
                      <a:pt x="910" y="201"/>
                      <a:pt x="692" y="457"/>
                      <a:pt x="387" y="463"/>
                    </a:cubicBezTo>
                    <a:cubicBezTo>
                      <a:pt x="420" y="272"/>
                      <a:pt x="648" y="223"/>
                      <a:pt x="665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9" name="Google Shape;1589;p33"/>
              <p:cNvSpPr/>
              <p:nvPr/>
            </p:nvSpPr>
            <p:spPr>
              <a:xfrm>
                <a:off x="5393310" y="1850605"/>
                <a:ext cx="47041" cy="62939"/>
              </a:xfrm>
              <a:custGeom>
                <a:rect b="b" l="l" r="r" t="t"/>
                <a:pathLst>
                  <a:path extrusionOk="0" h="1057" w="790">
                    <a:moveTo>
                      <a:pt x="271" y="1"/>
                    </a:moveTo>
                    <a:cubicBezTo>
                      <a:pt x="231" y="1"/>
                      <a:pt x="195" y="41"/>
                      <a:pt x="153" y="104"/>
                    </a:cubicBezTo>
                    <a:cubicBezTo>
                      <a:pt x="0" y="349"/>
                      <a:pt x="22" y="823"/>
                      <a:pt x="213" y="1057"/>
                    </a:cubicBezTo>
                    <a:cubicBezTo>
                      <a:pt x="409" y="861"/>
                      <a:pt x="115" y="578"/>
                      <a:pt x="343" y="382"/>
                    </a:cubicBezTo>
                    <a:lnTo>
                      <a:pt x="343" y="382"/>
                    </a:lnTo>
                    <a:cubicBezTo>
                      <a:pt x="447" y="452"/>
                      <a:pt x="485" y="594"/>
                      <a:pt x="621" y="638"/>
                    </a:cubicBezTo>
                    <a:cubicBezTo>
                      <a:pt x="658" y="651"/>
                      <a:pt x="692" y="662"/>
                      <a:pt x="719" y="662"/>
                    </a:cubicBezTo>
                    <a:cubicBezTo>
                      <a:pt x="760" y="662"/>
                      <a:pt x="787" y="637"/>
                      <a:pt x="790" y="556"/>
                    </a:cubicBezTo>
                    <a:cubicBezTo>
                      <a:pt x="654" y="403"/>
                      <a:pt x="512" y="251"/>
                      <a:pt x="387" y="88"/>
                    </a:cubicBezTo>
                    <a:cubicBezTo>
                      <a:pt x="341" y="27"/>
                      <a:pt x="304" y="1"/>
                      <a:pt x="271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0" name="Google Shape;1590;p33"/>
              <p:cNvSpPr/>
              <p:nvPr/>
            </p:nvSpPr>
            <p:spPr>
              <a:xfrm>
                <a:off x="6636814" y="3651520"/>
                <a:ext cx="27629" cy="68953"/>
              </a:xfrm>
              <a:custGeom>
                <a:rect b="b" l="l" r="r" t="t"/>
                <a:pathLst>
                  <a:path extrusionOk="0" h="1158" w="464">
                    <a:moveTo>
                      <a:pt x="124" y="0"/>
                    </a:moveTo>
                    <a:cubicBezTo>
                      <a:pt x="111" y="0"/>
                      <a:pt x="97" y="3"/>
                      <a:pt x="82" y="9"/>
                    </a:cubicBezTo>
                    <a:cubicBezTo>
                      <a:pt x="6" y="41"/>
                      <a:pt x="1" y="118"/>
                      <a:pt x="28" y="188"/>
                    </a:cubicBezTo>
                    <a:cubicBezTo>
                      <a:pt x="137" y="504"/>
                      <a:pt x="44" y="836"/>
                      <a:pt x="82" y="1157"/>
                    </a:cubicBezTo>
                    <a:cubicBezTo>
                      <a:pt x="387" y="983"/>
                      <a:pt x="463" y="608"/>
                      <a:pt x="295" y="101"/>
                    </a:cubicBezTo>
                    <a:cubicBezTo>
                      <a:pt x="235" y="78"/>
                      <a:pt x="194" y="0"/>
                      <a:pt x="124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1" name="Google Shape;1591;p33"/>
              <p:cNvSpPr/>
              <p:nvPr/>
            </p:nvSpPr>
            <p:spPr>
              <a:xfrm>
                <a:off x="5456787" y="1857274"/>
                <a:ext cx="32869" cy="45016"/>
              </a:xfrm>
              <a:custGeom>
                <a:rect b="b" l="l" r="r" t="t"/>
                <a:pathLst>
                  <a:path extrusionOk="0" h="756" w="552">
                    <a:moveTo>
                      <a:pt x="103" y="1"/>
                    </a:moveTo>
                    <a:cubicBezTo>
                      <a:pt x="34" y="1"/>
                      <a:pt x="0" y="73"/>
                      <a:pt x="7" y="232"/>
                    </a:cubicBezTo>
                    <a:cubicBezTo>
                      <a:pt x="12" y="346"/>
                      <a:pt x="12" y="466"/>
                      <a:pt x="12" y="580"/>
                    </a:cubicBezTo>
                    <a:cubicBezTo>
                      <a:pt x="86" y="584"/>
                      <a:pt x="137" y="755"/>
                      <a:pt x="189" y="755"/>
                    </a:cubicBezTo>
                    <a:cubicBezTo>
                      <a:pt x="206" y="755"/>
                      <a:pt x="223" y="736"/>
                      <a:pt x="241" y="683"/>
                    </a:cubicBezTo>
                    <a:cubicBezTo>
                      <a:pt x="283" y="566"/>
                      <a:pt x="335" y="537"/>
                      <a:pt x="394" y="537"/>
                    </a:cubicBezTo>
                    <a:cubicBezTo>
                      <a:pt x="442" y="537"/>
                      <a:pt x="495" y="556"/>
                      <a:pt x="551" y="564"/>
                    </a:cubicBezTo>
                    <a:cubicBezTo>
                      <a:pt x="475" y="302"/>
                      <a:pt x="475" y="302"/>
                      <a:pt x="290" y="95"/>
                    </a:cubicBezTo>
                    <a:cubicBezTo>
                      <a:pt x="213" y="34"/>
                      <a:pt x="150" y="1"/>
                      <a:pt x="103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2" name="Google Shape;1592;p33"/>
              <p:cNvSpPr/>
              <p:nvPr/>
            </p:nvSpPr>
            <p:spPr>
              <a:xfrm>
                <a:off x="7282235" y="259947"/>
                <a:ext cx="45433" cy="47338"/>
              </a:xfrm>
              <a:custGeom>
                <a:rect b="b" l="l" r="r" t="t"/>
                <a:pathLst>
                  <a:path extrusionOk="0" h="795" w="763">
                    <a:moveTo>
                      <a:pt x="763" y="0"/>
                    </a:moveTo>
                    <a:cubicBezTo>
                      <a:pt x="507" y="267"/>
                      <a:pt x="251" y="528"/>
                      <a:pt x="1" y="795"/>
                    </a:cubicBezTo>
                    <a:cubicBezTo>
                      <a:pt x="409" y="724"/>
                      <a:pt x="665" y="457"/>
                      <a:pt x="763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3" name="Google Shape;1593;p33"/>
              <p:cNvSpPr/>
              <p:nvPr/>
            </p:nvSpPr>
            <p:spPr>
              <a:xfrm>
                <a:off x="8214252" y="3561248"/>
                <a:ext cx="23699" cy="49661"/>
              </a:xfrm>
              <a:custGeom>
                <a:rect b="b" l="l" r="r" t="t"/>
                <a:pathLst>
                  <a:path extrusionOk="0" h="834" w="398">
                    <a:moveTo>
                      <a:pt x="397" y="0"/>
                    </a:moveTo>
                    <a:lnTo>
                      <a:pt x="397" y="0"/>
                    </a:lnTo>
                    <a:cubicBezTo>
                      <a:pt x="142" y="218"/>
                      <a:pt x="87" y="490"/>
                      <a:pt x="0" y="833"/>
                    </a:cubicBezTo>
                    <a:cubicBezTo>
                      <a:pt x="251" y="567"/>
                      <a:pt x="354" y="322"/>
                      <a:pt x="397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4" name="Google Shape;1594;p33"/>
              <p:cNvSpPr/>
              <p:nvPr/>
            </p:nvSpPr>
            <p:spPr>
              <a:xfrm>
                <a:off x="5927559" y="1849652"/>
                <a:ext cx="27272" cy="16911"/>
              </a:xfrm>
              <a:custGeom>
                <a:rect b="b" l="l" r="r" t="t"/>
                <a:pathLst>
                  <a:path extrusionOk="0" h="284" w="458">
                    <a:moveTo>
                      <a:pt x="158" y="0"/>
                    </a:moveTo>
                    <a:cubicBezTo>
                      <a:pt x="109" y="38"/>
                      <a:pt x="16" y="76"/>
                      <a:pt x="11" y="120"/>
                    </a:cubicBezTo>
                    <a:cubicBezTo>
                      <a:pt x="0" y="202"/>
                      <a:pt x="98" y="207"/>
                      <a:pt x="163" y="218"/>
                    </a:cubicBezTo>
                    <a:cubicBezTo>
                      <a:pt x="261" y="245"/>
                      <a:pt x="359" y="262"/>
                      <a:pt x="457" y="283"/>
                    </a:cubicBezTo>
                    <a:cubicBezTo>
                      <a:pt x="414" y="125"/>
                      <a:pt x="202" y="158"/>
                      <a:pt x="158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5" name="Google Shape;1595;p33"/>
              <p:cNvSpPr/>
              <p:nvPr/>
            </p:nvSpPr>
            <p:spPr>
              <a:xfrm>
                <a:off x="6766505" y="578936"/>
                <a:ext cx="1788791" cy="2144335"/>
              </a:xfrm>
              <a:custGeom>
                <a:rect b="b" l="l" r="r" t="t"/>
                <a:pathLst>
                  <a:path extrusionOk="0" h="36012" w="30041">
                    <a:moveTo>
                      <a:pt x="15832" y="1"/>
                    </a:moveTo>
                    <a:cubicBezTo>
                      <a:pt x="15774" y="1"/>
                      <a:pt x="15736" y="72"/>
                      <a:pt x="15695" y="109"/>
                    </a:cubicBezTo>
                    <a:cubicBezTo>
                      <a:pt x="15211" y="506"/>
                      <a:pt x="14650" y="735"/>
                      <a:pt x="14035" y="827"/>
                    </a:cubicBezTo>
                    <a:cubicBezTo>
                      <a:pt x="13458" y="920"/>
                      <a:pt x="12875" y="1002"/>
                      <a:pt x="12298" y="1094"/>
                    </a:cubicBezTo>
                    <a:cubicBezTo>
                      <a:pt x="12021" y="1143"/>
                      <a:pt x="11770" y="1219"/>
                      <a:pt x="11536" y="1415"/>
                    </a:cubicBezTo>
                    <a:cubicBezTo>
                      <a:pt x="11237" y="1671"/>
                      <a:pt x="10992" y="2009"/>
                      <a:pt x="10567" y="2096"/>
                    </a:cubicBezTo>
                    <a:cubicBezTo>
                      <a:pt x="10330" y="2141"/>
                      <a:pt x="10098" y="2168"/>
                      <a:pt x="9869" y="2168"/>
                    </a:cubicBezTo>
                    <a:cubicBezTo>
                      <a:pt x="9486" y="2168"/>
                      <a:pt x="9113" y="2092"/>
                      <a:pt x="8749" y="1894"/>
                    </a:cubicBezTo>
                    <a:cubicBezTo>
                      <a:pt x="7987" y="1475"/>
                      <a:pt x="7181" y="1154"/>
                      <a:pt x="6315" y="985"/>
                    </a:cubicBezTo>
                    <a:cubicBezTo>
                      <a:pt x="6187" y="960"/>
                      <a:pt x="6070" y="947"/>
                      <a:pt x="5962" y="947"/>
                    </a:cubicBezTo>
                    <a:cubicBezTo>
                      <a:pt x="5580" y="947"/>
                      <a:pt x="5304" y="1111"/>
                      <a:pt x="5041" y="1497"/>
                    </a:cubicBezTo>
                    <a:cubicBezTo>
                      <a:pt x="4938" y="1649"/>
                      <a:pt x="4840" y="1813"/>
                      <a:pt x="4715" y="1954"/>
                    </a:cubicBezTo>
                    <a:cubicBezTo>
                      <a:pt x="4268" y="2477"/>
                      <a:pt x="3642" y="2466"/>
                      <a:pt x="3032" y="2510"/>
                    </a:cubicBezTo>
                    <a:cubicBezTo>
                      <a:pt x="3022" y="2510"/>
                      <a:pt x="3011" y="2511"/>
                      <a:pt x="3000" y="2511"/>
                    </a:cubicBezTo>
                    <a:cubicBezTo>
                      <a:pt x="2957" y="2511"/>
                      <a:pt x="2909" y="2505"/>
                      <a:pt x="2863" y="2505"/>
                    </a:cubicBezTo>
                    <a:cubicBezTo>
                      <a:pt x="2785" y="2505"/>
                      <a:pt x="2715" y="2522"/>
                      <a:pt x="2690" y="2613"/>
                    </a:cubicBezTo>
                    <a:cubicBezTo>
                      <a:pt x="2651" y="2771"/>
                      <a:pt x="2777" y="2918"/>
                      <a:pt x="2924" y="2967"/>
                    </a:cubicBezTo>
                    <a:cubicBezTo>
                      <a:pt x="3669" y="3250"/>
                      <a:pt x="4415" y="3544"/>
                      <a:pt x="5216" y="3647"/>
                    </a:cubicBezTo>
                    <a:cubicBezTo>
                      <a:pt x="5771" y="3718"/>
                      <a:pt x="6332" y="3783"/>
                      <a:pt x="6887" y="3876"/>
                    </a:cubicBezTo>
                    <a:cubicBezTo>
                      <a:pt x="7045" y="3898"/>
                      <a:pt x="7203" y="3990"/>
                      <a:pt x="7235" y="4181"/>
                    </a:cubicBezTo>
                    <a:cubicBezTo>
                      <a:pt x="7257" y="4301"/>
                      <a:pt x="7186" y="4388"/>
                      <a:pt x="7094" y="4448"/>
                    </a:cubicBezTo>
                    <a:cubicBezTo>
                      <a:pt x="7047" y="4480"/>
                      <a:pt x="7005" y="4493"/>
                      <a:pt x="6965" y="4493"/>
                    </a:cubicBezTo>
                    <a:cubicBezTo>
                      <a:pt x="6877" y="4493"/>
                      <a:pt x="6800" y="4431"/>
                      <a:pt x="6718" y="4371"/>
                    </a:cubicBezTo>
                    <a:cubicBezTo>
                      <a:pt x="6639" y="4307"/>
                      <a:pt x="6549" y="4263"/>
                      <a:pt x="6463" y="4263"/>
                    </a:cubicBezTo>
                    <a:cubicBezTo>
                      <a:pt x="6388" y="4263"/>
                      <a:pt x="6316" y="4296"/>
                      <a:pt x="6255" y="4377"/>
                    </a:cubicBezTo>
                    <a:cubicBezTo>
                      <a:pt x="6114" y="4556"/>
                      <a:pt x="6152" y="4774"/>
                      <a:pt x="6310" y="4921"/>
                    </a:cubicBezTo>
                    <a:cubicBezTo>
                      <a:pt x="6462" y="5063"/>
                      <a:pt x="6631" y="5193"/>
                      <a:pt x="6860" y="5215"/>
                    </a:cubicBezTo>
                    <a:cubicBezTo>
                      <a:pt x="6983" y="5226"/>
                      <a:pt x="7106" y="5231"/>
                      <a:pt x="7227" y="5231"/>
                    </a:cubicBezTo>
                    <a:cubicBezTo>
                      <a:pt x="7798" y="5231"/>
                      <a:pt x="8352" y="5118"/>
                      <a:pt x="8890" y="4916"/>
                    </a:cubicBezTo>
                    <a:cubicBezTo>
                      <a:pt x="9373" y="4732"/>
                      <a:pt x="9827" y="4485"/>
                      <a:pt x="10342" y="4485"/>
                    </a:cubicBezTo>
                    <a:cubicBezTo>
                      <a:pt x="10558" y="4485"/>
                      <a:pt x="10785" y="4529"/>
                      <a:pt x="11030" y="4638"/>
                    </a:cubicBezTo>
                    <a:cubicBezTo>
                      <a:pt x="11814" y="4987"/>
                      <a:pt x="11966" y="5346"/>
                      <a:pt x="11394" y="5977"/>
                    </a:cubicBezTo>
                    <a:cubicBezTo>
                      <a:pt x="10850" y="6576"/>
                      <a:pt x="10458" y="7208"/>
                      <a:pt x="10828" y="8101"/>
                    </a:cubicBezTo>
                    <a:cubicBezTo>
                      <a:pt x="11128" y="8825"/>
                      <a:pt x="11171" y="9630"/>
                      <a:pt x="10954" y="10382"/>
                    </a:cubicBezTo>
                    <a:cubicBezTo>
                      <a:pt x="10752" y="11095"/>
                      <a:pt x="10703" y="11753"/>
                      <a:pt x="11003" y="12439"/>
                    </a:cubicBezTo>
                    <a:cubicBezTo>
                      <a:pt x="11122" y="12706"/>
                      <a:pt x="11149" y="13006"/>
                      <a:pt x="11139" y="13305"/>
                    </a:cubicBezTo>
                    <a:cubicBezTo>
                      <a:pt x="11126" y="13645"/>
                      <a:pt x="11063" y="13777"/>
                      <a:pt x="10836" y="13777"/>
                    </a:cubicBezTo>
                    <a:cubicBezTo>
                      <a:pt x="10766" y="13777"/>
                      <a:pt x="10679" y="13764"/>
                      <a:pt x="10572" y="13740"/>
                    </a:cubicBezTo>
                    <a:cubicBezTo>
                      <a:pt x="10164" y="13648"/>
                      <a:pt x="9756" y="13561"/>
                      <a:pt x="9353" y="13474"/>
                    </a:cubicBezTo>
                    <a:cubicBezTo>
                      <a:pt x="9331" y="13501"/>
                      <a:pt x="9309" y="13528"/>
                      <a:pt x="9288" y="13555"/>
                    </a:cubicBezTo>
                    <a:cubicBezTo>
                      <a:pt x="9957" y="14013"/>
                      <a:pt x="10317" y="14731"/>
                      <a:pt x="10850" y="15308"/>
                    </a:cubicBezTo>
                    <a:cubicBezTo>
                      <a:pt x="11258" y="15744"/>
                      <a:pt x="11716" y="16136"/>
                      <a:pt x="12048" y="16642"/>
                    </a:cubicBezTo>
                    <a:cubicBezTo>
                      <a:pt x="12500" y="17339"/>
                      <a:pt x="12821" y="18101"/>
                      <a:pt x="13104" y="18874"/>
                    </a:cubicBezTo>
                    <a:cubicBezTo>
                      <a:pt x="13333" y="19506"/>
                      <a:pt x="13436" y="20164"/>
                      <a:pt x="13403" y="20845"/>
                    </a:cubicBezTo>
                    <a:cubicBezTo>
                      <a:pt x="13392" y="21003"/>
                      <a:pt x="13354" y="21133"/>
                      <a:pt x="13196" y="21177"/>
                    </a:cubicBezTo>
                    <a:cubicBezTo>
                      <a:pt x="13173" y="21184"/>
                      <a:pt x="13153" y="21188"/>
                      <a:pt x="13134" y="21188"/>
                    </a:cubicBezTo>
                    <a:cubicBezTo>
                      <a:pt x="13016" y="21188"/>
                      <a:pt x="12977" y="21053"/>
                      <a:pt x="12930" y="20959"/>
                    </a:cubicBezTo>
                    <a:cubicBezTo>
                      <a:pt x="12755" y="20622"/>
                      <a:pt x="12521" y="20328"/>
                      <a:pt x="12266" y="20050"/>
                    </a:cubicBezTo>
                    <a:cubicBezTo>
                      <a:pt x="12138" y="19908"/>
                      <a:pt x="11989" y="19801"/>
                      <a:pt x="11816" y="19801"/>
                    </a:cubicBezTo>
                    <a:cubicBezTo>
                      <a:pt x="11724" y="19801"/>
                      <a:pt x="11626" y="19831"/>
                      <a:pt x="11520" y="19903"/>
                    </a:cubicBezTo>
                    <a:cubicBezTo>
                      <a:pt x="11322" y="20033"/>
                      <a:pt x="11099" y="20074"/>
                      <a:pt x="10865" y="20074"/>
                    </a:cubicBezTo>
                    <a:cubicBezTo>
                      <a:pt x="10835" y="20074"/>
                      <a:pt x="10804" y="20073"/>
                      <a:pt x="10774" y="20072"/>
                    </a:cubicBezTo>
                    <a:cubicBezTo>
                      <a:pt x="10661" y="20067"/>
                      <a:pt x="10546" y="20057"/>
                      <a:pt x="10433" y="20057"/>
                    </a:cubicBezTo>
                    <a:cubicBezTo>
                      <a:pt x="10311" y="20057"/>
                      <a:pt x="10190" y="20068"/>
                      <a:pt x="10072" y="20104"/>
                    </a:cubicBezTo>
                    <a:cubicBezTo>
                      <a:pt x="9990" y="20128"/>
                      <a:pt x="9911" y="20139"/>
                      <a:pt x="9835" y="20139"/>
                    </a:cubicBezTo>
                    <a:cubicBezTo>
                      <a:pt x="9606" y="20139"/>
                      <a:pt x="9402" y="20041"/>
                      <a:pt x="9222" y="19881"/>
                    </a:cubicBezTo>
                    <a:cubicBezTo>
                      <a:pt x="8274" y="19053"/>
                      <a:pt x="7224" y="18667"/>
                      <a:pt x="6080" y="18667"/>
                    </a:cubicBezTo>
                    <a:cubicBezTo>
                      <a:pt x="5661" y="18667"/>
                      <a:pt x="5229" y="18719"/>
                      <a:pt x="4785" y="18820"/>
                    </a:cubicBezTo>
                    <a:cubicBezTo>
                      <a:pt x="4399" y="18907"/>
                      <a:pt x="4323" y="19037"/>
                      <a:pt x="4426" y="19429"/>
                    </a:cubicBezTo>
                    <a:cubicBezTo>
                      <a:pt x="4459" y="19538"/>
                      <a:pt x="4513" y="19647"/>
                      <a:pt x="4568" y="19751"/>
                    </a:cubicBezTo>
                    <a:cubicBezTo>
                      <a:pt x="4726" y="20050"/>
                      <a:pt x="4894" y="20349"/>
                      <a:pt x="5052" y="20654"/>
                    </a:cubicBezTo>
                    <a:cubicBezTo>
                      <a:pt x="5172" y="20872"/>
                      <a:pt x="5139" y="21041"/>
                      <a:pt x="4916" y="21193"/>
                    </a:cubicBezTo>
                    <a:cubicBezTo>
                      <a:pt x="4535" y="21455"/>
                      <a:pt x="4404" y="21896"/>
                      <a:pt x="4519" y="22342"/>
                    </a:cubicBezTo>
                    <a:cubicBezTo>
                      <a:pt x="4660" y="22886"/>
                      <a:pt x="5079" y="23202"/>
                      <a:pt x="5471" y="23534"/>
                    </a:cubicBezTo>
                    <a:cubicBezTo>
                      <a:pt x="6043" y="24019"/>
                      <a:pt x="6631" y="24481"/>
                      <a:pt x="7213" y="24961"/>
                    </a:cubicBezTo>
                    <a:cubicBezTo>
                      <a:pt x="6955" y="25006"/>
                      <a:pt x="6708" y="25025"/>
                      <a:pt x="6464" y="25025"/>
                    </a:cubicBezTo>
                    <a:cubicBezTo>
                      <a:pt x="6357" y="25025"/>
                      <a:pt x="6252" y="25022"/>
                      <a:pt x="6146" y="25015"/>
                    </a:cubicBezTo>
                    <a:cubicBezTo>
                      <a:pt x="6128" y="25014"/>
                      <a:pt x="6110" y="25013"/>
                      <a:pt x="6092" y="25013"/>
                    </a:cubicBezTo>
                    <a:cubicBezTo>
                      <a:pt x="5874" y="25013"/>
                      <a:pt x="5709" y="25106"/>
                      <a:pt x="5613" y="25287"/>
                    </a:cubicBezTo>
                    <a:cubicBezTo>
                      <a:pt x="5286" y="25875"/>
                      <a:pt x="4747" y="26153"/>
                      <a:pt x="4149" y="26376"/>
                    </a:cubicBezTo>
                    <a:cubicBezTo>
                      <a:pt x="3169" y="26735"/>
                      <a:pt x="2793" y="27301"/>
                      <a:pt x="2782" y="28358"/>
                    </a:cubicBezTo>
                    <a:cubicBezTo>
                      <a:pt x="2777" y="29065"/>
                      <a:pt x="2548" y="29381"/>
                      <a:pt x="1867" y="29533"/>
                    </a:cubicBezTo>
                    <a:cubicBezTo>
                      <a:pt x="1432" y="29631"/>
                      <a:pt x="986" y="29664"/>
                      <a:pt x="550" y="29746"/>
                    </a:cubicBezTo>
                    <a:cubicBezTo>
                      <a:pt x="76" y="29833"/>
                      <a:pt x="0" y="29942"/>
                      <a:pt x="142" y="30421"/>
                    </a:cubicBezTo>
                    <a:cubicBezTo>
                      <a:pt x="370" y="31210"/>
                      <a:pt x="762" y="31945"/>
                      <a:pt x="1345" y="32506"/>
                    </a:cubicBezTo>
                    <a:cubicBezTo>
                      <a:pt x="1971" y="33105"/>
                      <a:pt x="2499" y="33763"/>
                      <a:pt x="2945" y="34498"/>
                    </a:cubicBezTo>
                    <a:cubicBezTo>
                      <a:pt x="3103" y="34520"/>
                      <a:pt x="3174" y="34656"/>
                      <a:pt x="3277" y="34743"/>
                    </a:cubicBezTo>
                    <a:cubicBezTo>
                      <a:pt x="3724" y="35124"/>
                      <a:pt x="4132" y="35538"/>
                      <a:pt x="4649" y="35832"/>
                    </a:cubicBezTo>
                    <a:cubicBezTo>
                      <a:pt x="4832" y="35935"/>
                      <a:pt x="5004" y="36012"/>
                      <a:pt x="5169" y="36012"/>
                    </a:cubicBezTo>
                    <a:cubicBezTo>
                      <a:pt x="5327" y="36012"/>
                      <a:pt x="5480" y="35940"/>
                      <a:pt x="5629" y="35750"/>
                    </a:cubicBezTo>
                    <a:cubicBezTo>
                      <a:pt x="5733" y="35614"/>
                      <a:pt x="5901" y="35533"/>
                      <a:pt x="6038" y="35424"/>
                    </a:cubicBezTo>
                    <a:cubicBezTo>
                      <a:pt x="5809" y="34335"/>
                      <a:pt x="5569" y="33241"/>
                      <a:pt x="5074" y="32234"/>
                    </a:cubicBezTo>
                    <a:cubicBezTo>
                      <a:pt x="4720" y="31520"/>
                      <a:pt x="4508" y="30780"/>
                      <a:pt x="4388" y="29991"/>
                    </a:cubicBezTo>
                    <a:cubicBezTo>
                      <a:pt x="4192" y="28619"/>
                      <a:pt x="4524" y="27470"/>
                      <a:pt x="5635" y="26605"/>
                    </a:cubicBezTo>
                    <a:cubicBezTo>
                      <a:pt x="6034" y="26295"/>
                      <a:pt x="6472" y="26126"/>
                      <a:pt x="6930" y="26126"/>
                    </a:cubicBezTo>
                    <a:cubicBezTo>
                      <a:pt x="7189" y="26126"/>
                      <a:pt x="7456" y="26180"/>
                      <a:pt x="7725" y="26294"/>
                    </a:cubicBezTo>
                    <a:cubicBezTo>
                      <a:pt x="9478" y="27040"/>
                      <a:pt x="10850" y="28270"/>
                      <a:pt x="12026" y="29746"/>
                    </a:cubicBezTo>
                    <a:cubicBezTo>
                      <a:pt x="12129" y="29882"/>
                      <a:pt x="12195" y="30067"/>
                      <a:pt x="12429" y="30170"/>
                    </a:cubicBezTo>
                    <a:cubicBezTo>
                      <a:pt x="12276" y="29648"/>
                      <a:pt x="12053" y="29223"/>
                      <a:pt x="11835" y="28799"/>
                    </a:cubicBezTo>
                    <a:cubicBezTo>
                      <a:pt x="11487" y="28123"/>
                      <a:pt x="11035" y="27497"/>
                      <a:pt x="10817" y="26752"/>
                    </a:cubicBezTo>
                    <a:cubicBezTo>
                      <a:pt x="10725" y="26436"/>
                      <a:pt x="10545" y="26153"/>
                      <a:pt x="10338" y="25891"/>
                    </a:cubicBezTo>
                    <a:cubicBezTo>
                      <a:pt x="9402" y="24677"/>
                      <a:pt x="8934" y="23208"/>
                      <a:pt x="8139" y="21912"/>
                    </a:cubicBezTo>
                    <a:cubicBezTo>
                      <a:pt x="7987" y="21656"/>
                      <a:pt x="8134" y="21406"/>
                      <a:pt x="8422" y="21313"/>
                    </a:cubicBezTo>
                    <a:cubicBezTo>
                      <a:pt x="8526" y="21279"/>
                      <a:pt x="8627" y="21264"/>
                      <a:pt x="8727" y="21264"/>
                    </a:cubicBezTo>
                    <a:cubicBezTo>
                      <a:pt x="8929" y="21264"/>
                      <a:pt x="9123" y="21327"/>
                      <a:pt x="9309" y="21422"/>
                    </a:cubicBezTo>
                    <a:cubicBezTo>
                      <a:pt x="10360" y="21955"/>
                      <a:pt x="11509" y="22211"/>
                      <a:pt x="12576" y="22723"/>
                    </a:cubicBezTo>
                    <a:cubicBezTo>
                      <a:pt x="13550" y="23191"/>
                      <a:pt x="14345" y="23812"/>
                      <a:pt x="15058" y="24579"/>
                    </a:cubicBezTo>
                    <a:cubicBezTo>
                      <a:pt x="15222" y="24759"/>
                      <a:pt x="15390" y="24922"/>
                      <a:pt x="15619" y="24988"/>
                    </a:cubicBezTo>
                    <a:cubicBezTo>
                      <a:pt x="16806" y="25331"/>
                      <a:pt x="18003" y="25592"/>
                      <a:pt x="19212" y="25837"/>
                    </a:cubicBezTo>
                    <a:cubicBezTo>
                      <a:pt x="19247" y="25844"/>
                      <a:pt x="19276" y="25848"/>
                      <a:pt x="19301" y="25848"/>
                    </a:cubicBezTo>
                    <a:cubicBezTo>
                      <a:pt x="19426" y="25848"/>
                      <a:pt x="19438" y="25762"/>
                      <a:pt x="19397" y="25630"/>
                    </a:cubicBezTo>
                    <a:cubicBezTo>
                      <a:pt x="19364" y="25532"/>
                      <a:pt x="19294" y="25450"/>
                      <a:pt x="19239" y="25358"/>
                    </a:cubicBezTo>
                    <a:cubicBezTo>
                      <a:pt x="18777" y="24612"/>
                      <a:pt x="18216" y="23921"/>
                      <a:pt x="17802" y="23142"/>
                    </a:cubicBezTo>
                    <a:cubicBezTo>
                      <a:pt x="17334" y="22271"/>
                      <a:pt x="17094" y="21324"/>
                      <a:pt x="16773" y="20404"/>
                    </a:cubicBezTo>
                    <a:cubicBezTo>
                      <a:pt x="16463" y="19500"/>
                      <a:pt x="16376" y="18548"/>
                      <a:pt x="16653" y="17600"/>
                    </a:cubicBezTo>
                    <a:cubicBezTo>
                      <a:pt x="16795" y="17116"/>
                      <a:pt x="16768" y="16620"/>
                      <a:pt x="16648" y="16136"/>
                    </a:cubicBezTo>
                    <a:cubicBezTo>
                      <a:pt x="16414" y="15134"/>
                      <a:pt x="16038" y="14247"/>
                      <a:pt x="14988" y="13795"/>
                    </a:cubicBezTo>
                    <a:cubicBezTo>
                      <a:pt x="14416" y="13550"/>
                      <a:pt x="14280" y="12510"/>
                      <a:pt x="14547" y="12042"/>
                    </a:cubicBezTo>
                    <a:cubicBezTo>
                      <a:pt x="14628" y="11907"/>
                      <a:pt x="14719" y="11823"/>
                      <a:pt x="14840" y="11823"/>
                    </a:cubicBezTo>
                    <a:cubicBezTo>
                      <a:pt x="14905" y="11823"/>
                      <a:pt x="14978" y="11847"/>
                      <a:pt x="15064" y="11900"/>
                    </a:cubicBezTo>
                    <a:cubicBezTo>
                      <a:pt x="15434" y="12134"/>
                      <a:pt x="15706" y="12450"/>
                      <a:pt x="15929" y="12815"/>
                    </a:cubicBezTo>
                    <a:cubicBezTo>
                      <a:pt x="16163" y="13196"/>
                      <a:pt x="16501" y="13436"/>
                      <a:pt x="16931" y="13539"/>
                    </a:cubicBezTo>
                    <a:cubicBezTo>
                      <a:pt x="16981" y="13552"/>
                      <a:pt x="17029" y="13563"/>
                      <a:pt x="17070" y="13563"/>
                    </a:cubicBezTo>
                    <a:cubicBezTo>
                      <a:pt x="17161" y="13563"/>
                      <a:pt x="17214" y="13510"/>
                      <a:pt x="17165" y="13321"/>
                    </a:cubicBezTo>
                    <a:cubicBezTo>
                      <a:pt x="17122" y="13136"/>
                      <a:pt x="17056" y="12940"/>
                      <a:pt x="17078" y="12733"/>
                    </a:cubicBezTo>
                    <a:cubicBezTo>
                      <a:pt x="17105" y="12516"/>
                      <a:pt x="17203" y="12379"/>
                      <a:pt x="17426" y="12363"/>
                    </a:cubicBezTo>
                    <a:cubicBezTo>
                      <a:pt x="17938" y="12330"/>
                      <a:pt x="18156" y="12053"/>
                      <a:pt x="18052" y="11547"/>
                    </a:cubicBezTo>
                    <a:cubicBezTo>
                      <a:pt x="17987" y="11236"/>
                      <a:pt x="17916" y="10931"/>
                      <a:pt x="17818" y="10627"/>
                    </a:cubicBezTo>
                    <a:cubicBezTo>
                      <a:pt x="17720" y="10305"/>
                      <a:pt x="17824" y="9979"/>
                      <a:pt x="18058" y="9755"/>
                    </a:cubicBezTo>
                    <a:cubicBezTo>
                      <a:pt x="18133" y="9685"/>
                      <a:pt x="18208" y="9658"/>
                      <a:pt x="18282" y="9658"/>
                    </a:cubicBezTo>
                    <a:cubicBezTo>
                      <a:pt x="18448" y="9658"/>
                      <a:pt x="18608" y="9796"/>
                      <a:pt x="18755" y="9886"/>
                    </a:cubicBezTo>
                    <a:cubicBezTo>
                      <a:pt x="19392" y="10262"/>
                      <a:pt x="20110" y="10327"/>
                      <a:pt x="20813" y="10441"/>
                    </a:cubicBezTo>
                    <a:cubicBezTo>
                      <a:pt x="20829" y="10444"/>
                      <a:pt x="20845" y="10446"/>
                      <a:pt x="20861" y="10446"/>
                    </a:cubicBezTo>
                    <a:cubicBezTo>
                      <a:pt x="20961" y="10446"/>
                      <a:pt x="21052" y="10393"/>
                      <a:pt x="21150" y="10360"/>
                    </a:cubicBezTo>
                    <a:cubicBezTo>
                      <a:pt x="21733" y="10169"/>
                      <a:pt x="22233" y="9815"/>
                      <a:pt x="22805" y="9587"/>
                    </a:cubicBezTo>
                    <a:cubicBezTo>
                      <a:pt x="23409" y="9347"/>
                      <a:pt x="23986" y="9075"/>
                      <a:pt x="24204" y="8324"/>
                    </a:cubicBezTo>
                    <a:cubicBezTo>
                      <a:pt x="24479" y="7375"/>
                      <a:pt x="25644" y="6682"/>
                      <a:pt x="26675" y="6682"/>
                    </a:cubicBezTo>
                    <a:cubicBezTo>
                      <a:pt x="26809" y="6682"/>
                      <a:pt x="26940" y="6693"/>
                      <a:pt x="27068" y="6718"/>
                    </a:cubicBezTo>
                    <a:cubicBezTo>
                      <a:pt x="27638" y="6828"/>
                      <a:pt x="28215" y="6875"/>
                      <a:pt x="28796" y="6875"/>
                    </a:cubicBezTo>
                    <a:cubicBezTo>
                      <a:pt x="29130" y="6875"/>
                      <a:pt x="29465" y="6860"/>
                      <a:pt x="29801" y="6832"/>
                    </a:cubicBezTo>
                    <a:cubicBezTo>
                      <a:pt x="29964" y="6816"/>
                      <a:pt x="30040" y="6778"/>
                      <a:pt x="29910" y="6593"/>
                    </a:cubicBezTo>
                    <a:cubicBezTo>
                      <a:pt x="29643" y="6228"/>
                      <a:pt x="29332" y="5912"/>
                      <a:pt x="28919" y="5711"/>
                    </a:cubicBezTo>
                    <a:cubicBezTo>
                      <a:pt x="28347" y="5438"/>
                      <a:pt x="27781" y="5144"/>
                      <a:pt x="27198" y="4889"/>
                    </a:cubicBezTo>
                    <a:cubicBezTo>
                      <a:pt x="26621" y="4633"/>
                      <a:pt x="26022" y="4431"/>
                      <a:pt x="25386" y="4350"/>
                    </a:cubicBezTo>
                    <a:cubicBezTo>
                      <a:pt x="24280" y="4203"/>
                      <a:pt x="23192" y="3958"/>
                      <a:pt x="22135" y="3631"/>
                    </a:cubicBezTo>
                    <a:cubicBezTo>
                      <a:pt x="21368" y="3391"/>
                      <a:pt x="20682" y="2912"/>
                      <a:pt x="19909" y="2657"/>
                    </a:cubicBezTo>
                    <a:cubicBezTo>
                      <a:pt x="18880" y="2308"/>
                      <a:pt x="17944" y="1845"/>
                      <a:pt x="17279" y="920"/>
                    </a:cubicBezTo>
                    <a:cubicBezTo>
                      <a:pt x="16947" y="463"/>
                      <a:pt x="16332" y="365"/>
                      <a:pt x="15897" y="27"/>
                    </a:cubicBezTo>
                    <a:cubicBezTo>
                      <a:pt x="15873" y="8"/>
                      <a:pt x="15851" y="1"/>
                      <a:pt x="15832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6" name="Google Shape;1596;p33"/>
              <p:cNvSpPr/>
              <p:nvPr/>
            </p:nvSpPr>
            <p:spPr>
              <a:xfrm>
                <a:off x="5943398" y="1002369"/>
                <a:ext cx="608550" cy="1353279"/>
              </a:xfrm>
              <a:custGeom>
                <a:rect b="b" l="l" r="r" t="t"/>
                <a:pathLst>
                  <a:path extrusionOk="0" h="22727" w="10220">
                    <a:moveTo>
                      <a:pt x="366" y="1"/>
                    </a:moveTo>
                    <a:cubicBezTo>
                      <a:pt x="282" y="1"/>
                      <a:pt x="204" y="76"/>
                      <a:pt x="137" y="162"/>
                    </a:cubicBezTo>
                    <a:cubicBezTo>
                      <a:pt x="1" y="336"/>
                      <a:pt x="17" y="532"/>
                      <a:pt x="115" y="728"/>
                    </a:cubicBezTo>
                    <a:cubicBezTo>
                      <a:pt x="377" y="1256"/>
                      <a:pt x="654" y="1773"/>
                      <a:pt x="1117" y="2171"/>
                    </a:cubicBezTo>
                    <a:cubicBezTo>
                      <a:pt x="1378" y="2394"/>
                      <a:pt x="1585" y="2661"/>
                      <a:pt x="1765" y="2955"/>
                    </a:cubicBezTo>
                    <a:cubicBezTo>
                      <a:pt x="2042" y="3412"/>
                      <a:pt x="2369" y="3826"/>
                      <a:pt x="2826" y="4125"/>
                    </a:cubicBezTo>
                    <a:cubicBezTo>
                      <a:pt x="3022" y="4250"/>
                      <a:pt x="3186" y="4430"/>
                      <a:pt x="3327" y="4615"/>
                    </a:cubicBezTo>
                    <a:cubicBezTo>
                      <a:pt x="3583" y="4942"/>
                      <a:pt x="3882" y="5225"/>
                      <a:pt x="4220" y="5464"/>
                    </a:cubicBezTo>
                    <a:cubicBezTo>
                      <a:pt x="4764" y="5846"/>
                      <a:pt x="5243" y="6292"/>
                      <a:pt x="5733" y="6738"/>
                    </a:cubicBezTo>
                    <a:cubicBezTo>
                      <a:pt x="6468" y="7413"/>
                      <a:pt x="7035" y="8225"/>
                      <a:pt x="7666" y="8987"/>
                    </a:cubicBezTo>
                    <a:cubicBezTo>
                      <a:pt x="7987" y="9379"/>
                      <a:pt x="8200" y="9831"/>
                      <a:pt x="8303" y="10342"/>
                    </a:cubicBezTo>
                    <a:cubicBezTo>
                      <a:pt x="8401" y="10854"/>
                      <a:pt x="8423" y="11366"/>
                      <a:pt x="8461" y="11883"/>
                    </a:cubicBezTo>
                    <a:cubicBezTo>
                      <a:pt x="8564" y="13228"/>
                      <a:pt x="8553" y="14567"/>
                      <a:pt x="8428" y="15906"/>
                    </a:cubicBezTo>
                    <a:cubicBezTo>
                      <a:pt x="8265" y="17605"/>
                      <a:pt x="7944" y="19287"/>
                      <a:pt x="7671" y="20969"/>
                    </a:cubicBezTo>
                    <a:cubicBezTo>
                      <a:pt x="7617" y="21323"/>
                      <a:pt x="7677" y="21622"/>
                      <a:pt x="7878" y="21900"/>
                    </a:cubicBezTo>
                    <a:cubicBezTo>
                      <a:pt x="8042" y="22123"/>
                      <a:pt x="8210" y="22330"/>
                      <a:pt x="8330" y="22575"/>
                    </a:cubicBezTo>
                    <a:cubicBezTo>
                      <a:pt x="8444" y="22674"/>
                      <a:pt x="8703" y="22727"/>
                      <a:pt x="8948" y="22727"/>
                    </a:cubicBezTo>
                    <a:cubicBezTo>
                      <a:pt x="9158" y="22727"/>
                      <a:pt x="9358" y="22688"/>
                      <a:pt x="9446" y="22608"/>
                    </a:cubicBezTo>
                    <a:cubicBezTo>
                      <a:pt x="9484" y="22569"/>
                      <a:pt x="9528" y="22504"/>
                      <a:pt x="9522" y="22455"/>
                    </a:cubicBezTo>
                    <a:cubicBezTo>
                      <a:pt x="9484" y="22172"/>
                      <a:pt x="9397" y="21845"/>
                      <a:pt x="9163" y="21726"/>
                    </a:cubicBezTo>
                    <a:cubicBezTo>
                      <a:pt x="8880" y="21579"/>
                      <a:pt x="8853" y="21361"/>
                      <a:pt x="8831" y="21132"/>
                    </a:cubicBezTo>
                    <a:cubicBezTo>
                      <a:pt x="8787" y="20729"/>
                      <a:pt x="8847" y="20332"/>
                      <a:pt x="8962" y="19951"/>
                    </a:cubicBezTo>
                    <a:cubicBezTo>
                      <a:pt x="9332" y="18693"/>
                      <a:pt x="9806" y="17463"/>
                      <a:pt x="9904" y="16135"/>
                    </a:cubicBezTo>
                    <a:cubicBezTo>
                      <a:pt x="9974" y="15204"/>
                      <a:pt x="10094" y="14273"/>
                      <a:pt x="10159" y="13336"/>
                    </a:cubicBezTo>
                    <a:cubicBezTo>
                      <a:pt x="10219" y="12482"/>
                      <a:pt x="10105" y="11632"/>
                      <a:pt x="9963" y="10783"/>
                    </a:cubicBezTo>
                    <a:cubicBezTo>
                      <a:pt x="9724" y="9319"/>
                      <a:pt x="9011" y="8110"/>
                      <a:pt x="7955" y="7114"/>
                    </a:cubicBezTo>
                    <a:cubicBezTo>
                      <a:pt x="6931" y="6150"/>
                      <a:pt x="5772" y="5339"/>
                      <a:pt x="4688" y="4446"/>
                    </a:cubicBezTo>
                    <a:cubicBezTo>
                      <a:pt x="3828" y="3739"/>
                      <a:pt x="2952" y="3047"/>
                      <a:pt x="2178" y="2236"/>
                    </a:cubicBezTo>
                    <a:cubicBezTo>
                      <a:pt x="1982" y="2035"/>
                      <a:pt x="1748" y="1882"/>
                      <a:pt x="1514" y="1719"/>
                    </a:cubicBezTo>
                    <a:cubicBezTo>
                      <a:pt x="959" y="1343"/>
                      <a:pt x="698" y="772"/>
                      <a:pt x="551" y="135"/>
                    </a:cubicBezTo>
                    <a:cubicBezTo>
                      <a:pt x="488" y="38"/>
                      <a:pt x="426" y="1"/>
                      <a:pt x="366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7" name="Google Shape;1597;p33"/>
              <p:cNvSpPr/>
              <p:nvPr/>
            </p:nvSpPr>
            <p:spPr>
              <a:xfrm>
                <a:off x="5786851" y="-61007"/>
                <a:ext cx="845122" cy="1034118"/>
              </a:xfrm>
              <a:custGeom>
                <a:rect b="b" l="l" r="r" t="t"/>
                <a:pathLst>
                  <a:path extrusionOk="0" h="17367" w="14193">
                    <a:moveTo>
                      <a:pt x="14193" y="0"/>
                    </a:moveTo>
                    <a:lnTo>
                      <a:pt x="14193" y="0"/>
                    </a:lnTo>
                    <a:cubicBezTo>
                      <a:pt x="13981" y="17"/>
                      <a:pt x="13839" y="109"/>
                      <a:pt x="13719" y="245"/>
                    </a:cubicBezTo>
                    <a:cubicBezTo>
                      <a:pt x="13529" y="648"/>
                      <a:pt x="13175" y="915"/>
                      <a:pt x="12903" y="1247"/>
                    </a:cubicBezTo>
                    <a:cubicBezTo>
                      <a:pt x="12304" y="1960"/>
                      <a:pt x="11672" y="2641"/>
                      <a:pt x="11123" y="3398"/>
                    </a:cubicBezTo>
                    <a:cubicBezTo>
                      <a:pt x="10758" y="3904"/>
                      <a:pt x="10486" y="4475"/>
                      <a:pt x="10094" y="4954"/>
                    </a:cubicBezTo>
                    <a:cubicBezTo>
                      <a:pt x="9261" y="5989"/>
                      <a:pt x="8488" y="7072"/>
                      <a:pt x="7475" y="7954"/>
                    </a:cubicBezTo>
                    <a:cubicBezTo>
                      <a:pt x="7382" y="8036"/>
                      <a:pt x="7306" y="8150"/>
                      <a:pt x="7219" y="8243"/>
                    </a:cubicBezTo>
                    <a:cubicBezTo>
                      <a:pt x="6816" y="8646"/>
                      <a:pt x="6364" y="8999"/>
                      <a:pt x="5929" y="9370"/>
                    </a:cubicBezTo>
                    <a:cubicBezTo>
                      <a:pt x="5869" y="9468"/>
                      <a:pt x="5826" y="9582"/>
                      <a:pt x="5744" y="9658"/>
                    </a:cubicBezTo>
                    <a:cubicBezTo>
                      <a:pt x="5303" y="10094"/>
                      <a:pt x="4900" y="10578"/>
                      <a:pt x="4350" y="10899"/>
                    </a:cubicBezTo>
                    <a:cubicBezTo>
                      <a:pt x="4187" y="10997"/>
                      <a:pt x="4045" y="11117"/>
                      <a:pt x="3953" y="11286"/>
                    </a:cubicBezTo>
                    <a:cubicBezTo>
                      <a:pt x="3975" y="11340"/>
                      <a:pt x="3947" y="11373"/>
                      <a:pt x="3909" y="11406"/>
                    </a:cubicBezTo>
                    <a:cubicBezTo>
                      <a:pt x="3163" y="12032"/>
                      <a:pt x="2505" y="12739"/>
                      <a:pt x="1846" y="13469"/>
                    </a:cubicBezTo>
                    <a:cubicBezTo>
                      <a:pt x="1258" y="14117"/>
                      <a:pt x="773" y="14835"/>
                      <a:pt x="235" y="15516"/>
                    </a:cubicBezTo>
                    <a:cubicBezTo>
                      <a:pt x="0" y="15815"/>
                      <a:pt x="60" y="16077"/>
                      <a:pt x="371" y="16305"/>
                    </a:cubicBezTo>
                    <a:cubicBezTo>
                      <a:pt x="654" y="16512"/>
                      <a:pt x="942" y="16719"/>
                      <a:pt x="1334" y="16850"/>
                    </a:cubicBezTo>
                    <a:cubicBezTo>
                      <a:pt x="1193" y="16871"/>
                      <a:pt x="1100" y="16866"/>
                      <a:pt x="1046" y="16953"/>
                    </a:cubicBezTo>
                    <a:cubicBezTo>
                      <a:pt x="1176" y="17133"/>
                      <a:pt x="1367" y="17236"/>
                      <a:pt x="1574" y="17318"/>
                    </a:cubicBezTo>
                    <a:cubicBezTo>
                      <a:pt x="1656" y="17349"/>
                      <a:pt x="1731" y="17366"/>
                      <a:pt x="1796" y="17366"/>
                    </a:cubicBezTo>
                    <a:cubicBezTo>
                      <a:pt x="1945" y="17366"/>
                      <a:pt x="2047" y="17277"/>
                      <a:pt x="2096" y="17073"/>
                    </a:cubicBezTo>
                    <a:cubicBezTo>
                      <a:pt x="2068" y="17054"/>
                      <a:pt x="2042" y="17046"/>
                      <a:pt x="2017" y="17046"/>
                    </a:cubicBezTo>
                    <a:cubicBezTo>
                      <a:pt x="1965" y="17046"/>
                      <a:pt x="1919" y="17080"/>
                      <a:pt x="1879" y="17105"/>
                    </a:cubicBezTo>
                    <a:cubicBezTo>
                      <a:pt x="1933" y="16860"/>
                      <a:pt x="2271" y="16850"/>
                      <a:pt x="2325" y="16588"/>
                    </a:cubicBezTo>
                    <a:cubicBezTo>
                      <a:pt x="2145" y="16376"/>
                      <a:pt x="2064" y="16087"/>
                      <a:pt x="1830" y="15913"/>
                    </a:cubicBezTo>
                    <a:cubicBezTo>
                      <a:pt x="1661" y="15793"/>
                      <a:pt x="1683" y="15674"/>
                      <a:pt x="1802" y="15499"/>
                    </a:cubicBezTo>
                    <a:cubicBezTo>
                      <a:pt x="2341" y="14716"/>
                      <a:pt x="3082" y="14122"/>
                      <a:pt x="3740" y="13447"/>
                    </a:cubicBezTo>
                    <a:cubicBezTo>
                      <a:pt x="4192" y="12984"/>
                      <a:pt x="4639" y="12516"/>
                      <a:pt x="5129" y="12092"/>
                    </a:cubicBezTo>
                    <a:cubicBezTo>
                      <a:pt x="6054" y="11302"/>
                      <a:pt x="7094" y="10638"/>
                      <a:pt x="7823" y="9636"/>
                    </a:cubicBezTo>
                    <a:cubicBezTo>
                      <a:pt x="7938" y="9473"/>
                      <a:pt x="8036" y="9293"/>
                      <a:pt x="8172" y="9152"/>
                    </a:cubicBezTo>
                    <a:cubicBezTo>
                      <a:pt x="8939" y="8341"/>
                      <a:pt x="9484" y="7382"/>
                      <a:pt x="10066" y="6441"/>
                    </a:cubicBezTo>
                    <a:cubicBezTo>
                      <a:pt x="10567" y="5630"/>
                      <a:pt x="10976" y="4775"/>
                      <a:pt x="11449" y="3947"/>
                    </a:cubicBezTo>
                    <a:cubicBezTo>
                      <a:pt x="11721" y="3474"/>
                      <a:pt x="12108" y="3060"/>
                      <a:pt x="12386" y="2592"/>
                    </a:cubicBezTo>
                    <a:cubicBezTo>
                      <a:pt x="12739" y="2004"/>
                      <a:pt x="13104" y="1438"/>
                      <a:pt x="13551" y="915"/>
                    </a:cubicBezTo>
                    <a:cubicBezTo>
                      <a:pt x="13790" y="643"/>
                      <a:pt x="14089" y="398"/>
                      <a:pt x="14193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8" name="Google Shape;1598;p33"/>
              <p:cNvSpPr/>
              <p:nvPr/>
            </p:nvSpPr>
            <p:spPr>
              <a:xfrm>
                <a:off x="6772639" y="2814658"/>
                <a:ext cx="494104" cy="998808"/>
              </a:xfrm>
              <a:custGeom>
                <a:rect b="b" l="l" r="r" t="t"/>
                <a:pathLst>
                  <a:path extrusionOk="0" h="16774" w="8298">
                    <a:moveTo>
                      <a:pt x="1334" y="1"/>
                    </a:moveTo>
                    <a:cubicBezTo>
                      <a:pt x="1231" y="839"/>
                      <a:pt x="540" y="1259"/>
                      <a:pt x="1" y="1803"/>
                    </a:cubicBezTo>
                    <a:cubicBezTo>
                      <a:pt x="88" y="1846"/>
                      <a:pt x="137" y="1879"/>
                      <a:pt x="191" y="1901"/>
                    </a:cubicBezTo>
                    <a:cubicBezTo>
                      <a:pt x="1999" y="2630"/>
                      <a:pt x="3648" y="3594"/>
                      <a:pt x="4998" y="5037"/>
                    </a:cubicBezTo>
                    <a:cubicBezTo>
                      <a:pt x="5978" y="6087"/>
                      <a:pt x="6664" y="7307"/>
                      <a:pt x="7072" y="8679"/>
                    </a:cubicBezTo>
                    <a:cubicBezTo>
                      <a:pt x="7301" y="9457"/>
                      <a:pt x="7437" y="10252"/>
                      <a:pt x="7513" y="11063"/>
                    </a:cubicBezTo>
                    <a:cubicBezTo>
                      <a:pt x="7617" y="12168"/>
                      <a:pt x="7573" y="13268"/>
                      <a:pt x="7350" y="14351"/>
                    </a:cubicBezTo>
                    <a:cubicBezTo>
                      <a:pt x="7170" y="15195"/>
                      <a:pt x="6844" y="15990"/>
                      <a:pt x="6506" y="16774"/>
                    </a:cubicBezTo>
                    <a:cubicBezTo>
                      <a:pt x="6713" y="16632"/>
                      <a:pt x="6746" y="16382"/>
                      <a:pt x="6871" y="16186"/>
                    </a:cubicBezTo>
                    <a:cubicBezTo>
                      <a:pt x="7786" y="14700"/>
                      <a:pt x="8020" y="13028"/>
                      <a:pt x="8194" y="11341"/>
                    </a:cubicBezTo>
                    <a:cubicBezTo>
                      <a:pt x="8297" y="10372"/>
                      <a:pt x="8031" y="9435"/>
                      <a:pt x="7856" y="8488"/>
                    </a:cubicBezTo>
                    <a:cubicBezTo>
                      <a:pt x="7481" y="6496"/>
                      <a:pt x="6501" y="4830"/>
                      <a:pt x="5151" y="3360"/>
                    </a:cubicBezTo>
                    <a:cubicBezTo>
                      <a:pt x="4470" y="2614"/>
                      <a:pt x="3790" y="1868"/>
                      <a:pt x="3022" y="1210"/>
                    </a:cubicBezTo>
                    <a:cubicBezTo>
                      <a:pt x="2489" y="758"/>
                      <a:pt x="1982" y="290"/>
                      <a:pt x="1334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9" name="Google Shape;1599;p33"/>
              <p:cNvSpPr/>
              <p:nvPr/>
            </p:nvSpPr>
            <p:spPr>
              <a:xfrm>
                <a:off x="6230292" y="1031189"/>
                <a:ext cx="977431" cy="457365"/>
              </a:xfrm>
              <a:custGeom>
                <a:rect b="b" l="l" r="r" t="t"/>
                <a:pathLst>
                  <a:path extrusionOk="0" h="7681" w="16415">
                    <a:moveTo>
                      <a:pt x="706" y="1"/>
                    </a:moveTo>
                    <a:cubicBezTo>
                      <a:pt x="592" y="1"/>
                      <a:pt x="478" y="28"/>
                      <a:pt x="376" y="97"/>
                    </a:cubicBezTo>
                    <a:cubicBezTo>
                      <a:pt x="224" y="206"/>
                      <a:pt x="17" y="320"/>
                      <a:pt x="6" y="500"/>
                    </a:cubicBezTo>
                    <a:cubicBezTo>
                      <a:pt x="1" y="696"/>
                      <a:pt x="257" y="712"/>
                      <a:pt x="404" y="789"/>
                    </a:cubicBezTo>
                    <a:cubicBezTo>
                      <a:pt x="643" y="799"/>
                      <a:pt x="861" y="887"/>
                      <a:pt x="1090" y="936"/>
                    </a:cubicBezTo>
                    <a:cubicBezTo>
                      <a:pt x="2750" y="1279"/>
                      <a:pt x="4400" y="1665"/>
                      <a:pt x="6038" y="2090"/>
                    </a:cubicBezTo>
                    <a:cubicBezTo>
                      <a:pt x="7448" y="2454"/>
                      <a:pt x="8826" y="2901"/>
                      <a:pt x="10148" y="3511"/>
                    </a:cubicBezTo>
                    <a:cubicBezTo>
                      <a:pt x="11964" y="4351"/>
                      <a:pt x="13673" y="5367"/>
                      <a:pt x="15275" y="6565"/>
                    </a:cubicBezTo>
                    <a:lnTo>
                      <a:pt x="15275" y="6565"/>
                    </a:lnTo>
                    <a:cubicBezTo>
                      <a:pt x="14588" y="6052"/>
                      <a:pt x="13865" y="5590"/>
                      <a:pt x="13132" y="5144"/>
                    </a:cubicBezTo>
                    <a:cubicBezTo>
                      <a:pt x="13041" y="5086"/>
                      <a:pt x="12950" y="5000"/>
                      <a:pt x="12835" y="5000"/>
                    </a:cubicBezTo>
                    <a:cubicBezTo>
                      <a:pt x="12799" y="5000"/>
                      <a:pt x="12760" y="5008"/>
                      <a:pt x="12718" y="5029"/>
                    </a:cubicBezTo>
                    <a:cubicBezTo>
                      <a:pt x="12745" y="5073"/>
                      <a:pt x="12762" y="5122"/>
                      <a:pt x="12794" y="5144"/>
                    </a:cubicBezTo>
                    <a:cubicBezTo>
                      <a:pt x="13671" y="5775"/>
                      <a:pt x="14542" y="6412"/>
                      <a:pt x="15424" y="7033"/>
                    </a:cubicBezTo>
                    <a:cubicBezTo>
                      <a:pt x="15745" y="7261"/>
                      <a:pt x="16082" y="7463"/>
                      <a:pt x="16414" y="7681"/>
                    </a:cubicBezTo>
                    <a:cubicBezTo>
                      <a:pt x="16338" y="7506"/>
                      <a:pt x="16218" y="7398"/>
                      <a:pt x="16126" y="7261"/>
                    </a:cubicBezTo>
                    <a:cubicBezTo>
                      <a:pt x="15435" y="6265"/>
                      <a:pt x="14694" y="5323"/>
                      <a:pt x="13790" y="4507"/>
                    </a:cubicBezTo>
                    <a:cubicBezTo>
                      <a:pt x="13056" y="3843"/>
                      <a:pt x="12255" y="3304"/>
                      <a:pt x="11401" y="2836"/>
                    </a:cubicBezTo>
                    <a:cubicBezTo>
                      <a:pt x="9522" y="1801"/>
                      <a:pt x="7503" y="1170"/>
                      <a:pt x="5434" y="647"/>
                    </a:cubicBezTo>
                    <a:cubicBezTo>
                      <a:pt x="4309" y="360"/>
                      <a:pt x="3198" y="68"/>
                      <a:pt x="2037" y="68"/>
                    </a:cubicBezTo>
                    <a:cubicBezTo>
                      <a:pt x="1900" y="68"/>
                      <a:pt x="1762" y="72"/>
                      <a:pt x="1623" y="81"/>
                    </a:cubicBezTo>
                    <a:cubicBezTo>
                      <a:pt x="1552" y="86"/>
                      <a:pt x="1481" y="89"/>
                      <a:pt x="1410" y="89"/>
                    </a:cubicBezTo>
                    <a:cubicBezTo>
                      <a:pt x="1249" y="89"/>
                      <a:pt x="1089" y="73"/>
                      <a:pt x="926" y="32"/>
                    </a:cubicBezTo>
                    <a:cubicBezTo>
                      <a:pt x="855" y="13"/>
                      <a:pt x="781" y="1"/>
                      <a:pt x="706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0" name="Google Shape;1600;p33"/>
              <p:cNvSpPr/>
              <p:nvPr/>
            </p:nvSpPr>
            <p:spPr>
              <a:xfrm>
                <a:off x="6156097" y="443230"/>
                <a:ext cx="848040" cy="441705"/>
              </a:xfrm>
              <a:custGeom>
                <a:rect b="b" l="l" r="r" t="t"/>
                <a:pathLst>
                  <a:path extrusionOk="0" h="7418" w="14242">
                    <a:moveTo>
                      <a:pt x="14091" y="0"/>
                    </a:moveTo>
                    <a:cubicBezTo>
                      <a:pt x="14030" y="0"/>
                      <a:pt x="13968" y="21"/>
                      <a:pt x="13910" y="36"/>
                    </a:cubicBezTo>
                    <a:cubicBezTo>
                      <a:pt x="12979" y="254"/>
                      <a:pt x="12048" y="466"/>
                      <a:pt x="11188" y="907"/>
                    </a:cubicBezTo>
                    <a:cubicBezTo>
                      <a:pt x="10643" y="1185"/>
                      <a:pt x="10088" y="1441"/>
                      <a:pt x="9549" y="1729"/>
                    </a:cubicBezTo>
                    <a:cubicBezTo>
                      <a:pt x="7932" y="2584"/>
                      <a:pt x="6408" y="3596"/>
                      <a:pt x="4873" y="4582"/>
                    </a:cubicBezTo>
                    <a:cubicBezTo>
                      <a:pt x="3669" y="5349"/>
                      <a:pt x="2439" y="6073"/>
                      <a:pt x="1154" y="6694"/>
                    </a:cubicBezTo>
                    <a:cubicBezTo>
                      <a:pt x="879" y="6827"/>
                      <a:pt x="599" y="7000"/>
                      <a:pt x="270" y="7000"/>
                    </a:cubicBezTo>
                    <a:cubicBezTo>
                      <a:pt x="235" y="7000"/>
                      <a:pt x="200" y="6998"/>
                      <a:pt x="163" y="6993"/>
                    </a:cubicBezTo>
                    <a:cubicBezTo>
                      <a:pt x="0" y="7097"/>
                      <a:pt x="0" y="7097"/>
                      <a:pt x="27" y="7124"/>
                    </a:cubicBezTo>
                    <a:cubicBezTo>
                      <a:pt x="255" y="7310"/>
                      <a:pt x="495" y="7418"/>
                      <a:pt x="750" y="7418"/>
                    </a:cubicBezTo>
                    <a:cubicBezTo>
                      <a:pt x="898" y="7418"/>
                      <a:pt x="1051" y="7382"/>
                      <a:pt x="1209" y="7304"/>
                    </a:cubicBezTo>
                    <a:cubicBezTo>
                      <a:pt x="1465" y="7184"/>
                      <a:pt x="1704" y="7026"/>
                      <a:pt x="1960" y="6923"/>
                    </a:cubicBezTo>
                    <a:cubicBezTo>
                      <a:pt x="3049" y="6471"/>
                      <a:pt x="4105" y="5959"/>
                      <a:pt x="5107" y="5338"/>
                    </a:cubicBezTo>
                    <a:cubicBezTo>
                      <a:pt x="6059" y="4740"/>
                      <a:pt x="7012" y="4141"/>
                      <a:pt x="7986" y="3575"/>
                    </a:cubicBezTo>
                    <a:cubicBezTo>
                      <a:pt x="9582" y="2649"/>
                      <a:pt x="11226" y="1811"/>
                      <a:pt x="12853" y="945"/>
                    </a:cubicBezTo>
                    <a:cubicBezTo>
                      <a:pt x="13332" y="689"/>
                      <a:pt x="13844" y="455"/>
                      <a:pt x="14242" y="63"/>
                    </a:cubicBezTo>
                    <a:cubicBezTo>
                      <a:pt x="14194" y="16"/>
                      <a:pt x="14143" y="0"/>
                      <a:pt x="14091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1" name="Google Shape;1601;p33"/>
              <p:cNvSpPr/>
              <p:nvPr/>
            </p:nvSpPr>
            <p:spPr>
              <a:xfrm>
                <a:off x="5888616" y="915312"/>
                <a:ext cx="568655" cy="1431640"/>
              </a:xfrm>
              <a:custGeom>
                <a:rect b="b" l="l" r="r" t="t"/>
                <a:pathLst>
                  <a:path extrusionOk="0" h="24043" w="9550">
                    <a:moveTo>
                      <a:pt x="1467" y="1"/>
                    </a:moveTo>
                    <a:cubicBezTo>
                      <a:pt x="1190" y="1"/>
                      <a:pt x="905" y="59"/>
                      <a:pt x="616" y="192"/>
                    </a:cubicBezTo>
                    <a:cubicBezTo>
                      <a:pt x="360" y="361"/>
                      <a:pt x="99" y="519"/>
                      <a:pt x="1" y="846"/>
                    </a:cubicBezTo>
                    <a:cubicBezTo>
                      <a:pt x="4" y="846"/>
                      <a:pt x="7" y="846"/>
                      <a:pt x="9" y="846"/>
                    </a:cubicBezTo>
                    <a:cubicBezTo>
                      <a:pt x="177" y="846"/>
                      <a:pt x="248" y="687"/>
                      <a:pt x="387" y="677"/>
                    </a:cubicBezTo>
                    <a:cubicBezTo>
                      <a:pt x="654" y="388"/>
                      <a:pt x="1008" y="274"/>
                      <a:pt x="1373" y="268"/>
                    </a:cubicBezTo>
                    <a:cubicBezTo>
                      <a:pt x="1385" y="268"/>
                      <a:pt x="1398" y="268"/>
                      <a:pt x="1411" y="268"/>
                    </a:cubicBezTo>
                    <a:cubicBezTo>
                      <a:pt x="2493" y="268"/>
                      <a:pt x="3144" y="959"/>
                      <a:pt x="3774" y="1804"/>
                    </a:cubicBezTo>
                    <a:cubicBezTo>
                      <a:pt x="3659" y="1793"/>
                      <a:pt x="3616" y="1798"/>
                      <a:pt x="3572" y="1787"/>
                    </a:cubicBezTo>
                    <a:cubicBezTo>
                      <a:pt x="2881" y="1575"/>
                      <a:pt x="2184" y="1368"/>
                      <a:pt x="1465" y="1238"/>
                    </a:cubicBezTo>
                    <a:cubicBezTo>
                      <a:pt x="1374" y="1222"/>
                      <a:pt x="1281" y="1206"/>
                      <a:pt x="1194" y="1206"/>
                    </a:cubicBezTo>
                    <a:cubicBezTo>
                      <a:pt x="1072" y="1206"/>
                      <a:pt x="962" y="1236"/>
                      <a:pt x="883" y="1341"/>
                    </a:cubicBezTo>
                    <a:cubicBezTo>
                      <a:pt x="719" y="1553"/>
                      <a:pt x="578" y="1842"/>
                      <a:pt x="709" y="2103"/>
                    </a:cubicBezTo>
                    <a:cubicBezTo>
                      <a:pt x="948" y="2571"/>
                      <a:pt x="1128" y="3088"/>
                      <a:pt x="1514" y="3464"/>
                    </a:cubicBezTo>
                    <a:cubicBezTo>
                      <a:pt x="1950" y="3894"/>
                      <a:pt x="2374" y="4335"/>
                      <a:pt x="2696" y="4858"/>
                    </a:cubicBezTo>
                    <a:cubicBezTo>
                      <a:pt x="3011" y="5364"/>
                      <a:pt x="3567" y="5614"/>
                      <a:pt x="3953" y="6039"/>
                    </a:cubicBezTo>
                    <a:cubicBezTo>
                      <a:pt x="4465" y="6600"/>
                      <a:pt x="5069" y="7035"/>
                      <a:pt x="5679" y="7487"/>
                    </a:cubicBezTo>
                    <a:cubicBezTo>
                      <a:pt x="6686" y="8233"/>
                      <a:pt x="7503" y="9175"/>
                      <a:pt x="8276" y="10160"/>
                    </a:cubicBezTo>
                    <a:cubicBezTo>
                      <a:pt x="8847" y="10884"/>
                      <a:pt x="9234" y="11652"/>
                      <a:pt x="9234" y="12561"/>
                    </a:cubicBezTo>
                    <a:cubicBezTo>
                      <a:pt x="9245" y="14134"/>
                      <a:pt x="9272" y="15713"/>
                      <a:pt x="9130" y="17292"/>
                    </a:cubicBezTo>
                    <a:cubicBezTo>
                      <a:pt x="8978" y="18941"/>
                      <a:pt x="8613" y="20558"/>
                      <a:pt x="8423" y="22202"/>
                    </a:cubicBezTo>
                    <a:cubicBezTo>
                      <a:pt x="8368" y="22703"/>
                      <a:pt x="8368" y="23166"/>
                      <a:pt x="8755" y="23547"/>
                    </a:cubicBezTo>
                    <a:cubicBezTo>
                      <a:pt x="8891" y="23737"/>
                      <a:pt x="9054" y="23906"/>
                      <a:pt x="9250" y="24042"/>
                    </a:cubicBezTo>
                    <a:lnTo>
                      <a:pt x="9250" y="24037"/>
                    </a:lnTo>
                    <a:cubicBezTo>
                      <a:pt x="9332" y="23776"/>
                      <a:pt x="9103" y="23650"/>
                      <a:pt x="8994" y="23476"/>
                    </a:cubicBezTo>
                    <a:cubicBezTo>
                      <a:pt x="8836" y="23231"/>
                      <a:pt x="8613" y="23019"/>
                      <a:pt x="8651" y="22698"/>
                    </a:cubicBezTo>
                    <a:cubicBezTo>
                      <a:pt x="8787" y="21522"/>
                      <a:pt x="9060" y="20368"/>
                      <a:pt x="9207" y="19197"/>
                    </a:cubicBezTo>
                    <a:cubicBezTo>
                      <a:pt x="9337" y="18136"/>
                      <a:pt x="9506" y="17085"/>
                      <a:pt x="9528" y="16012"/>
                    </a:cubicBezTo>
                    <a:cubicBezTo>
                      <a:pt x="9539" y="15310"/>
                      <a:pt x="9550" y="14597"/>
                      <a:pt x="9517" y="13895"/>
                    </a:cubicBezTo>
                    <a:cubicBezTo>
                      <a:pt x="9484" y="13274"/>
                      <a:pt x="9468" y="12654"/>
                      <a:pt x="9365" y="12038"/>
                    </a:cubicBezTo>
                    <a:cubicBezTo>
                      <a:pt x="9223" y="11216"/>
                      <a:pt x="8766" y="10585"/>
                      <a:pt x="8265" y="9948"/>
                    </a:cubicBezTo>
                    <a:cubicBezTo>
                      <a:pt x="7492" y="8946"/>
                      <a:pt x="6648" y="8021"/>
                      <a:pt x="5679" y="7215"/>
                    </a:cubicBezTo>
                    <a:cubicBezTo>
                      <a:pt x="5260" y="6872"/>
                      <a:pt x="4775" y="6600"/>
                      <a:pt x="4443" y="6170"/>
                    </a:cubicBezTo>
                    <a:cubicBezTo>
                      <a:pt x="4193" y="5832"/>
                      <a:pt x="3893" y="5560"/>
                      <a:pt x="3556" y="5315"/>
                    </a:cubicBezTo>
                    <a:cubicBezTo>
                      <a:pt x="3392" y="5195"/>
                      <a:pt x="3267" y="5048"/>
                      <a:pt x="3137" y="4901"/>
                    </a:cubicBezTo>
                    <a:cubicBezTo>
                      <a:pt x="2788" y="4498"/>
                      <a:pt x="2614" y="3970"/>
                      <a:pt x="2184" y="3638"/>
                    </a:cubicBezTo>
                    <a:cubicBezTo>
                      <a:pt x="1661" y="3235"/>
                      <a:pt x="1389" y="2658"/>
                      <a:pt x="1084" y="2098"/>
                    </a:cubicBezTo>
                    <a:cubicBezTo>
                      <a:pt x="992" y="1929"/>
                      <a:pt x="1035" y="1776"/>
                      <a:pt x="1133" y="1635"/>
                    </a:cubicBezTo>
                    <a:cubicBezTo>
                      <a:pt x="1184" y="1566"/>
                      <a:pt x="1243" y="1533"/>
                      <a:pt x="1307" y="1533"/>
                    </a:cubicBezTo>
                    <a:cubicBezTo>
                      <a:pt x="1359" y="1533"/>
                      <a:pt x="1414" y="1555"/>
                      <a:pt x="1471" y="1597"/>
                    </a:cubicBezTo>
                    <a:cubicBezTo>
                      <a:pt x="2178" y="1689"/>
                      <a:pt x="2870" y="1885"/>
                      <a:pt x="3561" y="2054"/>
                    </a:cubicBezTo>
                    <a:cubicBezTo>
                      <a:pt x="3746" y="2103"/>
                      <a:pt x="3904" y="2141"/>
                      <a:pt x="3964" y="2375"/>
                    </a:cubicBezTo>
                    <a:cubicBezTo>
                      <a:pt x="3991" y="2482"/>
                      <a:pt x="4044" y="2531"/>
                      <a:pt x="4104" y="2531"/>
                    </a:cubicBezTo>
                    <a:cubicBezTo>
                      <a:pt x="4164" y="2531"/>
                      <a:pt x="4231" y="2484"/>
                      <a:pt x="4291" y="2397"/>
                    </a:cubicBezTo>
                    <a:cubicBezTo>
                      <a:pt x="4400" y="2228"/>
                      <a:pt x="4378" y="2076"/>
                      <a:pt x="4214" y="1967"/>
                    </a:cubicBezTo>
                    <a:cubicBezTo>
                      <a:pt x="4078" y="1874"/>
                      <a:pt x="4013" y="1744"/>
                      <a:pt x="3931" y="1613"/>
                    </a:cubicBezTo>
                    <a:cubicBezTo>
                      <a:pt x="3420" y="822"/>
                      <a:pt x="2505" y="1"/>
                      <a:pt x="1467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2" name="Google Shape;1602;p33"/>
              <p:cNvSpPr/>
              <p:nvPr/>
            </p:nvSpPr>
            <p:spPr>
              <a:xfrm>
                <a:off x="6124955" y="407681"/>
                <a:ext cx="685006" cy="405144"/>
              </a:xfrm>
              <a:custGeom>
                <a:rect b="b" l="l" r="r" t="t"/>
                <a:pathLst>
                  <a:path extrusionOk="0" h="6804" w="11504">
                    <a:moveTo>
                      <a:pt x="11359" y="1"/>
                    </a:moveTo>
                    <a:cubicBezTo>
                      <a:pt x="11300" y="1"/>
                      <a:pt x="11226" y="24"/>
                      <a:pt x="11172" y="40"/>
                    </a:cubicBezTo>
                    <a:cubicBezTo>
                      <a:pt x="10769" y="165"/>
                      <a:pt x="10371" y="295"/>
                      <a:pt x="9985" y="481"/>
                    </a:cubicBezTo>
                    <a:cubicBezTo>
                      <a:pt x="8907" y="998"/>
                      <a:pt x="7856" y="1586"/>
                      <a:pt x="6784" y="2119"/>
                    </a:cubicBezTo>
                    <a:cubicBezTo>
                      <a:pt x="4933" y="3045"/>
                      <a:pt x="3136" y="4057"/>
                      <a:pt x="1498" y="5337"/>
                    </a:cubicBezTo>
                    <a:cubicBezTo>
                      <a:pt x="1024" y="5707"/>
                      <a:pt x="561" y="6088"/>
                      <a:pt x="148" y="6523"/>
                    </a:cubicBezTo>
                    <a:cubicBezTo>
                      <a:pt x="88" y="6589"/>
                      <a:pt x="1" y="6665"/>
                      <a:pt x="77" y="6763"/>
                    </a:cubicBezTo>
                    <a:cubicBezTo>
                      <a:pt x="98" y="6792"/>
                      <a:pt x="121" y="6804"/>
                      <a:pt x="145" y="6804"/>
                    </a:cubicBezTo>
                    <a:cubicBezTo>
                      <a:pt x="183" y="6804"/>
                      <a:pt x="223" y="6775"/>
                      <a:pt x="256" y="6741"/>
                    </a:cubicBezTo>
                    <a:cubicBezTo>
                      <a:pt x="300" y="6621"/>
                      <a:pt x="414" y="6572"/>
                      <a:pt x="512" y="6512"/>
                    </a:cubicBezTo>
                    <a:cubicBezTo>
                      <a:pt x="1813" y="5750"/>
                      <a:pt x="3104" y="4977"/>
                      <a:pt x="4416" y="4237"/>
                    </a:cubicBezTo>
                    <a:cubicBezTo>
                      <a:pt x="6642" y="2968"/>
                      <a:pt x="8891" y="1727"/>
                      <a:pt x="11030" y="312"/>
                    </a:cubicBezTo>
                    <a:cubicBezTo>
                      <a:pt x="11068" y="284"/>
                      <a:pt x="11106" y="257"/>
                      <a:pt x="11146" y="257"/>
                    </a:cubicBezTo>
                    <a:cubicBezTo>
                      <a:pt x="11170" y="257"/>
                      <a:pt x="11195" y="266"/>
                      <a:pt x="11221" y="290"/>
                    </a:cubicBezTo>
                    <a:cubicBezTo>
                      <a:pt x="11357" y="274"/>
                      <a:pt x="11504" y="214"/>
                      <a:pt x="11460" y="61"/>
                    </a:cubicBezTo>
                    <a:cubicBezTo>
                      <a:pt x="11446" y="16"/>
                      <a:pt x="11407" y="1"/>
                      <a:pt x="11359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3" name="Google Shape;1603;p33"/>
              <p:cNvSpPr/>
              <p:nvPr/>
            </p:nvSpPr>
            <p:spPr>
              <a:xfrm>
                <a:off x="6165803" y="421853"/>
                <a:ext cx="907049" cy="442062"/>
              </a:xfrm>
              <a:custGeom>
                <a:rect b="b" l="l" r="r" t="t"/>
                <a:pathLst>
                  <a:path extrusionOk="0" h="7424" w="15233">
                    <a:moveTo>
                      <a:pt x="15106" y="0"/>
                    </a:moveTo>
                    <a:cubicBezTo>
                      <a:pt x="14967" y="0"/>
                      <a:pt x="14849" y="62"/>
                      <a:pt x="14726" y="62"/>
                    </a:cubicBezTo>
                    <a:cubicBezTo>
                      <a:pt x="14699" y="62"/>
                      <a:pt x="14672" y="59"/>
                      <a:pt x="14645" y="52"/>
                    </a:cubicBezTo>
                    <a:cubicBezTo>
                      <a:pt x="14592" y="27"/>
                      <a:pt x="14538" y="18"/>
                      <a:pt x="14483" y="18"/>
                    </a:cubicBezTo>
                    <a:cubicBezTo>
                      <a:pt x="14410" y="18"/>
                      <a:pt x="14336" y="34"/>
                      <a:pt x="14264" y="47"/>
                    </a:cubicBezTo>
                    <a:cubicBezTo>
                      <a:pt x="13180" y="232"/>
                      <a:pt x="12108" y="471"/>
                      <a:pt x="11112" y="950"/>
                    </a:cubicBezTo>
                    <a:cubicBezTo>
                      <a:pt x="9070" y="1925"/>
                      <a:pt x="7121" y="3063"/>
                      <a:pt x="5232" y="4304"/>
                    </a:cubicBezTo>
                    <a:cubicBezTo>
                      <a:pt x="3735" y="5289"/>
                      <a:pt x="2184" y="6176"/>
                      <a:pt x="632" y="7069"/>
                    </a:cubicBezTo>
                    <a:cubicBezTo>
                      <a:pt x="441" y="7200"/>
                      <a:pt x="229" y="7298"/>
                      <a:pt x="0" y="7352"/>
                    </a:cubicBezTo>
                    <a:cubicBezTo>
                      <a:pt x="49" y="7406"/>
                      <a:pt x="102" y="7424"/>
                      <a:pt x="157" y="7424"/>
                    </a:cubicBezTo>
                    <a:cubicBezTo>
                      <a:pt x="213" y="7424"/>
                      <a:pt x="272" y="7404"/>
                      <a:pt x="327" y="7385"/>
                    </a:cubicBezTo>
                    <a:cubicBezTo>
                      <a:pt x="648" y="7276"/>
                      <a:pt x="980" y="7189"/>
                      <a:pt x="1280" y="7026"/>
                    </a:cubicBezTo>
                    <a:cubicBezTo>
                      <a:pt x="2521" y="6351"/>
                      <a:pt x="3746" y="5654"/>
                      <a:pt x="4933" y="4892"/>
                    </a:cubicBezTo>
                    <a:cubicBezTo>
                      <a:pt x="6326" y="3999"/>
                      <a:pt x="7715" y="3090"/>
                      <a:pt x="9174" y="2295"/>
                    </a:cubicBezTo>
                    <a:cubicBezTo>
                      <a:pt x="10731" y="1451"/>
                      <a:pt x="12315" y="700"/>
                      <a:pt x="14079" y="422"/>
                    </a:cubicBezTo>
                    <a:cubicBezTo>
                      <a:pt x="14454" y="292"/>
                      <a:pt x="14830" y="161"/>
                      <a:pt x="15233" y="19"/>
                    </a:cubicBezTo>
                    <a:cubicBezTo>
                      <a:pt x="15188" y="6"/>
                      <a:pt x="15146" y="0"/>
                      <a:pt x="15106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4" name="Google Shape;1604;p33"/>
              <p:cNvSpPr/>
              <p:nvPr/>
            </p:nvSpPr>
            <p:spPr>
              <a:xfrm>
                <a:off x="6203377" y="404466"/>
                <a:ext cx="853935" cy="438370"/>
              </a:xfrm>
              <a:custGeom>
                <a:rect b="b" l="l" r="r" t="t"/>
                <a:pathLst>
                  <a:path extrusionOk="0" h="7362" w="14341">
                    <a:moveTo>
                      <a:pt x="14235" y="0"/>
                    </a:moveTo>
                    <a:cubicBezTo>
                      <a:pt x="14232" y="0"/>
                      <a:pt x="14229" y="1"/>
                      <a:pt x="14226" y="1"/>
                    </a:cubicBezTo>
                    <a:cubicBezTo>
                      <a:pt x="13371" y="115"/>
                      <a:pt x="12511" y="230"/>
                      <a:pt x="11700" y="551"/>
                    </a:cubicBezTo>
                    <a:cubicBezTo>
                      <a:pt x="10698" y="943"/>
                      <a:pt x="9795" y="1531"/>
                      <a:pt x="8842" y="2010"/>
                    </a:cubicBezTo>
                    <a:cubicBezTo>
                      <a:pt x="7911" y="2483"/>
                      <a:pt x="7007" y="3012"/>
                      <a:pt x="6109" y="3540"/>
                    </a:cubicBezTo>
                    <a:cubicBezTo>
                      <a:pt x="4427" y="4530"/>
                      <a:pt x="2843" y="5674"/>
                      <a:pt x="1122" y="6594"/>
                    </a:cubicBezTo>
                    <a:cubicBezTo>
                      <a:pt x="725" y="6806"/>
                      <a:pt x="300" y="6997"/>
                      <a:pt x="1" y="7361"/>
                    </a:cubicBezTo>
                    <a:cubicBezTo>
                      <a:pt x="192" y="7361"/>
                      <a:pt x="344" y="7263"/>
                      <a:pt x="491" y="7176"/>
                    </a:cubicBezTo>
                    <a:cubicBezTo>
                      <a:pt x="1732" y="6441"/>
                      <a:pt x="2995" y="5734"/>
                      <a:pt x="4215" y="4950"/>
                    </a:cubicBezTo>
                    <a:cubicBezTo>
                      <a:pt x="5891" y="3866"/>
                      <a:pt x="7557" y="2756"/>
                      <a:pt x="9359" y="1874"/>
                    </a:cubicBezTo>
                    <a:cubicBezTo>
                      <a:pt x="10339" y="1389"/>
                      <a:pt x="11324" y="926"/>
                      <a:pt x="12402" y="687"/>
                    </a:cubicBezTo>
                    <a:cubicBezTo>
                      <a:pt x="12941" y="567"/>
                      <a:pt x="13486" y="486"/>
                      <a:pt x="14014" y="344"/>
                    </a:cubicBezTo>
                    <a:cubicBezTo>
                      <a:pt x="14101" y="230"/>
                      <a:pt x="14275" y="202"/>
                      <a:pt x="14340" y="39"/>
                    </a:cubicBezTo>
                    <a:cubicBezTo>
                      <a:pt x="14296" y="24"/>
                      <a:pt x="14265" y="0"/>
                      <a:pt x="14235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5" name="Google Shape;1605;p33"/>
              <p:cNvSpPr/>
              <p:nvPr/>
            </p:nvSpPr>
            <p:spPr>
              <a:xfrm>
                <a:off x="6139841" y="-46418"/>
                <a:ext cx="469810" cy="549541"/>
              </a:xfrm>
              <a:custGeom>
                <a:rect b="b" l="l" r="r" t="t"/>
                <a:pathLst>
                  <a:path extrusionOk="0" h="9229" w="7890">
                    <a:moveTo>
                      <a:pt x="7791" y="0"/>
                    </a:moveTo>
                    <a:lnTo>
                      <a:pt x="7791" y="0"/>
                    </a:lnTo>
                    <a:cubicBezTo>
                      <a:pt x="7688" y="109"/>
                      <a:pt x="7595" y="235"/>
                      <a:pt x="7476" y="327"/>
                    </a:cubicBezTo>
                    <a:cubicBezTo>
                      <a:pt x="6583" y="1035"/>
                      <a:pt x="5902" y="1933"/>
                      <a:pt x="5195" y="2815"/>
                    </a:cubicBezTo>
                    <a:cubicBezTo>
                      <a:pt x="4715" y="3414"/>
                      <a:pt x="4416" y="4132"/>
                      <a:pt x="3926" y="4720"/>
                    </a:cubicBezTo>
                    <a:cubicBezTo>
                      <a:pt x="3115" y="5689"/>
                      <a:pt x="2375" y="6718"/>
                      <a:pt x="1444" y="7595"/>
                    </a:cubicBezTo>
                    <a:cubicBezTo>
                      <a:pt x="1155" y="7862"/>
                      <a:pt x="905" y="8177"/>
                      <a:pt x="600" y="8439"/>
                    </a:cubicBezTo>
                    <a:cubicBezTo>
                      <a:pt x="366" y="8635"/>
                      <a:pt x="132" y="8836"/>
                      <a:pt x="1" y="9125"/>
                    </a:cubicBezTo>
                    <a:cubicBezTo>
                      <a:pt x="22" y="9202"/>
                      <a:pt x="44" y="9229"/>
                      <a:pt x="66" y="9229"/>
                    </a:cubicBezTo>
                    <a:cubicBezTo>
                      <a:pt x="105" y="9229"/>
                      <a:pt x="144" y="9144"/>
                      <a:pt x="175" y="9119"/>
                    </a:cubicBezTo>
                    <a:cubicBezTo>
                      <a:pt x="937" y="8477"/>
                      <a:pt x="1623" y="7753"/>
                      <a:pt x="2326" y="7050"/>
                    </a:cubicBezTo>
                    <a:cubicBezTo>
                      <a:pt x="3197" y="6174"/>
                      <a:pt x="3932" y="5189"/>
                      <a:pt x="4617" y="4171"/>
                    </a:cubicBezTo>
                    <a:cubicBezTo>
                      <a:pt x="4993" y="3615"/>
                      <a:pt x="5352" y="3049"/>
                      <a:pt x="5777" y="2532"/>
                    </a:cubicBezTo>
                    <a:cubicBezTo>
                      <a:pt x="6430" y="1748"/>
                      <a:pt x="7094" y="975"/>
                      <a:pt x="7753" y="202"/>
                    </a:cubicBezTo>
                    <a:cubicBezTo>
                      <a:pt x="7802" y="142"/>
                      <a:pt x="7889" y="88"/>
                      <a:pt x="7791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6" name="Google Shape;1606;p33"/>
              <p:cNvSpPr/>
              <p:nvPr/>
            </p:nvSpPr>
            <p:spPr>
              <a:xfrm>
                <a:off x="6254289" y="1078112"/>
                <a:ext cx="903834" cy="359235"/>
              </a:xfrm>
              <a:custGeom>
                <a:rect b="b" l="l" r="r" t="t"/>
                <a:pathLst>
                  <a:path extrusionOk="0" h="6033" w="15179">
                    <a:moveTo>
                      <a:pt x="1" y="1"/>
                    </a:moveTo>
                    <a:cubicBezTo>
                      <a:pt x="235" y="71"/>
                      <a:pt x="469" y="158"/>
                      <a:pt x="703" y="213"/>
                    </a:cubicBezTo>
                    <a:cubicBezTo>
                      <a:pt x="2358" y="621"/>
                      <a:pt x="4013" y="1002"/>
                      <a:pt x="5657" y="1427"/>
                    </a:cubicBezTo>
                    <a:cubicBezTo>
                      <a:pt x="8014" y="2031"/>
                      <a:pt x="10268" y="2902"/>
                      <a:pt x="12315" y="4241"/>
                    </a:cubicBezTo>
                    <a:cubicBezTo>
                      <a:pt x="12435" y="4263"/>
                      <a:pt x="12527" y="4329"/>
                      <a:pt x="12631" y="4394"/>
                    </a:cubicBezTo>
                    <a:cubicBezTo>
                      <a:pt x="13464" y="4933"/>
                      <a:pt x="14302" y="5466"/>
                      <a:pt x="15179" y="6033"/>
                    </a:cubicBezTo>
                    <a:cubicBezTo>
                      <a:pt x="15146" y="5956"/>
                      <a:pt x="15140" y="5918"/>
                      <a:pt x="15119" y="5902"/>
                    </a:cubicBezTo>
                    <a:cubicBezTo>
                      <a:pt x="14830" y="5684"/>
                      <a:pt x="14547" y="5455"/>
                      <a:pt x="14253" y="5243"/>
                    </a:cubicBezTo>
                    <a:cubicBezTo>
                      <a:pt x="12320" y="3844"/>
                      <a:pt x="10235" y="2728"/>
                      <a:pt x="7987" y="1922"/>
                    </a:cubicBezTo>
                    <a:cubicBezTo>
                      <a:pt x="6060" y="1236"/>
                      <a:pt x="4062" y="828"/>
                      <a:pt x="2080" y="354"/>
                    </a:cubicBezTo>
                    <a:cubicBezTo>
                      <a:pt x="1394" y="197"/>
                      <a:pt x="708" y="50"/>
                      <a:pt x="1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7" name="Google Shape;1607;p33"/>
              <p:cNvSpPr/>
              <p:nvPr/>
            </p:nvSpPr>
            <p:spPr>
              <a:xfrm>
                <a:off x="6137936" y="418042"/>
                <a:ext cx="655174" cy="391092"/>
              </a:xfrm>
              <a:custGeom>
                <a:rect b="b" l="l" r="r" t="t"/>
                <a:pathLst>
                  <a:path extrusionOk="0" h="6568" w="11003">
                    <a:moveTo>
                      <a:pt x="10921" y="1"/>
                    </a:moveTo>
                    <a:cubicBezTo>
                      <a:pt x="10865" y="1"/>
                      <a:pt x="10804" y="96"/>
                      <a:pt x="10779" y="111"/>
                    </a:cubicBezTo>
                    <a:cubicBezTo>
                      <a:pt x="9783" y="660"/>
                      <a:pt x="8825" y="1281"/>
                      <a:pt x="7845" y="1858"/>
                    </a:cubicBezTo>
                    <a:cubicBezTo>
                      <a:pt x="6517" y="2642"/>
                      <a:pt x="5178" y="3404"/>
                      <a:pt x="3838" y="4155"/>
                    </a:cubicBezTo>
                    <a:cubicBezTo>
                      <a:pt x="2630" y="4836"/>
                      <a:pt x="1443" y="5549"/>
                      <a:pt x="262" y="6279"/>
                    </a:cubicBezTo>
                    <a:cubicBezTo>
                      <a:pt x="158" y="6338"/>
                      <a:pt x="0" y="6382"/>
                      <a:pt x="38" y="6567"/>
                    </a:cubicBezTo>
                    <a:cubicBezTo>
                      <a:pt x="1742" y="5685"/>
                      <a:pt x="3376" y="4678"/>
                      <a:pt x="5058" y="3758"/>
                    </a:cubicBezTo>
                    <a:cubicBezTo>
                      <a:pt x="6522" y="2958"/>
                      <a:pt x="7965" y="2114"/>
                      <a:pt x="9386" y="1243"/>
                    </a:cubicBezTo>
                    <a:cubicBezTo>
                      <a:pt x="9946" y="900"/>
                      <a:pt x="10464" y="492"/>
                      <a:pt x="11003" y="116"/>
                    </a:cubicBezTo>
                    <a:cubicBezTo>
                      <a:pt x="10981" y="29"/>
                      <a:pt x="10952" y="1"/>
                      <a:pt x="10921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8" name="Google Shape;1608;p33"/>
              <p:cNvSpPr/>
              <p:nvPr/>
            </p:nvSpPr>
            <p:spPr>
              <a:xfrm>
                <a:off x="6603111" y="2452260"/>
                <a:ext cx="318030" cy="269441"/>
              </a:xfrm>
              <a:custGeom>
                <a:rect b="b" l="l" r="r" t="t"/>
                <a:pathLst>
                  <a:path extrusionOk="0" h="4525" w="5341">
                    <a:moveTo>
                      <a:pt x="360" y="1"/>
                    </a:moveTo>
                    <a:cubicBezTo>
                      <a:pt x="28" y="158"/>
                      <a:pt x="0" y="295"/>
                      <a:pt x="235" y="599"/>
                    </a:cubicBezTo>
                    <a:cubicBezTo>
                      <a:pt x="338" y="725"/>
                      <a:pt x="485" y="768"/>
                      <a:pt x="616" y="850"/>
                    </a:cubicBezTo>
                    <a:cubicBezTo>
                      <a:pt x="1677" y="1503"/>
                      <a:pt x="2521" y="2407"/>
                      <a:pt x="3392" y="3278"/>
                    </a:cubicBezTo>
                    <a:cubicBezTo>
                      <a:pt x="3947" y="3833"/>
                      <a:pt x="4611" y="4203"/>
                      <a:pt x="5341" y="4525"/>
                    </a:cubicBezTo>
                    <a:cubicBezTo>
                      <a:pt x="5303" y="4405"/>
                      <a:pt x="5270" y="4323"/>
                      <a:pt x="5243" y="4236"/>
                    </a:cubicBezTo>
                    <a:cubicBezTo>
                      <a:pt x="5167" y="4024"/>
                      <a:pt x="4954" y="3991"/>
                      <a:pt x="4791" y="3893"/>
                    </a:cubicBezTo>
                    <a:cubicBezTo>
                      <a:pt x="4448" y="3686"/>
                      <a:pt x="4078" y="3501"/>
                      <a:pt x="3855" y="3158"/>
                    </a:cubicBezTo>
                    <a:cubicBezTo>
                      <a:pt x="3201" y="2173"/>
                      <a:pt x="2320" y="1411"/>
                      <a:pt x="1394" y="703"/>
                    </a:cubicBezTo>
                    <a:cubicBezTo>
                      <a:pt x="1067" y="447"/>
                      <a:pt x="784" y="115"/>
                      <a:pt x="360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9" name="Google Shape;1609;p33"/>
              <p:cNvSpPr/>
              <p:nvPr/>
            </p:nvSpPr>
            <p:spPr>
              <a:xfrm>
                <a:off x="6282157" y="1238887"/>
                <a:ext cx="367988" cy="299333"/>
              </a:xfrm>
              <a:custGeom>
                <a:rect b="b" l="l" r="r" t="t"/>
                <a:pathLst>
                  <a:path extrusionOk="0" h="5027" w="6180">
                    <a:moveTo>
                      <a:pt x="703" y="425"/>
                    </a:moveTo>
                    <a:lnTo>
                      <a:pt x="703" y="425"/>
                    </a:lnTo>
                    <a:cubicBezTo>
                      <a:pt x="769" y="490"/>
                      <a:pt x="839" y="550"/>
                      <a:pt x="912" y="606"/>
                    </a:cubicBezTo>
                    <a:lnTo>
                      <a:pt x="912" y="606"/>
                    </a:lnTo>
                    <a:cubicBezTo>
                      <a:pt x="828" y="556"/>
                      <a:pt x="745" y="508"/>
                      <a:pt x="703" y="425"/>
                    </a:cubicBezTo>
                    <a:close/>
                    <a:moveTo>
                      <a:pt x="321" y="1"/>
                    </a:moveTo>
                    <a:cubicBezTo>
                      <a:pt x="262" y="1"/>
                      <a:pt x="203" y="13"/>
                      <a:pt x="142" y="44"/>
                    </a:cubicBezTo>
                    <a:cubicBezTo>
                      <a:pt x="50" y="88"/>
                      <a:pt x="1" y="164"/>
                      <a:pt x="99" y="229"/>
                    </a:cubicBezTo>
                    <a:cubicBezTo>
                      <a:pt x="447" y="458"/>
                      <a:pt x="725" y="801"/>
                      <a:pt x="1155" y="915"/>
                    </a:cubicBezTo>
                    <a:cubicBezTo>
                      <a:pt x="1149" y="831"/>
                      <a:pt x="1117" y="770"/>
                      <a:pt x="1072" y="722"/>
                    </a:cubicBezTo>
                    <a:lnTo>
                      <a:pt x="1072" y="722"/>
                    </a:lnTo>
                    <a:cubicBezTo>
                      <a:pt x="1397" y="946"/>
                      <a:pt x="1758" y="1125"/>
                      <a:pt x="2080" y="1362"/>
                    </a:cubicBezTo>
                    <a:cubicBezTo>
                      <a:pt x="3474" y="2402"/>
                      <a:pt x="4704" y="3610"/>
                      <a:pt x="5908" y="4851"/>
                    </a:cubicBezTo>
                    <a:cubicBezTo>
                      <a:pt x="5972" y="4916"/>
                      <a:pt x="6013" y="5027"/>
                      <a:pt x="6116" y="5027"/>
                    </a:cubicBezTo>
                    <a:cubicBezTo>
                      <a:pt x="6135" y="5027"/>
                      <a:pt x="6156" y="5023"/>
                      <a:pt x="6180" y="5015"/>
                    </a:cubicBezTo>
                    <a:cubicBezTo>
                      <a:pt x="6163" y="4879"/>
                      <a:pt x="6087" y="4775"/>
                      <a:pt x="6011" y="4672"/>
                    </a:cubicBezTo>
                    <a:cubicBezTo>
                      <a:pt x="5184" y="3474"/>
                      <a:pt x="4193" y="2429"/>
                      <a:pt x="3055" y="1520"/>
                    </a:cubicBezTo>
                    <a:cubicBezTo>
                      <a:pt x="2293" y="915"/>
                      <a:pt x="1503" y="344"/>
                      <a:pt x="551" y="44"/>
                    </a:cubicBezTo>
                    <a:cubicBezTo>
                      <a:pt x="472" y="20"/>
                      <a:pt x="396" y="1"/>
                      <a:pt x="321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0" name="Google Shape;1610;p33"/>
              <p:cNvSpPr/>
              <p:nvPr/>
            </p:nvSpPr>
            <p:spPr>
              <a:xfrm>
                <a:off x="6624488" y="2447913"/>
                <a:ext cx="298618" cy="256639"/>
              </a:xfrm>
              <a:custGeom>
                <a:rect b="b" l="l" r="r" t="t"/>
                <a:pathLst>
                  <a:path extrusionOk="0" h="4310" w="5015">
                    <a:moveTo>
                      <a:pt x="47" y="0"/>
                    </a:moveTo>
                    <a:cubicBezTo>
                      <a:pt x="25" y="0"/>
                      <a:pt x="7" y="17"/>
                      <a:pt x="1" y="74"/>
                    </a:cubicBezTo>
                    <a:cubicBezTo>
                      <a:pt x="311" y="313"/>
                      <a:pt x="616" y="547"/>
                      <a:pt x="921" y="781"/>
                    </a:cubicBezTo>
                    <a:cubicBezTo>
                      <a:pt x="1699" y="1380"/>
                      <a:pt x="2494" y="1984"/>
                      <a:pt x="3049" y="2779"/>
                    </a:cubicBezTo>
                    <a:cubicBezTo>
                      <a:pt x="3539" y="3482"/>
                      <a:pt x="4160" y="3939"/>
                      <a:pt x="4884" y="4309"/>
                    </a:cubicBezTo>
                    <a:cubicBezTo>
                      <a:pt x="5015" y="4140"/>
                      <a:pt x="4824" y="4091"/>
                      <a:pt x="4753" y="4020"/>
                    </a:cubicBezTo>
                    <a:cubicBezTo>
                      <a:pt x="4421" y="3661"/>
                      <a:pt x="3959" y="3416"/>
                      <a:pt x="3703" y="2992"/>
                    </a:cubicBezTo>
                    <a:cubicBezTo>
                      <a:pt x="3256" y="2224"/>
                      <a:pt x="2603" y="1658"/>
                      <a:pt x="1955" y="1081"/>
                    </a:cubicBezTo>
                    <a:cubicBezTo>
                      <a:pt x="1422" y="613"/>
                      <a:pt x="817" y="253"/>
                      <a:pt x="137" y="41"/>
                    </a:cubicBezTo>
                    <a:cubicBezTo>
                      <a:pt x="114" y="35"/>
                      <a:pt x="77" y="0"/>
                      <a:pt x="47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1" name="Google Shape;1611;p33"/>
              <p:cNvSpPr/>
              <p:nvPr/>
            </p:nvSpPr>
            <p:spPr>
              <a:xfrm>
                <a:off x="5772560" y="610972"/>
                <a:ext cx="256163" cy="337203"/>
              </a:xfrm>
              <a:custGeom>
                <a:rect b="b" l="l" r="r" t="t"/>
                <a:pathLst>
                  <a:path extrusionOk="0" h="5663" w="4302">
                    <a:moveTo>
                      <a:pt x="4193" y="1"/>
                    </a:moveTo>
                    <a:lnTo>
                      <a:pt x="4193" y="1"/>
                    </a:lnTo>
                    <a:cubicBezTo>
                      <a:pt x="3539" y="567"/>
                      <a:pt x="2783" y="992"/>
                      <a:pt x="2222" y="1694"/>
                    </a:cubicBezTo>
                    <a:cubicBezTo>
                      <a:pt x="1612" y="2451"/>
                      <a:pt x="948" y="3158"/>
                      <a:pt x="387" y="3959"/>
                    </a:cubicBezTo>
                    <a:cubicBezTo>
                      <a:pt x="28" y="4476"/>
                      <a:pt x="1" y="4884"/>
                      <a:pt x="458" y="5200"/>
                    </a:cubicBezTo>
                    <a:cubicBezTo>
                      <a:pt x="714" y="5379"/>
                      <a:pt x="981" y="5559"/>
                      <a:pt x="1286" y="5663"/>
                    </a:cubicBezTo>
                    <a:cubicBezTo>
                      <a:pt x="1316" y="5655"/>
                      <a:pt x="1349" y="5654"/>
                      <a:pt x="1382" y="5654"/>
                    </a:cubicBezTo>
                    <a:cubicBezTo>
                      <a:pt x="1414" y="5654"/>
                      <a:pt x="1446" y="5655"/>
                      <a:pt x="1479" y="5655"/>
                    </a:cubicBezTo>
                    <a:cubicBezTo>
                      <a:pt x="1573" y="5655"/>
                      <a:pt x="1671" y="5643"/>
                      <a:pt x="1759" y="5548"/>
                    </a:cubicBezTo>
                    <a:cubicBezTo>
                      <a:pt x="1346" y="5412"/>
                      <a:pt x="1008" y="5200"/>
                      <a:pt x="681" y="4971"/>
                    </a:cubicBezTo>
                    <a:cubicBezTo>
                      <a:pt x="371" y="4753"/>
                      <a:pt x="311" y="4519"/>
                      <a:pt x="567" y="4242"/>
                    </a:cubicBezTo>
                    <a:cubicBezTo>
                      <a:pt x="807" y="3975"/>
                      <a:pt x="997" y="3681"/>
                      <a:pt x="1177" y="3382"/>
                    </a:cubicBezTo>
                    <a:cubicBezTo>
                      <a:pt x="1596" y="2685"/>
                      <a:pt x="2320" y="2255"/>
                      <a:pt x="2734" y="1558"/>
                    </a:cubicBezTo>
                    <a:cubicBezTo>
                      <a:pt x="2924" y="1237"/>
                      <a:pt x="3207" y="1008"/>
                      <a:pt x="3512" y="801"/>
                    </a:cubicBezTo>
                    <a:cubicBezTo>
                      <a:pt x="3757" y="632"/>
                      <a:pt x="3942" y="404"/>
                      <a:pt x="4155" y="197"/>
                    </a:cubicBezTo>
                    <a:cubicBezTo>
                      <a:pt x="4209" y="148"/>
                      <a:pt x="4302" y="88"/>
                      <a:pt x="4193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2" name="Google Shape;1612;p33"/>
              <p:cNvSpPr/>
              <p:nvPr/>
            </p:nvSpPr>
            <p:spPr>
              <a:xfrm>
                <a:off x="6311691" y="1257167"/>
                <a:ext cx="372156" cy="325294"/>
              </a:xfrm>
              <a:custGeom>
                <a:rect b="b" l="l" r="r" t="t"/>
                <a:pathLst>
                  <a:path extrusionOk="0" h="5463" w="6250">
                    <a:moveTo>
                      <a:pt x="61" y="1"/>
                    </a:moveTo>
                    <a:cubicBezTo>
                      <a:pt x="42" y="1"/>
                      <a:pt x="22" y="6"/>
                      <a:pt x="0" y="20"/>
                    </a:cubicBezTo>
                    <a:cubicBezTo>
                      <a:pt x="223" y="222"/>
                      <a:pt x="441" y="412"/>
                      <a:pt x="659" y="608"/>
                    </a:cubicBezTo>
                    <a:cubicBezTo>
                      <a:pt x="1350" y="1082"/>
                      <a:pt x="2036" y="1572"/>
                      <a:pt x="2641" y="2160"/>
                    </a:cubicBezTo>
                    <a:cubicBezTo>
                      <a:pt x="3452" y="2895"/>
                      <a:pt x="4214" y="3679"/>
                      <a:pt x="4982" y="4457"/>
                    </a:cubicBezTo>
                    <a:cubicBezTo>
                      <a:pt x="5286" y="4773"/>
                      <a:pt x="5640" y="5029"/>
                      <a:pt x="5951" y="5339"/>
                    </a:cubicBezTo>
                    <a:cubicBezTo>
                      <a:pt x="5998" y="5386"/>
                      <a:pt x="6061" y="5462"/>
                      <a:pt x="6128" y="5462"/>
                    </a:cubicBezTo>
                    <a:cubicBezTo>
                      <a:pt x="6169" y="5462"/>
                      <a:pt x="6210" y="5433"/>
                      <a:pt x="6250" y="5350"/>
                    </a:cubicBezTo>
                    <a:cubicBezTo>
                      <a:pt x="6065" y="5132"/>
                      <a:pt x="5874" y="4920"/>
                      <a:pt x="5684" y="4708"/>
                    </a:cubicBezTo>
                    <a:cubicBezTo>
                      <a:pt x="4987" y="4011"/>
                      <a:pt x="4296" y="3314"/>
                      <a:pt x="3588" y="2628"/>
                    </a:cubicBezTo>
                    <a:cubicBezTo>
                      <a:pt x="2553" y="1643"/>
                      <a:pt x="1416" y="810"/>
                      <a:pt x="202" y="69"/>
                    </a:cubicBezTo>
                    <a:cubicBezTo>
                      <a:pt x="162" y="45"/>
                      <a:pt x="115" y="1"/>
                      <a:pt x="61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3" name="Google Shape;1613;p33"/>
              <p:cNvSpPr/>
              <p:nvPr/>
            </p:nvSpPr>
            <p:spPr>
              <a:xfrm>
                <a:off x="6855944" y="-91316"/>
                <a:ext cx="167976" cy="120936"/>
              </a:xfrm>
              <a:custGeom>
                <a:rect b="b" l="l" r="r" t="t"/>
                <a:pathLst>
                  <a:path extrusionOk="0" h="2031" w="2821">
                    <a:moveTo>
                      <a:pt x="1995" y="0"/>
                    </a:moveTo>
                    <a:cubicBezTo>
                      <a:pt x="1777" y="0"/>
                      <a:pt x="1562" y="59"/>
                      <a:pt x="1422" y="183"/>
                    </a:cubicBezTo>
                    <a:cubicBezTo>
                      <a:pt x="1552" y="401"/>
                      <a:pt x="1792" y="362"/>
                      <a:pt x="1988" y="417"/>
                    </a:cubicBezTo>
                    <a:cubicBezTo>
                      <a:pt x="2140" y="460"/>
                      <a:pt x="2216" y="531"/>
                      <a:pt x="2064" y="646"/>
                    </a:cubicBezTo>
                    <a:cubicBezTo>
                      <a:pt x="1634" y="950"/>
                      <a:pt x="1198" y="1250"/>
                      <a:pt x="790" y="1587"/>
                    </a:cubicBezTo>
                    <a:cubicBezTo>
                      <a:pt x="743" y="1629"/>
                      <a:pt x="679" y="1656"/>
                      <a:pt x="615" y="1656"/>
                    </a:cubicBezTo>
                    <a:cubicBezTo>
                      <a:pt x="561" y="1656"/>
                      <a:pt x="508" y="1637"/>
                      <a:pt x="463" y="1593"/>
                    </a:cubicBezTo>
                    <a:cubicBezTo>
                      <a:pt x="349" y="1478"/>
                      <a:pt x="458" y="1375"/>
                      <a:pt x="518" y="1277"/>
                    </a:cubicBezTo>
                    <a:cubicBezTo>
                      <a:pt x="649" y="1076"/>
                      <a:pt x="866" y="923"/>
                      <a:pt x="926" y="667"/>
                    </a:cubicBezTo>
                    <a:cubicBezTo>
                      <a:pt x="887" y="643"/>
                      <a:pt x="852" y="633"/>
                      <a:pt x="820" y="633"/>
                    </a:cubicBezTo>
                    <a:cubicBezTo>
                      <a:pt x="731" y="633"/>
                      <a:pt x="665" y="711"/>
                      <a:pt x="605" y="771"/>
                    </a:cubicBezTo>
                    <a:cubicBezTo>
                      <a:pt x="463" y="907"/>
                      <a:pt x="333" y="1065"/>
                      <a:pt x="213" y="1223"/>
                    </a:cubicBezTo>
                    <a:cubicBezTo>
                      <a:pt x="72" y="1397"/>
                      <a:pt x="1" y="1609"/>
                      <a:pt x="131" y="1805"/>
                    </a:cubicBezTo>
                    <a:cubicBezTo>
                      <a:pt x="230" y="1960"/>
                      <a:pt x="377" y="2031"/>
                      <a:pt x="539" y="2031"/>
                    </a:cubicBezTo>
                    <a:cubicBezTo>
                      <a:pt x="610" y="2031"/>
                      <a:pt x="684" y="2017"/>
                      <a:pt x="757" y="1990"/>
                    </a:cubicBezTo>
                    <a:cubicBezTo>
                      <a:pt x="1482" y="1740"/>
                      <a:pt x="2091" y="1304"/>
                      <a:pt x="2663" y="809"/>
                    </a:cubicBezTo>
                    <a:cubicBezTo>
                      <a:pt x="2821" y="673"/>
                      <a:pt x="2821" y="471"/>
                      <a:pt x="2706" y="297"/>
                    </a:cubicBezTo>
                    <a:cubicBezTo>
                      <a:pt x="2579" y="104"/>
                      <a:pt x="2285" y="0"/>
                      <a:pt x="1995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4" name="Google Shape;1614;p33"/>
              <p:cNvSpPr/>
              <p:nvPr/>
            </p:nvSpPr>
            <p:spPr>
              <a:xfrm>
                <a:off x="6468893" y="1385728"/>
                <a:ext cx="272359" cy="251339"/>
              </a:xfrm>
              <a:custGeom>
                <a:rect b="b" l="l" r="r" t="t"/>
                <a:pathLst>
                  <a:path extrusionOk="0" h="4221" w="4574">
                    <a:moveTo>
                      <a:pt x="1" y="1"/>
                    </a:moveTo>
                    <a:lnTo>
                      <a:pt x="1" y="1"/>
                    </a:lnTo>
                    <a:cubicBezTo>
                      <a:pt x="33" y="50"/>
                      <a:pt x="60" y="104"/>
                      <a:pt x="99" y="142"/>
                    </a:cubicBezTo>
                    <a:cubicBezTo>
                      <a:pt x="654" y="687"/>
                      <a:pt x="1177" y="1253"/>
                      <a:pt x="1672" y="1846"/>
                    </a:cubicBezTo>
                    <a:cubicBezTo>
                      <a:pt x="2146" y="2413"/>
                      <a:pt x="2652" y="2946"/>
                      <a:pt x="3164" y="3485"/>
                    </a:cubicBezTo>
                    <a:cubicBezTo>
                      <a:pt x="3264" y="3590"/>
                      <a:pt x="3338" y="3643"/>
                      <a:pt x="3398" y="3643"/>
                    </a:cubicBezTo>
                    <a:cubicBezTo>
                      <a:pt x="3478" y="3643"/>
                      <a:pt x="3532" y="3549"/>
                      <a:pt x="3588" y="3360"/>
                    </a:cubicBezTo>
                    <a:cubicBezTo>
                      <a:pt x="3991" y="3578"/>
                      <a:pt x="4220" y="4002"/>
                      <a:pt x="4574" y="4220"/>
                    </a:cubicBezTo>
                    <a:cubicBezTo>
                      <a:pt x="4263" y="3888"/>
                      <a:pt x="3937" y="3540"/>
                      <a:pt x="3610" y="3191"/>
                    </a:cubicBezTo>
                    <a:cubicBezTo>
                      <a:pt x="3569" y="3228"/>
                      <a:pt x="3536" y="3242"/>
                      <a:pt x="3507" y="3242"/>
                    </a:cubicBezTo>
                    <a:cubicBezTo>
                      <a:pt x="3429" y="3242"/>
                      <a:pt x="3388" y="3136"/>
                      <a:pt x="3332" y="3088"/>
                    </a:cubicBezTo>
                    <a:cubicBezTo>
                      <a:pt x="2576" y="2429"/>
                      <a:pt x="1901" y="1694"/>
                      <a:pt x="1160" y="1014"/>
                    </a:cubicBezTo>
                    <a:cubicBezTo>
                      <a:pt x="785" y="671"/>
                      <a:pt x="458" y="257"/>
                      <a:pt x="1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5" name="Google Shape;1615;p33"/>
              <p:cNvSpPr/>
              <p:nvPr/>
            </p:nvSpPr>
            <p:spPr>
              <a:xfrm>
                <a:off x="5705154" y="2055503"/>
                <a:ext cx="154996" cy="89675"/>
              </a:xfrm>
              <a:custGeom>
                <a:rect b="b" l="l" r="r" t="t"/>
                <a:pathLst>
                  <a:path extrusionOk="0" h="1506" w="2603">
                    <a:moveTo>
                      <a:pt x="235" y="0"/>
                    </a:moveTo>
                    <a:cubicBezTo>
                      <a:pt x="175" y="11"/>
                      <a:pt x="120" y="17"/>
                      <a:pt x="1" y="38"/>
                    </a:cubicBezTo>
                    <a:cubicBezTo>
                      <a:pt x="828" y="349"/>
                      <a:pt x="1503" y="784"/>
                      <a:pt x="2205" y="1269"/>
                    </a:cubicBezTo>
                    <a:cubicBezTo>
                      <a:pt x="2154" y="1280"/>
                      <a:pt x="2106" y="1285"/>
                      <a:pt x="2061" y="1285"/>
                    </a:cubicBezTo>
                    <a:cubicBezTo>
                      <a:pt x="1875" y="1285"/>
                      <a:pt x="1733" y="1201"/>
                      <a:pt x="1585" y="1149"/>
                    </a:cubicBezTo>
                    <a:cubicBezTo>
                      <a:pt x="1247" y="1036"/>
                      <a:pt x="925" y="860"/>
                      <a:pt x="556" y="860"/>
                    </a:cubicBezTo>
                    <a:cubicBezTo>
                      <a:pt x="551" y="860"/>
                      <a:pt x="545" y="860"/>
                      <a:pt x="539" y="860"/>
                    </a:cubicBezTo>
                    <a:cubicBezTo>
                      <a:pt x="387" y="866"/>
                      <a:pt x="256" y="893"/>
                      <a:pt x="436" y="1067"/>
                    </a:cubicBezTo>
                    <a:cubicBezTo>
                      <a:pt x="817" y="1089"/>
                      <a:pt x="1176" y="1187"/>
                      <a:pt x="1525" y="1329"/>
                    </a:cubicBezTo>
                    <a:cubicBezTo>
                      <a:pt x="1739" y="1417"/>
                      <a:pt x="1953" y="1505"/>
                      <a:pt x="2187" y="1505"/>
                    </a:cubicBezTo>
                    <a:cubicBezTo>
                      <a:pt x="2227" y="1505"/>
                      <a:pt x="2268" y="1503"/>
                      <a:pt x="2309" y="1497"/>
                    </a:cubicBezTo>
                    <a:cubicBezTo>
                      <a:pt x="2328" y="1495"/>
                      <a:pt x="2350" y="1495"/>
                      <a:pt x="2372" y="1495"/>
                    </a:cubicBezTo>
                    <a:cubicBezTo>
                      <a:pt x="2377" y="1495"/>
                      <a:pt x="2382" y="1495"/>
                      <a:pt x="2388" y="1495"/>
                    </a:cubicBezTo>
                    <a:cubicBezTo>
                      <a:pt x="2470" y="1495"/>
                      <a:pt x="2555" y="1492"/>
                      <a:pt x="2576" y="1394"/>
                    </a:cubicBezTo>
                    <a:cubicBezTo>
                      <a:pt x="2603" y="1274"/>
                      <a:pt x="2472" y="1209"/>
                      <a:pt x="2385" y="1165"/>
                    </a:cubicBezTo>
                    <a:cubicBezTo>
                      <a:pt x="1998" y="986"/>
                      <a:pt x="1677" y="708"/>
                      <a:pt x="1318" y="485"/>
                    </a:cubicBezTo>
                    <a:cubicBezTo>
                      <a:pt x="980" y="272"/>
                      <a:pt x="616" y="109"/>
                      <a:pt x="235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6" name="Google Shape;1616;p33"/>
              <p:cNvSpPr/>
              <p:nvPr/>
            </p:nvSpPr>
            <p:spPr>
              <a:xfrm>
                <a:off x="6409883" y="2317388"/>
                <a:ext cx="29594" cy="29594"/>
              </a:xfrm>
              <a:custGeom>
                <a:rect b="b" l="l" r="r" t="t"/>
                <a:pathLst>
                  <a:path extrusionOk="0" h="497" w="497">
                    <a:moveTo>
                      <a:pt x="1" y="1"/>
                    </a:moveTo>
                    <a:cubicBezTo>
                      <a:pt x="82" y="251"/>
                      <a:pt x="246" y="415"/>
                      <a:pt x="496" y="496"/>
                    </a:cubicBezTo>
                    <a:cubicBezTo>
                      <a:pt x="355" y="306"/>
                      <a:pt x="191" y="137"/>
                      <a:pt x="1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7" name="Google Shape;1617;p33"/>
              <p:cNvSpPr/>
              <p:nvPr/>
            </p:nvSpPr>
            <p:spPr>
              <a:xfrm>
                <a:off x="5493169" y="1747828"/>
                <a:ext cx="225021" cy="153745"/>
              </a:xfrm>
              <a:custGeom>
                <a:rect b="b" l="l" r="r" t="t"/>
                <a:pathLst>
                  <a:path extrusionOk="0" h="2582" w="3779">
                    <a:moveTo>
                      <a:pt x="3718" y="1"/>
                    </a:moveTo>
                    <a:cubicBezTo>
                      <a:pt x="3446" y="72"/>
                      <a:pt x="3169" y="121"/>
                      <a:pt x="2913" y="224"/>
                    </a:cubicBezTo>
                    <a:cubicBezTo>
                      <a:pt x="2483" y="398"/>
                      <a:pt x="1960" y="398"/>
                      <a:pt x="1677" y="866"/>
                    </a:cubicBezTo>
                    <a:cubicBezTo>
                      <a:pt x="1644" y="920"/>
                      <a:pt x="1575" y="973"/>
                      <a:pt x="1503" y="973"/>
                    </a:cubicBezTo>
                    <a:cubicBezTo>
                      <a:pt x="1479" y="973"/>
                      <a:pt x="1455" y="967"/>
                      <a:pt x="1432" y="954"/>
                    </a:cubicBezTo>
                    <a:cubicBezTo>
                      <a:pt x="1350" y="910"/>
                      <a:pt x="1394" y="807"/>
                      <a:pt x="1383" y="730"/>
                    </a:cubicBezTo>
                    <a:cubicBezTo>
                      <a:pt x="1367" y="605"/>
                      <a:pt x="1416" y="474"/>
                      <a:pt x="1350" y="349"/>
                    </a:cubicBezTo>
                    <a:cubicBezTo>
                      <a:pt x="822" y="856"/>
                      <a:pt x="327" y="1378"/>
                      <a:pt x="27" y="2059"/>
                    </a:cubicBezTo>
                    <a:cubicBezTo>
                      <a:pt x="109" y="2064"/>
                      <a:pt x="185" y="2075"/>
                      <a:pt x="272" y="2086"/>
                    </a:cubicBezTo>
                    <a:cubicBezTo>
                      <a:pt x="207" y="2260"/>
                      <a:pt x="0" y="2369"/>
                      <a:pt x="65" y="2581"/>
                    </a:cubicBezTo>
                    <a:cubicBezTo>
                      <a:pt x="197" y="2567"/>
                      <a:pt x="250" y="2333"/>
                      <a:pt x="373" y="2333"/>
                    </a:cubicBezTo>
                    <a:cubicBezTo>
                      <a:pt x="434" y="2333"/>
                      <a:pt x="513" y="2390"/>
                      <a:pt x="626" y="2560"/>
                    </a:cubicBezTo>
                    <a:cubicBezTo>
                      <a:pt x="517" y="2059"/>
                      <a:pt x="790" y="1955"/>
                      <a:pt x="1056" y="1841"/>
                    </a:cubicBezTo>
                    <a:cubicBezTo>
                      <a:pt x="1470" y="1661"/>
                      <a:pt x="1911" y="1531"/>
                      <a:pt x="2298" y="1286"/>
                    </a:cubicBezTo>
                    <a:cubicBezTo>
                      <a:pt x="2134" y="1090"/>
                      <a:pt x="2368" y="1057"/>
                      <a:pt x="2445" y="1008"/>
                    </a:cubicBezTo>
                    <a:cubicBezTo>
                      <a:pt x="2787" y="790"/>
                      <a:pt x="3207" y="763"/>
                      <a:pt x="3561" y="627"/>
                    </a:cubicBezTo>
                    <a:cubicBezTo>
                      <a:pt x="3109" y="284"/>
                      <a:pt x="3778" y="251"/>
                      <a:pt x="3718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8" name="Google Shape;1618;p33"/>
              <p:cNvSpPr/>
              <p:nvPr/>
            </p:nvSpPr>
            <p:spPr>
              <a:xfrm>
                <a:off x="5549857" y="2080096"/>
                <a:ext cx="79493" cy="237049"/>
              </a:xfrm>
              <a:custGeom>
                <a:rect b="b" l="l" r="r" t="t"/>
                <a:pathLst>
                  <a:path extrusionOk="0" h="3981" w="1335">
                    <a:moveTo>
                      <a:pt x="1335" y="1"/>
                    </a:moveTo>
                    <a:lnTo>
                      <a:pt x="1335" y="1"/>
                    </a:lnTo>
                    <a:cubicBezTo>
                      <a:pt x="1150" y="12"/>
                      <a:pt x="1062" y="126"/>
                      <a:pt x="986" y="240"/>
                    </a:cubicBezTo>
                    <a:cubicBezTo>
                      <a:pt x="872" y="344"/>
                      <a:pt x="845" y="475"/>
                      <a:pt x="834" y="622"/>
                    </a:cubicBezTo>
                    <a:cubicBezTo>
                      <a:pt x="823" y="752"/>
                      <a:pt x="796" y="877"/>
                      <a:pt x="736" y="992"/>
                    </a:cubicBezTo>
                    <a:cubicBezTo>
                      <a:pt x="684" y="1093"/>
                      <a:pt x="634" y="1141"/>
                      <a:pt x="587" y="1141"/>
                    </a:cubicBezTo>
                    <a:cubicBezTo>
                      <a:pt x="536" y="1141"/>
                      <a:pt x="487" y="1084"/>
                      <a:pt x="442" y="975"/>
                    </a:cubicBezTo>
                    <a:cubicBezTo>
                      <a:pt x="251" y="1106"/>
                      <a:pt x="197" y="1324"/>
                      <a:pt x="159" y="1520"/>
                    </a:cubicBezTo>
                    <a:cubicBezTo>
                      <a:pt x="1" y="2347"/>
                      <a:pt x="39" y="3169"/>
                      <a:pt x="289" y="3980"/>
                    </a:cubicBezTo>
                    <a:cubicBezTo>
                      <a:pt x="485" y="3877"/>
                      <a:pt x="447" y="3686"/>
                      <a:pt x="420" y="3540"/>
                    </a:cubicBezTo>
                    <a:cubicBezTo>
                      <a:pt x="317" y="3028"/>
                      <a:pt x="382" y="2511"/>
                      <a:pt x="355" y="1999"/>
                    </a:cubicBezTo>
                    <a:cubicBezTo>
                      <a:pt x="338" y="1759"/>
                      <a:pt x="409" y="1591"/>
                      <a:pt x="627" y="1493"/>
                    </a:cubicBezTo>
                    <a:cubicBezTo>
                      <a:pt x="932" y="1346"/>
                      <a:pt x="1090" y="1079"/>
                      <a:pt x="1122" y="769"/>
                    </a:cubicBezTo>
                    <a:cubicBezTo>
                      <a:pt x="1150" y="502"/>
                      <a:pt x="1193" y="251"/>
                      <a:pt x="1335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9" name="Google Shape;1619;p33"/>
              <p:cNvSpPr/>
              <p:nvPr/>
            </p:nvSpPr>
            <p:spPr>
              <a:xfrm>
                <a:off x="5586181" y="1831669"/>
                <a:ext cx="113195" cy="115577"/>
              </a:xfrm>
              <a:custGeom>
                <a:rect b="b" l="l" r="r" t="t"/>
                <a:pathLst>
                  <a:path extrusionOk="0" h="1941" w="1901">
                    <a:moveTo>
                      <a:pt x="1697" y="0"/>
                    </a:moveTo>
                    <a:cubicBezTo>
                      <a:pt x="1637" y="0"/>
                      <a:pt x="1575" y="26"/>
                      <a:pt x="1525" y="57"/>
                    </a:cubicBezTo>
                    <a:cubicBezTo>
                      <a:pt x="1144" y="308"/>
                      <a:pt x="757" y="558"/>
                      <a:pt x="398" y="836"/>
                    </a:cubicBezTo>
                    <a:cubicBezTo>
                      <a:pt x="240" y="956"/>
                      <a:pt x="66" y="1092"/>
                      <a:pt x="1" y="1326"/>
                    </a:cubicBezTo>
                    <a:cubicBezTo>
                      <a:pt x="469" y="956"/>
                      <a:pt x="953" y="618"/>
                      <a:pt x="1476" y="335"/>
                    </a:cubicBezTo>
                    <a:lnTo>
                      <a:pt x="1476" y="335"/>
                    </a:lnTo>
                    <a:cubicBezTo>
                      <a:pt x="1106" y="852"/>
                      <a:pt x="518" y="1217"/>
                      <a:pt x="501" y="1941"/>
                    </a:cubicBezTo>
                    <a:cubicBezTo>
                      <a:pt x="746" y="1478"/>
                      <a:pt x="1079" y="1092"/>
                      <a:pt x="1454" y="732"/>
                    </a:cubicBezTo>
                    <a:cubicBezTo>
                      <a:pt x="1579" y="613"/>
                      <a:pt x="1672" y="455"/>
                      <a:pt x="1759" y="302"/>
                    </a:cubicBezTo>
                    <a:cubicBezTo>
                      <a:pt x="1808" y="231"/>
                      <a:pt x="1901" y="139"/>
                      <a:pt x="1819" y="52"/>
                    </a:cubicBezTo>
                    <a:cubicBezTo>
                      <a:pt x="1784" y="15"/>
                      <a:pt x="1741" y="0"/>
                      <a:pt x="1697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0" name="Google Shape;1620;p33"/>
              <p:cNvSpPr/>
              <p:nvPr/>
            </p:nvSpPr>
            <p:spPr>
              <a:xfrm>
                <a:off x="5623456" y="1799693"/>
                <a:ext cx="174765" cy="151482"/>
              </a:xfrm>
              <a:custGeom>
                <a:rect b="b" l="l" r="r" t="t"/>
                <a:pathLst>
                  <a:path extrusionOk="0" h="2544" w="2935">
                    <a:moveTo>
                      <a:pt x="2935" y="1"/>
                    </a:moveTo>
                    <a:cubicBezTo>
                      <a:pt x="2369" y="1329"/>
                      <a:pt x="1160" y="1912"/>
                      <a:pt x="1" y="2543"/>
                    </a:cubicBezTo>
                    <a:cubicBezTo>
                      <a:pt x="1705" y="1890"/>
                      <a:pt x="2674" y="1041"/>
                      <a:pt x="2935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1" name="Google Shape;1621;p33"/>
              <p:cNvSpPr/>
              <p:nvPr/>
            </p:nvSpPr>
            <p:spPr>
              <a:xfrm>
                <a:off x="5572544" y="2094387"/>
                <a:ext cx="36084" cy="65857"/>
              </a:xfrm>
              <a:custGeom>
                <a:rect b="b" l="l" r="r" t="t"/>
                <a:pathLst>
                  <a:path extrusionOk="0" h="1106" w="606">
                    <a:moveTo>
                      <a:pt x="605" y="0"/>
                    </a:moveTo>
                    <a:lnTo>
                      <a:pt x="605" y="0"/>
                    </a:lnTo>
                    <a:cubicBezTo>
                      <a:pt x="562" y="6"/>
                      <a:pt x="513" y="11"/>
                      <a:pt x="469" y="17"/>
                    </a:cubicBezTo>
                    <a:cubicBezTo>
                      <a:pt x="377" y="131"/>
                      <a:pt x="235" y="202"/>
                      <a:pt x="175" y="343"/>
                    </a:cubicBezTo>
                    <a:cubicBezTo>
                      <a:pt x="137" y="474"/>
                      <a:pt x="99" y="605"/>
                      <a:pt x="61" y="735"/>
                    </a:cubicBezTo>
                    <a:cubicBezTo>
                      <a:pt x="72" y="861"/>
                      <a:pt x="1" y="986"/>
                      <a:pt x="83" y="1106"/>
                    </a:cubicBezTo>
                    <a:cubicBezTo>
                      <a:pt x="377" y="969"/>
                      <a:pt x="496" y="812"/>
                      <a:pt x="540" y="518"/>
                    </a:cubicBezTo>
                    <a:cubicBezTo>
                      <a:pt x="567" y="343"/>
                      <a:pt x="583" y="175"/>
                      <a:pt x="605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2" name="Google Shape;1622;p33"/>
              <p:cNvSpPr/>
              <p:nvPr/>
            </p:nvSpPr>
            <p:spPr>
              <a:xfrm>
                <a:off x="5473579" y="2116360"/>
                <a:ext cx="31618" cy="39538"/>
              </a:xfrm>
              <a:custGeom>
                <a:rect b="b" l="l" r="r" t="t"/>
                <a:pathLst>
                  <a:path extrusionOk="0" h="664" w="531">
                    <a:moveTo>
                      <a:pt x="328" y="1"/>
                    </a:moveTo>
                    <a:cubicBezTo>
                      <a:pt x="321" y="1"/>
                      <a:pt x="314" y="1"/>
                      <a:pt x="307" y="2"/>
                    </a:cubicBezTo>
                    <a:cubicBezTo>
                      <a:pt x="84" y="18"/>
                      <a:pt x="68" y="258"/>
                      <a:pt x="24" y="432"/>
                    </a:cubicBezTo>
                    <a:cubicBezTo>
                      <a:pt x="0" y="523"/>
                      <a:pt x="90" y="664"/>
                      <a:pt x="130" y="664"/>
                    </a:cubicBezTo>
                    <a:cubicBezTo>
                      <a:pt x="136" y="664"/>
                      <a:pt x="141" y="661"/>
                      <a:pt x="144" y="655"/>
                    </a:cubicBezTo>
                    <a:cubicBezTo>
                      <a:pt x="231" y="502"/>
                      <a:pt x="531" y="600"/>
                      <a:pt x="498" y="279"/>
                    </a:cubicBezTo>
                    <a:cubicBezTo>
                      <a:pt x="477" y="211"/>
                      <a:pt x="507" y="1"/>
                      <a:pt x="328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3" name="Google Shape;1623;p33"/>
              <p:cNvSpPr/>
              <p:nvPr/>
            </p:nvSpPr>
            <p:spPr>
              <a:xfrm>
                <a:off x="5558611" y="1867873"/>
                <a:ext cx="39002" cy="44361"/>
              </a:xfrm>
              <a:custGeom>
                <a:rect b="b" l="l" r="r" t="t"/>
                <a:pathLst>
                  <a:path extrusionOk="0" h="745" w="655">
                    <a:moveTo>
                      <a:pt x="424" y="0"/>
                    </a:moveTo>
                    <a:cubicBezTo>
                      <a:pt x="412" y="0"/>
                      <a:pt x="400" y="2"/>
                      <a:pt x="387" y="5"/>
                    </a:cubicBezTo>
                    <a:cubicBezTo>
                      <a:pt x="273" y="37"/>
                      <a:pt x="110" y="92"/>
                      <a:pt x="115" y="201"/>
                    </a:cubicBezTo>
                    <a:cubicBezTo>
                      <a:pt x="132" y="386"/>
                      <a:pt x="1" y="549"/>
                      <a:pt x="66" y="745"/>
                    </a:cubicBezTo>
                    <a:cubicBezTo>
                      <a:pt x="273" y="669"/>
                      <a:pt x="311" y="456"/>
                      <a:pt x="442" y="331"/>
                    </a:cubicBezTo>
                    <a:cubicBezTo>
                      <a:pt x="507" y="271"/>
                      <a:pt x="654" y="222"/>
                      <a:pt x="567" y="86"/>
                    </a:cubicBezTo>
                    <a:cubicBezTo>
                      <a:pt x="535" y="32"/>
                      <a:pt x="481" y="0"/>
                      <a:pt x="424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4" name="Google Shape;1624;p33"/>
              <p:cNvSpPr/>
              <p:nvPr/>
            </p:nvSpPr>
            <p:spPr>
              <a:xfrm>
                <a:off x="5508711" y="2307324"/>
                <a:ext cx="29534" cy="41681"/>
              </a:xfrm>
              <a:custGeom>
                <a:rect b="b" l="l" r="r" t="t"/>
                <a:pathLst>
                  <a:path extrusionOk="0" h="700" w="496">
                    <a:moveTo>
                      <a:pt x="413" y="0"/>
                    </a:moveTo>
                    <a:cubicBezTo>
                      <a:pt x="375" y="0"/>
                      <a:pt x="324" y="20"/>
                      <a:pt x="300" y="45"/>
                    </a:cubicBezTo>
                    <a:cubicBezTo>
                      <a:pt x="164" y="197"/>
                      <a:pt x="66" y="371"/>
                      <a:pt x="17" y="562"/>
                    </a:cubicBezTo>
                    <a:cubicBezTo>
                      <a:pt x="1" y="629"/>
                      <a:pt x="22" y="699"/>
                      <a:pt x="77" y="699"/>
                    </a:cubicBezTo>
                    <a:cubicBezTo>
                      <a:pt x="98" y="699"/>
                      <a:pt x="123" y="689"/>
                      <a:pt x="153" y="665"/>
                    </a:cubicBezTo>
                    <a:cubicBezTo>
                      <a:pt x="322" y="529"/>
                      <a:pt x="458" y="371"/>
                      <a:pt x="490" y="154"/>
                    </a:cubicBezTo>
                    <a:cubicBezTo>
                      <a:pt x="485" y="88"/>
                      <a:pt x="496" y="17"/>
                      <a:pt x="425" y="1"/>
                    </a:cubicBezTo>
                    <a:cubicBezTo>
                      <a:pt x="421" y="1"/>
                      <a:pt x="417" y="0"/>
                      <a:pt x="413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5" name="Google Shape;1625;p33"/>
              <p:cNvSpPr/>
              <p:nvPr/>
            </p:nvSpPr>
            <p:spPr>
              <a:xfrm>
                <a:off x="5401111" y="2111536"/>
                <a:ext cx="18816" cy="50971"/>
              </a:xfrm>
              <a:custGeom>
                <a:rect b="b" l="l" r="r" t="t"/>
                <a:pathLst>
                  <a:path extrusionOk="0" h="856" w="316">
                    <a:moveTo>
                      <a:pt x="153" y="1"/>
                    </a:moveTo>
                    <a:cubicBezTo>
                      <a:pt x="104" y="279"/>
                      <a:pt x="0" y="578"/>
                      <a:pt x="316" y="856"/>
                    </a:cubicBezTo>
                    <a:cubicBezTo>
                      <a:pt x="256" y="535"/>
                      <a:pt x="201" y="268"/>
                      <a:pt x="153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6" name="Google Shape;1626;p33"/>
              <p:cNvSpPr/>
              <p:nvPr/>
            </p:nvSpPr>
            <p:spPr>
              <a:xfrm>
                <a:off x="5783933" y="1811364"/>
                <a:ext cx="145588" cy="141717"/>
              </a:xfrm>
              <a:custGeom>
                <a:rect b="b" l="l" r="r" t="t"/>
                <a:pathLst>
                  <a:path extrusionOk="0" h="2380" w="2445">
                    <a:moveTo>
                      <a:pt x="1024" y="1"/>
                    </a:moveTo>
                    <a:cubicBezTo>
                      <a:pt x="997" y="50"/>
                      <a:pt x="959" y="99"/>
                      <a:pt x="937" y="153"/>
                    </a:cubicBezTo>
                    <a:cubicBezTo>
                      <a:pt x="626" y="888"/>
                      <a:pt x="550" y="1727"/>
                      <a:pt x="0" y="2380"/>
                    </a:cubicBezTo>
                    <a:cubicBezTo>
                      <a:pt x="659" y="2070"/>
                      <a:pt x="1416" y="2031"/>
                      <a:pt x="2015" y="1580"/>
                    </a:cubicBezTo>
                    <a:cubicBezTo>
                      <a:pt x="2132" y="1489"/>
                      <a:pt x="2255" y="1356"/>
                      <a:pt x="2434" y="1356"/>
                    </a:cubicBezTo>
                    <a:cubicBezTo>
                      <a:pt x="2438" y="1356"/>
                      <a:pt x="2441" y="1356"/>
                      <a:pt x="2445" y="1356"/>
                    </a:cubicBezTo>
                    <a:cubicBezTo>
                      <a:pt x="2369" y="1231"/>
                      <a:pt x="2265" y="1144"/>
                      <a:pt x="2145" y="1062"/>
                    </a:cubicBezTo>
                    <a:cubicBezTo>
                      <a:pt x="1715" y="768"/>
                      <a:pt x="1269" y="485"/>
                      <a:pt x="1024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7" name="Google Shape;1627;p33"/>
              <p:cNvSpPr/>
              <p:nvPr/>
            </p:nvSpPr>
            <p:spPr>
              <a:xfrm>
                <a:off x="7496840" y="777820"/>
                <a:ext cx="462665" cy="34417"/>
              </a:xfrm>
              <a:custGeom>
                <a:rect b="b" l="l" r="r" t="t"/>
                <a:pathLst>
                  <a:path extrusionOk="0" h="578" w="7770">
                    <a:moveTo>
                      <a:pt x="2862" y="0"/>
                    </a:moveTo>
                    <a:cubicBezTo>
                      <a:pt x="1911" y="0"/>
                      <a:pt x="958" y="102"/>
                      <a:pt x="1" y="378"/>
                    </a:cubicBezTo>
                    <a:cubicBezTo>
                      <a:pt x="133" y="417"/>
                      <a:pt x="264" y="432"/>
                      <a:pt x="396" y="432"/>
                    </a:cubicBezTo>
                    <a:cubicBezTo>
                      <a:pt x="633" y="432"/>
                      <a:pt x="867" y="384"/>
                      <a:pt x="1095" y="345"/>
                    </a:cubicBezTo>
                    <a:cubicBezTo>
                      <a:pt x="1507" y="270"/>
                      <a:pt x="1919" y="244"/>
                      <a:pt x="2330" y="244"/>
                    </a:cubicBezTo>
                    <a:cubicBezTo>
                      <a:pt x="2963" y="244"/>
                      <a:pt x="3595" y="306"/>
                      <a:pt x="4225" y="345"/>
                    </a:cubicBezTo>
                    <a:cubicBezTo>
                      <a:pt x="4492" y="362"/>
                      <a:pt x="4764" y="351"/>
                      <a:pt x="5031" y="394"/>
                    </a:cubicBezTo>
                    <a:cubicBezTo>
                      <a:pt x="5693" y="498"/>
                      <a:pt x="6356" y="578"/>
                      <a:pt x="7023" y="578"/>
                    </a:cubicBezTo>
                    <a:cubicBezTo>
                      <a:pt x="7271" y="578"/>
                      <a:pt x="7520" y="567"/>
                      <a:pt x="7769" y="541"/>
                    </a:cubicBezTo>
                    <a:cubicBezTo>
                      <a:pt x="6136" y="304"/>
                      <a:pt x="4502" y="0"/>
                      <a:pt x="2862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8" name="Google Shape;1628;p33"/>
              <p:cNvSpPr/>
              <p:nvPr/>
            </p:nvSpPr>
            <p:spPr>
              <a:xfrm>
                <a:off x="7551920" y="712617"/>
                <a:ext cx="261343" cy="47874"/>
              </a:xfrm>
              <a:custGeom>
                <a:rect b="b" l="l" r="r" t="t"/>
                <a:pathLst>
                  <a:path extrusionOk="0" h="804" w="4389">
                    <a:moveTo>
                      <a:pt x="644" y="1"/>
                    </a:moveTo>
                    <a:cubicBezTo>
                      <a:pt x="431" y="1"/>
                      <a:pt x="217" y="9"/>
                      <a:pt x="1" y="25"/>
                    </a:cubicBezTo>
                    <a:cubicBezTo>
                      <a:pt x="1482" y="194"/>
                      <a:pt x="2930" y="515"/>
                      <a:pt x="4389" y="804"/>
                    </a:cubicBezTo>
                    <a:cubicBezTo>
                      <a:pt x="3187" y="294"/>
                      <a:pt x="1941" y="1"/>
                      <a:pt x="644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9" name="Google Shape;1629;p33"/>
              <p:cNvSpPr/>
              <p:nvPr/>
            </p:nvSpPr>
            <p:spPr>
              <a:xfrm>
                <a:off x="7526017" y="1618494"/>
                <a:ext cx="110277" cy="189710"/>
              </a:xfrm>
              <a:custGeom>
                <a:rect b="b" l="l" r="r" t="t"/>
                <a:pathLst>
                  <a:path extrusionOk="0" h="3186" w="1852">
                    <a:moveTo>
                      <a:pt x="0" y="1"/>
                    </a:moveTo>
                    <a:cubicBezTo>
                      <a:pt x="0" y="246"/>
                      <a:pt x="1334" y="2543"/>
                      <a:pt x="1851" y="3185"/>
                    </a:cubicBezTo>
                    <a:cubicBezTo>
                      <a:pt x="1519" y="1901"/>
                      <a:pt x="817" y="932"/>
                      <a:pt x="0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0" name="Google Shape;1630;p33"/>
            <p:cNvGrpSpPr/>
            <p:nvPr/>
          </p:nvGrpSpPr>
          <p:grpSpPr>
            <a:xfrm>
              <a:off x="5234850" y="71375"/>
              <a:ext cx="3462813" cy="5436445"/>
              <a:chOff x="5112550" y="-494325"/>
              <a:chExt cx="3462813" cy="5436445"/>
            </a:xfrm>
          </p:grpSpPr>
          <p:sp>
            <p:nvSpPr>
              <p:cNvPr id="1631" name="Google Shape;1631;p33"/>
              <p:cNvSpPr/>
              <p:nvPr/>
            </p:nvSpPr>
            <p:spPr>
              <a:xfrm>
                <a:off x="5669188" y="-379996"/>
                <a:ext cx="2350539" cy="5307544"/>
              </a:xfrm>
              <a:custGeom>
                <a:rect b="b" l="l" r="r" t="t"/>
                <a:pathLst>
                  <a:path extrusionOk="0" h="89135" w="39475">
                    <a:moveTo>
                      <a:pt x="21935" y="51897"/>
                    </a:moveTo>
                    <a:lnTo>
                      <a:pt x="21935" y="51897"/>
                    </a:lnTo>
                    <a:cubicBezTo>
                      <a:pt x="22076" y="52153"/>
                      <a:pt x="22229" y="52404"/>
                      <a:pt x="22386" y="52655"/>
                    </a:cubicBezTo>
                    <a:cubicBezTo>
                      <a:pt x="22329" y="52617"/>
                      <a:pt x="22267" y="52611"/>
                      <a:pt x="22207" y="52611"/>
                    </a:cubicBezTo>
                    <a:cubicBezTo>
                      <a:pt x="22180" y="52611"/>
                      <a:pt x="22154" y="52612"/>
                      <a:pt x="22128" y="52612"/>
                    </a:cubicBezTo>
                    <a:cubicBezTo>
                      <a:pt x="22082" y="52612"/>
                      <a:pt x="22039" y="52608"/>
                      <a:pt x="22005" y="52584"/>
                    </a:cubicBezTo>
                    <a:cubicBezTo>
                      <a:pt x="22310" y="52573"/>
                      <a:pt x="22146" y="52366"/>
                      <a:pt x="22097" y="52252"/>
                    </a:cubicBezTo>
                    <a:cubicBezTo>
                      <a:pt x="22044" y="52133"/>
                      <a:pt x="21990" y="52014"/>
                      <a:pt x="21935" y="51897"/>
                    </a:cubicBezTo>
                    <a:close/>
                    <a:moveTo>
                      <a:pt x="5243" y="85542"/>
                    </a:moveTo>
                    <a:lnTo>
                      <a:pt x="5243" y="85542"/>
                    </a:lnTo>
                    <a:cubicBezTo>
                      <a:pt x="5239" y="85623"/>
                      <a:pt x="5228" y="85709"/>
                      <a:pt x="5232" y="85792"/>
                    </a:cubicBezTo>
                    <a:lnTo>
                      <a:pt x="5232" y="85792"/>
                    </a:lnTo>
                    <a:cubicBezTo>
                      <a:pt x="5216" y="85705"/>
                      <a:pt x="5207" y="85619"/>
                      <a:pt x="5243" y="85542"/>
                    </a:cubicBezTo>
                    <a:close/>
                    <a:moveTo>
                      <a:pt x="21625" y="0"/>
                    </a:moveTo>
                    <a:cubicBezTo>
                      <a:pt x="21548" y="0"/>
                      <a:pt x="21482" y="82"/>
                      <a:pt x="21422" y="137"/>
                    </a:cubicBezTo>
                    <a:cubicBezTo>
                      <a:pt x="21194" y="360"/>
                      <a:pt x="20960" y="572"/>
                      <a:pt x="20780" y="839"/>
                    </a:cubicBezTo>
                    <a:cubicBezTo>
                      <a:pt x="20530" y="1220"/>
                      <a:pt x="20197" y="1525"/>
                      <a:pt x="19795" y="1737"/>
                    </a:cubicBezTo>
                    <a:cubicBezTo>
                      <a:pt x="19468" y="1906"/>
                      <a:pt x="19185" y="2140"/>
                      <a:pt x="18913" y="2380"/>
                    </a:cubicBezTo>
                    <a:cubicBezTo>
                      <a:pt x="18651" y="2603"/>
                      <a:pt x="18379" y="2815"/>
                      <a:pt x="18074" y="2968"/>
                    </a:cubicBezTo>
                    <a:cubicBezTo>
                      <a:pt x="16828" y="3577"/>
                      <a:pt x="15744" y="4427"/>
                      <a:pt x="14639" y="5254"/>
                    </a:cubicBezTo>
                    <a:cubicBezTo>
                      <a:pt x="14449" y="5396"/>
                      <a:pt x="14285" y="5559"/>
                      <a:pt x="14133" y="5744"/>
                    </a:cubicBezTo>
                    <a:cubicBezTo>
                      <a:pt x="13431" y="6599"/>
                      <a:pt x="12679" y="7415"/>
                      <a:pt x="12124" y="8384"/>
                    </a:cubicBezTo>
                    <a:cubicBezTo>
                      <a:pt x="12080" y="8466"/>
                      <a:pt x="12015" y="8537"/>
                      <a:pt x="11955" y="8608"/>
                    </a:cubicBezTo>
                    <a:cubicBezTo>
                      <a:pt x="11057" y="9609"/>
                      <a:pt x="10366" y="10774"/>
                      <a:pt x="9397" y="11716"/>
                    </a:cubicBezTo>
                    <a:cubicBezTo>
                      <a:pt x="8711" y="12380"/>
                      <a:pt x="8085" y="13104"/>
                      <a:pt x="7404" y="13774"/>
                    </a:cubicBezTo>
                    <a:cubicBezTo>
                      <a:pt x="6979" y="14193"/>
                      <a:pt x="6500" y="14563"/>
                      <a:pt x="6049" y="14955"/>
                    </a:cubicBezTo>
                    <a:cubicBezTo>
                      <a:pt x="4611" y="16191"/>
                      <a:pt x="3076" y="17307"/>
                      <a:pt x="1661" y="18575"/>
                    </a:cubicBezTo>
                    <a:cubicBezTo>
                      <a:pt x="1427" y="18782"/>
                      <a:pt x="1225" y="19000"/>
                      <a:pt x="1116" y="19299"/>
                    </a:cubicBezTo>
                    <a:cubicBezTo>
                      <a:pt x="1046" y="19490"/>
                      <a:pt x="980" y="19691"/>
                      <a:pt x="909" y="19893"/>
                    </a:cubicBezTo>
                    <a:cubicBezTo>
                      <a:pt x="937" y="19697"/>
                      <a:pt x="1105" y="19534"/>
                      <a:pt x="969" y="19327"/>
                    </a:cubicBezTo>
                    <a:lnTo>
                      <a:pt x="969" y="19327"/>
                    </a:lnTo>
                    <a:cubicBezTo>
                      <a:pt x="779" y="19621"/>
                      <a:pt x="566" y="19904"/>
                      <a:pt x="485" y="20252"/>
                    </a:cubicBezTo>
                    <a:cubicBezTo>
                      <a:pt x="501" y="20459"/>
                      <a:pt x="409" y="20639"/>
                      <a:pt x="349" y="20829"/>
                    </a:cubicBezTo>
                    <a:cubicBezTo>
                      <a:pt x="0" y="21978"/>
                      <a:pt x="120" y="23050"/>
                      <a:pt x="839" y="24041"/>
                    </a:cubicBezTo>
                    <a:cubicBezTo>
                      <a:pt x="1427" y="24847"/>
                      <a:pt x="2009" y="25658"/>
                      <a:pt x="2690" y="26393"/>
                    </a:cubicBezTo>
                    <a:cubicBezTo>
                      <a:pt x="3087" y="26823"/>
                      <a:pt x="3517" y="27226"/>
                      <a:pt x="3800" y="27749"/>
                    </a:cubicBezTo>
                    <a:cubicBezTo>
                      <a:pt x="3985" y="27939"/>
                      <a:pt x="4176" y="28135"/>
                      <a:pt x="4361" y="28326"/>
                    </a:cubicBezTo>
                    <a:cubicBezTo>
                      <a:pt x="4481" y="28353"/>
                      <a:pt x="4557" y="28451"/>
                      <a:pt x="4639" y="28532"/>
                    </a:cubicBezTo>
                    <a:cubicBezTo>
                      <a:pt x="5379" y="29240"/>
                      <a:pt x="6152" y="29910"/>
                      <a:pt x="6941" y="30563"/>
                    </a:cubicBezTo>
                    <a:cubicBezTo>
                      <a:pt x="8057" y="31499"/>
                      <a:pt x="9048" y="32550"/>
                      <a:pt x="9843" y="33780"/>
                    </a:cubicBezTo>
                    <a:cubicBezTo>
                      <a:pt x="10148" y="34249"/>
                      <a:pt x="10355" y="34760"/>
                      <a:pt x="10485" y="35299"/>
                    </a:cubicBezTo>
                    <a:cubicBezTo>
                      <a:pt x="10510" y="35410"/>
                      <a:pt x="10510" y="35483"/>
                      <a:pt x="10433" y="35483"/>
                    </a:cubicBezTo>
                    <a:cubicBezTo>
                      <a:pt x="10407" y="35483"/>
                      <a:pt x="10372" y="35475"/>
                      <a:pt x="10328" y="35457"/>
                    </a:cubicBezTo>
                    <a:cubicBezTo>
                      <a:pt x="10306" y="35811"/>
                      <a:pt x="10213" y="36165"/>
                      <a:pt x="10235" y="36524"/>
                    </a:cubicBezTo>
                    <a:cubicBezTo>
                      <a:pt x="10311" y="36573"/>
                      <a:pt x="10279" y="36644"/>
                      <a:pt x="10268" y="36715"/>
                    </a:cubicBezTo>
                    <a:cubicBezTo>
                      <a:pt x="10208" y="37036"/>
                      <a:pt x="10093" y="37346"/>
                      <a:pt x="10061" y="37678"/>
                    </a:cubicBezTo>
                    <a:cubicBezTo>
                      <a:pt x="9936" y="38849"/>
                      <a:pt x="9691" y="39997"/>
                      <a:pt x="9342" y="41124"/>
                    </a:cubicBezTo>
                    <a:cubicBezTo>
                      <a:pt x="9173" y="41663"/>
                      <a:pt x="8939" y="42159"/>
                      <a:pt x="8618" y="42611"/>
                    </a:cubicBezTo>
                    <a:cubicBezTo>
                      <a:pt x="8308" y="43041"/>
                      <a:pt x="7976" y="43449"/>
                      <a:pt x="7638" y="43857"/>
                    </a:cubicBezTo>
                    <a:cubicBezTo>
                      <a:pt x="7181" y="44413"/>
                      <a:pt x="6724" y="44968"/>
                      <a:pt x="6533" y="45686"/>
                    </a:cubicBezTo>
                    <a:cubicBezTo>
                      <a:pt x="6381" y="46258"/>
                      <a:pt x="6266" y="46835"/>
                      <a:pt x="6359" y="47429"/>
                    </a:cubicBezTo>
                    <a:cubicBezTo>
                      <a:pt x="6375" y="47525"/>
                      <a:pt x="6417" y="47652"/>
                      <a:pt x="6250" y="47652"/>
                    </a:cubicBezTo>
                    <a:cubicBezTo>
                      <a:pt x="6246" y="47652"/>
                      <a:pt x="6243" y="47652"/>
                      <a:pt x="6239" y="47652"/>
                    </a:cubicBezTo>
                    <a:cubicBezTo>
                      <a:pt x="6207" y="47658"/>
                      <a:pt x="6177" y="47661"/>
                      <a:pt x="6149" y="47661"/>
                    </a:cubicBezTo>
                    <a:cubicBezTo>
                      <a:pt x="6027" y="47661"/>
                      <a:pt x="5937" y="47601"/>
                      <a:pt x="5880" y="47456"/>
                    </a:cubicBezTo>
                    <a:cubicBezTo>
                      <a:pt x="5755" y="47135"/>
                      <a:pt x="5629" y="46813"/>
                      <a:pt x="5613" y="46470"/>
                    </a:cubicBezTo>
                    <a:cubicBezTo>
                      <a:pt x="5531" y="44772"/>
                      <a:pt x="5744" y="43128"/>
                      <a:pt x="6549" y="41603"/>
                    </a:cubicBezTo>
                    <a:cubicBezTo>
                      <a:pt x="6669" y="41375"/>
                      <a:pt x="6718" y="41168"/>
                      <a:pt x="6587" y="40939"/>
                    </a:cubicBezTo>
                    <a:cubicBezTo>
                      <a:pt x="6125" y="40030"/>
                      <a:pt x="5510" y="39230"/>
                      <a:pt x="4845" y="38468"/>
                    </a:cubicBezTo>
                    <a:cubicBezTo>
                      <a:pt x="4696" y="38376"/>
                      <a:pt x="4628" y="38157"/>
                      <a:pt x="4429" y="38157"/>
                    </a:cubicBezTo>
                    <a:cubicBezTo>
                      <a:pt x="4403" y="38157"/>
                      <a:pt x="4375" y="38160"/>
                      <a:pt x="4345" y="38168"/>
                    </a:cubicBezTo>
                    <a:cubicBezTo>
                      <a:pt x="4192" y="38381"/>
                      <a:pt x="4116" y="38626"/>
                      <a:pt x="3958" y="38838"/>
                    </a:cubicBezTo>
                    <a:cubicBezTo>
                      <a:pt x="3397" y="39578"/>
                      <a:pt x="2695" y="40095"/>
                      <a:pt x="1791" y="40330"/>
                    </a:cubicBezTo>
                    <a:cubicBezTo>
                      <a:pt x="1465" y="40411"/>
                      <a:pt x="1127" y="40498"/>
                      <a:pt x="866" y="40738"/>
                    </a:cubicBezTo>
                    <a:cubicBezTo>
                      <a:pt x="822" y="40798"/>
                      <a:pt x="784" y="40858"/>
                      <a:pt x="833" y="40934"/>
                    </a:cubicBezTo>
                    <a:cubicBezTo>
                      <a:pt x="1612" y="41277"/>
                      <a:pt x="2319" y="41740"/>
                      <a:pt x="3043" y="42257"/>
                    </a:cubicBezTo>
                    <a:cubicBezTo>
                      <a:pt x="2948" y="42288"/>
                      <a:pt x="2859" y="42301"/>
                      <a:pt x="2775" y="42301"/>
                    </a:cubicBezTo>
                    <a:cubicBezTo>
                      <a:pt x="2540" y="42301"/>
                      <a:pt x="2344" y="42201"/>
                      <a:pt x="2140" y="42137"/>
                    </a:cubicBezTo>
                    <a:cubicBezTo>
                      <a:pt x="1866" y="42054"/>
                      <a:pt x="1599" y="41908"/>
                      <a:pt x="1309" y="41908"/>
                    </a:cubicBezTo>
                    <a:cubicBezTo>
                      <a:pt x="1218" y="41908"/>
                      <a:pt x="1125" y="41922"/>
                      <a:pt x="1029" y="41957"/>
                    </a:cubicBezTo>
                    <a:cubicBezTo>
                      <a:pt x="915" y="42317"/>
                      <a:pt x="1105" y="42578"/>
                      <a:pt x="1329" y="42823"/>
                    </a:cubicBezTo>
                    <a:cubicBezTo>
                      <a:pt x="1546" y="42872"/>
                      <a:pt x="1470" y="43182"/>
                      <a:pt x="1682" y="43237"/>
                    </a:cubicBezTo>
                    <a:cubicBezTo>
                      <a:pt x="1819" y="43013"/>
                      <a:pt x="1639" y="42866"/>
                      <a:pt x="1568" y="42714"/>
                    </a:cubicBezTo>
                    <a:lnTo>
                      <a:pt x="1568" y="42714"/>
                    </a:lnTo>
                    <a:cubicBezTo>
                      <a:pt x="1650" y="42801"/>
                      <a:pt x="1693" y="42932"/>
                      <a:pt x="1753" y="43057"/>
                    </a:cubicBezTo>
                    <a:cubicBezTo>
                      <a:pt x="2156" y="43982"/>
                      <a:pt x="2238" y="44973"/>
                      <a:pt x="2287" y="45959"/>
                    </a:cubicBezTo>
                    <a:cubicBezTo>
                      <a:pt x="2319" y="46704"/>
                      <a:pt x="2385" y="47439"/>
                      <a:pt x="2581" y="48158"/>
                    </a:cubicBezTo>
                    <a:cubicBezTo>
                      <a:pt x="3185" y="50401"/>
                      <a:pt x="4464" y="52094"/>
                      <a:pt x="6571" y="53117"/>
                    </a:cubicBezTo>
                    <a:cubicBezTo>
                      <a:pt x="7109" y="53378"/>
                      <a:pt x="7658" y="53619"/>
                      <a:pt x="8278" y="53619"/>
                    </a:cubicBezTo>
                    <a:cubicBezTo>
                      <a:pt x="8291" y="53619"/>
                      <a:pt x="8305" y="53619"/>
                      <a:pt x="8319" y="53618"/>
                    </a:cubicBezTo>
                    <a:cubicBezTo>
                      <a:pt x="8830" y="52992"/>
                      <a:pt x="9348" y="52383"/>
                      <a:pt x="9941" y="51822"/>
                    </a:cubicBezTo>
                    <a:cubicBezTo>
                      <a:pt x="10621" y="51190"/>
                      <a:pt x="11346" y="50646"/>
                      <a:pt x="12157" y="50210"/>
                    </a:cubicBezTo>
                    <a:cubicBezTo>
                      <a:pt x="12739" y="49906"/>
                      <a:pt x="13376" y="49786"/>
                      <a:pt x="14024" y="49715"/>
                    </a:cubicBezTo>
                    <a:cubicBezTo>
                      <a:pt x="14055" y="49712"/>
                      <a:pt x="14089" y="49709"/>
                      <a:pt x="14122" y="49709"/>
                    </a:cubicBezTo>
                    <a:cubicBezTo>
                      <a:pt x="14247" y="49709"/>
                      <a:pt x="14366" y="49750"/>
                      <a:pt x="14323" y="49960"/>
                    </a:cubicBezTo>
                    <a:cubicBezTo>
                      <a:pt x="13779" y="50210"/>
                      <a:pt x="13305" y="50548"/>
                      <a:pt x="12957" y="51043"/>
                    </a:cubicBezTo>
                    <a:cubicBezTo>
                      <a:pt x="12870" y="51169"/>
                      <a:pt x="12756" y="51277"/>
                      <a:pt x="12636" y="51370"/>
                    </a:cubicBezTo>
                    <a:cubicBezTo>
                      <a:pt x="11787" y="52040"/>
                      <a:pt x="11237" y="52905"/>
                      <a:pt x="10845" y="53901"/>
                    </a:cubicBezTo>
                    <a:cubicBezTo>
                      <a:pt x="10284" y="55328"/>
                      <a:pt x="10600" y="56564"/>
                      <a:pt x="11525" y="57723"/>
                    </a:cubicBezTo>
                    <a:cubicBezTo>
                      <a:pt x="12075" y="58414"/>
                      <a:pt x="12756" y="58981"/>
                      <a:pt x="13365" y="59623"/>
                    </a:cubicBezTo>
                    <a:cubicBezTo>
                      <a:pt x="13539" y="59803"/>
                      <a:pt x="13703" y="59988"/>
                      <a:pt x="13774" y="60282"/>
                    </a:cubicBezTo>
                    <a:cubicBezTo>
                      <a:pt x="13686" y="60135"/>
                      <a:pt x="13610" y="60031"/>
                      <a:pt x="13523" y="59933"/>
                    </a:cubicBezTo>
                    <a:cubicBezTo>
                      <a:pt x="13404" y="59798"/>
                      <a:pt x="13329" y="59594"/>
                      <a:pt x="13105" y="59594"/>
                    </a:cubicBezTo>
                    <a:cubicBezTo>
                      <a:pt x="13094" y="59594"/>
                      <a:pt x="13083" y="59595"/>
                      <a:pt x="13071" y="59596"/>
                    </a:cubicBezTo>
                    <a:cubicBezTo>
                      <a:pt x="13425" y="60260"/>
                      <a:pt x="13779" y="60924"/>
                      <a:pt x="14133" y="61583"/>
                    </a:cubicBezTo>
                    <a:cubicBezTo>
                      <a:pt x="14204" y="61545"/>
                      <a:pt x="14166" y="61441"/>
                      <a:pt x="14236" y="61387"/>
                    </a:cubicBezTo>
                    <a:cubicBezTo>
                      <a:pt x="14400" y="61779"/>
                      <a:pt x="14405" y="62154"/>
                      <a:pt x="14285" y="62541"/>
                    </a:cubicBezTo>
                    <a:cubicBezTo>
                      <a:pt x="14122" y="63096"/>
                      <a:pt x="13997" y="63657"/>
                      <a:pt x="13768" y="64191"/>
                    </a:cubicBezTo>
                    <a:cubicBezTo>
                      <a:pt x="13387" y="65083"/>
                      <a:pt x="13137" y="66014"/>
                      <a:pt x="12952" y="66967"/>
                    </a:cubicBezTo>
                    <a:cubicBezTo>
                      <a:pt x="12826" y="67588"/>
                      <a:pt x="12859" y="68203"/>
                      <a:pt x="12973" y="68823"/>
                    </a:cubicBezTo>
                    <a:cubicBezTo>
                      <a:pt x="13006" y="68987"/>
                      <a:pt x="13050" y="69155"/>
                      <a:pt x="13186" y="69259"/>
                    </a:cubicBezTo>
                    <a:cubicBezTo>
                      <a:pt x="13496" y="69498"/>
                      <a:pt x="13714" y="69825"/>
                      <a:pt x="13970" y="70114"/>
                    </a:cubicBezTo>
                    <a:cubicBezTo>
                      <a:pt x="14215" y="70387"/>
                      <a:pt x="14520" y="70518"/>
                      <a:pt x="14816" y="70518"/>
                    </a:cubicBezTo>
                    <a:cubicBezTo>
                      <a:pt x="15209" y="70518"/>
                      <a:pt x="15587" y="70285"/>
                      <a:pt x="15782" y="69847"/>
                    </a:cubicBezTo>
                    <a:cubicBezTo>
                      <a:pt x="15815" y="69771"/>
                      <a:pt x="15853" y="69700"/>
                      <a:pt x="15891" y="69624"/>
                    </a:cubicBezTo>
                    <a:cubicBezTo>
                      <a:pt x="15940" y="69515"/>
                      <a:pt x="16006" y="69400"/>
                      <a:pt x="15902" y="69297"/>
                    </a:cubicBezTo>
                    <a:cubicBezTo>
                      <a:pt x="15870" y="69267"/>
                      <a:pt x="15837" y="69256"/>
                      <a:pt x="15803" y="69256"/>
                    </a:cubicBezTo>
                    <a:cubicBezTo>
                      <a:pt x="15737" y="69256"/>
                      <a:pt x="15669" y="69297"/>
                      <a:pt x="15608" y="69330"/>
                    </a:cubicBezTo>
                    <a:cubicBezTo>
                      <a:pt x="15439" y="69416"/>
                      <a:pt x="15277" y="69459"/>
                      <a:pt x="15119" y="69459"/>
                    </a:cubicBezTo>
                    <a:cubicBezTo>
                      <a:pt x="14891" y="69459"/>
                      <a:pt x="14672" y="69370"/>
                      <a:pt x="14460" y="69199"/>
                    </a:cubicBezTo>
                    <a:cubicBezTo>
                      <a:pt x="14313" y="69079"/>
                      <a:pt x="14155" y="68976"/>
                      <a:pt x="14002" y="68812"/>
                    </a:cubicBezTo>
                    <a:lnTo>
                      <a:pt x="14002" y="68812"/>
                    </a:lnTo>
                    <a:cubicBezTo>
                      <a:pt x="14215" y="68916"/>
                      <a:pt x="14372" y="69041"/>
                      <a:pt x="14536" y="69155"/>
                    </a:cubicBezTo>
                    <a:cubicBezTo>
                      <a:pt x="14720" y="69287"/>
                      <a:pt x="14908" y="69346"/>
                      <a:pt x="15111" y="69346"/>
                    </a:cubicBezTo>
                    <a:cubicBezTo>
                      <a:pt x="15226" y="69346"/>
                      <a:pt x="15346" y="69327"/>
                      <a:pt x="15472" y="69292"/>
                    </a:cubicBezTo>
                    <a:cubicBezTo>
                      <a:pt x="15777" y="69204"/>
                      <a:pt x="16016" y="69019"/>
                      <a:pt x="16278" y="68872"/>
                    </a:cubicBezTo>
                    <a:lnTo>
                      <a:pt x="16310" y="68883"/>
                    </a:lnTo>
                    <a:lnTo>
                      <a:pt x="16332" y="68861"/>
                    </a:lnTo>
                    <a:cubicBezTo>
                      <a:pt x="16501" y="68567"/>
                      <a:pt x="16430" y="68252"/>
                      <a:pt x="16392" y="67947"/>
                    </a:cubicBezTo>
                    <a:cubicBezTo>
                      <a:pt x="16376" y="67822"/>
                      <a:pt x="16414" y="67801"/>
                      <a:pt x="16474" y="67801"/>
                    </a:cubicBezTo>
                    <a:cubicBezTo>
                      <a:pt x="16495" y="67801"/>
                      <a:pt x="16519" y="67804"/>
                      <a:pt x="16545" y="67805"/>
                    </a:cubicBezTo>
                    <a:cubicBezTo>
                      <a:pt x="16508" y="67610"/>
                      <a:pt x="16408" y="67566"/>
                      <a:pt x="16288" y="67566"/>
                    </a:cubicBezTo>
                    <a:cubicBezTo>
                      <a:pt x="16210" y="67566"/>
                      <a:pt x="16125" y="67584"/>
                      <a:pt x="16044" y="67593"/>
                    </a:cubicBezTo>
                    <a:cubicBezTo>
                      <a:pt x="16022" y="67773"/>
                      <a:pt x="15946" y="67931"/>
                      <a:pt x="15826" y="68067"/>
                    </a:cubicBezTo>
                    <a:cubicBezTo>
                      <a:pt x="15718" y="68188"/>
                      <a:pt x="15600" y="68231"/>
                      <a:pt x="15478" y="68231"/>
                    </a:cubicBezTo>
                    <a:cubicBezTo>
                      <a:pt x="15359" y="68231"/>
                      <a:pt x="15236" y="68191"/>
                      <a:pt x="15113" y="68143"/>
                    </a:cubicBezTo>
                    <a:cubicBezTo>
                      <a:pt x="14900" y="68061"/>
                      <a:pt x="14786" y="67892"/>
                      <a:pt x="14808" y="67675"/>
                    </a:cubicBezTo>
                    <a:cubicBezTo>
                      <a:pt x="14835" y="67435"/>
                      <a:pt x="14879" y="67179"/>
                      <a:pt x="15118" y="67032"/>
                    </a:cubicBezTo>
                    <a:cubicBezTo>
                      <a:pt x="15151" y="66885"/>
                      <a:pt x="14955" y="66820"/>
                      <a:pt x="14988" y="66673"/>
                    </a:cubicBezTo>
                    <a:cubicBezTo>
                      <a:pt x="14944" y="66504"/>
                      <a:pt x="14928" y="66330"/>
                      <a:pt x="14982" y="66156"/>
                    </a:cubicBezTo>
                    <a:cubicBezTo>
                      <a:pt x="15034" y="65981"/>
                      <a:pt x="15103" y="65895"/>
                      <a:pt x="15198" y="65895"/>
                    </a:cubicBezTo>
                    <a:cubicBezTo>
                      <a:pt x="15262" y="65895"/>
                      <a:pt x="15338" y="65935"/>
                      <a:pt x="15429" y="66014"/>
                    </a:cubicBezTo>
                    <a:cubicBezTo>
                      <a:pt x="15510" y="66085"/>
                      <a:pt x="15570" y="66178"/>
                      <a:pt x="15646" y="66243"/>
                    </a:cubicBezTo>
                    <a:cubicBezTo>
                      <a:pt x="15686" y="66279"/>
                      <a:pt x="15727" y="66321"/>
                      <a:pt x="15775" y="66321"/>
                    </a:cubicBezTo>
                    <a:cubicBezTo>
                      <a:pt x="15793" y="66321"/>
                      <a:pt x="15811" y="66316"/>
                      <a:pt x="15831" y="66303"/>
                    </a:cubicBezTo>
                    <a:cubicBezTo>
                      <a:pt x="15897" y="66259"/>
                      <a:pt x="15897" y="66183"/>
                      <a:pt x="15891" y="66112"/>
                    </a:cubicBezTo>
                    <a:cubicBezTo>
                      <a:pt x="15886" y="66052"/>
                      <a:pt x="15870" y="65992"/>
                      <a:pt x="15842" y="65943"/>
                    </a:cubicBezTo>
                    <a:cubicBezTo>
                      <a:pt x="15521" y="65339"/>
                      <a:pt x="15690" y="64757"/>
                      <a:pt x="15940" y="64191"/>
                    </a:cubicBezTo>
                    <a:cubicBezTo>
                      <a:pt x="16104" y="63826"/>
                      <a:pt x="16300" y="63472"/>
                      <a:pt x="16474" y="63118"/>
                    </a:cubicBezTo>
                    <a:cubicBezTo>
                      <a:pt x="16577" y="62862"/>
                      <a:pt x="16713" y="62623"/>
                      <a:pt x="16833" y="62372"/>
                    </a:cubicBezTo>
                    <a:cubicBezTo>
                      <a:pt x="16920" y="62231"/>
                      <a:pt x="16996" y="62089"/>
                      <a:pt x="17062" y="61937"/>
                    </a:cubicBezTo>
                    <a:cubicBezTo>
                      <a:pt x="17437" y="61071"/>
                      <a:pt x="17710" y="60195"/>
                      <a:pt x="17143" y="59302"/>
                    </a:cubicBezTo>
                    <a:cubicBezTo>
                      <a:pt x="16860" y="58850"/>
                      <a:pt x="16746" y="58344"/>
                      <a:pt x="16670" y="57832"/>
                    </a:cubicBezTo>
                    <a:cubicBezTo>
                      <a:pt x="16594" y="57337"/>
                      <a:pt x="16523" y="56798"/>
                      <a:pt x="16953" y="56406"/>
                    </a:cubicBezTo>
                    <a:cubicBezTo>
                      <a:pt x="17280" y="56101"/>
                      <a:pt x="17606" y="55796"/>
                      <a:pt x="17993" y="55562"/>
                    </a:cubicBezTo>
                    <a:cubicBezTo>
                      <a:pt x="18657" y="55164"/>
                      <a:pt x="19228" y="54653"/>
                      <a:pt x="19604" y="53961"/>
                    </a:cubicBezTo>
                    <a:cubicBezTo>
                      <a:pt x="19654" y="53871"/>
                      <a:pt x="19700" y="53757"/>
                      <a:pt x="19826" y="53757"/>
                    </a:cubicBezTo>
                    <a:cubicBezTo>
                      <a:pt x="19837" y="53757"/>
                      <a:pt x="19848" y="53758"/>
                      <a:pt x="19860" y="53760"/>
                    </a:cubicBezTo>
                    <a:cubicBezTo>
                      <a:pt x="20442" y="53989"/>
                      <a:pt x="20894" y="54408"/>
                      <a:pt x="21352" y="54811"/>
                    </a:cubicBezTo>
                    <a:cubicBezTo>
                      <a:pt x="22081" y="55447"/>
                      <a:pt x="22751" y="56139"/>
                      <a:pt x="23404" y="56847"/>
                    </a:cubicBezTo>
                    <a:cubicBezTo>
                      <a:pt x="24765" y="58322"/>
                      <a:pt x="25854" y="59928"/>
                      <a:pt x="26235" y="61937"/>
                    </a:cubicBezTo>
                    <a:cubicBezTo>
                      <a:pt x="26382" y="62721"/>
                      <a:pt x="26621" y="63488"/>
                      <a:pt x="26643" y="64299"/>
                    </a:cubicBezTo>
                    <a:cubicBezTo>
                      <a:pt x="26681" y="65807"/>
                      <a:pt x="26333" y="67250"/>
                      <a:pt x="25876" y="68665"/>
                    </a:cubicBezTo>
                    <a:cubicBezTo>
                      <a:pt x="25680" y="69281"/>
                      <a:pt x="25348" y="69847"/>
                      <a:pt x="24966" y="70375"/>
                    </a:cubicBezTo>
                    <a:cubicBezTo>
                      <a:pt x="24705" y="70723"/>
                      <a:pt x="24525" y="71121"/>
                      <a:pt x="24286" y="71491"/>
                    </a:cubicBezTo>
                    <a:cubicBezTo>
                      <a:pt x="23132" y="73309"/>
                      <a:pt x="21482" y="74414"/>
                      <a:pt x="19403" y="74899"/>
                    </a:cubicBezTo>
                    <a:cubicBezTo>
                      <a:pt x="17296" y="75383"/>
                      <a:pt x="15145" y="75541"/>
                      <a:pt x="12995" y="75699"/>
                    </a:cubicBezTo>
                    <a:cubicBezTo>
                      <a:pt x="11514" y="75808"/>
                      <a:pt x="10110" y="76167"/>
                      <a:pt x="8776" y="76793"/>
                    </a:cubicBezTo>
                    <a:cubicBezTo>
                      <a:pt x="7181" y="77545"/>
                      <a:pt x="5989" y="78748"/>
                      <a:pt x="5183" y="80321"/>
                    </a:cubicBezTo>
                    <a:cubicBezTo>
                      <a:pt x="4851" y="80963"/>
                      <a:pt x="4639" y="81644"/>
                      <a:pt x="4840" y="82384"/>
                    </a:cubicBezTo>
                    <a:cubicBezTo>
                      <a:pt x="4824" y="82335"/>
                      <a:pt x="4807" y="82281"/>
                      <a:pt x="4796" y="82226"/>
                    </a:cubicBezTo>
                    <a:cubicBezTo>
                      <a:pt x="4780" y="82150"/>
                      <a:pt x="4796" y="82041"/>
                      <a:pt x="4682" y="82041"/>
                    </a:cubicBezTo>
                    <a:cubicBezTo>
                      <a:pt x="4584" y="82047"/>
                      <a:pt x="4546" y="82145"/>
                      <a:pt x="4535" y="82221"/>
                    </a:cubicBezTo>
                    <a:cubicBezTo>
                      <a:pt x="4486" y="82607"/>
                      <a:pt x="4056" y="82950"/>
                      <a:pt x="4410" y="83381"/>
                    </a:cubicBezTo>
                    <a:cubicBezTo>
                      <a:pt x="4426" y="83397"/>
                      <a:pt x="4415" y="83430"/>
                      <a:pt x="4415" y="83451"/>
                    </a:cubicBezTo>
                    <a:cubicBezTo>
                      <a:pt x="4399" y="83696"/>
                      <a:pt x="4437" y="83947"/>
                      <a:pt x="4443" y="84192"/>
                    </a:cubicBezTo>
                    <a:cubicBezTo>
                      <a:pt x="4448" y="84872"/>
                      <a:pt x="4666" y="85487"/>
                      <a:pt x="5014" y="86059"/>
                    </a:cubicBezTo>
                    <a:cubicBezTo>
                      <a:pt x="5051" y="86119"/>
                      <a:pt x="5092" y="86198"/>
                      <a:pt x="5159" y="86198"/>
                    </a:cubicBezTo>
                    <a:cubicBezTo>
                      <a:pt x="5172" y="86198"/>
                      <a:pt x="5185" y="86195"/>
                      <a:pt x="5199" y="86190"/>
                    </a:cubicBezTo>
                    <a:cubicBezTo>
                      <a:pt x="5292" y="86157"/>
                      <a:pt x="5275" y="86054"/>
                      <a:pt x="5265" y="85972"/>
                    </a:cubicBezTo>
                    <a:cubicBezTo>
                      <a:pt x="5264" y="85964"/>
                      <a:pt x="5263" y="85955"/>
                      <a:pt x="5261" y="85947"/>
                    </a:cubicBezTo>
                    <a:lnTo>
                      <a:pt x="5261" y="85947"/>
                    </a:lnTo>
                    <a:cubicBezTo>
                      <a:pt x="5288" y="86018"/>
                      <a:pt x="5337" y="86084"/>
                      <a:pt x="5422" y="86141"/>
                    </a:cubicBezTo>
                    <a:cubicBezTo>
                      <a:pt x="5433" y="86005"/>
                      <a:pt x="5401" y="85852"/>
                      <a:pt x="5569" y="85787"/>
                    </a:cubicBezTo>
                    <a:cubicBezTo>
                      <a:pt x="5678" y="85629"/>
                      <a:pt x="5482" y="85564"/>
                      <a:pt x="5471" y="85444"/>
                    </a:cubicBezTo>
                    <a:lnTo>
                      <a:pt x="5471" y="85444"/>
                    </a:lnTo>
                    <a:cubicBezTo>
                      <a:pt x="5814" y="86043"/>
                      <a:pt x="6332" y="86494"/>
                      <a:pt x="6789" y="86995"/>
                    </a:cubicBezTo>
                    <a:cubicBezTo>
                      <a:pt x="7252" y="87507"/>
                      <a:pt x="7687" y="88024"/>
                      <a:pt x="7829" y="88727"/>
                    </a:cubicBezTo>
                    <a:cubicBezTo>
                      <a:pt x="7851" y="88841"/>
                      <a:pt x="7899" y="88950"/>
                      <a:pt x="7970" y="89042"/>
                    </a:cubicBezTo>
                    <a:cubicBezTo>
                      <a:pt x="8011" y="89092"/>
                      <a:pt x="8052" y="89135"/>
                      <a:pt x="8112" y="89135"/>
                    </a:cubicBezTo>
                    <a:cubicBezTo>
                      <a:pt x="8124" y="89135"/>
                      <a:pt x="8136" y="89133"/>
                      <a:pt x="8150" y="89129"/>
                    </a:cubicBezTo>
                    <a:cubicBezTo>
                      <a:pt x="8232" y="89102"/>
                      <a:pt x="8248" y="89031"/>
                      <a:pt x="8259" y="88961"/>
                    </a:cubicBezTo>
                    <a:cubicBezTo>
                      <a:pt x="8275" y="88792"/>
                      <a:pt x="8199" y="88639"/>
                      <a:pt x="8150" y="88482"/>
                    </a:cubicBezTo>
                    <a:cubicBezTo>
                      <a:pt x="7905" y="87703"/>
                      <a:pt x="7410" y="87044"/>
                      <a:pt x="7077" y="86304"/>
                    </a:cubicBezTo>
                    <a:lnTo>
                      <a:pt x="7077" y="86304"/>
                    </a:lnTo>
                    <a:cubicBezTo>
                      <a:pt x="7295" y="86690"/>
                      <a:pt x="7584" y="87039"/>
                      <a:pt x="7796" y="87431"/>
                    </a:cubicBezTo>
                    <a:cubicBezTo>
                      <a:pt x="7828" y="87486"/>
                      <a:pt x="7860" y="87560"/>
                      <a:pt x="7934" y="87560"/>
                    </a:cubicBezTo>
                    <a:cubicBezTo>
                      <a:pt x="7948" y="87560"/>
                      <a:pt x="7964" y="87557"/>
                      <a:pt x="7981" y="87551"/>
                    </a:cubicBezTo>
                    <a:cubicBezTo>
                      <a:pt x="7932" y="87104"/>
                      <a:pt x="7638" y="86772"/>
                      <a:pt x="7442" y="86391"/>
                    </a:cubicBezTo>
                    <a:lnTo>
                      <a:pt x="7442" y="86391"/>
                    </a:lnTo>
                    <a:cubicBezTo>
                      <a:pt x="7649" y="86701"/>
                      <a:pt x="8041" y="86701"/>
                      <a:pt x="8286" y="86952"/>
                    </a:cubicBezTo>
                    <a:cubicBezTo>
                      <a:pt x="8362" y="86788"/>
                      <a:pt x="8063" y="86690"/>
                      <a:pt x="8215" y="86576"/>
                    </a:cubicBezTo>
                    <a:cubicBezTo>
                      <a:pt x="8422" y="86424"/>
                      <a:pt x="8319" y="86282"/>
                      <a:pt x="8270" y="86130"/>
                    </a:cubicBezTo>
                    <a:cubicBezTo>
                      <a:pt x="8268" y="86129"/>
                      <a:pt x="8267" y="86129"/>
                      <a:pt x="8265" y="86129"/>
                    </a:cubicBezTo>
                    <a:cubicBezTo>
                      <a:pt x="8231" y="86129"/>
                      <a:pt x="8221" y="86249"/>
                      <a:pt x="8186" y="86249"/>
                    </a:cubicBezTo>
                    <a:cubicBezTo>
                      <a:pt x="8170" y="86249"/>
                      <a:pt x="8149" y="86224"/>
                      <a:pt x="8117" y="86152"/>
                    </a:cubicBezTo>
                    <a:cubicBezTo>
                      <a:pt x="7899" y="85656"/>
                      <a:pt x="7665" y="85172"/>
                      <a:pt x="7377" y="84714"/>
                    </a:cubicBezTo>
                    <a:cubicBezTo>
                      <a:pt x="6930" y="84017"/>
                      <a:pt x="6310" y="83424"/>
                      <a:pt x="6147" y="82635"/>
                    </a:cubicBezTo>
                    <a:lnTo>
                      <a:pt x="6147" y="82635"/>
                    </a:lnTo>
                    <a:cubicBezTo>
                      <a:pt x="6223" y="82738"/>
                      <a:pt x="6239" y="82972"/>
                      <a:pt x="6473" y="83027"/>
                    </a:cubicBezTo>
                    <a:cubicBezTo>
                      <a:pt x="6484" y="82953"/>
                      <a:pt x="6536" y="82950"/>
                      <a:pt x="6590" y="82950"/>
                    </a:cubicBezTo>
                    <a:cubicBezTo>
                      <a:pt x="6594" y="82950"/>
                      <a:pt x="6598" y="82950"/>
                      <a:pt x="6602" y="82950"/>
                    </a:cubicBezTo>
                    <a:cubicBezTo>
                      <a:pt x="6652" y="82950"/>
                      <a:pt x="6701" y="82948"/>
                      <a:pt x="6718" y="82891"/>
                    </a:cubicBezTo>
                    <a:cubicBezTo>
                      <a:pt x="6773" y="82292"/>
                      <a:pt x="6598" y="81747"/>
                      <a:pt x="6359" y="81197"/>
                    </a:cubicBezTo>
                    <a:cubicBezTo>
                      <a:pt x="6114" y="80637"/>
                      <a:pt x="6147" y="80049"/>
                      <a:pt x="6332" y="79526"/>
                    </a:cubicBezTo>
                    <a:lnTo>
                      <a:pt x="6332" y="79526"/>
                    </a:lnTo>
                    <a:cubicBezTo>
                      <a:pt x="6332" y="79673"/>
                      <a:pt x="6130" y="79880"/>
                      <a:pt x="6408" y="80054"/>
                    </a:cubicBezTo>
                    <a:cubicBezTo>
                      <a:pt x="6430" y="79760"/>
                      <a:pt x="6620" y="79537"/>
                      <a:pt x="6713" y="79276"/>
                    </a:cubicBezTo>
                    <a:cubicBezTo>
                      <a:pt x="6653" y="79156"/>
                      <a:pt x="6767" y="79151"/>
                      <a:pt x="6822" y="79112"/>
                    </a:cubicBezTo>
                    <a:cubicBezTo>
                      <a:pt x="7720" y="78427"/>
                      <a:pt x="8760" y="78029"/>
                      <a:pt x="9843" y="77790"/>
                    </a:cubicBezTo>
                    <a:cubicBezTo>
                      <a:pt x="11912" y="77318"/>
                      <a:pt x="14003" y="77008"/>
                      <a:pt x="16125" y="77008"/>
                    </a:cubicBezTo>
                    <a:cubicBezTo>
                      <a:pt x="16425" y="77008"/>
                      <a:pt x="16727" y="77015"/>
                      <a:pt x="17029" y="77027"/>
                    </a:cubicBezTo>
                    <a:cubicBezTo>
                      <a:pt x="17168" y="77033"/>
                      <a:pt x="17306" y="77036"/>
                      <a:pt x="17445" y="77036"/>
                    </a:cubicBezTo>
                    <a:cubicBezTo>
                      <a:pt x="18311" y="77036"/>
                      <a:pt x="19168" y="76923"/>
                      <a:pt x="20018" y="76744"/>
                    </a:cubicBezTo>
                    <a:cubicBezTo>
                      <a:pt x="21989" y="76336"/>
                      <a:pt x="23791" y="75558"/>
                      <a:pt x="25326" y="74235"/>
                    </a:cubicBezTo>
                    <a:cubicBezTo>
                      <a:pt x="26480" y="73244"/>
                      <a:pt x="27335" y="72019"/>
                      <a:pt x="28080" y="70712"/>
                    </a:cubicBezTo>
                    <a:cubicBezTo>
                      <a:pt x="28712" y="69596"/>
                      <a:pt x="29213" y="68431"/>
                      <a:pt x="29425" y="67157"/>
                    </a:cubicBezTo>
                    <a:cubicBezTo>
                      <a:pt x="29637" y="65889"/>
                      <a:pt x="29768" y="64621"/>
                      <a:pt x="29675" y="63325"/>
                    </a:cubicBezTo>
                    <a:cubicBezTo>
                      <a:pt x="29539" y="61485"/>
                      <a:pt x="29300" y="59683"/>
                      <a:pt x="28668" y="57930"/>
                    </a:cubicBezTo>
                    <a:cubicBezTo>
                      <a:pt x="28037" y="56172"/>
                      <a:pt x="27242" y="54517"/>
                      <a:pt x="26180" y="52987"/>
                    </a:cubicBezTo>
                    <a:cubicBezTo>
                      <a:pt x="25935" y="52633"/>
                      <a:pt x="25625" y="52366"/>
                      <a:pt x="25250" y="52165"/>
                    </a:cubicBezTo>
                    <a:cubicBezTo>
                      <a:pt x="24945" y="52050"/>
                      <a:pt x="24770" y="51827"/>
                      <a:pt x="24694" y="51517"/>
                    </a:cubicBezTo>
                    <a:cubicBezTo>
                      <a:pt x="24663" y="51571"/>
                      <a:pt x="24635" y="51589"/>
                      <a:pt x="24607" y="51589"/>
                    </a:cubicBezTo>
                    <a:cubicBezTo>
                      <a:pt x="24556" y="51589"/>
                      <a:pt x="24509" y="51527"/>
                      <a:pt x="24460" y="51506"/>
                    </a:cubicBezTo>
                    <a:cubicBezTo>
                      <a:pt x="24253" y="51522"/>
                      <a:pt x="24123" y="51675"/>
                      <a:pt x="23997" y="51800"/>
                    </a:cubicBezTo>
                    <a:cubicBezTo>
                      <a:pt x="23852" y="51948"/>
                      <a:pt x="23713" y="52011"/>
                      <a:pt x="23566" y="52011"/>
                    </a:cubicBezTo>
                    <a:cubicBezTo>
                      <a:pt x="23438" y="52011"/>
                      <a:pt x="23303" y="51963"/>
                      <a:pt x="23154" y="51882"/>
                    </a:cubicBezTo>
                    <a:cubicBezTo>
                      <a:pt x="22626" y="51588"/>
                      <a:pt x="22212" y="51158"/>
                      <a:pt x="21749" y="50782"/>
                    </a:cubicBezTo>
                    <a:cubicBezTo>
                      <a:pt x="21677" y="50722"/>
                      <a:pt x="21619" y="50596"/>
                      <a:pt x="21517" y="50596"/>
                    </a:cubicBezTo>
                    <a:cubicBezTo>
                      <a:pt x="21481" y="50596"/>
                      <a:pt x="21439" y="50612"/>
                      <a:pt x="21390" y="50651"/>
                    </a:cubicBezTo>
                    <a:cubicBezTo>
                      <a:pt x="21451" y="50849"/>
                      <a:pt x="21524" y="51041"/>
                      <a:pt x="21605" y="51228"/>
                    </a:cubicBezTo>
                    <a:lnTo>
                      <a:pt x="21605" y="51228"/>
                    </a:lnTo>
                    <a:cubicBezTo>
                      <a:pt x="21099" y="50263"/>
                      <a:pt x="20491" y="49368"/>
                      <a:pt x="19669" y="48599"/>
                    </a:cubicBezTo>
                    <a:cubicBezTo>
                      <a:pt x="19060" y="48022"/>
                      <a:pt x="18679" y="47249"/>
                      <a:pt x="18417" y="46449"/>
                    </a:cubicBezTo>
                    <a:cubicBezTo>
                      <a:pt x="18249" y="45953"/>
                      <a:pt x="18428" y="45714"/>
                      <a:pt x="18951" y="45637"/>
                    </a:cubicBezTo>
                    <a:cubicBezTo>
                      <a:pt x="19332" y="45583"/>
                      <a:pt x="19718" y="45523"/>
                      <a:pt x="20099" y="45441"/>
                    </a:cubicBezTo>
                    <a:cubicBezTo>
                      <a:pt x="20796" y="45294"/>
                      <a:pt x="20965" y="45098"/>
                      <a:pt x="21020" y="44396"/>
                    </a:cubicBezTo>
                    <a:cubicBezTo>
                      <a:pt x="21030" y="44271"/>
                      <a:pt x="21047" y="44140"/>
                      <a:pt x="21063" y="44010"/>
                    </a:cubicBezTo>
                    <a:cubicBezTo>
                      <a:pt x="21167" y="43182"/>
                      <a:pt x="21613" y="42627"/>
                      <a:pt x="22391" y="42338"/>
                    </a:cubicBezTo>
                    <a:cubicBezTo>
                      <a:pt x="22604" y="42262"/>
                      <a:pt x="22811" y="42175"/>
                      <a:pt x="23017" y="42088"/>
                    </a:cubicBezTo>
                    <a:cubicBezTo>
                      <a:pt x="23306" y="41963"/>
                      <a:pt x="23556" y="41794"/>
                      <a:pt x="23731" y="41533"/>
                    </a:cubicBezTo>
                    <a:cubicBezTo>
                      <a:pt x="23963" y="41179"/>
                      <a:pt x="24252" y="40922"/>
                      <a:pt x="24697" y="40922"/>
                    </a:cubicBezTo>
                    <a:cubicBezTo>
                      <a:pt x="24710" y="40922"/>
                      <a:pt x="24724" y="40922"/>
                      <a:pt x="24738" y="40923"/>
                    </a:cubicBezTo>
                    <a:cubicBezTo>
                      <a:pt x="24747" y="40924"/>
                      <a:pt x="24756" y="40924"/>
                      <a:pt x="24765" y="40924"/>
                    </a:cubicBezTo>
                    <a:cubicBezTo>
                      <a:pt x="24840" y="40924"/>
                      <a:pt x="24921" y="40902"/>
                      <a:pt x="24950" y="40825"/>
                    </a:cubicBezTo>
                    <a:cubicBezTo>
                      <a:pt x="24994" y="40722"/>
                      <a:pt x="24912" y="40651"/>
                      <a:pt x="24841" y="40591"/>
                    </a:cubicBezTo>
                    <a:cubicBezTo>
                      <a:pt x="24602" y="40379"/>
                      <a:pt x="24340" y="40193"/>
                      <a:pt x="24101" y="39987"/>
                    </a:cubicBezTo>
                    <a:cubicBezTo>
                      <a:pt x="23698" y="39644"/>
                      <a:pt x="23252" y="39339"/>
                      <a:pt x="22968" y="38876"/>
                    </a:cubicBezTo>
                    <a:cubicBezTo>
                      <a:pt x="22685" y="38419"/>
                      <a:pt x="22724" y="37678"/>
                      <a:pt x="23039" y="37314"/>
                    </a:cubicBezTo>
                    <a:cubicBezTo>
                      <a:pt x="23366" y="36938"/>
                      <a:pt x="23366" y="36943"/>
                      <a:pt x="23137" y="36486"/>
                    </a:cubicBezTo>
                    <a:cubicBezTo>
                      <a:pt x="22963" y="36138"/>
                      <a:pt x="22745" y="35811"/>
                      <a:pt x="22675" y="35419"/>
                    </a:cubicBezTo>
                    <a:cubicBezTo>
                      <a:pt x="22598" y="35027"/>
                      <a:pt x="22691" y="34886"/>
                      <a:pt x="23077" y="34777"/>
                    </a:cubicBezTo>
                    <a:cubicBezTo>
                      <a:pt x="23513" y="34660"/>
                      <a:pt x="23948" y="34602"/>
                      <a:pt x="24392" y="34602"/>
                    </a:cubicBezTo>
                    <a:cubicBezTo>
                      <a:pt x="24569" y="34602"/>
                      <a:pt x="24748" y="34611"/>
                      <a:pt x="24928" y="34630"/>
                    </a:cubicBezTo>
                    <a:cubicBezTo>
                      <a:pt x="25919" y="34733"/>
                      <a:pt x="26807" y="35054"/>
                      <a:pt x="27580" y="35691"/>
                    </a:cubicBezTo>
                    <a:cubicBezTo>
                      <a:pt x="27748" y="35833"/>
                      <a:pt x="27928" y="36007"/>
                      <a:pt x="28151" y="36023"/>
                    </a:cubicBezTo>
                    <a:cubicBezTo>
                      <a:pt x="28424" y="36039"/>
                      <a:pt x="28696" y="36065"/>
                      <a:pt x="28967" y="36065"/>
                    </a:cubicBezTo>
                    <a:cubicBezTo>
                      <a:pt x="29270" y="36065"/>
                      <a:pt x="29570" y="36032"/>
                      <a:pt x="29866" y="35915"/>
                    </a:cubicBezTo>
                    <a:cubicBezTo>
                      <a:pt x="30018" y="35851"/>
                      <a:pt x="30147" y="35818"/>
                      <a:pt x="30264" y="35818"/>
                    </a:cubicBezTo>
                    <a:cubicBezTo>
                      <a:pt x="30469" y="35818"/>
                      <a:pt x="30638" y="35919"/>
                      <a:pt x="30835" y="36138"/>
                    </a:cubicBezTo>
                    <a:cubicBezTo>
                      <a:pt x="31009" y="36328"/>
                      <a:pt x="31173" y="36530"/>
                      <a:pt x="31320" y="36742"/>
                    </a:cubicBezTo>
                    <a:cubicBezTo>
                      <a:pt x="31382" y="36823"/>
                      <a:pt x="31444" y="36946"/>
                      <a:pt x="31542" y="36946"/>
                    </a:cubicBezTo>
                    <a:cubicBezTo>
                      <a:pt x="31556" y="36946"/>
                      <a:pt x="31571" y="36943"/>
                      <a:pt x="31586" y="36938"/>
                    </a:cubicBezTo>
                    <a:cubicBezTo>
                      <a:pt x="31733" y="36894"/>
                      <a:pt x="31706" y="36726"/>
                      <a:pt x="31706" y="36600"/>
                    </a:cubicBezTo>
                    <a:cubicBezTo>
                      <a:pt x="31695" y="36317"/>
                      <a:pt x="31668" y="36029"/>
                      <a:pt x="31592" y="35762"/>
                    </a:cubicBezTo>
                    <a:cubicBezTo>
                      <a:pt x="31200" y="34412"/>
                      <a:pt x="30775" y="33095"/>
                      <a:pt x="29703" y="32077"/>
                    </a:cubicBezTo>
                    <a:cubicBezTo>
                      <a:pt x="28957" y="31363"/>
                      <a:pt x="28412" y="30454"/>
                      <a:pt x="27678" y="29719"/>
                    </a:cubicBezTo>
                    <a:cubicBezTo>
                      <a:pt x="27656" y="29692"/>
                      <a:pt x="27634" y="29665"/>
                      <a:pt x="27618" y="29632"/>
                    </a:cubicBezTo>
                    <a:cubicBezTo>
                      <a:pt x="27590" y="29572"/>
                      <a:pt x="27525" y="29507"/>
                      <a:pt x="27574" y="29436"/>
                    </a:cubicBezTo>
                    <a:cubicBezTo>
                      <a:pt x="27598" y="29405"/>
                      <a:pt x="27629" y="29395"/>
                      <a:pt x="27663" y="29395"/>
                    </a:cubicBezTo>
                    <a:cubicBezTo>
                      <a:pt x="27698" y="29395"/>
                      <a:pt x="27736" y="29406"/>
                      <a:pt x="27770" y="29414"/>
                    </a:cubicBezTo>
                    <a:cubicBezTo>
                      <a:pt x="28168" y="29518"/>
                      <a:pt x="28576" y="29599"/>
                      <a:pt x="28973" y="29692"/>
                    </a:cubicBezTo>
                    <a:cubicBezTo>
                      <a:pt x="29032" y="29705"/>
                      <a:pt x="29085" y="29711"/>
                      <a:pt x="29132" y="29711"/>
                    </a:cubicBezTo>
                    <a:cubicBezTo>
                      <a:pt x="29349" y="29711"/>
                      <a:pt x="29448" y="29578"/>
                      <a:pt x="29431" y="29306"/>
                    </a:cubicBezTo>
                    <a:cubicBezTo>
                      <a:pt x="29414" y="28984"/>
                      <a:pt x="29376" y="28663"/>
                      <a:pt x="29240" y="28375"/>
                    </a:cubicBezTo>
                    <a:cubicBezTo>
                      <a:pt x="28990" y="27825"/>
                      <a:pt x="29049" y="27275"/>
                      <a:pt x="29196" y="26714"/>
                    </a:cubicBezTo>
                    <a:cubicBezTo>
                      <a:pt x="29338" y="26153"/>
                      <a:pt x="29425" y="25587"/>
                      <a:pt x="29311" y="25005"/>
                    </a:cubicBezTo>
                    <a:cubicBezTo>
                      <a:pt x="29229" y="24575"/>
                      <a:pt x="29137" y="24150"/>
                      <a:pt x="29011" y="23736"/>
                    </a:cubicBezTo>
                    <a:cubicBezTo>
                      <a:pt x="28919" y="23442"/>
                      <a:pt x="28957" y="23170"/>
                      <a:pt x="29109" y="22920"/>
                    </a:cubicBezTo>
                    <a:cubicBezTo>
                      <a:pt x="29349" y="22528"/>
                      <a:pt x="29545" y="22114"/>
                      <a:pt x="29882" y="21782"/>
                    </a:cubicBezTo>
                    <a:cubicBezTo>
                      <a:pt x="30138" y="21532"/>
                      <a:pt x="30089" y="21167"/>
                      <a:pt x="29768" y="21014"/>
                    </a:cubicBezTo>
                    <a:cubicBezTo>
                      <a:pt x="29414" y="20848"/>
                      <a:pt x="29055" y="20696"/>
                      <a:pt x="28678" y="20696"/>
                    </a:cubicBezTo>
                    <a:cubicBezTo>
                      <a:pt x="28464" y="20696"/>
                      <a:pt x="28244" y="20745"/>
                      <a:pt x="28015" y="20867"/>
                    </a:cubicBezTo>
                    <a:cubicBezTo>
                      <a:pt x="27324" y="21238"/>
                      <a:pt x="26572" y="21439"/>
                      <a:pt x="25783" y="21477"/>
                    </a:cubicBezTo>
                    <a:cubicBezTo>
                      <a:pt x="25743" y="21479"/>
                      <a:pt x="25703" y="21480"/>
                      <a:pt x="25664" y="21480"/>
                    </a:cubicBezTo>
                    <a:cubicBezTo>
                      <a:pt x="25333" y="21480"/>
                      <a:pt x="25021" y="21414"/>
                      <a:pt x="24749" y="21199"/>
                    </a:cubicBezTo>
                    <a:cubicBezTo>
                      <a:pt x="24547" y="21036"/>
                      <a:pt x="24471" y="20835"/>
                      <a:pt x="24498" y="20579"/>
                    </a:cubicBezTo>
                    <a:cubicBezTo>
                      <a:pt x="24564" y="20062"/>
                      <a:pt x="24558" y="20062"/>
                      <a:pt x="24030" y="19969"/>
                    </a:cubicBezTo>
                    <a:cubicBezTo>
                      <a:pt x="23910" y="19947"/>
                      <a:pt x="23796" y="19931"/>
                      <a:pt x="23676" y="19915"/>
                    </a:cubicBezTo>
                    <a:cubicBezTo>
                      <a:pt x="22865" y="19795"/>
                      <a:pt x="22103" y="19523"/>
                      <a:pt x="21335" y="19240"/>
                    </a:cubicBezTo>
                    <a:cubicBezTo>
                      <a:pt x="21085" y="19147"/>
                      <a:pt x="20916" y="18946"/>
                      <a:pt x="20954" y="18668"/>
                    </a:cubicBezTo>
                    <a:cubicBezTo>
                      <a:pt x="20988" y="18440"/>
                      <a:pt x="21159" y="18431"/>
                      <a:pt x="21328" y="18431"/>
                    </a:cubicBezTo>
                    <a:cubicBezTo>
                      <a:pt x="21342" y="18431"/>
                      <a:pt x="21356" y="18431"/>
                      <a:pt x="21370" y="18431"/>
                    </a:cubicBezTo>
                    <a:cubicBezTo>
                      <a:pt x="21405" y="18431"/>
                      <a:pt x="21439" y="18431"/>
                      <a:pt x="21471" y="18428"/>
                    </a:cubicBezTo>
                    <a:cubicBezTo>
                      <a:pt x="21836" y="18401"/>
                      <a:pt x="22201" y="18385"/>
                      <a:pt x="22544" y="18238"/>
                    </a:cubicBezTo>
                    <a:cubicBezTo>
                      <a:pt x="22914" y="18080"/>
                      <a:pt x="23132" y="17770"/>
                      <a:pt x="23344" y="17465"/>
                    </a:cubicBezTo>
                    <a:cubicBezTo>
                      <a:pt x="23627" y="17053"/>
                      <a:pt x="23992" y="16864"/>
                      <a:pt x="24430" y="16864"/>
                    </a:cubicBezTo>
                    <a:cubicBezTo>
                      <a:pt x="24547" y="16864"/>
                      <a:pt x="24670" y="16878"/>
                      <a:pt x="24798" y="16904"/>
                    </a:cubicBezTo>
                    <a:cubicBezTo>
                      <a:pt x="25467" y="17046"/>
                      <a:pt x="26121" y="17247"/>
                      <a:pt x="26736" y="17557"/>
                    </a:cubicBezTo>
                    <a:cubicBezTo>
                      <a:pt x="27051" y="17715"/>
                      <a:pt x="27356" y="17900"/>
                      <a:pt x="27699" y="17987"/>
                    </a:cubicBezTo>
                    <a:cubicBezTo>
                      <a:pt x="27941" y="18051"/>
                      <a:pt x="28178" y="18088"/>
                      <a:pt x="28406" y="18088"/>
                    </a:cubicBezTo>
                    <a:cubicBezTo>
                      <a:pt x="28866" y="18088"/>
                      <a:pt x="29293" y="17938"/>
                      <a:pt x="29665" y="17552"/>
                    </a:cubicBezTo>
                    <a:cubicBezTo>
                      <a:pt x="29948" y="17258"/>
                      <a:pt x="30291" y="17089"/>
                      <a:pt x="30688" y="17040"/>
                    </a:cubicBezTo>
                    <a:cubicBezTo>
                      <a:pt x="31216" y="16980"/>
                      <a:pt x="31733" y="16855"/>
                      <a:pt x="32261" y="16790"/>
                    </a:cubicBezTo>
                    <a:cubicBezTo>
                      <a:pt x="33334" y="16648"/>
                      <a:pt x="34161" y="16153"/>
                      <a:pt x="34613" y="15108"/>
                    </a:cubicBezTo>
                    <a:cubicBezTo>
                      <a:pt x="34934" y="14367"/>
                      <a:pt x="35245" y="13611"/>
                      <a:pt x="35724" y="12941"/>
                    </a:cubicBezTo>
                    <a:cubicBezTo>
                      <a:pt x="35811" y="12821"/>
                      <a:pt x="35893" y="12674"/>
                      <a:pt x="35909" y="12527"/>
                    </a:cubicBezTo>
                    <a:cubicBezTo>
                      <a:pt x="35985" y="11836"/>
                      <a:pt x="36350" y="11237"/>
                      <a:pt x="36546" y="10584"/>
                    </a:cubicBezTo>
                    <a:cubicBezTo>
                      <a:pt x="36666" y="10181"/>
                      <a:pt x="36911" y="9865"/>
                      <a:pt x="37297" y="9642"/>
                    </a:cubicBezTo>
                    <a:cubicBezTo>
                      <a:pt x="37885" y="9310"/>
                      <a:pt x="38489" y="9021"/>
                      <a:pt x="39121" y="8798"/>
                    </a:cubicBezTo>
                    <a:cubicBezTo>
                      <a:pt x="39213" y="8765"/>
                      <a:pt x="39300" y="8738"/>
                      <a:pt x="39377" y="8678"/>
                    </a:cubicBezTo>
                    <a:cubicBezTo>
                      <a:pt x="39426" y="8646"/>
                      <a:pt x="39475" y="8602"/>
                      <a:pt x="39464" y="8537"/>
                    </a:cubicBezTo>
                    <a:cubicBezTo>
                      <a:pt x="39458" y="8466"/>
                      <a:pt x="39398" y="8450"/>
                      <a:pt x="39339" y="8433"/>
                    </a:cubicBezTo>
                    <a:cubicBezTo>
                      <a:pt x="39273" y="8412"/>
                      <a:pt x="39202" y="8412"/>
                      <a:pt x="39132" y="8406"/>
                    </a:cubicBezTo>
                    <a:cubicBezTo>
                      <a:pt x="38157" y="8330"/>
                      <a:pt x="37177" y="8373"/>
                      <a:pt x="36203" y="8319"/>
                    </a:cubicBezTo>
                    <a:cubicBezTo>
                      <a:pt x="36105" y="8314"/>
                      <a:pt x="36008" y="8311"/>
                      <a:pt x="35912" y="8311"/>
                    </a:cubicBezTo>
                    <a:cubicBezTo>
                      <a:pt x="34976" y="8311"/>
                      <a:pt x="34095" y="8544"/>
                      <a:pt x="33236" y="8880"/>
                    </a:cubicBezTo>
                    <a:cubicBezTo>
                      <a:pt x="32962" y="8987"/>
                      <a:pt x="32701" y="9055"/>
                      <a:pt x="32444" y="9055"/>
                    </a:cubicBezTo>
                    <a:cubicBezTo>
                      <a:pt x="32180" y="9055"/>
                      <a:pt x="31922" y="8983"/>
                      <a:pt x="31663" y="8809"/>
                    </a:cubicBezTo>
                    <a:cubicBezTo>
                      <a:pt x="31482" y="8688"/>
                      <a:pt x="31212" y="8631"/>
                      <a:pt x="30918" y="8631"/>
                    </a:cubicBezTo>
                    <a:cubicBezTo>
                      <a:pt x="30341" y="8631"/>
                      <a:pt x="29672" y="8848"/>
                      <a:pt x="29409" y="9212"/>
                    </a:cubicBezTo>
                    <a:cubicBezTo>
                      <a:pt x="28957" y="9832"/>
                      <a:pt x="28255" y="10252"/>
                      <a:pt x="27993" y="11036"/>
                    </a:cubicBezTo>
                    <a:cubicBezTo>
                      <a:pt x="27863" y="11428"/>
                      <a:pt x="27536" y="11711"/>
                      <a:pt x="27084" y="11721"/>
                    </a:cubicBezTo>
                    <a:cubicBezTo>
                      <a:pt x="26594" y="11732"/>
                      <a:pt x="26164" y="11907"/>
                      <a:pt x="25756" y="12152"/>
                    </a:cubicBezTo>
                    <a:cubicBezTo>
                      <a:pt x="25467" y="12326"/>
                      <a:pt x="25152" y="12418"/>
                      <a:pt x="24825" y="12473"/>
                    </a:cubicBezTo>
                    <a:cubicBezTo>
                      <a:pt x="24794" y="12479"/>
                      <a:pt x="24763" y="12482"/>
                      <a:pt x="24733" y="12482"/>
                    </a:cubicBezTo>
                    <a:cubicBezTo>
                      <a:pt x="24622" y="12482"/>
                      <a:pt x="24516" y="12441"/>
                      <a:pt x="24444" y="12348"/>
                    </a:cubicBezTo>
                    <a:cubicBezTo>
                      <a:pt x="24335" y="12211"/>
                      <a:pt x="24400" y="12075"/>
                      <a:pt x="24466" y="11950"/>
                    </a:cubicBezTo>
                    <a:cubicBezTo>
                      <a:pt x="24602" y="11694"/>
                      <a:pt x="24814" y="11509"/>
                      <a:pt x="25032" y="11324"/>
                    </a:cubicBezTo>
                    <a:cubicBezTo>
                      <a:pt x="25375" y="11030"/>
                      <a:pt x="25614" y="10682"/>
                      <a:pt x="25625" y="10208"/>
                    </a:cubicBezTo>
                    <a:cubicBezTo>
                      <a:pt x="25636" y="9522"/>
                      <a:pt x="25919" y="8907"/>
                      <a:pt x="26170" y="8292"/>
                    </a:cubicBezTo>
                    <a:cubicBezTo>
                      <a:pt x="26289" y="8216"/>
                      <a:pt x="26093" y="8069"/>
                      <a:pt x="26240" y="7998"/>
                    </a:cubicBezTo>
                    <a:cubicBezTo>
                      <a:pt x="25859" y="7693"/>
                      <a:pt x="25582" y="7290"/>
                      <a:pt x="25211" y="6969"/>
                    </a:cubicBezTo>
                    <a:cubicBezTo>
                      <a:pt x="25152" y="6914"/>
                      <a:pt x="25081" y="6871"/>
                      <a:pt x="25010" y="6833"/>
                    </a:cubicBezTo>
                    <a:cubicBezTo>
                      <a:pt x="24881" y="6766"/>
                      <a:pt x="24775" y="6731"/>
                      <a:pt x="24682" y="6731"/>
                    </a:cubicBezTo>
                    <a:cubicBezTo>
                      <a:pt x="24521" y="6731"/>
                      <a:pt x="24404" y="6838"/>
                      <a:pt x="24297" y="7067"/>
                    </a:cubicBezTo>
                    <a:cubicBezTo>
                      <a:pt x="24182" y="7312"/>
                      <a:pt x="24068" y="7557"/>
                      <a:pt x="23932" y="7791"/>
                    </a:cubicBezTo>
                    <a:cubicBezTo>
                      <a:pt x="23769" y="8079"/>
                      <a:pt x="23584" y="8346"/>
                      <a:pt x="23295" y="8537"/>
                    </a:cubicBezTo>
                    <a:cubicBezTo>
                      <a:pt x="22936" y="8782"/>
                      <a:pt x="22604" y="9065"/>
                      <a:pt x="22299" y="9375"/>
                    </a:cubicBezTo>
                    <a:cubicBezTo>
                      <a:pt x="21930" y="9749"/>
                      <a:pt x="21482" y="9912"/>
                      <a:pt x="20972" y="9912"/>
                    </a:cubicBezTo>
                    <a:cubicBezTo>
                      <a:pt x="20932" y="9912"/>
                      <a:pt x="20892" y="9911"/>
                      <a:pt x="20851" y="9909"/>
                    </a:cubicBezTo>
                    <a:cubicBezTo>
                      <a:pt x="20426" y="9979"/>
                      <a:pt x="20002" y="10045"/>
                      <a:pt x="19577" y="10116"/>
                    </a:cubicBezTo>
                    <a:cubicBezTo>
                      <a:pt x="19408" y="10306"/>
                      <a:pt x="19201" y="10448"/>
                      <a:pt x="18967" y="10529"/>
                    </a:cubicBezTo>
                    <a:cubicBezTo>
                      <a:pt x="18455" y="10709"/>
                      <a:pt x="18036" y="11019"/>
                      <a:pt x="17655" y="11400"/>
                    </a:cubicBezTo>
                    <a:cubicBezTo>
                      <a:pt x="17307" y="11743"/>
                      <a:pt x="16860" y="11917"/>
                      <a:pt x="16398" y="11999"/>
                    </a:cubicBezTo>
                    <a:cubicBezTo>
                      <a:pt x="16344" y="12009"/>
                      <a:pt x="16293" y="12013"/>
                      <a:pt x="16244" y="12013"/>
                    </a:cubicBezTo>
                    <a:cubicBezTo>
                      <a:pt x="15839" y="12013"/>
                      <a:pt x="15553" y="11716"/>
                      <a:pt x="15233" y="11493"/>
                    </a:cubicBezTo>
                    <a:cubicBezTo>
                      <a:pt x="15848" y="11389"/>
                      <a:pt x="16289" y="11057"/>
                      <a:pt x="16686" y="10638"/>
                    </a:cubicBezTo>
                    <a:cubicBezTo>
                      <a:pt x="16833" y="10480"/>
                      <a:pt x="17007" y="10355"/>
                      <a:pt x="17198" y="10257"/>
                    </a:cubicBezTo>
                    <a:cubicBezTo>
                      <a:pt x="17655" y="10012"/>
                      <a:pt x="18080" y="9718"/>
                      <a:pt x="18499" y="9408"/>
                    </a:cubicBezTo>
                    <a:cubicBezTo>
                      <a:pt x="19081" y="8983"/>
                      <a:pt x="19686" y="8575"/>
                      <a:pt x="20415" y="8461"/>
                    </a:cubicBezTo>
                    <a:cubicBezTo>
                      <a:pt x="21025" y="8363"/>
                      <a:pt x="21373" y="8014"/>
                      <a:pt x="21575" y="7453"/>
                    </a:cubicBezTo>
                    <a:cubicBezTo>
                      <a:pt x="21695" y="7110"/>
                      <a:pt x="21907" y="6827"/>
                      <a:pt x="22223" y="6642"/>
                    </a:cubicBezTo>
                    <a:cubicBezTo>
                      <a:pt x="22745" y="6337"/>
                      <a:pt x="23213" y="5962"/>
                      <a:pt x="23654" y="5553"/>
                    </a:cubicBezTo>
                    <a:cubicBezTo>
                      <a:pt x="24025" y="5205"/>
                      <a:pt x="24471" y="4944"/>
                      <a:pt x="24809" y="4563"/>
                    </a:cubicBezTo>
                    <a:cubicBezTo>
                      <a:pt x="25135" y="4192"/>
                      <a:pt x="25086" y="3931"/>
                      <a:pt x="24629" y="3757"/>
                    </a:cubicBezTo>
                    <a:cubicBezTo>
                      <a:pt x="24155" y="3583"/>
                      <a:pt x="23682" y="3370"/>
                      <a:pt x="23186" y="3289"/>
                    </a:cubicBezTo>
                    <a:cubicBezTo>
                      <a:pt x="22315" y="3153"/>
                      <a:pt x="21667" y="2679"/>
                      <a:pt x="21063" y="2091"/>
                    </a:cubicBezTo>
                    <a:lnTo>
                      <a:pt x="21063" y="2091"/>
                    </a:lnTo>
                    <a:cubicBezTo>
                      <a:pt x="21183" y="2151"/>
                      <a:pt x="21268" y="2285"/>
                      <a:pt x="21407" y="2285"/>
                    </a:cubicBezTo>
                    <a:cubicBezTo>
                      <a:pt x="21432" y="2285"/>
                      <a:pt x="21459" y="2281"/>
                      <a:pt x="21488" y="2271"/>
                    </a:cubicBezTo>
                    <a:cubicBezTo>
                      <a:pt x="21412" y="1993"/>
                      <a:pt x="21270" y="1764"/>
                      <a:pt x="20998" y="1634"/>
                    </a:cubicBezTo>
                    <a:cubicBezTo>
                      <a:pt x="20969" y="1623"/>
                      <a:pt x="20942" y="1619"/>
                      <a:pt x="20918" y="1619"/>
                    </a:cubicBezTo>
                    <a:cubicBezTo>
                      <a:pt x="20812" y="1619"/>
                      <a:pt x="20738" y="1701"/>
                      <a:pt x="20649" y="1754"/>
                    </a:cubicBezTo>
                    <a:cubicBezTo>
                      <a:pt x="20268" y="1988"/>
                      <a:pt x="19974" y="2320"/>
                      <a:pt x="19708" y="2516"/>
                    </a:cubicBezTo>
                    <a:cubicBezTo>
                      <a:pt x="20018" y="2254"/>
                      <a:pt x="20393" y="1901"/>
                      <a:pt x="20791" y="1568"/>
                    </a:cubicBezTo>
                    <a:cubicBezTo>
                      <a:pt x="21205" y="1231"/>
                      <a:pt x="21428" y="757"/>
                      <a:pt x="21684" y="305"/>
                    </a:cubicBezTo>
                    <a:cubicBezTo>
                      <a:pt x="21733" y="218"/>
                      <a:pt x="21803" y="93"/>
                      <a:pt x="21695" y="22"/>
                    </a:cubicBezTo>
                    <a:cubicBezTo>
                      <a:pt x="21670" y="7"/>
                      <a:pt x="21647" y="0"/>
                      <a:pt x="216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2" name="Google Shape;1632;p33"/>
              <p:cNvSpPr/>
              <p:nvPr/>
            </p:nvSpPr>
            <p:spPr>
              <a:xfrm>
                <a:off x="5751540" y="2150777"/>
                <a:ext cx="516077" cy="680957"/>
              </a:xfrm>
              <a:custGeom>
                <a:rect b="b" l="l" r="r" t="t"/>
                <a:pathLst>
                  <a:path extrusionOk="0" h="11436" w="8667">
                    <a:moveTo>
                      <a:pt x="0" y="1"/>
                    </a:moveTo>
                    <a:lnTo>
                      <a:pt x="0" y="1"/>
                    </a:lnTo>
                    <a:cubicBezTo>
                      <a:pt x="109" y="251"/>
                      <a:pt x="272" y="469"/>
                      <a:pt x="299" y="736"/>
                    </a:cubicBezTo>
                    <a:cubicBezTo>
                      <a:pt x="713" y="1650"/>
                      <a:pt x="746" y="2630"/>
                      <a:pt x="779" y="3599"/>
                    </a:cubicBezTo>
                    <a:cubicBezTo>
                      <a:pt x="817" y="4998"/>
                      <a:pt x="1138" y="6321"/>
                      <a:pt x="1802" y="7541"/>
                    </a:cubicBezTo>
                    <a:cubicBezTo>
                      <a:pt x="2722" y="9245"/>
                      <a:pt x="4072" y="10486"/>
                      <a:pt x="5950" y="11085"/>
                    </a:cubicBezTo>
                    <a:cubicBezTo>
                      <a:pt x="6021" y="11096"/>
                      <a:pt x="6092" y="11090"/>
                      <a:pt x="6157" y="11112"/>
                    </a:cubicBezTo>
                    <a:cubicBezTo>
                      <a:pt x="6870" y="11319"/>
                      <a:pt x="7600" y="11417"/>
                      <a:pt x="8340" y="11428"/>
                    </a:cubicBezTo>
                    <a:cubicBezTo>
                      <a:pt x="8382" y="11428"/>
                      <a:pt x="8427" y="11435"/>
                      <a:pt x="8473" y="11435"/>
                    </a:cubicBezTo>
                    <a:cubicBezTo>
                      <a:pt x="8542" y="11435"/>
                      <a:pt x="8611" y="11418"/>
                      <a:pt x="8667" y="11330"/>
                    </a:cubicBezTo>
                    <a:cubicBezTo>
                      <a:pt x="8084" y="11243"/>
                      <a:pt x="7513" y="11155"/>
                      <a:pt x="6941" y="11068"/>
                    </a:cubicBezTo>
                    <a:cubicBezTo>
                      <a:pt x="6680" y="11008"/>
                      <a:pt x="6413" y="10970"/>
                      <a:pt x="6157" y="10889"/>
                    </a:cubicBezTo>
                    <a:cubicBezTo>
                      <a:pt x="3669" y="10083"/>
                      <a:pt x="2140" y="8357"/>
                      <a:pt x="1356" y="5897"/>
                    </a:cubicBezTo>
                    <a:cubicBezTo>
                      <a:pt x="953" y="4644"/>
                      <a:pt x="1062" y="3338"/>
                      <a:pt x="866" y="2069"/>
                    </a:cubicBezTo>
                    <a:cubicBezTo>
                      <a:pt x="768" y="1460"/>
                      <a:pt x="610" y="877"/>
                      <a:pt x="354" y="322"/>
                    </a:cubicBezTo>
                    <a:cubicBezTo>
                      <a:pt x="289" y="180"/>
                      <a:pt x="212" y="22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3" name="Google Shape;1633;p33"/>
              <p:cNvSpPr/>
              <p:nvPr/>
            </p:nvSpPr>
            <p:spPr>
              <a:xfrm>
                <a:off x="6751559" y="103043"/>
                <a:ext cx="1823804" cy="2664162"/>
              </a:xfrm>
              <a:custGeom>
                <a:rect b="b" l="l" r="r" t="t"/>
                <a:pathLst>
                  <a:path extrusionOk="0" h="44742" w="30629">
                    <a:moveTo>
                      <a:pt x="17805" y="0"/>
                    </a:moveTo>
                    <a:cubicBezTo>
                      <a:pt x="17367" y="0"/>
                      <a:pt x="16931" y="22"/>
                      <a:pt x="16502" y="114"/>
                    </a:cubicBezTo>
                    <a:cubicBezTo>
                      <a:pt x="15886" y="251"/>
                      <a:pt x="15298" y="490"/>
                      <a:pt x="14694" y="681"/>
                    </a:cubicBezTo>
                    <a:cubicBezTo>
                      <a:pt x="14559" y="725"/>
                      <a:pt x="14422" y="766"/>
                      <a:pt x="14288" y="766"/>
                    </a:cubicBezTo>
                    <a:cubicBezTo>
                      <a:pt x="14174" y="766"/>
                      <a:pt x="14061" y="736"/>
                      <a:pt x="13954" y="653"/>
                    </a:cubicBezTo>
                    <a:cubicBezTo>
                      <a:pt x="13580" y="372"/>
                      <a:pt x="13189" y="254"/>
                      <a:pt x="12803" y="254"/>
                    </a:cubicBezTo>
                    <a:cubicBezTo>
                      <a:pt x="12390" y="254"/>
                      <a:pt x="11981" y="388"/>
                      <a:pt x="11602" y="599"/>
                    </a:cubicBezTo>
                    <a:cubicBezTo>
                      <a:pt x="10774" y="1062"/>
                      <a:pt x="10176" y="1824"/>
                      <a:pt x="9675" y="2635"/>
                    </a:cubicBezTo>
                    <a:cubicBezTo>
                      <a:pt x="9495" y="2973"/>
                      <a:pt x="9256" y="3256"/>
                      <a:pt x="8913" y="3430"/>
                    </a:cubicBezTo>
                    <a:cubicBezTo>
                      <a:pt x="8314" y="3462"/>
                      <a:pt x="7791" y="3740"/>
                      <a:pt x="7247" y="3947"/>
                    </a:cubicBezTo>
                    <a:cubicBezTo>
                      <a:pt x="7029" y="4029"/>
                      <a:pt x="6800" y="4089"/>
                      <a:pt x="6577" y="4159"/>
                    </a:cubicBezTo>
                    <a:cubicBezTo>
                      <a:pt x="6525" y="4177"/>
                      <a:pt x="6484" y="4185"/>
                      <a:pt x="6451" y="4185"/>
                    </a:cubicBezTo>
                    <a:cubicBezTo>
                      <a:pt x="6345" y="4185"/>
                      <a:pt x="6339" y="4095"/>
                      <a:pt x="6397" y="3952"/>
                    </a:cubicBezTo>
                    <a:cubicBezTo>
                      <a:pt x="6501" y="3686"/>
                      <a:pt x="6724" y="3528"/>
                      <a:pt x="6926" y="3348"/>
                    </a:cubicBezTo>
                    <a:cubicBezTo>
                      <a:pt x="7285" y="3032"/>
                      <a:pt x="7611" y="2679"/>
                      <a:pt x="7617" y="2172"/>
                    </a:cubicBezTo>
                    <a:cubicBezTo>
                      <a:pt x="7622" y="1742"/>
                      <a:pt x="7704" y="1334"/>
                      <a:pt x="7818" y="926"/>
                    </a:cubicBezTo>
                    <a:cubicBezTo>
                      <a:pt x="7889" y="681"/>
                      <a:pt x="8003" y="441"/>
                      <a:pt x="7993" y="180"/>
                    </a:cubicBezTo>
                    <a:cubicBezTo>
                      <a:pt x="7972" y="161"/>
                      <a:pt x="7951" y="152"/>
                      <a:pt x="7932" y="152"/>
                    </a:cubicBezTo>
                    <a:cubicBezTo>
                      <a:pt x="7908" y="152"/>
                      <a:pt x="7888" y="168"/>
                      <a:pt x="7878" y="196"/>
                    </a:cubicBezTo>
                    <a:cubicBezTo>
                      <a:pt x="7671" y="757"/>
                      <a:pt x="7366" y="1301"/>
                      <a:pt x="7366" y="1906"/>
                    </a:cubicBezTo>
                    <a:cubicBezTo>
                      <a:pt x="7372" y="2461"/>
                      <a:pt x="7149" y="2847"/>
                      <a:pt x="6746" y="3179"/>
                    </a:cubicBezTo>
                    <a:cubicBezTo>
                      <a:pt x="6555" y="3332"/>
                      <a:pt x="6354" y="3490"/>
                      <a:pt x="6240" y="3718"/>
                    </a:cubicBezTo>
                    <a:cubicBezTo>
                      <a:pt x="6147" y="3898"/>
                      <a:pt x="5978" y="4094"/>
                      <a:pt x="6152" y="4301"/>
                    </a:cubicBezTo>
                    <a:cubicBezTo>
                      <a:pt x="6260" y="4423"/>
                      <a:pt x="6395" y="4475"/>
                      <a:pt x="6546" y="4475"/>
                    </a:cubicBezTo>
                    <a:cubicBezTo>
                      <a:pt x="6617" y="4475"/>
                      <a:pt x="6691" y="4463"/>
                      <a:pt x="6768" y="4442"/>
                    </a:cubicBezTo>
                    <a:cubicBezTo>
                      <a:pt x="7633" y="4208"/>
                      <a:pt x="8385" y="3680"/>
                      <a:pt x="9315" y="3582"/>
                    </a:cubicBezTo>
                    <a:cubicBezTo>
                      <a:pt x="9740" y="3544"/>
                      <a:pt x="9914" y="3016"/>
                      <a:pt x="10072" y="2624"/>
                    </a:cubicBezTo>
                    <a:cubicBezTo>
                      <a:pt x="10192" y="2325"/>
                      <a:pt x="10377" y="2091"/>
                      <a:pt x="10627" y="1911"/>
                    </a:cubicBezTo>
                    <a:cubicBezTo>
                      <a:pt x="10807" y="1786"/>
                      <a:pt x="10960" y="1639"/>
                      <a:pt x="11052" y="1448"/>
                    </a:cubicBezTo>
                    <a:cubicBezTo>
                      <a:pt x="11302" y="940"/>
                      <a:pt x="12057" y="614"/>
                      <a:pt x="12732" y="614"/>
                    </a:cubicBezTo>
                    <a:cubicBezTo>
                      <a:pt x="13040" y="614"/>
                      <a:pt x="13332" y="683"/>
                      <a:pt x="13551" y="833"/>
                    </a:cubicBezTo>
                    <a:cubicBezTo>
                      <a:pt x="13786" y="991"/>
                      <a:pt x="14023" y="1057"/>
                      <a:pt x="14267" y="1057"/>
                    </a:cubicBezTo>
                    <a:cubicBezTo>
                      <a:pt x="14492" y="1057"/>
                      <a:pt x="14723" y="1001"/>
                      <a:pt x="14961" y="909"/>
                    </a:cubicBezTo>
                    <a:cubicBezTo>
                      <a:pt x="15494" y="702"/>
                      <a:pt x="16044" y="512"/>
                      <a:pt x="16605" y="398"/>
                    </a:cubicBezTo>
                    <a:cubicBezTo>
                      <a:pt x="17016" y="312"/>
                      <a:pt x="17431" y="289"/>
                      <a:pt x="17848" y="289"/>
                    </a:cubicBezTo>
                    <a:cubicBezTo>
                      <a:pt x="18302" y="289"/>
                      <a:pt x="18758" y="316"/>
                      <a:pt x="19213" y="316"/>
                    </a:cubicBezTo>
                    <a:cubicBezTo>
                      <a:pt x="19888" y="321"/>
                      <a:pt x="20557" y="376"/>
                      <a:pt x="21232" y="403"/>
                    </a:cubicBezTo>
                    <a:cubicBezTo>
                      <a:pt x="21221" y="539"/>
                      <a:pt x="21129" y="523"/>
                      <a:pt x="21069" y="545"/>
                    </a:cubicBezTo>
                    <a:cubicBezTo>
                      <a:pt x="20356" y="784"/>
                      <a:pt x="19675" y="1105"/>
                      <a:pt x="19017" y="1475"/>
                    </a:cubicBezTo>
                    <a:cubicBezTo>
                      <a:pt x="18744" y="1628"/>
                      <a:pt x="18538" y="1835"/>
                      <a:pt x="18418" y="2101"/>
                    </a:cubicBezTo>
                    <a:cubicBezTo>
                      <a:pt x="18205" y="2591"/>
                      <a:pt x="17971" y="3098"/>
                      <a:pt x="17846" y="3609"/>
                    </a:cubicBezTo>
                    <a:cubicBezTo>
                      <a:pt x="17677" y="4295"/>
                      <a:pt x="17449" y="4927"/>
                      <a:pt x="17024" y="5493"/>
                    </a:cubicBezTo>
                    <a:cubicBezTo>
                      <a:pt x="16904" y="5651"/>
                      <a:pt x="16834" y="5847"/>
                      <a:pt x="16763" y="6032"/>
                    </a:cubicBezTo>
                    <a:cubicBezTo>
                      <a:pt x="16600" y="6462"/>
                      <a:pt x="16382" y="6870"/>
                      <a:pt x="16180" y="7279"/>
                    </a:cubicBezTo>
                    <a:cubicBezTo>
                      <a:pt x="15854" y="7921"/>
                      <a:pt x="15320" y="8297"/>
                      <a:pt x="14629" y="8455"/>
                    </a:cubicBezTo>
                    <a:cubicBezTo>
                      <a:pt x="14139" y="8563"/>
                      <a:pt x="13643" y="8667"/>
                      <a:pt x="13148" y="8732"/>
                    </a:cubicBezTo>
                    <a:cubicBezTo>
                      <a:pt x="12408" y="8825"/>
                      <a:pt x="11716" y="8961"/>
                      <a:pt x="11194" y="9565"/>
                    </a:cubicBezTo>
                    <a:cubicBezTo>
                      <a:pt x="10987" y="9799"/>
                      <a:pt x="10666" y="9848"/>
                      <a:pt x="10350" y="9875"/>
                    </a:cubicBezTo>
                    <a:cubicBezTo>
                      <a:pt x="10291" y="9880"/>
                      <a:pt x="10233" y="9883"/>
                      <a:pt x="10175" y="9883"/>
                    </a:cubicBezTo>
                    <a:cubicBezTo>
                      <a:pt x="9718" y="9883"/>
                      <a:pt x="9303" y="9733"/>
                      <a:pt x="8902" y="9511"/>
                    </a:cubicBezTo>
                    <a:cubicBezTo>
                      <a:pt x="8281" y="9162"/>
                      <a:pt x="7611" y="8945"/>
                      <a:pt x="6931" y="8754"/>
                    </a:cubicBezTo>
                    <a:cubicBezTo>
                      <a:pt x="6704" y="8692"/>
                      <a:pt x="6487" y="8657"/>
                      <a:pt x="6283" y="8657"/>
                    </a:cubicBezTo>
                    <a:cubicBezTo>
                      <a:pt x="5757" y="8657"/>
                      <a:pt x="5313" y="8885"/>
                      <a:pt x="4987" y="9445"/>
                    </a:cubicBezTo>
                    <a:cubicBezTo>
                      <a:pt x="4971" y="9467"/>
                      <a:pt x="4955" y="9484"/>
                      <a:pt x="4938" y="9500"/>
                    </a:cubicBezTo>
                    <a:cubicBezTo>
                      <a:pt x="4666" y="9903"/>
                      <a:pt x="4312" y="10142"/>
                      <a:pt x="3801" y="10169"/>
                    </a:cubicBezTo>
                    <a:cubicBezTo>
                      <a:pt x="3545" y="10186"/>
                      <a:pt x="3289" y="10218"/>
                      <a:pt x="3033" y="10235"/>
                    </a:cubicBezTo>
                    <a:cubicBezTo>
                      <a:pt x="2701" y="10251"/>
                      <a:pt x="2608" y="10404"/>
                      <a:pt x="2679" y="10725"/>
                    </a:cubicBezTo>
                    <a:cubicBezTo>
                      <a:pt x="2755" y="11062"/>
                      <a:pt x="3011" y="11187"/>
                      <a:pt x="3294" y="11291"/>
                    </a:cubicBezTo>
                    <a:cubicBezTo>
                      <a:pt x="4280" y="11645"/>
                      <a:pt x="5281" y="11922"/>
                      <a:pt x="6332" y="12015"/>
                    </a:cubicBezTo>
                    <a:cubicBezTo>
                      <a:pt x="6098" y="12810"/>
                      <a:pt x="6234" y="13147"/>
                      <a:pt x="6860" y="13365"/>
                    </a:cubicBezTo>
                    <a:cubicBezTo>
                      <a:pt x="7058" y="13433"/>
                      <a:pt x="7265" y="13470"/>
                      <a:pt x="7476" y="13470"/>
                    </a:cubicBezTo>
                    <a:cubicBezTo>
                      <a:pt x="7503" y="13470"/>
                      <a:pt x="7530" y="13470"/>
                      <a:pt x="7557" y="13469"/>
                    </a:cubicBezTo>
                    <a:cubicBezTo>
                      <a:pt x="8341" y="13420"/>
                      <a:pt x="9103" y="13267"/>
                      <a:pt x="9784" y="12881"/>
                    </a:cubicBezTo>
                    <a:cubicBezTo>
                      <a:pt x="10030" y="12742"/>
                      <a:pt x="10265" y="12687"/>
                      <a:pt x="10494" y="12687"/>
                    </a:cubicBezTo>
                    <a:cubicBezTo>
                      <a:pt x="10848" y="12687"/>
                      <a:pt x="11187" y="12817"/>
                      <a:pt x="11531" y="12962"/>
                    </a:cubicBezTo>
                    <a:cubicBezTo>
                      <a:pt x="11798" y="13077"/>
                      <a:pt x="11885" y="13398"/>
                      <a:pt x="11700" y="13561"/>
                    </a:cubicBezTo>
                    <a:cubicBezTo>
                      <a:pt x="11303" y="13899"/>
                      <a:pt x="11101" y="14372"/>
                      <a:pt x="10829" y="14791"/>
                    </a:cubicBezTo>
                    <a:cubicBezTo>
                      <a:pt x="10687" y="15015"/>
                      <a:pt x="10633" y="15265"/>
                      <a:pt x="10720" y="15537"/>
                    </a:cubicBezTo>
                    <a:cubicBezTo>
                      <a:pt x="11079" y="16664"/>
                      <a:pt x="11232" y="17791"/>
                      <a:pt x="10845" y="18956"/>
                    </a:cubicBezTo>
                    <a:cubicBezTo>
                      <a:pt x="10704" y="19375"/>
                      <a:pt x="10758" y="19838"/>
                      <a:pt x="10965" y="20263"/>
                    </a:cubicBezTo>
                    <a:cubicBezTo>
                      <a:pt x="11123" y="20584"/>
                      <a:pt x="11150" y="20943"/>
                      <a:pt x="11161" y="21297"/>
                    </a:cubicBezTo>
                    <a:cubicBezTo>
                      <a:pt x="11165" y="21447"/>
                      <a:pt x="11125" y="21533"/>
                      <a:pt x="10999" y="21533"/>
                    </a:cubicBezTo>
                    <a:cubicBezTo>
                      <a:pt x="10965" y="21533"/>
                      <a:pt x="10925" y="21527"/>
                      <a:pt x="10878" y="21515"/>
                    </a:cubicBezTo>
                    <a:cubicBezTo>
                      <a:pt x="10426" y="21390"/>
                      <a:pt x="9969" y="21292"/>
                      <a:pt x="9511" y="21188"/>
                    </a:cubicBezTo>
                    <a:cubicBezTo>
                      <a:pt x="9456" y="21174"/>
                      <a:pt x="9397" y="21135"/>
                      <a:pt x="9341" y="21135"/>
                    </a:cubicBezTo>
                    <a:cubicBezTo>
                      <a:pt x="9310" y="21135"/>
                      <a:pt x="9279" y="21148"/>
                      <a:pt x="9250" y="21183"/>
                    </a:cubicBezTo>
                    <a:cubicBezTo>
                      <a:pt x="9158" y="21286"/>
                      <a:pt x="9256" y="21379"/>
                      <a:pt x="9294" y="21471"/>
                    </a:cubicBezTo>
                    <a:cubicBezTo>
                      <a:pt x="9315" y="21536"/>
                      <a:pt x="9354" y="21602"/>
                      <a:pt x="9408" y="21651"/>
                    </a:cubicBezTo>
                    <a:cubicBezTo>
                      <a:pt x="9925" y="22135"/>
                      <a:pt x="10323" y="22723"/>
                      <a:pt x="10785" y="23257"/>
                    </a:cubicBezTo>
                    <a:cubicBezTo>
                      <a:pt x="11172" y="23709"/>
                      <a:pt x="11640" y="24106"/>
                      <a:pt x="11988" y="24580"/>
                    </a:cubicBezTo>
                    <a:cubicBezTo>
                      <a:pt x="12604" y="25418"/>
                      <a:pt x="12985" y="26393"/>
                      <a:pt x="13268" y="27394"/>
                    </a:cubicBezTo>
                    <a:cubicBezTo>
                      <a:pt x="13388" y="27835"/>
                      <a:pt x="13486" y="28309"/>
                      <a:pt x="13415" y="28853"/>
                    </a:cubicBezTo>
                    <a:cubicBezTo>
                      <a:pt x="13143" y="28472"/>
                      <a:pt x="12930" y="28140"/>
                      <a:pt x="12642" y="27884"/>
                    </a:cubicBezTo>
                    <a:cubicBezTo>
                      <a:pt x="12484" y="27739"/>
                      <a:pt x="12307" y="27575"/>
                      <a:pt x="12097" y="27575"/>
                    </a:cubicBezTo>
                    <a:cubicBezTo>
                      <a:pt x="12032" y="27575"/>
                      <a:pt x="11963" y="27591"/>
                      <a:pt x="11890" y="27628"/>
                    </a:cubicBezTo>
                    <a:cubicBezTo>
                      <a:pt x="11368" y="27895"/>
                      <a:pt x="10818" y="27830"/>
                      <a:pt x="10268" y="27851"/>
                    </a:cubicBezTo>
                    <a:cubicBezTo>
                      <a:pt x="10252" y="27852"/>
                      <a:pt x="10237" y="27852"/>
                      <a:pt x="10221" y="27852"/>
                    </a:cubicBezTo>
                    <a:cubicBezTo>
                      <a:pt x="9976" y="27852"/>
                      <a:pt x="9772" y="27771"/>
                      <a:pt x="9588" y="27617"/>
                    </a:cubicBezTo>
                    <a:cubicBezTo>
                      <a:pt x="9359" y="27416"/>
                      <a:pt x="9125" y="27220"/>
                      <a:pt x="8853" y="27068"/>
                    </a:cubicBezTo>
                    <a:cubicBezTo>
                      <a:pt x="8016" y="26613"/>
                      <a:pt x="7155" y="26392"/>
                      <a:pt x="6268" y="26392"/>
                    </a:cubicBezTo>
                    <a:cubicBezTo>
                      <a:pt x="5775" y="26392"/>
                      <a:pt x="5274" y="26460"/>
                      <a:pt x="4764" y="26594"/>
                    </a:cubicBezTo>
                    <a:cubicBezTo>
                      <a:pt x="4498" y="26659"/>
                      <a:pt x="4356" y="26790"/>
                      <a:pt x="4372" y="27084"/>
                    </a:cubicBezTo>
                    <a:cubicBezTo>
                      <a:pt x="4389" y="27302"/>
                      <a:pt x="4427" y="27509"/>
                      <a:pt x="4519" y="27699"/>
                    </a:cubicBezTo>
                    <a:cubicBezTo>
                      <a:pt x="4672" y="28020"/>
                      <a:pt x="4835" y="28331"/>
                      <a:pt x="5004" y="28641"/>
                    </a:cubicBezTo>
                    <a:cubicBezTo>
                      <a:pt x="5091" y="28804"/>
                      <a:pt x="5091" y="28913"/>
                      <a:pt x="4922" y="29022"/>
                    </a:cubicBezTo>
                    <a:cubicBezTo>
                      <a:pt x="4644" y="29207"/>
                      <a:pt x="4563" y="29490"/>
                      <a:pt x="4514" y="29806"/>
                    </a:cubicBezTo>
                    <a:cubicBezTo>
                      <a:pt x="4400" y="30612"/>
                      <a:pt x="4846" y="31118"/>
                      <a:pt x="5407" y="31575"/>
                    </a:cubicBezTo>
                    <a:cubicBezTo>
                      <a:pt x="5859" y="31940"/>
                      <a:pt x="6310" y="32305"/>
                      <a:pt x="6822" y="32724"/>
                    </a:cubicBezTo>
                    <a:cubicBezTo>
                      <a:pt x="6754" y="32724"/>
                      <a:pt x="6688" y="32723"/>
                      <a:pt x="6622" y="32723"/>
                    </a:cubicBezTo>
                    <a:cubicBezTo>
                      <a:pt x="6235" y="32723"/>
                      <a:pt x="5896" y="32747"/>
                      <a:pt x="5701" y="33078"/>
                    </a:cubicBezTo>
                    <a:cubicBezTo>
                      <a:pt x="5374" y="33644"/>
                      <a:pt x="4857" y="33905"/>
                      <a:pt x="4274" y="34101"/>
                    </a:cubicBezTo>
                    <a:cubicBezTo>
                      <a:pt x="3735" y="34281"/>
                      <a:pt x="3300" y="34597"/>
                      <a:pt x="3017" y="35114"/>
                    </a:cubicBezTo>
                    <a:cubicBezTo>
                      <a:pt x="2821" y="35484"/>
                      <a:pt x="2772" y="35870"/>
                      <a:pt x="2755" y="36268"/>
                    </a:cubicBezTo>
                    <a:cubicBezTo>
                      <a:pt x="2723" y="36899"/>
                      <a:pt x="2603" y="37052"/>
                      <a:pt x="2015" y="37210"/>
                    </a:cubicBezTo>
                    <a:cubicBezTo>
                      <a:pt x="1552" y="37335"/>
                      <a:pt x="1068" y="37373"/>
                      <a:pt x="600" y="37466"/>
                    </a:cubicBezTo>
                    <a:cubicBezTo>
                      <a:pt x="180" y="37547"/>
                      <a:pt x="1" y="37798"/>
                      <a:pt x="110" y="38200"/>
                    </a:cubicBezTo>
                    <a:cubicBezTo>
                      <a:pt x="366" y="39121"/>
                      <a:pt x="828" y="39943"/>
                      <a:pt x="1492" y="40623"/>
                    </a:cubicBezTo>
                    <a:cubicBezTo>
                      <a:pt x="2118" y="41255"/>
                      <a:pt x="2701" y="41913"/>
                      <a:pt x="3120" y="42697"/>
                    </a:cubicBezTo>
                    <a:cubicBezTo>
                      <a:pt x="3414" y="43258"/>
                      <a:pt x="3670" y="43840"/>
                      <a:pt x="3948" y="44418"/>
                    </a:cubicBezTo>
                    <a:cubicBezTo>
                      <a:pt x="3928" y="44422"/>
                      <a:pt x="3910" y="44424"/>
                      <a:pt x="3893" y="44424"/>
                    </a:cubicBezTo>
                    <a:cubicBezTo>
                      <a:pt x="3798" y="44424"/>
                      <a:pt x="3733" y="44361"/>
                      <a:pt x="3654" y="44361"/>
                    </a:cubicBezTo>
                    <a:cubicBezTo>
                      <a:pt x="3635" y="44361"/>
                      <a:pt x="3615" y="44365"/>
                      <a:pt x="3594" y="44374"/>
                    </a:cubicBezTo>
                    <a:cubicBezTo>
                      <a:pt x="3790" y="44548"/>
                      <a:pt x="4084" y="44521"/>
                      <a:pt x="4263" y="44722"/>
                    </a:cubicBezTo>
                    <a:cubicBezTo>
                      <a:pt x="4274" y="44735"/>
                      <a:pt x="4291" y="44741"/>
                      <a:pt x="4309" y="44741"/>
                    </a:cubicBezTo>
                    <a:cubicBezTo>
                      <a:pt x="4336" y="44741"/>
                      <a:pt x="4367" y="44727"/>
                      <a:pt x="4383" y="44701"/>
                    </a:cubicBezTo>
                    <a:cubicBezTo>
                      <a:pt x="4438" y="44624"/>
                      <a:pt x="4394" y="44559"/>
                      <a:pt x="4351" y="44510"/>
                    </a:cubicBezTo>
                    <a:cubicBezTo>
                      <a:pt x="3833" y="43911"/>
                      <a:pt x="3594" y="43155"/>
                      <a:pt x="3196" y="42490"/>
                    </a:cubicBezTo>
                    <a:cubicBezTo>
                      <a:pt x="3224" y="42387"/>
                      <a:pt x="3186" y="42300"/>
                      <a:pt x="3137" y="42218"/>
                    </a:cubicBezTo>
                    <a:cubicBezTo>
                      <a:pt x="2794" y="41641"/>
                      <a:pt x="2396" y="41091"/>
                      <a:pt x="1890" y="40645"/>
                    </a:cubicBezTo>
                    <a:cubicBezTo>
                      <a:pt x="1226" y="40068"/>
                      <a:pt x="839" y="39322"/>
                      <a:pt x="523" y="38527"/>
                    </a:cubicBezTo>
                    <a:cubicBezTo>
                      <a:pt x="322" y="38015"/>
                      <a:pt x="458" y="37847"/>
                      <a:pt x="1013" y="37792"/>
                    </a:cubicBezTo>
                    <a:cubicBezTo>
                      <a:pt x="1433" y="37754"/>
                      <a:pt x="1857" y="37705"/>
                      <a:pt x="2265" y="37574"/>
                    </a:cubicBezTo>
                    <a:cubicBezTo>
                      <a:pt x="2859" y="37384"/>
                      <a:pt x="3120" y="37090"/>
                      <a:pt x="3115" y="36469"/>
                    </a:cubicBezTo>
                    <a:cubicBezTo>
                      <a:pt x="3104" y="35370"/>
                      <a:pt x="3599" y="34678"/>
                      <a:pt x="4639" y="34368"/>
                    </a:cubicBezTo>
                    <a:cubicBezTo>
                      <a:pt x="4677" y="34357"/>
                      <a:pt x="4704" y="34341"/>
                      <a:pt x="4742" y="34330"/>
                    </a:cubicBezTo>
                    <a:cubicBezTo>
                      <a:pt x="5194" y="34156"/>
                      <a:pt x="5575" y="33894"/>
                      <a:pt x="5837" y="33475"/>
                    </a:cubicBezTo>
                    <a:cubicBezTo>
                      <a:pt x="5988" y="33233"/>
                      <a:pt x="6192" y="33103"/>
                      <a:pt x="6477" y="33103"/>
                    </a:cubicBezTo>
                    <a:cubicBezTo>
                      <a:pt x="6499" y="33103"/>
                      <a:pt x="6521" y="33103"/>
                      <a:pt x="6544" y="33105"/>
                    </a:cubicBezTo>
                    <a:cubicBezTo>
                      <a:pt x="6625" y="33111"/>
                      <a:pt x="6705" y="33114"/>
                      <a:pt x="6785" y="33114"/>
                    </a:cubicBezTo>
                    <a:cubicBezTo>
                      <a:pt x="6928" y="33114"/>
                      <a:pt x="7071" y="33104"/>
                      <a:pt x="7214" y="33083"/>
                    </a:cubicBezTo>
                    <a:cubicBezTo>
                      <a:pt x="7312" y="33067"/>
                      <a:pt x="7454" y="33105"/>
                      <a:pt x="7486" y="32980"/>
                    </a:cubicBezTo>
                    <a:cubicBezTo>
                      <a:pt x="7519" y="32860"/>
                      <a:pt x="7410" y="32789"/>
                      <a:pt x="7328" y="32724"/>
                    </a:cubicBezTo>
                    <a:cubicBezTo>
                      <a:pt x="6806" y="32321"/>
                      <a:pt x="6327" y="31864"/>
                      <a:pt x="5799" y="31466"/>
                    </a:cubicBezTo>
                    <a:cubicBezTo>
                      <a:pt x="5543" y="31270"/>
                      <a:pt x="5314" y="31047"/>
                      <a:pt x="5113" y="30802"/>
                    </a:cubicBezTo>
                    <a:cubicBezTo>
                      <a:pt x="4737" y="30334"/>
                      <a:pt x="4742" y="29719"/>
                      <a:pt x="5118" y="29349"/>
                    </a:cubicBezTo>
                    <a:cubicBezTo>
                      <a:pt x="5526" y="28951"/>
                      <a:pt x="5537" y="28842"/>
                      <a:pt x="5249" y="28352"/>
                    </a:cubicBezTo>
                    <a:cubicBezTo>
                      <a:pt x="5080" y="28053"/>
                      <a:pt x="4906" y="27759"/>
                      <a:pt x="4797" y="27432"/>
                    </a:cubicBezTo>
                    <a:cubicBezTo>
                      <a:pt x="4688" y="27100"/>
                      <a:pt x="4764" y="26980"/>
                      <a:pt x="5096" y="26899"/>
                    </a:cubicBezTo>
                    <a:cubicBezTo>
                      <a:pt x="5524" y="26791"/>
                      <a:pt x="5947" y="26735"/>
                      <a:pt x="6360" y="26735"/>
                    </a:cubicBezTo>
                    <a:cubicBezTo>
                      <a:pt x="7257" y="26735"/>
                      <a:pt x="8109" y="26997"/>
                      <a:pt x="8869" y="27552"/>
                    </a:cubicBezTo>
                    <a:cubicBezTo>
                      <a:pt x="9425" y="27960"/>
                      <a:pt x="9948" y="28195"/>
                      <a:pt x="10565" y="28195"/>
                    </a:cubicBezTo>
                    <a:cubicBezTo>
                      <a:pt x="10697" y="28195"/>
                      <a:pt x="10834" y="28184"/>
                      <a:pt x="10976" y="28162"/>
                    </a:cubicBezTo>
                    <a:cubicBezTo>
                      <a:pt x="11232" y="28118"/>
                      <a:pt x="11493" y="28124"/>
                      <a:pt x="11738" y="28020"/>
                    </a:cubicBezTo>
                    <a:cubicBezTo>
                      <a:pt x="11886" y="27957"/>
                      <a:pt x="11995" y="27923"/>
                      <a:pt x="12089" y="27923"/>
                    </a:cubicBezTo>
                    <a:cubicBezTo>
                      <a:pt x="12244" y="27923"/>
                      <a:pt x="12357" y="28014"/>
                      <a:pt x="12533" y="28211"/>
                    </a:cubicBezTo>
                    <a:cubicBezTo>
                      <a:pt x="12767" y="28467"/>
                      <a:pt x="12952" y="28755"/>
                      <a:pt x="13126" y="29049"/>
                    </a:cubicBezTo>
                    <a:cubicBezTo>
                      <a:pt x="13190" y="29154"/>
                      <a:pt x="13274" y="29244"/>
                      <a:pt x="13399" y="29244"/>
                    </a:cubicBezTo>
                    <a:cubicBezTo>
                      <a:pt x="13423" y="29244"/>
                      <a:pt x="13448" y="29241"/>
                      <a:pt x="13475" y="29234"/>
                    </a:cubicBezTo>
                    <a:cubicBezTo>
                      <a:pt x="13622" y="29191"/>
                      <a:pt x="13698" y="29071"/>
                      <a:pt x="13725" y="28919"/>
                    </a:cubicBezTo>
                    <a:cubicBezTo>
                      <a:pt x="13747" y="28826"/>
                      <a:pt x="13741" y="28733"/>
                      <a:pt x="13747" y="28641"/>
                    </a:cubicBezTo>
                    <a:cubicBezTo>
                      <a:pt x="13774" y="27465"/>
                      <a:pt x="13328" y="26425"/>
                      <a:pt x="12832" y="25407"/>
                    </a:cubicBezTo>
                    <a:cubicBezTo>
                      <a:pt x="12625" y="24983"/>
                      <a:pt x="12435" y="24542"/>
                      <a:pt x="12086" y="24209"/>
                    </a:cubicBezTo>
                    <a:cubicBezTo>
                      <a:pt x="11264" y="23415"/>
                      <a:pt x="10595" y="22489"/>
                      <a:pt x="9811" y="21607"/>
                    </a:cubicBezTo>
                    <a:lnTo>
                      <a:pt x="9811" y="21607"/>
                    </a:lnTo>
                    <a:cubicBezTo>
                      <a:pt x="10197" y="21673"/>
                      <a:pt x="10546" y="21787"/>
                      <a:pt x="10900" y="21836"/>
                    </a:cubicBezTo>
                    <a:cubicBezTo>
                      <a:pt x="10956" y="21843"/>
                      <a:pt x="11007" y="21846"/>
                      <a:pt x="11053" y="21846"/>
                    </a:cubicBezTo>
                    <a:cubicBezTo>
                      <a:pt x="11341" y="21846"/>
                      <a:pt x="11453" y="21710"/>
                      <a:pt x="11477" y="21368"/>
                    </a:cubicBezTo>
                    <a:cubicBezTo>
                      <a:pt x="11509" y="20954"/>
                      <a:pt x="11433" y="20567"/>
                      <a:pt x="11270" y="20192"/>
                    </a:cubicBezTo>
                    <a:cubicBezTo>
                      <a:pt x="11068" y="19724"/>
                      <a:pt x="11058" y="19239"/>
                      <a:pt x="11199" y="18771"/>
                    </a:cubicBezTo>
                    <a:cubicBezTo>
                      <a:pt x="11466" y="17867"/>
                      <a:pt x="11493" y="16969"/>
                      <a:pt x="11166" y="16098"/>
                    </a:cubicBezTo>
                    <a:cubicBezTo>
                      <a:pt x="10911" y="15401"/>
                      <a:pt x="11068" y="14835"/>
                      <a:pt x="11493" y="14285"/>
                    </a:cubicBezTo>
                    <a:cubicBezTo>
                      <a:pt x="11596" y="14144"/>
                      <a:pt x="11727" y="14024"/>
                      <a:pt x="11847" y="13893"/>
                    </a:cubicBezTo>
                    <a:cubicBezTo>
                      <a:pt x="12228" y="13496"/>
                      <a:pt x="12184" y="12946"/>
                      <a:pt x="11689" y="12717"/>
                    </a:cubicBezTo>
                    <a:cubicBezTo>
                      <a:pt x="11298" y="12534"/>
                      <a:pt x="10900" y="12358"/>
                      <a:pt x="10480" y="12358"/>
                    </a:cubicBezTo>
                    <a:cubicBezTo>
                      <a:pt x="10250" y="12358"/>
                      <a:pt x="10013" y="12410"/>
                      <a:pt x="9767" y="12543"/>
                    </a:cubicBezTo>
                    <a:cubicBezTo>
                      <a:pt x="9087" y="12908"/>
                      <a:pt x="8336" y="13087"/>
                      <a:pt x="7562" y="13136"/>
                    </a:cubicBezTo>
                    <a:cubicBezTo>
                      <a:pt x="7525" y="13138"/>
                      <a:pt x="7487" y="13140"/>
                      <a:pt x="7450" y="13140"/>
                    </a:cubicBezTo>
                    <a:cubicBezTo>
                      <a:pt x="7187" y="13140"/>
                      <a:pt x="6939" y="13085"/>
                      <a:pt x="6730" y="12913"/>
                    </a:cubicBezTo>
                    <a:cubicBezTo>
                      <a:pt x="6588" y="12804"/>
                      <a:pt x="6485" y="12663"/>
                      <a:pt x="6593" y="12489"/>
                    </a:cubicBezTo>
                    <a:cubicBezTo>
                      <a:pt x="6635" y="12420"/>
                      <a:pt x="6685" y="12396"/>
                      <a:pt x="6738" y="12396"/>
                    </a:cubicBezTo>
                    <a:cubicBezTo>
                      <a:pt x="6812" y="12396"/>
                      <a:pt x="6893" y="12441"/>
                      <a:pt x="6969" y="12472"/>
                    </a:cubicBezTo>
                    <a:cubicBezTo>
                      <a:pt x="7068" y="12517"/>
                      <a:pt x="7157" y="12539"/>
                      <a:pt x="7235" y="12539"/>
                    </a:cubicBezTo>
                    <a:cubicBezTo>
                      <a:pt x="7375" y="12539"/>
                      <a:pt x="7477" y="12467"/>
                      <a:pt x="7530" y="12331"/>
                    </a:cubicBezTo>
                    <a:cubicBezTo>
                      <a:pt x="7617" y="12129"/>
                      <a:pt x="7497" y="11912"/>
                      <a:pt x="7230" y="11814"/>
                    </a:cubicBezTo>
                    <a:cubicBezTo>
                      <a:pt x="6996" y="11726"/>
                      <a:pt x="6751" y="11705"/>
                      <a:pt x="6501" y="11683"/>
                    </a:cubicBezTo>
                    <a:cubicBezTo>
                      <a:pt x="5439" y="11596"/>
                      <a:pt x="4405" y="11362"/>
                      <a:pt x="3420" y="10948"/>
                    </a:cubicBezTo>
                    <a:cubicBezTo>
                      <a:pt x="3294" y="10899"/>
                      <a:pt x="3098" y="10850"/>
                      <a:pt x="3137" y="10687"/>
                    </a:cubicBezTo>
                    <a:cubicBezTo>
                      <a:pt x="3154" y="10608"/>
                      <a:pt x="3216" y="10592"/>
                      <a:pt x="3288" y="10592"/>
                    </a:cubicBezTo>
                    <a:cubicBezTo>
                      <a:pt x="3341" y="10592"/>
                      <a:pt x="3400" y="10601"/>
                      <a:pt x="3450" y="10601"/>
                    </a:cubicBezTo>
                    <a:cubicBezTo>
                      <a:pt x="3460" y="10601"/>
                      <a:pt x="3470" y="10600"/>
                      <a:pt x="3479" y="10600"/>
                    </a:cubicBezTo>
                    <a:cubicBezTo>
                      <a:pt x="4220" y="10540"/>
                      <a:pt x="4911" y="10387"/>
                      <a:pt x="5298" y="9652"/>
                    </a:cubicBezTo>
                    <a:cubicBezTo>
                      <a:pt x="5525" y="9219"/>
                      <a:pt x="5849" y="9049"/>
                      <a:pt x="6258" y="9049"/>
                    </a:cubicBezTo>
                    <a:cubicBezTo>
                      <a:pt x="6379" y="9049"/>
                      <a:pt x="6507" y="9064"/>
                      <a:pt x="6642" y="9092"/>
                    </a:cubicBezTo>
                    <a:cubicBezTo>
                      <a:pt x="7519" y="9266"/>
                      <a:pt x="8303" y="9674"/>
                      <a:pt x="9114" y="10028"/>
                    </a:cubicBezTo>
                    <a:cubicBezTo>
                      <a:pt x="9482" y="10189"/>
                      <a:pt x="9850" y="10282"/>
                      <a:pt x="10208" y="10282"/>
                    </a:cubicBezTo>
                    <a:cubicBezTo>
                      <a:pt x="10689" y="10282"/>
                      <a:pt x="11153" y="10114"/>
                      <a:pt x="11580" y="9712"/>
                    </a:cubicBezTo>
                    <a:cubicBezTo>
                      <a:pt x="11858" y="9456"/>
                      <a:pt x="12157" y="9228"/>
                      <a:pt x="12560" y="9190"/>
                    </a:cubicBezTo>
                    <a:cubicBezTo>
                      <a:pt x="13099" y="9141"/>
                      <a:pt x="13633" y="9026"/>
                      <a:pt x="14166" y="8945"/>
                    </a:cubicBezTo>
                    <a:cubicBezTo>
                      <a:pt x="14776" y="8847"/>
                      <a:pt x="15364" y="8661"/>
                      <a:pt x="15865" y="8275"/>
                    </a:cubicBezTo>
                    <a:cubicBezTo>
                      <a:pt x="15939" y="8220"/>
                      <a:pt x="16019" y="8163"/>
                      <a:pt x="16108" y="8163"/>
                    </a:cubicBezTo>
                    <a:cubicBezTo>
                      <a:pt x="16143" y="8163"/>
                      <a:pt x="16180" y="8172"/>
                      <a:pt x="16218" y="8193"/>
                    </a:cubicBezTo>
                    <a:cubicBezTo>
                      <a:pt x="16785" y="8504"/>
                      <a:pt x="17389" y="8765"/>
                      <a:pt x="17786" y="9315"/>
                    </a:cubicBezTo>
                    <a:cubicBezTo>
                      <a:pt x="18135" y="9794"/>
                      <a:pt x="18603" y="10110"/>
                      <a:pt x="19153" y="10338"/>
                    </a:cubicBezTo>
                    <a:cubicBezTo>
                      <a:pt x="19915" y="10654"/>
                      <a:pt x="20721" y="10872"/>
                      <a:pt x="21434" y="11291"/>
                    </a:cubicBezTo>
                    <a:cubicBezTo>
                      <a:pt x="22468" y="11906"/>
                      <a:pt x="23639" y="12026"/>
                      <a:pt x="24766" y="12293"/>
                    </a:cubicBezTo>
                    <a:cubicBezTo>
                      <a:pt x="25522" y="12472"/>
                      <a:pt x="26306" y="12510"/>
                      <a:pt x="27036" y="12815"/>
                    </a:cubicBezTo>
                    <a:cubicBezTo>
                      <a:pt x="27809" y="13136"/>
                      <a:pt x="28549" y="13528"/>
                      <a:pt x="29300" y="13893"/>
                    </a:cubicBezTo>
                    <a:cubicBezTo>
                      <a:pt x="29562" y="14013"/>
                      <a:pt x="29752" y="14231"/>
                      <a:pt x="29932" y="14454"/>
                    </a:cubicBezTo>
                    <a:cubicBezTo>
                      <a:pt x="29986" y="14514"/>
                      <a:pt x="30068" y="14574"/>
                      <a:pt x="30035" y="14661"/>
                    </a:cubicBezTo>
                    <a:cubicBezTo>
                      <a:pt x="30011" y="14722"/>
                      <a:pt x="29961" y="14730"/>
                      <a:pt x="29909" y="14730"/>
                    </a:cubicBezTo>
                    <a:cubicBezTo>
                      <a:pt x="29891" y="14730"/>
                      <a:pt x="29873" y="14729"/>
                      <a:pt x="29856" y="14729"/>
                    </a:cubicBezTo>
                    <a:cubicBezTo>
                      <a:pt x="29842" y="14729"/>
                      <a:pt x="29830" y="14730"/>
                      <a:pt x="29818" y="14732"/>
                    </a:cubicBezTo>
                    <a:cubicBezTo>
                      <a:pt x="29566" y="14761"/>
                      <a:pt x="29315" y="14774"/>
                      <a:pt x="29064" y="14774"/>
                    </a:cubicBezTo>
                    <a:cubicBezTo>
                      <a:pt x="28491" y="14774"/>
                      <a:pt x="27921" y="14708"/>
                      <a:pt x="27357" y="14628"/>
                    </a:cubicBezTo>
                    <a:cubicBezTo>
                      <a:pt x="27200" y="14605"/>
                      <a:pt x="27045" y="14593"/>
                      <a:pt x="26893" y="14593"/>
                    </a:cubicBezTo>
                    <a:cubicBezTo>
                      <a:pt x="25731" y="14593"/>
                      <a:pt x="24739" y="15259"/>
                      <a:pt x="24325" y="16381"/>
                    </a:cubicBezTo>
                    <a:cubicBezTo>
                      <a:pt x="24178" y="16768"/>
                      <a:pt x="23943" y="17040"/>
                      <a:pt x="23573" y="17230"/>
                    </a:cubicBezTo>
                    <a:cubicBezTo>
                      <a:pt x="23040" y="17508"/>
                      <a:pt x="22474" y="17704"/>
                      <a:pt x="21951" y="18009"/>
                    </a:cubicBezTo>
                    <a:cubicBezTo>
                      <a:pt x="21623" y="18200"/>
                      <a:pt x="21278" y="18315"/>
                      <a:pt x="20907" y="18315"/>
                    </a:cubicBezTo>
                    <a:cubicBezTo>
                      <a:pt x="20730" y="18315"/>
                      <a:pt x="20546" y="18288"/>
                      <a:pt x="20356" y="18232"/>
                    </a:cubicBezTo>
                    <a:cubicBezTo>
                      <a:pt x="19860" y="18085"/>
                      <a:pt x="19360" y="17987"/>
                      <a:pt x="18902" y="17709"/>
                    </a:cubicBezTo>
                    <a:cubicBezTo>
                      <a:pt x="18759" y="17622"/>
                      <a:pt x="18631" y="17580"/>
                      <a:pt x="18518" y="17580"/>
                    </a:cubicBezTo>
                    <a:cubicBezTo>
                      <a:pt x="18306" y="17580"/>
                      <a:pt x="18149" y="17730"/>
                      <a:pt x="18042" y="18014"/>
                    </a:cubicBezTo>
                    <a:cubicBezTo>
                      <a:pt x="17944" y="18281"/>
                      <a:pt x="17928" y="18542"/>
                      <a:pt x="18031" y="18809"/>
                    </a:cubicBezTo>
                    <a:cubicBezTo>
                      <a:pt x="18135" y="19076"/>
                      <a:pt x="18178" y="19359"/>
                      <a:pt x="18211" y="19637"/>
                    </a:cubicBezTo>
                    <a:cubicBezTo>
                      <a:pt x="18254" y="20039"/>
                      <a:pt x="18102" y="20224"/>
                      <a:pt x="17705" y="20273"/>
                    </a:cubicBezTo>
                    <a:cubicBezTo>
                      <a:pt x="17405" y="20306"/>
                      <a:pt x="17269" y="20453"/>
                      <a:pt x="17247" y="20758"/>
                    </a:cubicBezTo>
                    <a:cubicBezTo>
                      <a:pt x="17236" y="20900"/>
                      <a:pt x="17269" y="21041"/>
                      <a:pt x="17296" y="21177"/>
                    </a:cubicBezTo>
                    <a:cubicBezTo>
                      <a:pt x="17328" y="21346"/>
                      <a:pt x="17283" y="21413"/>
                      <a:pt x="17182" y="21413"/>
                    </a:cubicBezTo>
                    <a:cubicBezTo>
                      <a:pt x="17143" y="21413"/>
                      <a:pt x="17095" y="21402"/>
                      <a:pt x="17040" y="21384"/>
                    </a:cubicBezTo>
                    <a:cubicBezTo>
                      <a:pt x="16659" y="21259"/>
                      <a:pt x="16404" y="20987"/>
                      <a:pt x="16197" y="20660"/>
                    </a:cubicBezTo>
                    <a:cubicBezTo>
                      <a:pt x="16006" y="20361"/>
                      <a:pt x="15777" y="20094"/>
                      <a:pt x="15473" y="19898"/>
                    </a:cubicBezTo>
                    <a:cubicBezTo>
                      <a:pt x="15322" y="19802"/>
                      <a:pt x="15192" y="19753"/>
                      <a:pt x="15079" y="19753"/>
                    </a:cubicBezTo>
                    <a:cubicBezTo>
                      <a:pt x="14885" y="19753"/>
                      <a:pt x="14743" y="19896"/>
                      <a:pt x="14640" y="20192"/>
                    </a:cubicBezTo>
                    <a:cubicBezTo>
                      <a:pt x="14422" y="20829"/>
                      <a:pt x="14710" y="21585"/>
                      <a:pt x="15304" y="21934"/>
                    </a:cubicBezTo>
                    <a:cubicBezTo>
                      <a:pt x="15587" y="22097"/>
                      <a:pt x="15914" y="22233"/>
                      <a:pt x="16099" y="22511"/>
                    </a:cubicBezTo>
                    <a:cubicBezTo>
                      <a:pt x="16752" y="23485"/>
                      <a:pt x="17079" y="24542"/>
                      <a:pt x="16768" y="25728"/>
                    </a:cubicBezTo>
                    <a:cubicBezTo>
                      <a:pt x="16725" y="25897"/>
                      <a:pt x="16676" y="26066"/>
                      <a:pt x="16670" y="26246"/>
                    </a:cubicBezTo>
                    <a:cubicBezTo>
                      <a:pt x="16649" y="27209"/>
                      <a:pt x="16741" y="28151"/>
                      <a:pt x="17155" y="29044"/>
                    </a:cubicBezTo>
                    <a:cubicBezTo>
                      <a:pt x="17247" y="29245"/>
                      <a:pt x="17313" y="29463"/>
                      <a:pt x="17373" y="29675"/>
                    </a:cubicBezTo>
                    <a:cubicBezTo>
                      <a:pt x="17541" y="30296"/>
                      <a:pt x="17814" y="30867"/>
                      <a:pt x="18113" y="31434"/>
                    </a:cubicBezTo>
                    <a:cubicBezTo>
                      <a:pt x="18494" y="32130"/>
                      <a:pt x="19011" y="32735"/>
                      <a:pt x="19420" y="33410"/>
                    </a:cubicBezTo>
                    <a:cubicBezTo>
                      <a:pt x="19463" y="33491"/>
                      <a:pt x="19556" y="33573"/>
                      <a:pt x="19490" y="33666"/>
                    </a:cubicBezTo>
                    <a:cubicBezTo>
                      <a:pt x="19463" y="33704"/>
                      <a:pt x="19429" y="33716"/>
                      <a:pt x="19392" y="33716"/>
                    </a:cubicBezTo>
                    <a:cubicBezTo>
                      <a:pt x="19339" y="33716"/>
                      <a:pt x="19280" y="33692"/>
                      <a:pt x="19229" y="33682"/>
                    </a:cubicBezTo>
                    <a:cubicBezTo>
                      <a:pt x="18129" y="33459"/>
                      <a:pt x="17035" y="33219"/>
                      <a:pt x="15963" y="32904"/>
                    </a:cubicBezTo>
                    <a:cubicBezTo>
                      <a:pt x="15750" y="32844"/>
                      <a:pt x="15571" y="32729"/>
                      <a:pt x="15434" y="32561"/>
                    </a:cubicBezTo>
                    <a:cubicBezTo>
                      <a:pt x="14395" y="31254"/>
                      <a:pt x="12941" y="30590"/>
                      <a:pt x="11439" y="30018"/>
                    </a:cubicBezTo>
                    <a:cubicBezTo>
                      <a:pt x="10823" y="29779"/>
                      <a:pt x="10181" y="29615"/>
                      <a:pt x="9582" y="29321"/>
                    </a:cubicBezTo>
                    <a:cubicBezTo>
                      <a:pt x="9435" y="29251"/>
                      <a:pt x="9277" y="29191"/>
                      <a:pt x="9114" y="29180"/>
                    </a:cubicBezTo>
                    <a:cubicBezTo>
                      <a:pt x="9058" y="29177"/>
                      <a:pt x="9001" y="29174"/>
                      <a:pt x="8945" y="29174"/>
                    </a:cubicBezTo>
                    <a:cubicBezTo>
                      <a:pt x="8715" y="29174"/>
                      <a:pt x="8496" y="29218"/>
                      <a:pt x="8352" y="29441"/>
                    </a:cubicBezTo>
                    <a:cubicBezTo>
                      <a:pt x="8172" y="29708"/>
                      <a:pt x="8292" y="29964"/>
                      <a:pt x="8439" y="30203"/>
                    </a:cubicBezTo>
                    <a:cubicBezTo>
                      <a:pt x="8689" y="30617"/>
                      <a:pt x="8940" y="31031"/>
                      <a:pt x="9125" y="31477"/>
                    </a:cubicBezTo>
                    <a:cubicBezTo>
                      <a:pt x="9506" y="32370"/>
                      <a:pt x="9991" y="33208"/>
                      <a:pt x="10557" y="33992"/>
                    </a:cubicBezTo>
                    <a:cubicBezTo>
                      <a:pt x="10774" y="34303"/>
                      <a:pt x="10949" y="34640"/>
                      <a:pt x="11063" y="34999"/>
                    </a:cubicBezTo>
                    <a:cubicBezTo>
                      <a:pt x="11156" y="35283"/>
                      <a:pt x="11281" y="35544"/>
                      <a:pt x="11428" y="35805"/>
                    </a:cubicBezTo>
                    <a:cubicBezTo>
                      <a:pt x="11803" y="36475"/>
                      <a:pt x="12195" y="37133"/>
                      <a:pt x="12457" y="37787"/>
                    </a:cubicBezTo>
                    <a:cubicBezTo>
                      <a:pt x="11275" y="36344"/>
                      <a:pt x="9914" y="35027"/>
                      <a:pt x="8112" y="34237"/>
                    </a:cubicBezTo>
                    <a:cubicBezTo>
                      <a:pt x="7806" y="34104"/>
                      <a:pt x="7489" y="34022"/>
                      <a:pt x="7178" y="34022"/>
                    </a:cubicBezTo>
                    <a:cubicBezTo>
                      <a:pt x="6981" y="34022"/>
                      <a:pt x="6787" y="34055"/>
                      <a:pt x="6599" y="34128"/>
                    </a:cubicBezTo>
                    <a:cubicBezTo>
                      <a:pt x="5374" y="34602"/>
                      <a:pt x="4650" y="35528"/>
                      <a:pt x="4514" y="36834"/>
                    </a:cubicBezTo>
                    <a:cubicBezTo>
                      <a:pt x="4410" y="37847"/>
                      <a:pt x="4579" y="38848"/>
                      <a:pt x="5015" y="39768"/>
                    </a:cubicBezTo>
                    <a:cubicBezTo>
                      <a:pt x="5516" y="40830"/>
                      <a:pt x="5891" y="41930"/>
                      <a:pt x="6120" y="43078"/>
                    </a:cubicBezTo>
                    <a:cubicBezTo>
                      <a:pt x="6147" y="43209"/>
                      <a:pt x="6169" y="43340"/>
                      <a:pt x="6289" y="43416"/>
                    </a:cubicBezTo>
                    <a:cubicBezTo>
                      <a:pt x="6370" y="43508"/>
                      <a:pt x="6321" y="43672"/>
                      <a:pt x="6485" y="43737"/>
                    </a:cubicBezTo>
                    <a:cubicBezTo>
                      <a:pt x="6495" y="43617"/>
                      <a:pt x="6506" y="43508"/>
                      <a:pt x="6517" y="43405"/>
                    </a:cubicBezTo>
                    <a:cubicBezTo>
                      <a:pt x="6419" y="42572"/>
                      <a:pt x="6272" y="41755"/>
                      <a:pt x="5951" y="40971"/>
                    </a:cubicBezTo>
                    <a:cubicBezTo>
                      <a:pt x="5635" y="40193"/>
                      <a:pt x="5222" y="39453"/>
                      <a:pt x="5058" y="38609"/>
                    </a:cubicBezTo>
                    <a:cubicBezTo>
                      <a:pt x="4840" y="37487"/>
                      <a:pt x="4655" y="36382"/>
                      <a:pt x="5407" y="35359"/>
                    </a:cubicBezTo>
                    <a:cubicBezTo>
                      <a:pt x="5950" y="34620"/>
                      <a:pt x="6443" y="34280"/>
                      <a:pt x="7069" y="34280"/>
                    </a:cubicBezTo>
                    <a:cubicBezTo>
                      <a:pt x="7314" y="34280"/>
                      <a:pt x="7581" y="34332"/>
                      <a:pt x="7878" y="34433"/>
                    </a:cubicBezTo>
                    <a:cubicBezTo>
                      <a:pt x="8238" y="34558"/>
                      <a:pt x="8570" y="34776"/>
                      <a:pt x="8891" y="34994"/>
                    </a:cubicBezTo>
                    <a:cubicBezTo>
                      <a:pt x="10377" y="36001"/>
                      <a:pt x="11651" y="37221"/>
                      <a:pt x="12631" y="38739"/>
                    </a:cubicBezTo>
                    <a:cubicBezTo>
                      <a:pt x="12710" y="38860"/>
                      <a:pt x="12781" y="39028"/>
                      <a:pt x="12935" y="39028"/>
                    </a:cubicBezTo>
                    <a:cubicBezTo>
                      <a:pt x="12961" y="39028"/>
                      <a:pt x="12991" y="39023"/>
                      <a:pt x="13023" y="39012"/>
                    </a:cubicBezTo>
                    <a:cubicBezTo>
                      <a:pt x="13257" y="38930"/>
                      <a:pt x="13137" y="38712"/>
                      <a:pt x="13148" y="38549"/>
                    </a:cubicBezTo>
                    <a:cubicBezTo>
                      <a:pt x="13153" y="38494"/>
                      <a:pt x="13115" y="38435"/>
                      <a:pt x="13104" y="38380"/>
                    </a:cubicBezTo>
                    <a:cubicBezTo>
                      <a:pt x="12936" y="37689"/>
                      <a:pt x="12625" y="37057"/>
                      <a:pt x="12288" y="36442"/>
                    </a:cubicBezTo>
                    <a:cubicBezTo>
                      <a:pt x="11999" y="35914"/>
                      <a:pt x="11662" y="35413"/>
                      <a:pt x="11471" y="34847"/>
                    </a:cubicBezTo>
                    <a:cubicBezTo>
                      <a:pt x="11341" y="34466"/>
                      <a:pt x="11188" y="34090"/>
                      <a:pt x="10954" y="33775"/>
                    </a:cubicBezTo>
                    <a:cubicBezTo>
                      <a:pt x="10061" y="32566"/>
                      <a:pt x="9511" y="31161"/>
                      <a:pt x="8684" y="29920"/>
                    </a:cubicBezTo>
                    <a:cubicBezTo>
                      <a:pt x="8559" y="29724"/>
                      <a:pt x="8662" y="29528"/>
                      <a:pt x="8896" y="29479"/>
                    </a:cubicBezTo>
                    <a:cubicBezTo>
                      <a:pt x="8926" y="29473"/>
                      <a:pt x="8956" y="29470"/>
                      <a:pt x="8985" y="29470"/>
                    </a:cubicBezTo>
                    <a:cubicBezTo>
                      <a:pt x="9084" y="29470"/>
                      <a:pt x="9179" y="29503"/>
                      <a:pt x="9272" y="29545"/>
                    </a:cubicBezTo>
                    <a:cubicBezTo>
                      <a:pt x="10529" y="30111"/>
                      <a:pt x="11885" y="30427"/>
                      <a:pt x="13110" y="31091"/>
                    </a:cubicBezTo>
                    <a:cubicBezTo>
                      <a:pt x="13856" y="31494"/>
                      <a:pt x="14504" y="32000"/>
                      <a:pt x="15043" y="32642"/>
                    </a:cubicBezTo>
                    <a:cubicBezTo>
                      <a:pt x="15266" y="32909"/>
                      <a:pt x="15500" y="33138"/>
                      <a:pt x="15848" y="33241"/>
                    </a:cubicBezTo>
                    <a:cubicBezTo>
                      <a:pt x="17030" y="33595"/>
                      <a:pt x="18233" y="33862"/>
                      <a:pt x="19441" y="34090"/>
                    </a:cubicBezTo>
                    <a:cubicBezTo>
                      <a:pt x="19489" y="34099"/>
                      <a:pt x="19534" y="34104"/>
                      <a:pt x="19576" y="34104"/>
                    </a:cubicBezTo>
                    <a:cubicBezTo>
                      <a:pt x="19886" y="34104"/>
                      <a:pt x="20042" y="33866"/>
                      <a:pt x="19931" y="33535"/>
                    </a:cubicBezTo>
                    <a:cubicBezTo>
                      <a:pt x="19882" y="33393"/>
                      <a:pt x="19795" y="33263"/>
                      <a:pt x="19708" y="33138"/>
                    </a:cubicBezTo>
                    <a:cubicBezTo>
                      <a:pt x="19360" y="32620"/>
                      <a:pt x="18995" y="32114"/>
                      <a:pt x="18652" y="31597"/>
                    </a:cubicBezTo>
                    <a:cubicBezTo>
                      <a:pt x="17939" y="30524"/>
                      <a:pt x="17623" y="29283"/>
                      <a:pt x="17226" y="28086"/>
                    </a:cubicBezTo>
                    <a:cubicBezTo>
                      <a:pt x="16986" y="27356"/>
                      <a:pt x="16937" y="26556"/>
                      <a:pt x="17160" y="25788"/>
                    </a:cubicBezTo>
                    <a:cubicBezTo>
                      <a:pt x="17324" y="25228"/>
                      <a:pt x="17313" y="24678"/>
                      <a:pt x="17193" y="24117"/>
                    </a:cubicBezTo>
                    <a:cubicBezTo>
                      <a:pt x="16953" y="23006"/>
                      <a:pt x="16507" y="22054"/>
                      <a:pt x="15396" y="21542"/>
                    </a:cubicBezTo>
                    <a:cubicBezTo>
                      <a:pt x="15032" y="21379"/>
                      <a:pt x="14841" y="20622"/>
                      <a:pt x="15015" y="20246"/>
                    </a:cubicBezTo>
                    <a:cubicBezTo>
                      <a:pt x="15049" y="20172"/>
                      <a:pt x="15084" y="20132"/>
                      <a:pt x="15136" y="20132"/>
                    </a:cubicBezTo>
                    <a:cubicBezTo>
                      <a:pt x="15168" y="20132"/>
                      <a:pt x="15207" y="20148"/>
                      <a:pt x="15255" y="20181"/>
                    </a:cubicBezTo>
                    <a:cubicBezTo>
                      <a:pt x="15505" y="20361"/>
                      <a:pt x="15718" y="20573"/>
                      <a:pt x="15875" y="20845"/>
                    </a:cubicBezTo>
                    <a:cubicBezTo>
                      <a:pt x="16191" y="21395"/>
                      <a:pt x="16654" y="21743"/>
                      <a:pt x="17296" y="21825"/>
                    </a:cubicBezTo>
                    <a:cubicBezTo>
                      <a:pt x="17400" y="21836"/>
                      <a:pt x="17471" y="21874"/>
                      <a:pt x="17541" y="21945"/>
                    </a:cubicBezTo>
                    <a:cubicBezTo>
                      <a:pt x="17606" y="22001"/>
                      <a:pt x="17653" y="22107"/>
                      <a:pt x="17742" y="22107"/>
                    </a:cubicBezTo>
                    <a:cubicBezTo>
                      <a:pt x="17766" y="22107"/>
                      <a:pt x="17793" y="22099"/>
                      <a:pt x="17824" y="22081"/>
                    </a:cubicBezTo>
                    <a:cubicBezTo>
                      <a:pt x="17977" y="21988"/>
                      <a:pt x="17939" y="21836"/>
                      <a:pt x="17895" y="21700"/>
                    </a:cubicBezTo>
                    <a:cubicBezTo>
                      <a:pt x="17835" y="21509"/>
                      <a:pt x="17743" y="21330"/>
                      <a:pt x="17694" y="21139"/>
                    </a:cubicBezTo>
                    <a:cubicBezTo>
                      <a:pt x="17645" y="20916"/>
                      <a:pt x="17656" y="20736"/>
                      <a:pt x="17971" y="20687"/>
                    </a:cubicBezTo>
                    <a:cubicBezTo>
                      <a:pt x="18363" y="20633"/>
                      <a:pt x="18630" y="20246"/>
                      <a:pt x="18608" y="19860"/>
                    </a:cubicBezTo>
                    <a:cubicBezTo>
                      <a:pt x="18587" y="19446"/>
                      <a:pt x="18478" y="19054"/>
                      <a:pt x="18352" y="18662"/>
                    </a:cubicBezTo>
                    <a:cubicBezTo>
                      <a:pt x="18298" y="18482"/>
                      <a:pt x="18298" y="18319"/>
                      <a:pt x="18358" y="18145"/>
                    </a:cubicBezTo>
                    <a:cubicBezTo>
                      <a:pt x="18412" y="18001"/>
                      <a:pt x="18478" y="17924"/>
                      <a:pt x="18575" y="17924"/>
                    </a:cubicBezTo>
                    <a:cubicBezTo>
                      <a:pt x="18626" y="17924"/>
                      <a:pt x="18685" y="17944"/>
                      <a:pt x="18755" y="17987"/>
                    </a:cubicBezTo>
                    <a:cubicBezTo>
                      <a:pt x="19387" y="18379"/>
                      <a:pt x="20078" y="18570"/>
                      <a:pt x="20808" y="18673"/>
                    </a:cubicBezTo>
                    <a:cubicBezTo>
                      <a:pt x="20874" y="18683"/>
                      <a:pt x="20937" y="18688"/>
                      <a:pt x="20998" y="18688"/>
                    </a:cubicBezTo>
                    <a:cubicBezTo>
                      <a:pt x="21192" y="18688"/>
                      <a:pt x="21363" y="18640"/>
                      <a:pt x="21554" y="18570"/>
                    </a:cubicBezTo>
                    <a:cubicBezTo>
                      <a:pt x="22109" y="18374"/>
                      <a:pt x="22588" y="18036"/>
                      <a:pt x="23143" y="17829"/>
                    </a:cubicBezTo>
                    <a:cubicBezTo>
                      <a:pt x="23742" y="17600"/>
                      <a:pt x="24428" y="17366"/>
                      <a:pt x="24602" y="16626"/>
                    </a:cubicBezTo>
                    <a:cubicBezTo>
                      <a:pt x="24874" y="15505"/>
                      <a:pt x="26003" y="14946"/>
                      <a:pt x="26981" y="14946"/>
                    </a:cubicBezTo>
                    <a:cubicBezTo>
                      <a:pt x="27100" y="14946"/>
                      <a:pt x="27217" y="14955"/>
                      <a:pt x="27330" y="14971"/>
                    </a:cubicBezTo>
                    <a:cubicBezTo>
                      <a:pt x="28184" y="15096"/>
                      <a:pt x="29044" y="15107"/>
                      <a:pt x="29905" y="15107"/>
                    </a:cubicBezTo>
                    <a:cubicBezTo>
                      <a:pt x="29915" y="15108"/>
                      <a:pt x="29926" y="15108"/>
                      <a:pt x="29936" y="15108"/>
                    </a:cubicBezTo>
                    <a:cubicBezTo>
                      <a:pt x="30071" y="15108"/>
                      <a:pt x="30197" y="15076"/>
                      <a:pt x="30313" y="15025"/>
                    </a:cubicBezTo>
                    <a:cubicBezTo>
                      <a:pt x="30552" y="14917"/>
                      <a:pt x="30629" y="14737"/>
                      <a:pt x="30460" y="14519"/>
                    </a:cubicBezTo>
                    <a:cubicBezTo>
                      <a:pt x="30161" y="14127"/>
                      <a:pt x="29861" y="13730"/>
                      <a:pt x="29393" y="13512"/>
                    </a:cubicBezTo>
                    <a:cubicBezTo>
                      <a:pt x="28718" y="13191"/>
                      <a:pt x="28043" y="12870"/>
                      <a:pt x="27357" y="12554"/>
                    </a:cubicBezTo>
                    <a:cubicBezTo>
                      <a:pt x="26671" y="12244"/>
                      <a:pt x="25941" y="12091"/>
                      <a:pt x="25190" y="11982"/>
                    </a:cubicBezTo>
                    <a:cubicBezTo>
                      <a:pt x="24243" y="11841"/>
                      <a:pt x="23263" y="11699"/>
                      <a:pt x="22392" y="11318"/>
                    </a:cubicBezTo>
                    <a:cubicBezTo>
                      <a:pt x="21260" y="10812"/>
                      <a:pt x="20116" y="10333"/>
                      <a:pt x="18984" y="9832"/>
                    </a:cubicBezTo>
                    <a:cubicBezTo>
                      <a:pt x="18608" y="9669"/>
                      <a:pt x="18309" y="9396"/>
                      <a:pt x="18091" y="9053"/>
                    </a:cubicBezTo>
                    <a:cubicBezTo>
                      <a:pt x="17966" y="8847"/>
                      <a:pt x="17803" y="8683"/>
                      <a:pt x="17612" y="8542"/>
                    </a:cubicBezTo>
                    <a:cubicBezTo>
                      <a:pt x="17236" y="8253"/>
                      <a:pt x="16823" y="8041"/>
                      <a:pt x="16382" y="7872"/>
                    </a:cubicBezTo>
                    <a:cubicBezTo>
                      <a:pt x="16316" y="7845"/>
                      <a:pt x="16153" y="7872"/>
                      <a:pt x="16257" y="7682"/>
                    </a:cubicBezTo>
                    <a:cubicBezTo>
                      <a:pt x="16649" y="6936"/>
                      <a:pt x="17019" y="6174"/>
                      <a:pt x="17411" y="5422"/>
                    </a:cubicBezTo>
                    <a:cubicBezTo>
                      <a:pt x="17569" y="5112"/>
                      <a:pt x="17852" y="4856"/>
                      <a:pt x="17895" y="4497"/>
                    </a:cubicBezTo>
                    <a:cubicBezTo>
                      <a:pt x="17993" y="3789"/>
                      <a:pt x="18342" y="3174"/>
                      <a:pt x="18543" y="2504"/>
                    </a:cubicBezTo>
                    <a:cubicBezTo>
                      <a:pt x="18657" y="2134"/>
                      <a:pt x="18891" y="1867"/>
                      <a:pt x="19245" y="1666"/>
                    </a:cubicBezTo>
                    <a:cubicBezTo>
                      <a:pt x="20040" y="1203"/>
                      <a:pt x="20911" y="926"/>
                      <a:pt x="21760" y="599"/>
                    </a:cubicBezTo>
                    <a:cubicBezTo>
                      <a:pt x="21891" y="550"/>
                      <a:pt x="22071" y="528"/>
                      <a:pt x="22033" y="343"/>
                    </a:cubicBezTo>
                    <a:cubicBezTo>
                      <a:pt x="21995" y="180"/>
                      <a:pt x="21815" y="191"/>
                      <a:pt x="21679" y="174"/>
                    </a:cubicBezTo>
                    <a:cubicBezTo>
                      <a:pt x="20797" y="87"/>
                      <a:pt x="19920" y="16"/>
                      <a:pt x="19038" y="16"/>
                    </a:cubicBezTo>
                    <a:cubicBezTo>
                      <a:pt x="19012" y="17"/>
                      <a:pt x="18985" y="17"/>
                      <a:pt x="18959" y="17"/>
                    </a:cubicBezTo>
                    <a:cubicBezTo>
                      <a:pt x="18574" y="17"/>
                      <a:pt x="18189" y="0"/>
                      <a:pt x="1780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4" name="Google Shape;1634;p33"/>
              <p:cNvSpPr/>
              <p:nvPr/>
            </p:nvSpPr>
            <p:spPr>
              <a:xfrm>
                <a:off x="5146313" y="1681732"/>
                <a:ext cx="744967" cy="716565"/>
              </a:xfrm>
              <a:custGeom>
                <a:rect b="b" l="l" r="r" t="t"/>
                <a:pathLst>
                  <a:path extrusionOk="0" h="12034" w="12511">
                    <a:moveTo>
                      <a:pt x="0" y="0"/>
                    </a:moveTo>
                    <a:lnTo>
                      <a:pt x="0" y="0"/>
                    </a:lnTo>
                    <a:cubicBezTo>
                      <a:pt x="65" y="169"/>
                      <a:pt x="76" y="289"/>
                      <a:pt x="196" y="343"/>
                    </a:cubicBezTo>
                    <a:cubicBezTo>
                      <a:pt x="305" y="354"/>
                      <a:pt x="403" y="381"/>
                      <a:pt x="495" y="441"/>
                    </a:cubicBezTo>
                    <a:cubicBezTo>
                      <a:pt x="1590" y="1154"/>
                      <a:pt x="2243" y="2167"/>
                      <a:pt x="2477" y="3452"/>
                    </a:cubicBezTo>
                    <a:cubicBezTo>
                      <a:pt x="2575" y="3996"/>
                      <a:pt x="2749" y="4508"/>
                      <a:pt x="3092" y="4954"/>
                    </a:cubicBezTo>
                    <a:cubicBezTo>
                      <a:pt x="3517" y="5406"/>
                      <a:pt x="3991" y="5825"/>
                      <a:pt x="4285" y="6381"/>
                    </a:cubicBezTo>
                    <a:cubicBezTo>
                      <a:pt x="4774" y="7312"/>
                      <a:pt x="4856" y="8308"/>
                      <a:pt x="4736" y="9337"/>
                    </a:cubicBezTo>
                    <a:cubicBezTo>
                      <a:pt x="4698" y="9663"/>
                      <a:pt x="4693" y="9995"/>
                      <a:pt x="4725" y="10322"/>
                    </a:cubicBezTo>
                    <a:cubicBezTo>
                      <a:pt x="4752" y="10594"/>
                      <a:pt x="4845" y="10702"/>
                      <a:pt x="5063" y="10702"/>
                    </a:cubicBezTo>
                    <a:cubicBezTo>
                      <a:pt x="5111" y="10702"/>
                      <a:pt x="5165" y="10697"/>
                      <a:pt x="5226" y="10687"/>
                    </a:cubicBezTo>
                    <a:cubicBezTo>
                      <a:pt x="5247" y="10683"/>
                      <a:pt x="5267" y="10682"/>
                      <a:pt x="5287" y="10682"/>
                    </a:cubicBezTo>
                    <a:cubicBezTo>
                      <a:pt x="5362" y="10682"/>
                      <a:pt x="5425" y="10709"/>
                      <a:pt x="5477" y="10774"/>
                    </a:cubicBezTo>
                    <a:cubicBezTo>
                      <a:pt x="5520" y="10817"/>
                      <a:pt x="5564" y="10888"/>
                      <a:pt x="5509" y="10926"/>
                    </a:cubicBezTo>
                    <a:cubicBezTo>
                      <a:pt x="5210" y="11122"/>
                      <a:pt x="5450" y="11258"/>
                      <a:pt x="5564" y="11389"/>
                    </a:cubicBezTo>
                    <a:cubicBezTo>
                      <a:pt x="5695" y="11531"/>
                      <a:pt x="5793" y="11688"/>
                      <a:pt x="5890" y="11846"/>
                    </a:cubicBezTo>
                    <a:cubicBezTo>
                      <a:pt x="5970" y="11971"/>
                      <a:pt x="6037" y="12034"/>
                      <a:pt x="6108" y="12034"/>
                    </a:cubicBezTo>
                    <a:cubicBezTo>
                      <a:pt x="6173" y="12034"/>
                      <a:pt x="6240" y="11981"/>
                      <a:pt x="6321" y="11874"/>
                    </a:cubicBezTo>
                    <a:cubicBezTo>
                      <a:pt x="6576" y="11536"/>
                      <a:pt x="6849" y="11209"/>
                      <a:pt x="7072" y="10850"/>
                    </a:cubicBezTo>
                    <a:cubicBezTo>
                      <a:pt x="7105" y="10779"/>
                      <a:pt x="7126" y="10709"/>
                      <a:pt x="7126" y="10632"/>
                    </a:cubicBezTo>
                    <a:cubicBezTo>
                      <a:pt x="7056" y="10311"/>
                      <a:pt x="6996" y="9985"/>
                      <a:pt x="6974" y="9658"/>
                    </a:cubicBezTo>
                    <a:cubicBezTo>
                      <a:pt x="6930" y="9016"/>
                      <a:pt x="6876" y="8368"/>
                      <a:pt x="7235" y="7774"/>
                    </a:cubicBezTo>
                    <a:cubicBezTo>
                      <a:pt x="7339" y="7638"/>
                      <a:pt x="7377" y="7480"/>
                      <a:pt x="7393" y="7312"/>
                    </a:cubicBezTo>
                    <a:cubicBezTo>
                      <a:pt x="7388" y="6920"/>
                      <a:pt x="7633" y="6685"/>
                      <a:pt x="7921" y="6490"/>
                    </a:cubicBezTo>
                    <a:cubicBezTo>
                      <a:pt x="8596" y="6021"/>
                      <a:pt x="9320" y="5629"/>
                      <a:pt x="9973" y="5123"/>
                    </a:cubicBezTo>
                    <a:cubicBezTo>
                      <a:pt x="10567" y="4660"/>
                      <a:pt x="10997" y="4083"/>
                      <a:pt x="11198" y="3359"/>
                    </a:cubicBezTo>
                    <a:cubicBezTo>
                      <a:pt x="11432" y="2537"/>
                      <a:pt x="11705" y="1748"/>
                      <a:pt x="12358" y="1144"/>
                    </a:cubicBezTo>
                    <a:cubicBezTo>
                      <a:pt x="12418" y="1084"/>
                      <a:pt x="12510" y="991"/>
                      <a:pt x="12418" y="904"/>
                    </a:cubicBezTo>
                    <a:cubicBezTo>
                      <a:pt x="12392" y="880"/>
                      <a:pt x="12365" y="871"/>
                      <a:pt x="12337" y="871"/>
                    </a:cubicBezTo>
                    <a:cubicBezTo>
                      <a:pt x="12275" y="871"/>
                      <a:pt x="12211" y="917"/>
                      <a:pt x="12162" y="958"/>
                    </a:cubicBezTo>
                    <a:cubicBezTo>
                      <a:pt x="11999" y="1089"/>
                      <a:pt x="11863" y="1258"/>
                      <a:pt x="11656" y="1323"/>
                    </a:cubicBezTo>
                    <a:cubicBezTo>
                      <a:pt x="11520" y="1329"/>
                      <a:pt x="11449" y="1437"/>
                      <a:pt x="11383" y="1525"/>
                    </a:cubicBezTo>
                    <a:cubicBezTo>
                      <a:pt x="11167" y="1814"/>
                      <a:pt x="10937" y="1927"/>
                      <a:pt x="10686" y="1927"/>
                    </a:cubicBezTo>
                    <a:cubicBezTo>
                      <a:pt x="10503" y="1927"/>
                      <a:pt x="10308" y="1866"/>
                      <a:pt x="10099" y="1770"/>
                    </a:cubicBezTo>
                    <a:cubicBezTo>
                      <a:pt x="9424" y="1906"/>
                      <a:pt x="8738" y="2009"/>
                      <a:pt x="8106" y="2325"/>
                    </a:cubicBezTo>
                    <a:cubicBezTo>
                      <a:pt x="8008" y="2390"/>
                      <a:pt x="7899" y="2428"/>
                      <a:pt x="7790" y="2477"/>
                    </a:cubicBezTo>
                    <a:cubicBezTo>
                      <a:pt x="7475" y="2624"/>
                      <a:pt x="7154" y="2777"/>
                      <a:pt x="6816" y="2875"/>
                    </a:cubicBezTo>
                    <a:cubicBezTo>
                      <a:pt x="6462" y="2984"/>
                      <a:pt x="6370" y="3414"/>
                      <a:pt x="6016" y="3457"/>
                    </a:cubicBezTo>
                    <a:cubicBezTo>
                      <a:pt x="6135" y="3321"/>
                      <a:pt x="6293" y="3147"/>
                      <a:pt x="5923" y="3082"/>
                    </a:cubicBezTo>
                    <a:cubicBezTo>
                      <a:pt x="5803" y="3065"/>
                      <a:pt x="5798" y="2935"/>
                      <a:pt x="5711" y="2886"/>
                    </a:cubicBezTo>
                    <a:cubicBezTo>
                      <a:pt x="5618" y="2907"/>
                      <a:pt x="5613" y="3043"/>
                      <a:pt x="5504" y="3043"/>
                    </a:cubicBezTo>
                    <a:cubicBezTo>
                      <a:pt x="5602" y="3386"/>
                      <a:pt x="5558" y="3463"/>
                      <a:pt x="5226" y="3528"/>
                    </a:cubicBezTo>
                    <a:cubicBezTo>
                      <a:pt x="5212" y="3533"/>
                      <a:pt x="5198" y="3535"/>
                      <a:pt x="5186" y="3535"/>
                    </a:cubicBezTo>
                    <a:cubicBezTo>
                      <a:pt x="5082" y="3535"/>
                      <a:pt x="5045" y="3392"/>
                      <a:pt x="4938" y="3392"/>
                    </a:cubicBezTo>
                    <a:cubicBezTo>
                      <a:pt x="4911" y="3405"/>
                      <a:pt x="4888" y="3411"/>
                      <a:pt x="4866" y="3411"/>
                    </a:cubicBezTo>
                    <a:cubicBezTo>
                      <a:pt x="4784" y="3411"/>
                      <a:pt x="4736" y="3325"/>
                      <a:pt x="4671" y="3278"/>
                    </a:cubicBezTo>
                    <a:cubicBezTo>
                      <a:pt x="4592" y="3221"/>
                      <a:pt x="4527" y="3192"/>
                      <a:pt x="4475" y="3192"/>
                    </a:cubicBezTo>
                    <a:cubicBezTo>
                      <a:pt x="4388" y="3192"/>
                      <a:pt x="4338" y="3274"/>
                      <a:pt x="4317" y="3441"/>
                    </a:cubicBezTo>
                    <a:cubicBezTo>
                      <a:pt x="4295" y="3593"/>
                      <a:pt x="4372" y="3740"/>
                      <a:pt x="4361" y="3893"/>
                    </a:cubicBezTo>
                    <a:cubicBezTo>
                      <a:pt x="4341" y="3950"/>
                      <a:pt x="4320" y="3969"/>
                      <a:pt x="4297" y="3969"/>
                    </a:cubicBezTo>
                    <a:cubicBezTo>
                      <a:pt x="4255" y="3969"/>
                      <a:pt x="4208" y="3901"/>
                      <a:pt x="4167" y="3901"/>
                    </a:cubicBezTo>
                    <a:cubicBezTo>
                      <a:pt x="4163" y="3901"/>
                      <a:pt x="4158" y="3902"/>
                      <a:pt x="4154" y="3904"/>
                    </a:cubicBezTo>
                    <a:cubicBezTo>
                      <a:pt x="3822" y="3866"/>
                      <a:pt x="3593" y="3697"/>
                      <a:pt x="3446" y="3403"/>
                    </a:cubicBezTo>
                    <a:cubicBezTo>
                      <a:pt x="3261" y="3038"/>
                      <a:pt x="3016" y="2700"/>
                      <a:pt x="2869" y="2319"/>
                    </a:cubicBezTo>
                    <a:cubicBezTo>
                      <a:pt x="2728" y="1944"/>
                      <a:pt x="2352" y="1753"/>
                      <a:pt x="2189" y="1399"/>
                    </a:cubicBezTo>
                    <a:cubicBezTo>
                      <a:pt x="1573" y="779"/>
                      <a:pt x="887" y="278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5" name="Google Shape;1635;p33"/>
              <p:cNvSpPr/>
              <p:nvPr/>
            </p:nvSpPr>
            <p:spPr>
              <a:xfrm>
                <a:off x="5873729" y="2812217"/>
                <a:ext cx="1361854" cy="2000414"/>
              </a:xfrm>
              <a:custGeom>
                <a:rect b="b" l="l" r="r" t="t"/>
                <a:pathLst>
                  <a:path extrusionOk="0" h="33595" w="22871">
                    <a:moveTo>
                      <a:pt x="16310" y="1"/>
                    </a:moveTo>
                    <a:cubicBezTo>
                      <a:pt x="16197" y="1"/>
                      <a:pt x="16168" y="148"/>
                      <a:pt x="16126" y="233"/>
                    </a:cubicBezTo>
                    <a:cubicBezTo>
                      <a:pt x="15859" y="804"/>
                      <a:pt x="15423" y="1229"/>
                      <a:pt x="14928" y="1594"/>
                    </a:cubicBezTo>
                    <a:cubicBezTo>
                      <a:pt x="14460" y="1931"/>
                      <a:pt x="13959" y="2214"/>
                      <a:pt x="13545" y="2628"/>
                    </a:cubicBezTo>
                    <a:cubicBezTo>
                      <a:pt x="13289" y="2884"/>
                      <a:pt x="13099" y="3156"/>
                      <a:pt x="13099" y="3542"/>
                    </a:cubicBezTo>
                    <a:cubicBezTo>
                      <a:pt x="13099" y="4294"/>
                      <a:pt x="13251" y="5001"/>
                      <a:pt x="13594" y="5676"/>
                    </a:cubicBezTo>
                    <a:cubicBezTo>
                      <a:pt x="13812" y="6096"/>
                      <a:pt x="14089" y="6537"/>
                      <a:pt x="13959" y="7037"/>
                    </a:cubicBezTo>
                    <a:cubicBezTo>
                      <a:pt x="13806" y="7625"/>
                      <a:pt x="13632" y="8213"/>
                      <a:pt x="13316" y="8747"/>
                    </a:cubicBezTo>
                    <a:cubicBezTo>
                      <a:pt x="13343" y="8877"/>
                      <a:pt x="13388" y="8943"/>
                      <a:pt x="13454" y="8943"/>
                    </a:cubicBezTo>
                    <a:cubicBezTo>
                      <a:pt x="13495" y="8943"/>
                      <a:pt x="13546" y="8916"/>
                      <a:pt x="13605" y="8861"/>
                    </a:cubicBezTo>
                    <a:cubicBezTo>
                      <a:pt x="13785" y="8703"/>
                      <a:pt x="13888" y="8496"/>
                      <a:pt x="13883" y="8251"/>
                    </a:cubicBezTo>
                    <a:cubicBezTo>
                      <a:pt x="13904" y="8197"/>
                      <a:pt x="13921" y="8148"/>
                      <a:pt x="13942" y="8094"/>
                    </a:cubicBezTo>
                    <a:cubicBezTo>
                      <a:pt x="14204" y="7419"/>
                      <a:pt x="14460" y="6738"/>
                      <a:pt x="14089" y="6025"/>
                    </a:cubicBezTo>
                    <a:cubicBezTo>
                      <a:pt x="13855" y="5584"/>
                      <a:pt x="13991" y="5192"/>
                      <a:pt x="14160" y="4784"/>
                    </a:cubicBezTo>
                    <a:cubicBezTo>
                      <a:pt x="14411" y="4169"/>
                      <a:pt x="14868" y="3711"/>
                      <a:pt x="15314" y="3248"/>
                    </a:cubicBezTo>
                    <a:cubicBezTo>
                      <a:pt x="15240" y="3153"/>
                      <a:pt x="15187" y="3101"/>
                      <a:pt x="15117" y="3101"/>
                    </a:cubicBezTo>
                    <a:cubicBezTo>
                      <a:pt x="15064" y="3101"/>
                      <a:pt x="15001" y="3131"/>
                      <a:pt x="14912" y="3194"/>
                    </a:cubicBezTo>
                    <a:cubicBezTo>
                      <a:pt x="14264" y="3635"/>
                      <a:pt x="13883" y="4256"/>
                      <a:pt x="13725" y="4963"/>
                    </a:cubicBezTo>
                    <a:cubicBezTo>
                      <a:pt x="13654" y="4615"/>
                      <a:pt x="13507" y="4218"/>
                      <a:pt x="13436" y="3804"/>
                    </a:cubicBezTo>
                    <a:cubicBezTo>
                      <a:pt x="13376" y="3477"/>
                      <a:pt x="13469" y="3189"/>
                      <a:pt x="13703" y="2965"/>
                    </a:cubicBezTo>
                    <a:cubicBezTo>
                      <a:pt x="13899" y="2780"/>
                      <a:pt x="14100" y="2601"/>
                      <a:pt x="14302" y="2421"/>
                    </a:cubicBezTo>
                    <a:cubicBezTo>
                      <a:pt x="14503" y="2243"/>
                      <a:pt x="14712" y="2132"/>
                      <a:pt x="14940" y="2132"/>
                    </a:cubicBezTo>
                    <a:cubicBezTo>
                      <a:pt x="15082" y="2132"/>
                      <a:pt x="15231" y="2176"/>
                      <a:pt x="15391" y="2274"/>
                    </a:cubicBezTo>
                    <a:cubicBezTo>
                      <a:pt x="15582" y="2390"/>
                      <a:pt x="15786" y="2505"/>
                      <a:pt x="16022" y="2505"/>
                    </a:cubicBezTo>
                    <a:cubicBezTo>
                      <a:pt x="16042" y="2505"/>
                      <a:pt x="16062" y="2504"/>
                      <a:pt x="16082" y="2503"/>
                    </a:cubicBezTo>
                    <a:cubicBezTo>
                      <a:pt x="16561" y="2742"/>
                      <a:pt x="17067" y="2944"/>
                      <a:pt x="17497" y="3270"/>
                    </a:cubicBezTo>
                    <a:cubicBezTo>
                      <a:pt x="17977" y="3635"/>
                      <a:pt x="18423" y="4043"/>
                      <a:pt x="18897" y="4419"/>
                    </a:cubicBezTo>
                    <a:cubicBezTo>
                      <a:pt x="19354" y="4784"/>
                      <a:pt x="19866" y="5078"/>
                      <a:pt x="20247" y="5530"/>
                    </a:cubicBezTo>
                    <a:cubicBezTo>
                      <a:pt x="21597" y="7130"/>
                      <a:pt x="22239" y="8997"/>
                      <a:pt x="22310" y="11071"/>
                    </a:cubicBezTo>
                    <a:cubicBezTo>
                      <a:pt x="22343" y="12062"/>
                      <a:pt x="22353" y="13064"/>
                      <a:pt x="22174" y="14049"/>
                    </a:cubicBezTo>
                    <a:cubicBezTo>
                      <a:pt x="21978" y="15100"/>
                      <a:pt x="21684" y="16118"/>
                      <a:pt x="21178" y="17071"/>
                    </a:cubicBezTo>
                    <a:cubicBezTo>
                      <a:pt x="20078" y="19123"/>
                      <a:pt x="18379" y="20446"/>
                      <a:pt x="16153" y="21029"/>
                    </a:cubicBezTo>
                    <a:cubicBezTo>
                      <a:pt x="14340" y="21502"/>
                      <a:pt x="12467" y="21627"/>
                      <a:pt x="10600" y="21774"/>
                    </a:cubicBezTo>
                    <a:cubicBezTo>
                      <a:pt x="9163" y="21883"/>
                      <a:pt x="7736" y="22041"/>
                      <a:pt x="6354" y="22536"/>
                    </a:cubicBezTo>
                    <a:cubicBezTo>
                      <a:pt x="3544" y="23544"/>
                      <a:pt x="1732" y="25427"/>
                      <a:pt x="991" y="28329"/>
                    </a:cubicBezTo>
                    <a:cubicBezTo>
                      <a:pt x="915" y="28623"/>
                      <a:pt x="806" y="28911"/>
                      <a:pt x="697" y="29189"/>
                    </a:cubicBezTo>
                    <a:cubicBezTo>
                      <a:pt x="479" y="29739"/>
                      <a:pt x="245" y="30272"/>
                      <a:pt x="126" y="30849"/>
                    </a:cubicBezTo>
                    <a:cubicBezTo>
                      <a:pt x="93" y="31007"/>
                      <a:pt x="0" y="31231"/>
                      <a:pt x="175" y="31296"/>
                    </a:cubicBezTo>
                    <a:cubicBezTo>
                      <a:pt x="202" y="31307"/>
                      <a:pt x="227" y="31312"/>
                      <a:pt x="250" y="31312"/>
                    </a:cubicBezTo>
                    <a:cubicBezTo>
                      <a:pt x="398" y="31312"/>
                      <a:pt x="452" y="31103"/>
                      <a:pt x="523" y="30980"/>
                    </a:cubicBezTo>
                    <a:cubicBezTo>
                      <a:pt x="648" y="30762"/>
                      <a:pt x="703" y="30506"/>
                      <a:pt x="888" y="30321"/>
                    </a:cubicBezTo>
                    <a:cubicBezTo>
                      <a:pt x="964" y="30370"/>
                      <a:pt x="937" y="30436"/>
                      <a:pt x="937" y="30485"/>
                    </a:cubicBezTo>
                    <a:cubicBezTo>
                      <a:pt x="850" y="31628"/>
                      <a:pt x="1378" y="32543"/>
                      <a:pt x="2009" y="33419"/>
                    </a:cubicBezTo>
                    <a:cubicBezTo>
                      <a:pt x="2052" y="33483"/>
                      <a:pt x="2105" y="33594"/>
                      <a:pt x="2194" y="33594"/>
                    </a:cubicBezTo>
                    <a:cubicBezTo>
                      <a:pt x="2218" y="33594"/>
                      <a:pt x="2246" y="33586"/>
                      <a:pt x="2276" y="33566"/>
                    </a:cubicBezTo>
                    <a:cubicBezTo>
                      <a:pt x="2401" y="33484"/>
                      <a:pt x="2320" y="33348"/>
                      <a:pt x="2265" y="33250"/>
                    </a:cubicBezTo>
                    <a:cubicBezTo>
                      <a:pt x="2140" y="33022"/>
                      <a:pt x="2064" y="32777"/>
                      <a:pt x="1987" y="32532"/>
                    </a:cubicBezTo>
                    <a:cubicBezTo>
                      <a:pt x="1862" y="32287"/>
                      <a:pt x="1879" y="32014"/>
                      <a:pt x="1824" y="31753"/>
                    </a:cubicBezTo>
                    <a:cubicBezTo>
                      <a:pt x="1688" y="32014"/>
                      <a:pt x="1715" y="32287"/>
                      <a:pt x="1759" y="32570"/>
                    </a:cubicBezTo>
                    <a:cubicBezTo>
                      <a:pt x="1536" y="32189"/>
                      <a:pt x="1329" y="31818"/>
                      <a:pt x="1209" y="31394"/>
                    </a:cubicBezTo>
                    <a:cubicBezTo>
                      <a:pt x="1051" y="30817"/>
                      <a:pt x="1078" y="30229"/>
                      <a:pt x="1084" y="29641"/>
                    </a:cubicBezTo>
                    <a:cubicBezTo>
                      <a:pt x="1086" y="29526"/>
                      <a:pt x="1067" y="29485"/>
                      <a:pt x="1032" y="29485"/>
                    </a:cubicBezTo>
                    <a:cubicBezTo>
                      <a:pt x="985" y="29485"/>
                      <a:pt x="908" y="29561"/>
                      <a:pt x="817" y="29630"/>
                    </a:cubicBezTo>
                    <a:cubicBezTo>
                      <a:pt x="1002" y="29194"/>
                      <a:pt x="1138" y="28841"/>
                      <a:pt x="1247" y="28432"/>
                    </a:cubicBezTo>
                    <a:cubicBezTo>
                      <a:pt x="1329" y="28645"/>
                      <a:pt x="1329" y="28846"/>
                      <a:pt x="1487" y="29026"/>
                    </a:cubicBezTo>
                    <a:cubicBezTo>
                      <a:pt x="1465" y="28813"/>
                      <a:pt x="1438" y="28639"/>
                      <a:pt x="1427" y="28470"/>
                    </a:cubicBezTo>
                    <a:cubicBezTo>
                      <a:pt x="1372" y="27670"/>
                      <a:pt x="1688" y="26984"/>
                      <a:pt x="2080" y="26315"/>
                    </a:cubicBezTo>
                    <a:cubicBezTo>
                      <a:pt x="2946" y="24845"/>
                      <a:pt x="4176" y="23794"/>
                      <a:pt x="5728" y="23108"/>
                    </a:cubicBezTo>
                    <a:cubicBezTo>
                      <a:pt x="7372" y="22379"/>
                      <a:pt x="9119" y="22172"/>
                      <a:pt x="10878" y="22063"/>
                    </a:cubicBezTo>
                    <a:cubicBezTo>
                      <a:pt x="12451" y="21970"/>
                      <a:pt x="14008" y="21763"/>
                      <a:pt x="15554" y="21480"/>
                    </a:cubicBezTo>
                    <a:cubicBezTo>
                      <a:pt x="17236" y="21170"/>
                      <a:pt x="18728" y="20457"/>
                      <a:pt x="19931" y="19210"/>
                    </a:cubicBezTo>
                    <a:cubicBezTo>
                      <a:pt x="20611" y="18502"/>
                      <a:pt x="21129" y="17675"/>
                      <a:pt x="21602" y="16815"/>
                    </a:cubicBezTo>
                    <a:cubicBezTo>
                      <a:pt x="22108" y="15955"/>
                      <a:pt x="22451" y="15024"/>
                      <a:pt x="22609" y="14044"/>
                    </a:cubicBezTo>
                    <a:cubicBezTo>
                      <a:pt x="22871" y="12454"/>
                      <a:pt x="22789" y="10875"/>
                      <a:pt x="22419" y="9308"/>
                    </a:cubicBezTo>
                    <a:cubicBezTo>
                      <a:pt x="21896" y="7070"/>
                      <a:pt x="20704" y="5279"/>
                      <a:pt x="18907" y="3864"/>
                    </a:cubicBezTo>
                    <a:cubicBezTo>
                      <a:pt x="17879" y="3052"/>
                      <a:pt x="16730" y="2459"/>
                      <a:pt x="15543" y="1936"/>
                    </a:cubicBezTo>
                    <a:cubicBezTo>
                      <a:pt x="15249" y="1811"/>
                      <a:pt x="15238" y="1784"/>
                      <a:pt x="15499" y="1583"/>
                    </a:cubicBezTo>
                    <a:cubicBezTo>
                      <a:pt x="15848" y="1316"/>
                      <a:pt x="16142" y="995"/>
                      <a:pt x="16349" y="603"/>
                    </a:cubicBezTo>
                    <a:cubicBezTo>
                      <a:pt x="16436" y="434"/>
                      <a:pt x="16561" y="254"/>
                      <a:pt x="16430" y="42"/>
                    </a:cubicBezTo>
                    <a:cubicBezTo>
                      <a:pt x="16382" y="13"/>
                      <a:pt x="16343" y="1"/>
                      <a:pt x="163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6" name="Google Shape;1636;p33"/>
              <p:cNvSpPr/>
              <p:nvPr/>
            </p:nvSpPr>
            <p:spPr>
              <a:xfrm>
                <a:off x="5516154" y="1920095"/>
                <a:ext cx="391687" cy="498273"/>
              </a:xfrm>
              <a:custGeom>
                <a:rect b="b" l="l" r="r" t="t"/>
                <a:pathLst>
                  <a:path extrusionOk="0" h="8368" w="6578">
                    <a:moveTo>
                      <a:pt x="6427" y="0"/>
                    </a:moveTo>
                    <a:cubicBezTo>
                      <a:pt x="6384" y="0"/>
                      <a:pt x="6338" y="21"/>
                      <a:pt x="6299" y="42"/>
                    </a:cubicBezTo>
                    <a:cubicBezTo>
                      <a:pt x="6000" y="184"/>
                      <a:pt x="5701" y="309"/>
                      <a:pt x="5374" y="374"/>
                    </a:cubicBezTo>
                    <a:cubicBezTo>
                      <a:pt x="5026" y="440"/>
                      <a:pt x="4688" y="559"/>
                      <a:pt x="4383" y="739"/>
                    </a:cubicBezTo>
                    <a:cubicBezTo>
                      <a:pt x="3430" y="1316"/>
                      <a:pt x="2543" y="1991"/>
                      <a:pt x="1585" y="2557"/>
                    </a:cubicBezTo>
                    <a:cubicBezTo>
                      <a:pt x="1465" y="2633"/>
                      <a:pt x="1340" y="2759"/>
                      <a:pt x="1427" y="2944"/>
                    </a:cubicBezTo>
                    <a:cubicBezTo>
                      <a:pt x="1452" y="2959"/>
                      <a:pt x="1480" y="2966"/>
                      <a:pt x="1508" y="2966"/>
                    </a:cubicBezTo>
                    <a:cubicBezTo>
                      <a:pt x="1530" y="2966"/>
                      <a:pt x="1553" y="2962"/>
                      <a:pt x="1574" y="2955"/>
                    </a:cubicBezTo>
                    <a:cubicBezTo>
                      <a:pt x="1615" y="2950"/>
                      <a:pt x="1675" y="2911"/>
                      <a:pt x="1682" y="2911"/>
                    </a:cubicBezTo>
                    <a:cubicBezTo>
                      <a:pt x="1683" y="2911"/>
                      <a:pt x="1683" y="2911"/>
                      <a:pt x="1683" y="2911"/>
                    </a:cubicBezTo>
                    <a:cubicBezTo>
                      <a:pt x="1574" y="3368"/>
                      <a:pt x="1612" y="3896"/>
                      <a:pt x="1079" y="4152"/>
                    </a:cubicBezTo>
                    <a:cubicBezTo>
                      <a:pt x="921" y="4229"/>
                      <a:pt x="834" y="4376"/>
                      <a:pt x="834" y="4555"/>
                    </a:cubicBezTo>
                    <a:cubicBezTo>
                      <a:pt x="839" y="5062"/>
                      <a:pt x="796" y="5573"/>
                      <a:pt x="866" y="6074"/>
                    </a:cubicBezTo>
                    <a:cubicBezTo>
                      <a:pt x="899" y="6270"/>
                      <a:pt x="943" y="6471"/>
                      <a:pt x="855" y="6667"/>
                    </a:cubicBezTo>
                    <a:cubicBezTo>
                      <a:pt x="834" y="6716"/>
                      <a:pt x="806" y="6765"/>
                      <a:pt x="785" y="6814"/>
                    </a:cubicBezTo>
                    <a:cubicBezTo>
                      <a:pt x="817" y="7043"/>
                      <a:pt x="632" y="7168"/>
                      <a:pt x="534" y="7332"/>
                    </a:cubicBezTo>
                    <a:cubicBezTo>
                      <a:pt x="355" y="7626"/>
                      <a:pt x="55" y="7849"/>
                      <a:pt x="1" y="8219"/>
                    </a:cubicBezTo>
                    <a:cubicBezTo>
                      <a:pt x="123" y="8320"/>
                      <a:pt x="255" y="8367"/>
                      <a:pt x="381" y="8367"/>
                    </a:cubicBezTo>
                    <a:cubicBezTo>
                      <a:pt x="514" y="8367"/>
                      <a:pt x="640" y="8314"/>
                      <a:pt x="741" y="8214"/>
                    </a:cubicBezTo>
                    <a:cubicBezTo>
                      <a:pt x="1100" y="7860"/>
                      <a:pt x="1411" y="7462"/>
                      <a:pt x="1650" y="7005"/>
                    </a:cubicBezTo>
                    <a:cubicBezTo>
                      <a:pt x="1824" y="6678"/>
                      <a:pt x="1569" y="6090"/>
                      <a:pt x="2200" y="6020"/>
                    </a:cubicBezTo>
                    <a:cubicBezTo>
                      <a:pt x="2216" y="6020"/>
                      <a:pt x="2227" y="5960"/>
                      <a:pt x="2249" y="5933"/>
                    </a:cubicBezTo>
                    <a:cubicBezTo>
                      <a:pt x="2298" y="5889"/>
                      <a:pt x="2255" y="5780"/>
                      <a:pt x="2358" y="5775"/>
                    </a:cubicBezTo>
                    <a:cubicBezTo>
                      <a:pt x="2897" y="5758"/>
                      <a:pt x="2968" y="5317"/>
                      <a:pt x="3038" y="4942"/>
                    </a:cubicBezTo>
                    <a:cubicBezTo>
                      <a:pt x="3098" y="4649"/>
                      <a:pt x="3188" y="4476"/>
                      <a:pt x="3441" y="4476"/>
                    </a:cubicBezTo>
                    <a:cubicBezTo>
                      <a:pt x="3489" y="4476"/>
                      <a:pt x="3543" y="4482"/>
                      <a:pt x="3605" y="4495"/>
                    </a:cubicBezTo>
                    <a:cubicBezTo>
                      <a:pt x="3649" y="4505"/>
                      <a:pt x="3691" y="4510"/>
                      <a:pt x="3727" y="4510"/>
                    </a:cubicBezTo>
                    <a:cubicBezTo>
                      <a:pt x="3883" y="4510"/>
                      <a:pt x="3960" y="4420"/>
                      <a:pt x="3899" y="4196"/>
                    </a:cubicBezTo>
                    <a:cubicBezTo>
                      <a:pt x="3850" y="3896"/>
                      <a:pt x="3583" y="3668"/>
                      <a:pt x="3610" y="3341"/>
                    </a:cubicBezTo>
                    <a:cubicBezTo>
                      <a:pt x="3665" y="3251"/>
                      <a:pt x="3733" y="3224"/>
                      <a:pt x="3804" y="3224"/>
                    </a:cubicBezTo>
                    <a:cubicBezTo>
                      <a:pt x="3875" y="3224"/>
                      <a:pt x="3950" y="3251"/>
                      <a:pt x="4018" y="3270"/>
                    </a:cubicBezTo>
                    <a:cubicBezTo>
                      <a:pt x="4258" y="3336"/>
                      <a:pt x="4492" y="3407"/>
                      <a:pt x="4721" y="3505"/>
                    </a:cubicBezTo>
                    <a:cubicBezTo>
                      <a:pt x="4862" y="3567"/>
                      <a:pt x="5008" y="3630"/>
                      <a:pt x="5174" y="3630"/>
                    </a:cubicBezTo>
                    <a:cubicBezTo>
                      <a:pt x="5181" y="3630"/>
                      <a:pt x="5187" y="3630"/>
                      <a:pt x="5194" y="3630"/>
                    </a:cubicBezTo>
                    <a:cubicBezTo>
                      <a:pt x="5265" y="3624"/>
                      <a:pt x="5341" y="3619"/>
                      <a:pt x="5374" y="3543"/>
                    </a:cubicBezTo>
                    <a:cubicBezTo>
                      <a:pt x="5407" y="3461"/>
                      <a:pt x="5347" y="3412"/>
                      <a:pt x="5287" y="3379"/>
                    </a:cubicBezTo>
                    <a:cubicBezTo>
                      <a:pt x="4655" y="2998"/>
                      <a:pt x="4073" y="2535"/>
                      <a:pt x="3349" y="2329"/>
                    </a:cubicBezTo>
                    <a:cubicBezTo>
                      <a:pt x="3360" y="2301"/>
                      <a:pt x="3398" y="2301"/>
                      <a:pt x="3409" y="2274"/>
                    </a:cubicBezTo>
                    <a:cubicBezTo>
                      <a:pt x="3430" y="2231"/>
                      <a:pt x="3452" y="2193"/>
                      <a:pt x="3474" y="2149"/>
                    </a:cubicBezTo>
                    <a:cubicBezTo>
                      <a:pt x="3425" y="1986"/>
                      <a:pt x="3577" y="1986"/>
                      <a:pt x="3659" y="1948"/>
                    </a:cubicBezTo>
                    <a:cubicBezTo>
                      <a:pt x="4013" y="1790"/>
                      <a:pt x="4383" y="1675"/>
                      <a:pt x="4753" y="1561"/>
                    </a:cubicBezTo>
                    <a:cubicBezTo>
                      <a:pt x="5488" y="1343"/>
                      <a:pt x="6016" y="859"/>
                      <a:pt x="6468" y="276"/>
                    </a:cubicBezTo>
                    <a:cubicBezTo>
                      <a:pt x="6517" y="205"/>
                      <a:pt x="6577" y="135"/>
                      <a:pt x="6523" y="53"/>
                    </a:cubicBezTo>
                    <a:cubicBezTo>
                      <a:pt x="6496" y="14"/>
                      <a:pt x="6462" y="0"/>
                      <a:pt x="64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7" name="Google Shape;1637;p33"/>
              <p:cNvSpPr/>
              <p:nvPr/>
            </p:nvSpPr>
            <p:spPr>
              <a:xfrm>
                <a:off x="6052010" y="2714859"/>
                <a:ext cx="1399784" cy="1632843"/>
              </a:xfrm>
              <a:custGeom>
                <a:rect b="b" l="l" r="r" t="t"/>
                <a:pathLst>
                  <a:path extrusionOk="0" h="27422" w="23508">
                    <a:moveTo>
                      <a:pt x="18744" y="0"/>
                    </a:moveTo>
                    <a:cubicBezTo>
                      <a:pt x="18782" y="87"/>
                      <a:pt x="18804" y="136"/>
                      <a:pt x="18821" y="191"/>
                    </a:cubicBezTo>
                    <a:cubicBezTo>
                      <a:pt x="19006" y="485"/>
                      <a:pt x="19365" y="594"/>
                      <a:pt x="19561" y="860"/>
                    </a:cubicBezTo>
                    <a:cubicBezTo>
                      <a:pt x="19806" y="1203"/>
                      <a:pt x="20018" y="1574"/>
                      <a:pt x="20236" y="1933"/>
                    </a:cubicBezTo>
                    <a:cubicBezTo>
                      <a:pt x="21532" y="4061"/>
                      <a:pt x="22479" y="6321"/>
                      <a:pt x="22865" y="8792"/>
                    </a:cubicBezTo>
                    <a:cubicBezTo>
                      <a:pt x="23083" y="10197"/>
                      <a:pt x="23219" y="11607"/>
                      <a:pt x="23148" y="13033"/>
                    </a:cubicBezTo>
                    <a:cubicBezTo>
                      <a:pt x="23051" y="15042"/>
                      <a:pt x="22582" y="16920"/>
                      <a:pt x="21581" y="18679"/>
                    </a:cubicBezTo>
                    <a:cubicBezTo>
                      <a:pt x="20497" y="20573"/>
                      <a:pt x="19169" y="22223"/>
                      <a:pt x="17247" y="23317"/>
                    </a:cubicBezTo>
                    <a:cubicBezTo>
                      <a:pt x="15418" y="24362"/>
                      <a:pt x="13426" y="24896"/>
                      <a:pt x="11330" y="24950"/>
                    </a:cubicBezTo>
                    <a:cubicBezTo>
                      <a:pt x="9370" y="24999"/>
                      <a:pt x="7404" y="24928"/>
                      <a:pt x="5461" y="25315"/>
                    </a:cubicBezTo>
                    <a:cubicBezTo>
                      <a:pt x="4095" y="25581"/>
                      <a:pt x="2712" y="25788"/>
                      <a:pt x="1432" y="26398"/>
                    </a:cubicBezTo>
                    <a:cubicBezTo>
                      <a:pt x="926" y="26643"/>
                      <a:pt x="463" y="26942"/>
                      <a:pt x="1" y="27422"/>
                    </a:cubicBezTo>
                    <a:cubicBezTo>
                      <a:pt x="158" y="27351"/>
                      <a:pt x="218" y="27329"/>
                      <a:pt x="284" y="27302"/>
                    </a:cubicBezTo>
                    <a:cubicBezTo>
                      <a:pt x="708" y="27013"/>
                      <a:pt x="1133" y="26725"/>
                      <a:pt x="1617" y="26540"/>
                    </a:cubicBezTo>
                    <a:cubicBezTo>
                      <a:pt x="2706" y="26131"/>
                      <a:pt x="3828" y="25886"/>
                      <a:pt x="4976" y="25690"/>
                    </a:cubicBezTo>
                    <a:cubicBezTo>
                      <a:pt x="6363" y="25453"/>
                      <a:pt x="7753" y="25240"/>
                      <a:pt x="9154" y="25240"/>
                    </a:cubicBezTo>
                    <a:cubicBezTo>
                      <a:pt x="9360" y="25240"/>
                      <a:pt x="9566" y="25245"/>
                      <a:pt x="9773" y="25255"/>
                    </a:cubicBezTo>
                    <a:cubicBezTo>
                      <a:pt x="10019" y="25267"/>
                      <a:pt x="10265" y="25273"/>
                      <a:pt x="10510" y="25273"/>
                    </a:cubicBezTo>
                    <a:cubicBezTo>
                      <a:pt x="11549" y="25273"/>
                      <a:pt x="12577" y="25163"/>
                      <a:pt x="13594" y="24961"/>
                    </a:cubicBezTo>
                    <a:cubicBezTo>
                      <a:pt x="16327" y="24416"/>
                      <a:pt x="18674" y="23202"/>
                      <a:pt x="20405" y="20949"/>
                    </a:cubicBezTo>
                    <a:cubicBezTo>
                      <a:pt x="22022" y="18836"/>
                      <a:pt x="23165" y="16539"/>
                      <a:pt x="23372" y="13822"/>
                    </a:cubicBezTo>
                    <a:cubicBezTo>
                      <a:pt x="23508" y="12026"/>
                      <a:pt x="23377" y="10257"/>
                      <a:pt x="23105" y="8482"/>
                    </a:cubicBezTo>
                    <a:cubicBezTo>
                      <a:pt x="22936" y="7404"/>
                      <a:pt x="22561" y="6381"/>
                      <a:pt x="22201" y="5357"/>
                    </a:cubicBezTo>
                    <a:cubicBezTo>
                      <a:pt x="21613" y="3664"/>
                      <a:pt x="20808" y="2085"/>
                      <a:pt x="19632" y="713"/>
                    </a:cubicBezTo>
                    <a:cubicBezTo>
                      <a:pt x="19392" y="436"/>
                      <a:pt x="19158" y="131"/>
                      <a:pt x="187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8" name="Google Shape;1638;p33"/>
              <p:cNvSpPr/>
              <p:nvPr/>
            </p:nvSpPr>
            <p:spPr>
              <a:xfrm>
                <a:off x="5715872" y="-494325"/>
                <a:ext cx="1325531" cy="1313801"/>
              </a:xfrm>
              <a:custGeom>
                <a:rect b="b" l="l" r="r" t="t"/>
                <a:pathLst>
                  <a:path extrusionOk="0" h="22064" w="22261">
                    <a:moveTo>
                      <a:pt x="22032" y="0"/>
                    </a:moveTo>
                    <a:cubicBezTo>
                      <a:pt x="21945" y="0"/>
                      <a:pt x="21889" y="98"/>
                      <a:pt x="21847" y="179"/>
                    </a:cubicBezTo>
                    <a:cubicBezTo>
                      <a:pt x="21433" y="957"/>
                      <a:pt x="20840" y="1567"/>
                      <a:pt x="20241" y="2209"/>
                    </a:cubicBezTo>
                    <a:cubicBezTo>
                      <a:pt x="19697" y="2792"/>
                      <a:pt x="19130" y="3325"/>
                      <a:pt x="18499" y="3821"/>
                    </a:cubicBezTo>
                    <a:cubicBezTo>
                      <a:pt x="17688" y="4452"/>
                      <a:pt x="16811" y="4958"/>
                      <a:pt x="15929" y="5476"/>
                    </a:cubicBezTo>
                    <a:cubicBezTo>
                      <a:pt x="14977" y="6031"/>
                      <a:pt x="14073" y="6684"/>
                      <a:pt x="13305" y="7473"/>
                    </a:cubicBezTo>
                    <a:cubicBezTo>
                      <a:pt x="12124" y="8687"/>
                      <a:pt x="11182" y="10108"/>
                      <a:pt x="10186" y="11475"/>
                    </a:cubicBezTo>
                    <a:cubicBezTo>
                      <a:pt x="8939" y="13173"/>
                      <a:pt x="7453" y="14654"/>
                      <a:pt x="5918" y="16075"/>
                    </a:cubicBezTo>
                    <a:cubicBezTo>
                      <a:pt x="4257" y="17605"/>
                      <a:pt x="2412" y="18922"/>
                      <a:pt x="746" y="20446"/>
                    </a:cubicBezTo>
                    <a:cubicBezTo>
                      <a:pt x="496" y="20675"/>
                      <a:pt x="294" y="20926"/>
                      <a:pt x="185" y="21247"/>
                    </a:cubicBezTo>
                    <a:cubicBezTo>
                      <a:pt x="185" y="21524"/>
                      <a:pt x="44" y="21769"/>
                      <a:pt x="0" y="22063"/>
                    </a:cubicBezTo>
                    <a:cubicBezTo>
                      <a:pt x="49" y="22031"/>
                      <a:pt x="71" y="22025"/>
                      <a:pt x="82" y="22009"/>
                    </a:cubicBezTo>
                    <a:cubicBezTo>
                      <a:pt x="115" y="21971"/>
                      <a:pt x="147" y="21933"/>
                      <a:pt x="158" y="21889"/>
                    </a:cubicBezTo>
                    <a:cubicBezTo>
                      <a:pt x="349" y="21132"/>
                      <a:pt x="871" y="20664"/>
                      <a:pt x="1432" y="20147"/>
                    </a:cubicBezTo>
                    <a:cubicBezTo>
                      <a:pt x="2210" y="19428"/>
                      <a:pt x="3087" y="18830"/>
                      <a:pt x="3882" y="18133"/>
                    </a:cubicBezTo>
                    <a:cubicBezTo>
                      <a:pt x="4932" y="17224"/>
                      <a:pt x="6054" y="16396"/>
                      <a:pt x="7034" y="15411"/>
                    </a:cubicBezTo>
                    <a:cubicBezTo>
                      <a:pt x="8455" y="13968"/>
                      <a:pt x="9810" y="12466"/>
                      <a:pt x="11030" y="10843"/>
                    </a:cubicBezTo>
                    <a:cubicBezTo>
                      <a:pt x="11585" y="10114"/>
                      <a:pt x="11999" y="9281"/>
                      <a:pt x="12657" y="8628"/>
                    </a:cubicBezTo>
                    <a:cubicBezTo>
                      <a:pt x="13098" y="8187"/>
                      <a:pt x="13392" y="7615"/>
                      <a:pt x="13910" y="7245"/>
                    </a:cubicBezTo>
                    <a:cubicBezTo>
                      <a:pt x="14982" y="6466"/>
                      <a:pt x="15984" y="5584"/>
                      <a:pt x="17214" y="5035"/>
                    </a:cubicBezTo>
                    <a:cubicBezTo>
                      <a:pt x="17846" y="4751"/>
                      <a:pt x="18281" y="4185"/>
                      <a:pt x="18869" y="3842"/>
                    </a:cubicBezTo>
                    <a:cubicBezTo>
                      <a:pt x="19375" y="3548"/>
                      <a:pt x="19822" y="3205"/>
                      <a:pt x="20148" y="2705"/>
                    </a:cubicBezTo>
                    <a:cubicBezTo>
                      <a:pt x="20372" y="2356"/>
                      <a:pt x="20671" y="2106"/>
                      <a:pt x="20894" y="2008"/>
                    </a:cubicBezTo>
                    <a:lnTo>
                      <a:pt x="20894" y="2008"/>
                    </a:lnTo>
                    <a:cubicBezTo>
                      <a:pt x="20491" y="3211"/>
                      <a:pt x="19392" y="3842"/>
                      <a:pt x="18581" y="4724"/>
                    </a:cubicBezTo>
                    <a:cubicBezTo>
                      <a:pt x="19147" y="4359"/>
                      <a:pt x="19631" y="3886"/>
                      <a:pt x="20214" y="3554"/>
                    </a:cubicBezTo>
                    <a:cubicBezTo>
                      <a:pt x="20306" y="3380"/>
                      <a:pt x="20486" y="3276"/>
                      <a:pt x="20589" y="3096"/>
                    </a:cubicBezTo>
                    <a:cubicBezTo>
                      <a:pt x="21112" y="2187"/>
                      <a:pt x="21749" y="1344"/>
                      <a:pt x="22097" y="336"/>
                    </a:cubicBezTo>
                    <a:cubicBezTo>
                      <a:pt x="22130" y="238"/>
                      <a:pt x="22261" y="113"/>
                      <a:pt x="22114" y="26"/>
                    </a:cubicBezTo>
                    <a:cubicBezTo>
                      <a:pt x="22084" y="8"/>
                      <a:pt x="22057" y="0"/>
                      <a:pt x="220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9" name="Google Shape;1639;p33"/>
              <p:cNvSpPr/>
              <p:nvPr/>
            </p:nvSpPr>
            <p:spPr>
              <a:xfrm>
                <a:off x="6105840" y="2574091"/>
                <a:ext cx="427652" cy="270453"/>
              </a:xfrm>
              <a:custGeom>
                <a:rect b="b" l="l" r="r" t="t"/>
                <a:pathLst>
                  <a:path extrusionOk="0" h="4542" w="7182">
                    <a:moveTo>
                      <a:pt x="1595" y="4169"/>
                    </a:moveTo>
                    <a:cubicBezTo>
                      <a:pt x="1727" y="4174"/>
                      <a:pt x="1861" y="4174"/>
                      <a:pt x="1987" y="4199"/>
                    </a:cubicBezTo>
                    <a:cubicBezTo>
                      <a:pt x="2012" y="4204"/>
                      <a:pt x="2037" y="4210"/>
                      <a:pt x="2063" y="4216"/>
                    </a:cubicBezTo>
                    <a:lnTo>
                      <a:pt x="2063" y="4216"/>
                    </a:lnTo>
                    <a:cubicBezTo>
                      <a:pt x="1907" y="4201"/>
                      <a:pt x="1750" y="4186"/>
                      <a:pt x="1595" y="4169"/>
                    </a:cubicBezTo>
                    <a:close/>
                    <a:moveTo>
                      <a:pt x="2573" y="4168"/>
                    </a:moveTo>
                    <a:cubicBezTo>
                      <a:pt x="2579" y="4168"/>
                      <a:pt x="2602" y="4208"/>
                      <a:pt x="2564" y="4221"/>
                    </a:cubicBezTo>
                    <a:cubicBezTo>
                      <a:pt x="2535" y="4250"/>
                      <a:pt x="2497" y="4257"/>
                      <a:pt x="2458" y="4257"/>
                    </a:cubicBezTo>
                    <a:cubicBezTo>
                      <a:pt x="2451" y="4257"/>
                      <a:pt x="2444" y="4257"/>
                      <a:pt x="2437" y="4256"/>
                    </a:cubicBezTo>
                    <a:lnTo>
                      <a:pt x="2437" y="4256"/>
                    </a:lnTo>
                    <a:cubicBezTo>
                      <a:pt x="2480" y="4248"/>
                      <a:pt x="2523" y="4234"/>
                      <a:pt x="2564" y="4210"/>
                    </a:cubicBezTo>
                    <a:cubicBezTo>
                      <a:pt x="2575" y="4204"/>
                      <a:pt x="2581" y="4199"/>
                      <a:pt x="2575" y="4183"/>
                    </a:cubicBezTo>
                    <a:cubicBezTo>
                      <a:pt x="2571" y="4172"/>
                      <a:pt x="2572" y="4168"/>
                      <a:pt x="2573" y="4168"/>
                    </a:cubicBezTo>
                    <a:close/>
                    <a:moveTo>
                      <a:pt x="6766" y="1"/>
                    </a:moveTo>
                    <a:cubicBezTo>
                      <a:pt x="6714" y="1"/>
                      <a:pt x="6657" y="5"/>
                      <a:pt x="6593" y="12"/>
                    </a:cubicBezTo>
                    <a:cubicBezTo>
                      <a:pt x="5684" y="121"/>
                      <a:pt x="4851" y="437"/>
                      <a:pt x="4072" y="922"/>
                    </a:cubicBezTo>
                    <a:cubicBezTo>
                      <a:pt x="3234" y="1444"/>
                      <a:pt x="2559" y="2152"/>
                      <a:pt x="1857" y="2816"/>
                    </a:cubicBezTo>
                    <a:cubicBezTo>
                      <a:pt x="1514" y="3143"/>
                      <a:pt x="1187" y="3513"/>
                      <a:pt x="991" y="3959"/>
                    </a:cubicBezTo>
                    <a:cubicBezTo>
                      <a:pt x="1089" y="4057"/>
                      <a:pt x="1198" y="4108"/>
                      <a:pt x="1313" y="4136"/>
                    </a:cubicBezTo>
                    <a:lnTo>
                      <a:pt x="1313" y="4136"/>
                    </a:lnTo>
                    <a:cubicBezTo>
                      <a:pt x="1040" y="4100"/>
                      <a:pt x="769" y="4054"/>
                      <a:pt x="501" y="3981"/>
                    </a:cubicBezTo>
                    <a:cubicBezTo>
                      <a:pt x="401" y="3951"/>
                      <a:pt x="299" y="3905"/>
                      <a:pt x="196" y="3905"/>
                    </a:cubicBezTo>
                    <a:cubicBezTo>
                      <a:pt x="131" y="3905"/>
                      <a:pt x="66" y="3923"/>
                      <a:pt x="0" y="3976"/>
                    </a:cubicBezTo>
                    <a:cubicBezTo>
                      <a:pt x="403" y="4209"/>
                      <a:pt x="821" y="4395"/>
                      <a:pt x="1294" y="4395"/>
                    </a:cubicBezTo>
                    <a:cubicBezTo>
                      <a:pt x="1307" y="4395"/>
                      <a:pt x="1321" y="4395"/>
                      <a:pt x="1334" y="4395"/>
                    </a:cubicBezTo>
                    <a:cubicBezTo>
                      <a:pt x="1495" y="4392"/>
                      <a:pt x="1654" y="4387"/>
                      <a:pt x="1812" y="4387"/>
                    </a:cubicBezTo>
                    <a:cubicBezTo>
                      <a:pt x="1944" y="4387"/>
                      <a:pt x="2074" y="4390"/>
                      <a:pt x="2205" y="4400"/>
                    </a:cubicBezTo>
                    <a:cubicBezTo>
                      <a:pt x="2537" y="4422"/>
                      <a:pt x="2869" y="4427"/>
                      <a:pt x="3191" y="4542"/>
                    </a:cubicBezTo>
                    <a:cubicBezTo>
                      <a:pt x="3327" y="4498"/>
                      <a:pt x="3332" y="4368"/>
                      <a:pt x="3376" y="4264"/>
                    </a:cubicBezTo>
                    <a:cubicBezTo>
                      <a:pt x="3773" y="3262"/>
                      <a:pt x="4312" y="2370"/>
                      <a:pt x="5210" y="1733"/>
                    </a:cubicBezTo>
                    <a:cubicBezTo>
                      <a:pt x="5412" y="1591"/>
                      <a:pt x="5559" y="1384"/>
                      <a:pt x="5722" y="1199"/>
                    </a:cubicBezTo>
                    <a:cubicBezTo>
                      <a:pt x="6087" y="791"/>
                      <a:pt x="6490" y="437"/>
                      <a:pt x="7083" y="432"/>
                    </a:cubicBezTo>
                    <a:cubicBezTo>
                      <a:pt x="7181" y="142"/>
                      <a:pt x="7079" y="1"/>
                      <a:pt x="67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0" name="Google Shape;1640;p33"/>
              <p:cNvSpPr/>
              <p:nvPr/>
            </p:nvSpPr>
            <p:spPr>
              <a:xfrm>
                <a:off x="6234222" y="3480266"/>
                <a:ext cx="232464" cy="299035"/>
              </a:xfrm>
              <a:custGeom>
                <a:rect b="b" l="l" r="r" t="t"/>
                <a:pathLst>
                  <a:path extrusionOk="0" h="5022" w="3904">
                    <a:moveTo>
                      <a:pt x="3622" y="1"/>
                    </a:moveTo>
                    <a:cubicBezTo>
                      <a:pt x="3496" y="1"/>
                      <a:pt x="3369" y="152"/>
                      <a:pt x="3267" y="250"/>
                    </a:cubicBezTo>
                    <a:cubicBezTo>
                      <a:pt x="2232" y="1230"/>
                      <a:pt x="1225" y="2242"/>
                      <a:pt x="392" y="3407"/>
                    </a:cubicBezTo>
                    <a:cubicBezTo>
                      <a:pt x="0" y="3957"/>
                      <a:pt x="60" y="4453"/>
                      <a:pt x="561" y="4904"/>
                    </a:cubicBezTo>
                    <a:cubicBezTo>
                      <a:pt x="636" y="4971"/>
                      <a:pt x="716" y="5021"/>
                      <a:pt x="806" y="5021"/>
                    </a:cubicBezTo>
                    <a:cubicBezTo>
                      <a:pt x="841" y="5021"/>
                      <a:pt x="877" y="5014"/>
                      <a:pt x="915" y="4997"/>
                    </a:cubicBezTo>
                    <a:cubicBezTo>
                      <a:pt x="1035" y="4937"/>
                      <a:pt x="1007" y="4823"/>
                      <a:pt x="1002" y="4714"/>
                    </a:cubicBezTo>
                    <a:cubicBezTo>
                      <a:pt x="996" y="4616"/>
                      <a:pt x="969" y="4518"/>
                      <a:pt x="991" y="4409"/>
                    </a:cubicBezTo>
                    <a:lnTo>
                      <a:pt x="991" y="4409"/>
                    </a:lnTo>
                    <a:cubicBezTo>
                      <a:pt x="1125" y="4836"/>
                      <a:pt x="1243" y="4993"/>
                      <a:pt x="1525" y="4993"/>
                    </a:cubicBezTo>
                    <a:cubicBezTo>
                      <a:pt x="1610" y="4993"/>
                      <a:pt x="1710" y="4979"/>
                      <a:pt x="1829" y="4953"/>
                    </a:cubicBezTo>
                    <a:cubicBezTo>
                      <a:pt x="2042" y="4910"/>
                      <a:pt x="2249" y="4850"/>
                      <a:pt x="2428" y="4736"/>
                    </a:cubicBezTo>
                    <a:cubicBezTo>
                      <a:pt x="2473" y="4707"/>
                      <a:pt x="2514" y="4689"/>
                      <a:pt x="2552" y="4689"/>
                    </a:cubicBezTo>
                    <a:cubicBezTo>
                      <a:pt x="2593" y="4689"/>
                      <a:pt x="2631" y="4710"/>
                      <a:pt x="2668" y="4757"/>
                    </a:cubicBezTo>
                    <a:cubicBezTo>
                      <a:pt x="2782" y="4556"/>
                      <a:pt x="2733" y="4322"/>
                      <a:pt x="2809" y="4115"/>
                    </a:cubicBezTo>
                    <a:cubicBezTo>
                      <a:pt x="2793" y="4112"/>
                      <a:pt x="2777" y="4111"/>
                      <a:pt x="2761" y="4111"/>
                    </a:cubicBezTo>
                    <a:cubicBezTo>
                      <a:pt x="2561" y="4111"/>
                      <a:pt x="2435" y="4323"/>
                      <a:pt x="2238" y="4333"/>
                    </a:cubicBezTo>
                    <a:cubicBezTo>
                      <a:pt x="2213" y="4334"/>
                      <a:pt x="2188" y="4335"/>
                      <a:pt x="2165" y="4335"/>
                    </a:cubicBezTo>
                    <a:cubicBezTo>
                      <a:pt x="2080" y="4335"/>
                      <a:pt x="2006" y="4320"/>
                      <a:pt x="1955" y="4235"/>
                    </a:cubicBezTo>
                    <a:cubicBezTo>
                      <a:pt x="1889" y="4126"/>
                      <a:pt x="1933" y="4033"/>
                      <a:pt x="2020" y="3952"/>
                    </a:cubicBezTo>
                    <a:cubicBezTo>
                      <a:pt x="2074" y="3903"/>
                      <a:pt x="2140" y="3865"/>
                      <a:pt x="2210" y="3832"/>
                    </a:cubicBezTo>
                    <a:lnTo>
                      <a:pt x="2210" y="3832"/>
                    </a:lnTo>
                    <a:cubicBezTo>
                      <a:pt x="2172" y="3925"/>
                      <a:pt x="2031" y="3995"/>
                      <a:pt x="2118" y="4110"/>
                    </a:cubicBezTo>
                    <a:cubicBezTo>
                      <a:pt x="2151" y="4154"/>
                      <a:pt x="2191" y="4169"/>
                      <a:pt x="2235" y="4169"/>
                    </a:cubicBezTo>
                    <a:cubicBezTo>
                      <a:pt x="2293" y="4169"/>
                      <a:pt x="2356" y="4142"/>
                      <a:pt x="2412" y="4121"/>
                    </a:cubicBezTo>
                    <a:cubicBezTo>
                      <a:pt x="2608" y="4039"/>
                      <a:pt x="2809" y="3974"/>
                      <a:pt x="2962" y="3816"/>
                    </a:cubicBezTo>
                    <a:cubicBezTo>
                      <a:pt x="2951" y="3641"/>
                      <a:pt x="3054" y="3494"/>
                      <a:pt x="3092" y="3331"/>
                    </a:cubicBezTo>
                    <a:cubicBezTo>
                      <a:pt x="2994" y="3108"/>
                      <a:pt x="3256" y="3005"/>
                      <a:pt x="3256" y="2787"/>
                    </a:cubicBezTo>
                    <a:cubicBezTo>
                      <a:pt x="3272" y="2019"/>
                      <a:pt x="3506" y="1284"/>
                      <a:pt x="3702" y="544"/>
                    </a:cubicBezTo>
                    <a:cubicBezTo>
                      <a:pt x="3746" y="370"/>
                      <a:pt x="3903" y="146"/>
                      <a:pt x="3708" y="27"/>
                    </a:cubicBezTo>
                    <a:cubicBezTo>
                      <a:pt x="3679" y="8"/>
                      <a:pt x="3651" y="1"/>
                      <a:pt x="362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1" name="Google Shape;1641;p33"/>
              <p:cNvSpPr/>
              <p:nvPr/>
            </p:nvSpPr>
            <p:spPr>
              <a:xfrm>
                <a:off x="5991750" y="2013464"/>
                <a:ext cx="169227" cy="452542"/>
              </a:xfrm>
              <a:custGeom>
                <a:rect b="b" l="l" r="r" t="t"/>
                <a:pathLst>
                  <a:path extrusionOk="0" h="7600" w="2842">
                    <a:moveTo>
                      <a:pt x="941" y="0"/>
                    </a:moveTo>
                    <a:cubicBezTo>
                      <a:pt x="915" y="0"/>
                      <a:pt x="888" y="11"/>
                      <a:pt x="860" y="37"/>
                    </a:cubicBezTo>
                    <a:cubicBezTo>
                      <a:pt x="779" y="118"/>
                      <a:pt x="871" y="211"/>
                      <a:pt x="920" y="292"/>
                    </a:cubicBezTo>
                    <a:cubicBezTo>
                      <a:pt x="1013" y="450"/>
                      <a:pt x="1116" y="608"/>
                      <a:pt x="1274" y="782"/>
                    </a:cubicBezTo>
                    <a:cubicBezTo>
                      <a:pt x="1215" y="731"/>
                      <a:pt x="1170" y="706"/>
                      <a:pt x="1127" y="706"/>
                    </a:cubicBezTo>
                    <a:cubicBezTo>
                      <a:pt x="1111" y="706"/>
                      <a:pt x="1095" y="710"/>
                      <a:pt x="1078" y="717"/>
                    </a:cubicBezTo>
                    <a:cubicBezTo>
                      <a:pt x="1045" y="875"/>
                      <a:pt x="1268" y="984"/>
                      <a:pt x="1154" y="1174"/>
                    </a:cubicBezTo>
                    <a:cubicBezTo>
                      <a:pt x="528" y="2198"/>
                      <a:pt x="272" y="3336"/>
                      <a:pt x="147" y="4512"/>
                    </a:cubicBezTo>
                    <a:cubicBezTo>
                      <a:pt x="44" y="5459"/>
                      <a:pt x="0" y="6395"/>
                      <a:pt x="365" y="7315"/>
                    </a:cubicBezTo>
                    <a:cubicBezTo>
                      <a:pt x="442" y="7508"/>
                      <a:pt x="517" y="7599"/>
                      <a:pt x="628" y="7599"/>
                    </a:cubicBezTo>
                    <a:cubicBezTo>
                      <a:pt x="690" y="7599"/>
                      <a:pt x="763" y="7571"/>
                      <a:pt x="855" y="7517"/>
                    </a:cubicBezTo>
                    <a:cubicBezTo>
                      <a:pt x="838" y="7141"/>
                      <a:pt x="893" y="6744"/>
                      <a:pt x="550" y="6455"/>
                    </a:cubicBezTo>
                    <a:cubicBezTo>
                      <a:pt x="430" y="6352"/>
                      <a:pt x="397" y="6199"/>
                      <a:pt x="387" y="6041"/>
                    </a:cubicBezTo>
                    <a:cubicBezTo>
                      <a:pt x="343" y="5497"/>
                      <a:pt x="599" y="5072"/>
                      <a:pt x="953" y="4593"/>
                    </a:cubicBezTo>
                    <a:lnTo>
                      <a:pt x="953" y="4593"/>
                    </a:lnTo>
                    <a:cubicBezTo>
                      <a:pt x="779" y="4942"/>
                      <a:pt x="626" y="5208"/>
                      <a:pt x="512" y="5497"/>
                    </a:cubicBezTo>
                    <a:cubicBezTo>
                      <a:pt x="419" y="5731"/>
                      <a:pt x="387" y="5976"/>
                      <a:pt x="474" y="6221"/>
                    </a:cubicBezTo>
                    <a:cubicBezTo>
                      <a:pt x="506" y="6319"/>
                      <a:pt x="544" y="6444"/>
                      <a:pt x="670" y="6444"/>
                    </a:cubicBezTo>
                    <a:cubicBezTo>
                      <a:pt x="806" y="6439"/>
                      <a:pt x="800" y="6297"/>
                      <a:pt x="822" y="6199"/>
                    </a:cubicBezTo>
                    <a:cubicBezTo>
                      <a:pt x="893" y="5840"/>
                      <a:pt x="1002" y="5497"/>
                      <a:pt x="1181" y="5176"/>
                    </a:cubicBezTo>
                    <a:cubicBezTo>
                      <a:pt x="1535" y="4533"/>
                      <a:pt x="1916" y="3918"/>
                      <a:pt x="2395" y="3363"/>
                    </a:cubicBezTo>
                    <a:cubicBezTo>
                      <a:pt x="2651" y="3063"/>
                      <a:pt x="2640" y="2987"/>
                      <a:pt x="2368" y="2704"/>
                    </a:cubicBezTo>
                    <a:cubicBezTo>
                      <a:pt x="2167" y="2492"/>
                      <a:pt x="2009" y="2252"/>
                      <a:pt x="1895" y="1986"/>
                    </a:cubicBezTo>
                    <a:lnTo>
                      <a:pt x="1895" y="1986"/>
                    </a:lnTo>
                    <a:cubicBezTo>
                      <a:pt x="2101" y="2230"/>
                      <a:pt x="2254" y="2508"/>
                      <a:pt x="2477" y="2742"/>
                    </a:cubicBezTo>
                    <a:cubicBezTo>
                      <a:pt x="2549" y="2819"/>
                      <a:pt x="2608" y="2857"/>
                      <a:pt x="2659" y="2857"/>
                    </a:cubicBezTo>
                    <a:cubicBezTo>
                      <a:pt x="2731" y="2857"/>
                      <a:pt x="2787" y="2779"/>
                      <a:pt x="2842" y="2622"/>
                    </a:cubicBezTo>
                    <a:cubicBezTo>
                      <a:pt x="2629" y="2557"/>
                      <a:pt x="2738" y="2285"/>
                      <a:pt x="2564" y="2192"/>
                    </a:cubicBezTo>
                    <a:cubicBezTo>
                      <a:pt x="2542" y="2201"/>
                      <a:pt x="2518" y="2209"/>
                      <a:pt x="2495" y="2209"/>
                    </a:cubicBezTo>
                    <a:cubicBezTo>
                      <a:pt x="2473" y="2209"/>
                      <a:pt x="2453" y="2201"/>
                      <a:pt x="2439" y="2176"/>
                    </a:cubicBezTo>
                    <a:cubicBezTo>
                      <a:pt x="2254" y="1888"/>
                      <a:pt x="2101" y="1583"/>
                      <a:pt x="1895" y="1310"/>
                    </a:cubicBezTo>
                    <a:cubicBezTo>
                      <a:pt x="1851" y="1251"/>
                      <a:pt x="1856" y="1202"/>
                      <a:pt x="1933" y="1174"/>
                    </a:cubicBezTo>
                    <a:cubicBezTo>
                      <a:pt x="2270" y="1071"/>
                      <a:pt x="2052" y="929"/>
                      <a:pt x="1938" y="848"/>
                    </a:cubicBezTo>
                    <a:cubicBezTo>
                      <a:pt x="1682" y="668"/>
                      <a:pt x="1459" y="461"/>
                      <a:pt x="1274" y="216"/>
                    </a:cubicBezTo>
                    <a:cubicBezTo>
                      <a:pt x="1236" y="167"/>
                      <a:pt x="1192" y="129"/>
                      <a:pt x="1138" y="102"/>
                    </a:cubicBezTo>
                    <a:cubicBezTo>
                      <a:pt x="1075" y="67"/>
                      <a:pt x="1010" y="0"/>
                      <a:pt x="94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2" name="Google Shape;1642;p33"/>
              <p:cNvSpPr/>
              <p:nvPr/>
            </p:nvSpPr>
            <p:spPr>
              <a:xfrm>
                <a:off x="6219633" y="3264649"/>
                <a:ext cx="420507" cy="561986"/>
              </a:xfrm>
              <a:custGeom>
                <a:rect b="b" l="l" r="r" t="t"/>
                <a:pathLst>
                  <a:path extrusionOk="0" h="9438" w="7062">
                    <a:moveTo>
                      <a:pt x="4834" y="0"/>
                    </a:moveTo>
                    <a:lnTo>
                      <a:pt x="4834" y="0"/>
                    </a:lnTo>
                    <a:cubicBezTo>
                      <a:pt x="4856" y="131"/>
                      <a:pt x="4873" y="256"/>
                      <a:pt x="4889" y="376"/>
                    </a:cubicBezTo>
                    <a:cubicBezTo>
                      <a:pt x="4938" y="539"/>
                      <a:pt x="4938" y="702"/>
                      <a:pt x="4905" y="866"/>
                    </a:cubicBezTo>
                    <a:cubicBezTo>
                      <a:pt x="4785" y="1476"/>
                      <a:pt x="4606" y="2063"/>
                      <a:pt x="4415" y="2651"/>
                    </a:cubicBezTo>
                    <a:cubicBezTo>
                      <a:pt x="4328" y="2935"/>
                      <a:pt x="4170" y="3130"/>
                      <a:pt x="3925" y="3321"/>
                    </a:cubicBezTo>
                    <a:cubicBezTo>
                      <a:pt x="2494" y="4470"/>
                      <a:pt x="1252" y="5798"/>
                      <a:pt x="251" y="7339"/>
                    </a:cubicBezTo>
                    <a:cubicBezTo>
                      <a:pt x="0" y="7725"/>
                      <a:pt x="588" y="8819"/>
                      <a:pt x="1051" y="8847"/>
                    </a:cubicBezTo>
                    <a:cubicBezTo>
                      <a:pt x="1058" y="8847"/>
                      <a:pt x="1068" y="8849"/>
                      <a:pt x="1077" y="8849"/>
                    </a:cubicBezTo>
                    <a:cubicBezTo>
                      <a:pt x="1081" y="8849"/>
                      <a:pt x="1085" y="8848"/>
                      <a:pt x="1089" y="8847"/>
                    </a:cubicBezTo>
                    <a:cubicBezTo>
                      <a:pt x="1196" y="8786"/>
                      <a:pt x="1305" y="8768"/>
                      <a:pt x="1417" y="8768"/>
                    </a:cubicBezTo>
                    <a:cubicBezTo>
                      <a:pt x="1571" y="8768"/>
                      <a:pt x="1727" y="8802"/>
                      <a:pt x="1882" y="8802"/>
                    </a:cubicBezTo>
                    <a:cubicBezTo>
                      <a:pt x="1935" y="8802"/>
                      <a:pt x="1989" y="8798"/>
                      <a:pt x="2042" y="8787"/>
                    </a:cubicBezTo>
                    <a:cubicBezTo>
                      <a:pt x="2363" y="8721"/>
                      <a:pt x="2728" y="8727"/>
                      <a:pt x="2913" y="8378"/>
                    </a:cubicBezTo>
                    <a:cubicBezTo>
                      <a:pt x="2907" y="8297"/>
                      <a:pt x="2896" y="8221"/>
                      <a:pt x="2885" y="8117"/>
                    </a:cubicBezTo>
                    <a:cubicBezTo>
                      <a:pt x="2575" y="8368"/>
                      <a:pt x="2232" y="8466"/>
                      <a:pt x="1867" y="8515"/>
                    </a:cubicBezTo>
                    <a:cubicBezTo>
                      <a:pt x="1833" y="8519"/>
                      <a:pt x="1800" y="8521"/>
                      <a:pt x="1769" y="8521"/>
                    </a:cubicBezTo>
                    <a:cubicBezTo>
                      <a:pt x="1546" y="8521"/>
                      <a:pt x="1413" y="8415"/>
                      <a:pt x="1356" y="8166"/>
                    </a:cubicBezTo>
                    <a:cubicBezTo>
                      <a:pt x="1323" y="8030"/>
                      <a:pt x="1318" y="7872"/>
                      <a:pt x="1209" y="7758"/>
                    </a:cubicBezTo>
                    <a:cubicBezTo>
                      <a:pt x="1084" y="7850"/>
                      <a:pt x="1143" y="7959"/>
                      <a:pt x="1127" y="8057"/>
                    </a:cubicBezTo>
                    <a:cubicBezTo>
                      <a:pt x="1089" y="8232"/>
                      <a:pt x="1307" y="8476"/>
                      <a:pt x="1100" y="8553"/>
                    </a:cubicBezTo>
                    <a:cubicBezTo>
                      <a:pt x="1069" y="8564"/>
                      <a:pt x="1041" y="8569"/>
                      <a:pt x="1016" y="8569"/>
                    </a:cubicBezTo>
                    <a:cubicBezTo>
                      <a:pt x="835" y="8569"/>
                      <a:pt x="778" y="8306"/>
                      <a:pt x="659" y="8177"/>
                    </a:cubicBezTo>
                    <a:cubicBezTo>
                      <a:pt x="610" y="8128"/>
                      <a:pt x="572" y="8063"/>
                      <a:pt x="545" y="8003"/>
                    </a:cubicBezTo>
                    <a:cubicBezTo>
                      <a:pt x="436" y="7758"/>
                      <a:pt x="387" y="7546"/>
                      <a:pt x="572" y="7284"/>
                    </a:cubicBezTo>
                    <a:cubicBezTo>
                      <a:pt x="1443" y="6016"/>
                      <a:pt x="2521" y="4932"/>
                      <a:pt x="3626" y="3876"/>
                    </a:cubicBezTo>
                    <a:cubicBezTo>
                      <a:pt x="3718" y="3795"/>
                      <a:pt x="3833" y="3735"/>
                      <a:pt x="3936" y="3659"/>
                    </a:cubicBezTo>
                    <a:lnTo>
                      <a:pt x="3936" y="3659"/>
                    </a:lnTo>
                    <a:cubicBezTo>
                      <a:pt x="4002" y="3789"/>
                      <a:pt x="3942" y="3882"/>
                      <a:pt x="3909" y="3980"/>
                    </a:cubicBezTo>
                    <a:cubicBezTo>
                      <a:pt x="3691" y="4660"/>
                      <a:pt x="3544" y="5363"/>
                      <a:pt x="3414" y="6065"/>
                    </a:cubicBezTo>
                    <a:cubicBezTo>
                      <a:pt x="3365" y="6342"/>
                      <a:pt x="3533" y="6707"/>
                      <a:pt x="3087" y="6811"/>
                    </a:cubicBezTo>
                    <a:cubicBezTo>
                      <a:pt x="3147" y="6936"/>
                      <a:pt x="3245" y="6936"/>
                      <a:pt x="3337" y="6952"/>
                    </a:cubicBezTo>
                    <a:cubicBezTo>
                      <a:pt x="3484" y="7072"/>
                      <a:pt x="3435" y="7246"/>
                      <a:pt x="3473" y="7399"/>
                    </a:cubicBezTo>
                    <a:cubicBezTo>
                      <a:pt x="3544" y="7665"/>
                      <a:pt x="3566" y="7976"/>
                      <a:pt x="3816" y="8144"/>
                    </a:cubicBezTo>
                    <a:cubicBezTo>
                      <a:pt x="4105" y="8346"/>
                      <a:pt x="4317" y="8613"/>
                      <a:pt x="4513" y="8885"/>
                    </a:cubicBezTo>
                    <a:cubicBezTo>
                      <a:pt x="4810" y="9291"/>
                      <a:pt x="5199" y="9437"/>
                      <a:pt x="5650" y="9437"/>
                    </a:cubicBezTo>
                    <a:cubicBezTo>
                      <a:pt x="5713" y="9437"/>
                      <a:pt x="5777" y="9434"/>
                      <a:pt x="5842" y="9429"/>
                    </a:cubicBezTo>
                    <a:cubicBezTo>
                      <a:pt x="6065" y="9407"/>
                      <a:pt x="6288" y="9358"/>
                      <a:pt x="6435" y="9168"/>
                    </a:cubicBezTo>
                    <a:cubicBezTo>
                      <a:pt x="6772" y="8721"/>
                      <a:pt x="7061" y="8259"/>
                      <a:pt x="7034" y="7665"/>
                    </a:cubicBezTo>
                    <a:cubicBezTo>
                      <a:pt x="6981" y="7631"/>
                      <a:pt x="6938" y="7617"/>
                      <a:pt x="6901" y="7617"/>
                    </a:cubicBezTo>
                    <a:cubicBezTo>
                      <a:pt x="6760" y="7617"/>
                      <a:pt x="6708" y="7815"/>
                      <a:pt x="6587" y="7867"/>
                    </a:cubicBezTo>
                    <a:cubicBezTo>
                      <a:pt x="6341" y="7971"/>
                      <a:pt x="6100" y="8045"/>
                      <a:pt x="5865" y="8045"/>
                    </a:cubicBezTo>
                    <a:cubicBezTo>
                      <a:pt x="5611" y="8045"/>
                      <a:pt x="5363" y="7959"/>
                      <a:pt x="5123" y="7736"/>
                    </a:cubicBezTo>
                    <a:cubicBezTo>
                      <a:pt x="4998" y="7621"/>
                      <a:pt x="4869" y="7455"/>
                      <a:pt x="4638" y="7455"/>
                    </a:cubicBezTo>
                    <a:cubicBezTo>
                      <a:pt x="4607" y="7455"/>
                      <a:pt x="4575" y="7458"/>
                      <a:pt x="4540" y="7464"/>
                    </a:cubicBezTo>
                    <a:cubicBezTo>
                      <a:pt x="4796" y="7899"/>
                      <a:pt x="5194" y="8112"/>
                      <a:pt x="5580" y="8308"/>
                    </a:cubicBezTo>
                    <a:cubicBezTo>
                      <a:pt x="5676" y="8356"/>
                      <a:pt x="5769" y="8376"/>
                      <a:pt x="5861" y="8376"/>
                    </a:cubicBezTo>
                    <a:cubicBezTo>
                      <a:pt x="6130" y="8376"/>
                      <a:pt x="6386" y="8206"/>
                      <a:pt x="6658" y="8085"/>
                    </a:cubicBezTo>
                    <a:lnTo>
                      <a:pt x="6658" y="8085"/>
                    </a:lnTo>
                    <a:cubicBezTo>
                      <a:pt x="6642" y="8340"/>
                      <a:pt x="6489" y="8504"/>
                      <a:pt x="6413" y="8694"/>
                    </a:cubicBezTo>
                    <a:cubicBezTo>
                      <a:pt x="6271" y="9046"/>
                      <a:pt x="6006" y="9221"/>
                      <a:pt x="5671" y="9221"/>
                    </a:cubicBezTo>
                    <a:cubicBezTo>
                      <a:pt x="5571" y="9221"/>
                      <a:pt x="5464" y="9205"/>
                      <a:pt x="5352" y="9173"/>
                    </a:cubicBezTo>
                    <a:cubicBezTo>
                      <a:pt x="4622" y="8961"/>
                      <a:pt x="4399" y="8210"/>
                      <a:pt x="3860" y="7791"/>
                    </a:cubicBezTo>
                    <a:cubicBezTo>
                      <a:pt x="3855" y="7785"/>
                      <a:pt x="3849" y="7769"/>
                      <a:pt x="3849" y="7758"/>
                    </a:cubicBezTo>
                    <a:cubicBezTo>
                      <a:pt x="3795" y="7339"/>
                      <a:pt x="3675" y="6914"/>
                      <a:pt x="3708" y="6506"/>
                    </a:cubicBezTo>
                    <a:cubicBezTo>
                      <a:pt x="3806" y="5461"/>
                      <a:pt x="4040" y="4437"/>
                      <a:pt x="4437" y="3468"/>
                    </a:cubicBezTo>
                    <a:cubicBezTo>
                      <a:pt x="4769" y="2662"/>
                      <a:pt x="5036" y="1835"/>
                      <a:pt x="5210" y="980"/>
                    </a:cubicBezTo>
                    <a:cubicBezTo>
                      <a:pt x="5303" y="517"/>
                      <a:pt x="5156" y="136"/>
                      <a:pt x="48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3" name="Google Shape;1643;p33"/>
              <p:cNvSpPr/>
              <p:nvPr/>
            </p:nvSpPr>
            <p:spPr>
              <a:xfrm>
                <a:off x="6565477" y="-269479"/>
                <a:ext cx="610455" cy="608490"/>
              </a:xfrm>
              <a:custGeom>
                <a:rect b="b" l="l" r="r" t="t"/>
                <a:pathLst>
                  <a:path extrusionOk="0" h="10219" w="10252">
                    <a:moveTo>
                      <a:pt x="5815" y="1"/>
                    </a:moveTo>
                    <a:lnTo>
                      <a:pt x="5815" y="1"/>
                    </a:lnTo>
                    <a:cubicBezTo>
                      <a:pt x="5826" y="83"/>
                      <a:pt x="5821" y="143"/>
                      <a:pt x="5842" y="164"/>
                    </a:cubicBezTo>
                    <a:cubicBezTo>
                      <a:pt x="6360" y="681"/>
                      <a:pt x="6860" y="1237"/>
                      <a:pt x="7612" y="1395"/>
                    </a:cubicBezTo>
                    <a:cubicBezTo>
                      <a:pt x="8281" y="1536"/>
                      <a:pt x="8913" y="1787"/>
                      <a:pt x="9566" y="1983"/>
                    </a:cubicBezTo>
                    <a:cubicBezTo>
                      <a:pt x="9953" y="2097"/>
                      <a:pt x="10023" y="2364"/>
                      <a:pt x="9713" y="2630"/>
                    </a:cubicBezTo>
                    <a:cubicBezTo>
                      <a:pt x="8984" y="3262"/>
                      <a:pt x="8292" y="3953"/>
                      <a:pt x="7481" y="4470"/>
                    </a:cubicBezTo>
                    <a:cubicBezTo>
                      <a:pt x="6964" y="4803"/>
                      <a:pt x="6550" y="5173"/>
                      <a:pt x="6349" y="5766"/>
                    </a:cubicBezTo>
                    <a:cubicBezTo>
                      <a:pt x="6213" y="6158"/>
                      <a:pt x="5929" y="6403"/>
                      <a:pt x="5505" y="6479"/>
                    </a:cubicBezTo>
                    <a:cubicBezTo>
                      <a:pt x="5178" y="6534"/>
                      <a:pt x="4852" y="6599"/>
                      <a:pt x="4563" y="6768"/>
                    </a:cubicBezTo>
                    <a:cubicBezTo>
                      <a:pt x="3442" y="7432"/>
                      <a:pt x="2325" y="8113"/>
                      <a:pt x="1329" y="8956"/>
                    </a:cubicBezTo>
                    <a:cubicBezTo>
                      <a:pt x="1010" y="9218"/>
                      <a:pt x="696" y="9475"/>
                      <a:pt x="256" y="9475"/>
                    </a:cubicBezTo>
                    <a:cubicBezTo>
                      <a:pt x="238" y="9475"/>
                      <a:pt x="220" y="9474"/>
                      <a:pt x="202" y="9474"/>
                    </a:cubicBezTo>
                    <a:cubicBezTo>
                      <a:pt x="189" y="9474"/>
                      <a:pt x="176" y="9473"/>
                      <a:pt x="162" y="9473"/>
                    </a:cubicBezTo>
                    <a:cubicBezTo>
                      <a:pt x="107" y="9473"/>
                      <a:pt x="50" y="9480"/>
                      <a:pt x="28" y="9550"/>
                    </a:cubicBezTo>
                    <a:cubicBezTo>
                      <a:pt x="1" y="9659"/>
                      <a:pt x="77" y="9729"/>
                      <a:pt x="148" y="9789"/>
                    </a:cubicBezTo>
                    <a:cubicBezTo>
                      <a:pt x="514" y="10073"/>
                      <a:pt x="914" y="10219"/>
                      <a:pt x="1314" y="10219"/>
                    </a:cubicBezTo>
                    <a:cubicBezTo>
                      <a:pt x="1733" y="10219"/>
                      <a:pt x="2150" y="10058"/>
                      <a:pt x="2527" y="9729"/>
                    </a:cubicBezTo>
                    <a:cubicBezTo>
                      <a:pt x="3006" y="9305"/>
                      <a:pt x="3480" y="8902"/>
                      <a:pt x="4095" y="8679"/>
                    </a:cubicBezTo>
                    <a:cubicBezTo>
                      <a:pt x="4269" y="8619"/>
                      <a:pt x="4519" y="8543"/>
                      <a:pt x="4525" y="8260"/>
                    </a:cubicBezTo>
                    <a:lnTo>
                      <a:pt x="4525" y="8260"/>
                    </a:lnTo>
                    <a:cubicBezTo>
                      <a:pt x="3893" y="8450"/>
                      <a:pt x="3256" y="8635"/>
                      <a:pt x="2783" y="9125"/>
                    </a:cubicBezTo>
                    <a:cubicBezTo>
                      <a:pt x="2402" y="9517"/>
                      <a:pt x="1890" y="9637"/>
                      <a:pt x="1411" y="9811"/>
                    </a:cubicBezTo>
                    <a:cubicBezTo>
                      <a:pt x="1329" y="9840"/>
                      <a:pt x="1237" y="9855"/>
                      <a:pt x="1140" y="9855"/>
                    </a:cubicBezTo>
                    <a:cubicBezTo>
                      <a:pt x="986" y="9855"/>
                      <a:pt x="819" y="9817"/>
                      <a:pt x="665" y="9740"/>
                    </a:cubicBezTo>
                    <a:cubicBezTo>
                      <a:pt x="888" y="9604"/>
                      <a:pt x="1122" y="9523"/>
                      <a:pt x="1280" y="9365"/>
                    </a:cubicBezTo>
                    <a:cubicBezTo>
                      <a:pt x="2026" y="8608"/>
                      <a:pt x="2979" y="8145"/>
                      <a:pt x="3801" y="7503"/>
                    </a:cubicBezTo>
                    <a:cubicBezTo>
                      <a:pt x="4117" y="7263"/>
                      <a:pt x="4465" y="7089"/>
                      <a:pt x="4868" y="6997"/>
                    </a:cubicBezTo>
                    <a:cubicBezTo>
                      <a:pt x="5723" y="6801"/>
                      <a:pt x="6496" y="6463"/>
                      <a:pt x="6746" y="5483"/>
                    </a:cubicBezTo>
                    <a:cubicBezTo>
                      <a:pt x="6795" y="5298"/>
                      <a:pt x="6953" y="5146"/>
                      <a:pt x="7127" y="5037"/>
                    </a:cubicBezTo>
                    <a:cubicBezTo>
                      <a:pt x="8134" y="4432"/>
                      <a:pt x="8945" y="3583"/>
                      <a:pt x="9849" y="2854"/>
                    </a:cubicBezTo>
                    <a:cubicBezTo>
                      <a:pt x="9925" y="2794"/>
                      <a:pt x="9985" y="2718"/>
                      <a:pt x="10034" y="2641"/>
                    </a:cubicBezTo>
                    <a:cubicBezTo>
                      <a:pt x="10252" y="2315"/>
                      <a:pt x="10154" y="1917"/>
                      <a:pt x="9784" y="1814"/>
                    </a:cubicBezTo>
                    <a:cubicBezTo>
                      <a:pt x="9196" y="1645"/>
                      <a:pt x="8657" y="1340"/>
                      <a:pt x="8047" y="1253"/>
                    </a:cubicBezTo>
                    <a:cubicBezTo>
                      <a:pt x="7416" y="1161"/>
                      <a:pt x="6844" y="943"/>
                      <a:pt x="6436" y="415"/>
                    </a:cubicBezTo>
                    <a:cubicBezTo>
                      <a:pt x="6202" y="349"/>
                      <a:pt x="6093" y="83"/>
                      <a:pt x="58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4" name="Google Shape;1644;p33"/>
              <p:cNvSpPr/>
              <p:nvPr/>
            </p:nvSpPr>
            <p:spPr>
              <a:xfrm>
                <a:off x="5313876" y="2034960"/>
                <a:ext cx="187448" cy="369596"/>
              </a:xfrm>
              <a:custGeom>
                <a:rect b="b" l="l" r="r" t="t"/>
                <a:pathLst>
                  <a:path extrusionOk="0" h="6207" w="3148">
                    <a:moveTo>
                      <a:pt x="988" y="0"/>
                    </a:moveTo>
                    <a:cubicBezTo>
                      <a:pt x="980" y="0"/>
                      <a:pt x="972" y="1"/>
                      <a:pt x="964" y="2"/>
                    </a:cubicBezTo>
                    <a:cubicBezTo>
                      <a:pt x="823" y="24"/>
                      <a:pt x="785" y="160"/>
                      <a:pt x="774" y="274"/>
                    </a:cubicBezTo>
                    <a:cubicBezTo>
                      <a:pt x="741" y="601"/>
                      <a:pt x="610" y="895"/>
                      <a:pt x="398" y="1140"/>
                    </a:cubicBezTo>
                    <a:cubicBezTo>
                      <a:pt x="169" y="1407"/>
                      <a:pt x="77" y="1723"/>
                      <a:pt x="1" y="2055"/>
                    </a:cubicBezTo>
                    <a:cubicBezTo>
                      <a:pt x="52" y="2045"/>
                      <a:pt x="109" y="2023"/>
                      <a:pt x="152" y="2023"/>
                    </a:cubicBezTo>
                    <a:cubicBezTo>
                      <a:pt x="205" y="2023"/>
                      <a:pt x="237" y="2056"/>
                      <a:pt x="213" y="2185"/>
                    </a:cubicBezTo>
                    <a:cubicBezTo>
                      <a:pt x="191" y="2300"/>
                      <a:pt x="191" y="2419"/>
                      <a:pt x="186" y="2534"/>
                    </a:cubicBezTo>
                    <a:cubicBezTo>
                      <a:pt x="176" y="2717"/>
                      <a:pt x="130" y="2915"/>
                      <a:pt x="378" y="2915"/>
                    </a:cubicBezTo>
                    <a:cubicBezTo>
                      <a:pt x="402" y="2915"/>
                      <a:pt x="428" y="2913"/>
                      <a:pt x="458" y="2909"/>
                    </a:cubicBezTo>
                    <a:cubicBezTo>
                      <a:pt x="468" y="2908"/>
                      <a:pt x="477" y="2908"/>
                      <a:pt x="485" y="2908"/>
                    </a:cubicBezTo>
                    <a:cubicBezTo>
                      <a:pt x="595" y="2908"/>
                      <a:pt x="633" y="3000"/>
                      <a:pt x="638" y="3111"/>
                    </a:cubicBezTo>
                    <a:cubicBezTo>
                      <a:pt x="659" y="3710"/>
                      <a:pt x="1155" y="3857"/>
                      <a:pt x="1558" y="4091"/>
                    </a:cubicBezTo>
                    <a:cubicBezTo>
                      <a:pt x="1567" y="4096"/>
                      <a:pt x="1575" y="4099"/>
                      <a:pt x="1582" y="4099"/>
                    </a:cubicBezTo>
                    <a:cubicBezTo>
                      <a:pt x="1625" y="4099"/>
                      <a:pt x="1601" y="3988"/>
                      <a:pt x="1652" y="3988"/>
                    </a:cubicBezTo>
                    <a:cubicBezTo>
                      <a:pt x="1660" y="3988"/>
                      <a:pt x="1670" y="3991"/>
                      <a:pt x="1683" y="3998"/>
                    </a:cubicBezTo>
                    <a:cubicBezTo>
                      <a:pt x="1732" y="4227"/>
                      <a:pt x="1721" y="4455"/>
                      <a:pt x="1688" y="4689"/>
                    </a:cubicBezTo>
                    <a:cubicBezTo>
                      <a:pt x="1813" y="4842"/>
                      <a:pt x="1819" y="5032"/>
                      <a:pt x="1852" y="5212"/>
                    </a:cubicBezTo>
                    <a:cubicBezTo>
                      <a:pt x="1982" y="5980"/>
                      <a:pt x="1982" y="5980"/>
                      <a:pt x="2723" y="6143"/>
                    </a:cubicBezTo>
                    <a:cubicBezTo>
                      <a:pt x="2792" y="6160"/>
                      <a:pt x="2871" y="6207"/>
                      <a:pt x="2941" y="6207"/>
                    </a:cubicBezTo>
                    <a:cubicBezTo>
                      <a:pt x="2981" y="6207"/>
                      <a:pt x="3018" y="6192"/>
                      <a:pt x="3049" y="6148"/>
                    </a:cubicBezTo>
                    <a:cubicBezTo>
                      <a:pt x="3147" y="6018"/>
                      <a:pt x="3049" y="5876"/>
                      <a:pt x="2973" y="5762"/>
                    </a:cubicBezTo>
                    <a:cubicBezTo>
                      <a:pt x="2772" y="5452"/>
                      <a:pt x="2494" y="5207"/>
                      <a:pt x="2222" y="4967"/>
                    </a:cubicBezTo>
                    <a:cubicBezTo>
                      <a:pt x="1944" y="4717"/>
                      <a:pt x="1868" y="4412"/>
                      <a:pt x="1895" y="4074"/>
                    </a:cubicBezTo>
                    <a:cubicBezTo>
                      <a:pt x="1911" y="3851"/>
                      <a:pt x="1944" y="3622"/>
                      <a:pt x="1906" y="3405"/>
                    </a:cubicBezTo>
                    <a:cubicBezTo>
                      <a:pt x="1841" y="3002"/>
                      <a:pt x="1988" y="2545"/>
                      <a:pt x="1656" y="2191"/>
                    </a:cubicBezTo>
                    <a:cubicBezTo>
                      <a:pt x="1394" y="1918"/>
                      <a:pt x="1307" y="1586"/>
                      <a:pt x="1454" y="1243"/>
                    </a:cubicBezTo>
                    <a:cubicBezTo>
                      <a:pt x="1645" y="808"/>
                      <a:pt x="1438" y="498"/>
                      <a:pt x="1215" y="176"/>
                    </a:cubicBezTo>
                    <a:cubicBezTo>
                      <a:pt x="1159" y="96"/>
                      <a:pt x="1089" y="0"/>
                      <a:pt x="9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5" name="Google Shape;1645;p33"/>
              <p:cNvSpPr/>
              <p:nvPr/>
            </p:nvSpPr>
            <p:spPr>
              <a:xfrm>
                <a:off x="5218602" y="1976724"/>
                <a:ext cx="352387" cy="432833"/>
              </a:xfrm>
              <a:custGeom>
                <a:rect b="b" l="l" r="r" t="t"/>
                <a:pathLst>
                  <a:path extrusionOk="0" h="7269" w="5918">
                    <a:moveTo>
                      <a:pt x="1878" y="0"/>
                    </a:moveTo>
                    <a:cubicBezTo>
                      <a:pt x="1884" y="17"/>
                      <a:pt x="1889" y="38"/>
                      <a:pt x="1895" y="55"/>
                    </a:cubicBezTo>
                    <a:cubicBezTo>
                      <a:pt x="1933" y="131"/>
                      <a:pt x="1922" y="213"/>
                      <a:pt x="1960" y="289"/>
                    </a:cubicBezTo>
                    <a:cubicBezTo>
                      <a:pt x="2145" y="659"/>
                      <a:pt x="2123" y="719"/>
                      <a:pt x="1742" y="915"/>
                    </a:cubicBezTo>
                    <a:cubicBezTo>
                      <a:pt x="1590" y="991"/>
                      <a:pt x="1410" y="1029"/>
                      <a:pt x="1312" y="1187"/>
                    </a:cubicBezTo>
                    <a:cubicBezTo>
                      <a:pt x="887" y="1291"/>
                      <a:pt x="583" y="1557"/>
                      <a:pt x="381" y="1933"/>
                    </a:cubicBezTo>
                    <a:cubicBezTo>
                      <a:pt x="283" y="2113"/>
                      <a:pt x="0" y="2358"/>
                      <a:pt x="125" y="2445"/>
                    </a:cubicBezTo>
                    <a:cubicBezTo>
                      <a:pt x="161" y="2468"/>
                      <a:pt x="194" y="2478"/>
                      <a:pt x="224" y="2478"/>
                    </a:cubicBezTo>
                    <a:cubicBezTo>
                      <a:pt x="379" y="2478"/>
                      <a:pt x="473" y="2216"/>
                      <a:pt x="610" y="2107"/>
                    </a:cubicBezTo>
                    <a:cubicBezTo>
                      <a:pt x="833" y="1775"/>
                      <a:pt x="1138" y="1563"/>
                      <a:pt x="1519" y="1438"/>
                    </a:cubicBezTo>
                    <a:cubicBezTo>
                      <a:pt x="1851" y="1334"/>
                      <a:pt x="2189" y="1214"/>
                      <a:pt x="2276" y="1024"/>
                    </a:cubicBezTo>
                    <a:lnTo>
                      <a:pt x="2276" y="1024"/>
                    </a:lnTo>
                    <a:cubicBezTo>
                      <a:pt x="2210" y="1263"/>
                      <a:pt x="1971" y="1628"/>
                      <a:pt x="1878" y="2053"/>
                    </a:cubicBezTo>
                    <a:cubicBezTo>
                      <a:pt x="1780" y="2265"/>
                      <a:pt x="1590" y="2412"/>
                      <a:pt x="1514" y="2646"/>
                    </a:cubicBezTo>
                    <a:cubicBezTo>
                      <a:pt x="1470" y="2793"/>
                      <a:pt x="1361" y="2951"/>
                      <a:pt x="1601" y="3033"/>
                    </a:cubicBezTo>
                    <a:cubicBezTo>
                      <a:pt x="1655" y="2880"/>
                      <a:pt x="2014" y="2842"/>
                      <a:pt x="1775" y="2575"/>
                    </a:cubicBezTo>
                    <a:cubicBezTo>
                      <a:pt x="1769" y="2570"/>
                      <a:pt x="1808" y="2521"/>
                      <a:pt x="1829" y="2494"/>
                    </a:cubicBezTo>
                    <a:cubicBezTo>
                      <a:pt x="2161" y="2107"/>
                      <a:pt x="2455" y="1704"/>
                      <a:pt x="2477" y="1160"/>
                    </a:cubicBezTo>
                    <a:cubicBezTo>
                      <a:pt x="2481" y="1118"/>
                      <a:pt x="2495" y="1033"/>
                      <a:pt x="2559" y="1033"/>
                    </a:cubicBezTo>
                    <a:cubicBezTo>
                      <a:pt x="2579" y="1033"/>
                      <a:pt x="2604" y="1041"/>
                      <a:pt x="2635" y="1062"/>
                    </a:cubicBezTo>
                    <a:cubicBezTo>
                      <a:pt x="2858" y="1198"/>
                      <a:pt x="3060" y="1824"/>
                      <a:pt x="2983" y="2074"/>
                    </a:cubicBezTo>
                    <a:cubicBezTo>
                      <a:pt x="2842" y="2510"/>
                      <a:pt x="2836" y="2929"/>
                      <a:pt x="3212" y="3272"/>
                    </a:cubicBezTo>
                    <a:cubicBezTo>
                      <a:pt x="3283" y="3332"/>
                      <a:pt x="3370" y="3403"/>
                      <a:pt x="3364" y="3501"/>
                    </a:cubicBezTo>
                    <a:cubicBezTo>
                      <a:pt x="3332" y="4007"/>
                      <a:pt x="3501" y="4497"/>
                      <a:pt x="3419" y="5009"/>
                    </a:cubicBezTo>
                    <a:cubicBezTo>
                      <a:pt x="3364" y="5357"/>
                      <a:pt x="3419" y="5706"/>
                      <a:pt x="3724" y="5972"/>
                    </a:cubicBezTo>
                    <a:cubicBezTo>
                      <a:pt x="3947" y="6163"/>
                      <a:pt x="4138" y="6386"/>
                      <a:pt x="4350" y="6593"/>
                    </a:cubicBezTo>
                    <a:cubicBezTo>
                      <a:pt x="4491" y="6734"/>
                      <a:pt x="4589" y="6892"/>
                      <a:pt x="4633" y="7126"/>
                    </a:cubicBezTo>
                    <a:cubicBezTo>
                      <a:pt x="4470" y="7077"/>
                      <a:pt x="4339" y="7018"/>
                      <a:pt x="4203" y="7001"/>
                    </a:cubicBezTo>
                    <a:cubicBezTo>
                      <a:pt x="3658" y="6925"/>
                      <a:pt x="3658" y="6930"/>
                      <a:pt x="3582" y="6370"/>
                    </a:cubicBezTo>
                    <a:cubicBezTo>
                      <a:pt x="3533" y="6000"/>
                      <a:pt x="3441" y="5776"/>
                      <a:pt x="3288" y="5667"/>
                    </a:cubicBezTo>
                    <a:lnTo>
                      <a:pt x="3288" y="5667"/>
                    </a:lnTo>
                    <a:cubicBezTo>
                      <a:pt x="3337" y="6010"/>
                      <a:pt x="3375" y="6353"/>
                      <a:pt x="3441" y="6691"/>
                    </a:cubicBezTo>
                    <a:cubicBezTo>
                      <a:pt x="3511" y="7072"/>
                      <a:pt x="3755" y="7268"/>
                      <a:pt x="4128" y="7268"/>
                    </a:cubicBezTo>
                    <a:cubicBezTo>
                      <a:pt x="4133" y="7268"/>
                      <a:pt x="4138" y="7268"/>
                      <a:pt x="4143" y="7268"/>
                    </a:cubicBezTo>
                    <a:lnTo>
                      <a:pt x="4998" y="7268"/>
                    </a:lnTo>
                    <a:cubicBezTo>
                      <a:pt x="5248" y="6920"/>
                      <a:pt x="5493" y="6577"/>
                      <a:pt x="5744" y="6228"/>
                    </a:cubicBezTo>
                    <a:cubicBezTo>
                      <a:pt x="5825" y="6114"/>
                      <a:pt x="5918" y="6000"/>
                      <a:pt x="5782" y="5863"/>
                    </a:cubicBezTo>
                    <a:lnTo>
                      <a:pt x="5782" y="5863"/>
                    </a:lnTo>
                    <a:cubicBezTo>
                      <a:pt x="5488" y="6255"/>
                      <a:pt x="5199" y="6647"/>
                      <a:pt x="4851" y="7116"/>
                    </a:cubicBezTo>
                    <a:cubicBezTo>
                      <a:pt x="4753" y="6647"/>
                      <a:pt x="4421" y="6424"/>
                      <a:pt x="4187" y="6114"/>
                    </a:cubicBezTo>
                    <a:cubicBezTo>
                      <a:pt x="4204" y="6108"/>
                      <a:pt x="4223" y="6105"/>
                      <a:pt x="4241" y="6105"/>
                    </a:cubicBezTo>
                    <a:cubicBezTo>
                      <a:pt x="4290" y="6105"/>
                      <a:pt x="4338" y="6122"/>
                      <a:pt x="4378" y="6122"/>
                    </a:cubicBezTo>
                    <a:cubicBezTo>
                      <a:pt x="4415" y="6122"/>
                      <a:pt x="4445" y="6109"/>
                      <a:pt x="4464" y="6059"/>
                    </a:cubicBezTo>
                    <a:cubicBezTo>
                      <a:pt x="4524" y="5918"/>
                      <a:pt x="4404" y="5820"/>
                      <a:pt x="4323" y="5727"/>
                    </a:cubicBezTo>
                    <a:cubicBezTo>
                      <a:pt x="4257" y="5654"/>
                      <a:pt x="4167" y="5564"/>
                      <a:pt x="4077" y="5564"/>
                    </a:cubicBezTo>
                    <a:cubicBezTo>
                      <a:pt x="4048" y="5564"/>
                      <a:pt x="4019" y="5574"/>
                      <a:pt x="3991" y="5597"/>
                    </a:cubicBezTo>
                    <a:cubicBezTo>
                      <a:pt x="3876" y="5685"/>
                      <a:pt x="3797" y="5720"/>
                      <a:pt x="3741" y="5720"/>
                    </a:cubicBezTo>
                    <a:cubicBezTo>
                      <a:pt x="3583" y="5720"/>
                      <a:pt x="3613" y="5445"/>
                      <a:pt x="3593" y="5325"/>
                    </a:cubicBezTo>
                    <a:cubicBezTo>
                      <a:pt x="3555" y="5052"/>
                      <a:pt x="3577" y="4758"/>
                      <a:pt x="3604" y="4481"/>
                    </a:cubicBezTo>
                    <a:cubicBezTo>
                      <a:pt x="3762" y="3016"/>
                      <a:pt x="3599" y="1644"/>
                      <a:pt x="2510" y="523"/>
                    </a:cubicBezTo>
                    <a:cubicBezTo>
                      <a:pt x="2248" y="256"/>
                      <a:pt x="2063" y="55"/>
                      <a:pt x="187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6" name="Google Shape;1646;p33"/>
              <p:cNvSpPr/>
              <p:nvPr/>
            </p:nvSpPr>
            <p:spPr>
              <a:xfrm>
                <a:off x="6004671" y="1790523"/>
                <a:ext cx="283256" cy="677741"/>
              </a:xfrm>
              <a:custGeom>
                <a:rect b="b" l="l" r="r" t="t"/>
                <a:pathLst>
                  <a:path extrusionOk="0" h="11382" w="4757">
                    <a:moveTo>
                      <a:pt x="4728" y="1"/>
                    </a:moveTo>
                    <a:cubicBezTo>
                      <a:pt x="4696" y="1"/>
                      <a:pt x="4637" y="74"/>
                      <a:pt x="4605" y="74"/>
                    </a:cubicBezTo>
                    <a:cubicBezTo>
                      <a:pt x="4604" y="74"/>
                      <a:pt x="4602" y="74"/>
                      <a:pt x="4601" y="73"/>
                    </a:cubicBezTo>
                    <a:cubicBezTo>
                      <a:pt x="4508" y="433"/>
                      <a:pt x="4416" y="792"/>
                      <a:pt x="4323" y="1157"/>
                    </a:cubicBezTo>
                    <a:cubicBezTo>
                      <a:pt x="4111" y="1973"/>
                      <a:pt x="4106" y="2828"/>
                      <a:pt x="3844" y="3639"/>
                    </a:cubicBezTo>
                    <a:cubicBezTo>
                      <a:pt x="3556" y="4516"/>
                      <a:pt x="3485" y="5490"/>
                      <a:pt x="2712" y="6149"/>
                    </a:cubicBezTo>
                    <a:cubicBezTo>
                      <a:pt x="2657" y="6192"/>
                      <a:pt x="2652" y="6296"/>
                      <a:pt x="2625" y="6366"/>
                    </a:cubicBezTo>
                    <a:cubicBezTo>
                      <a:pt x="2574" y="6479"/>
                      <a:pt x="2521" y="6543"/>
                      <a:pt x="2460" y="6543"/>
                    </a:cubicBezTo>
                    <a:cubicBezTo>
                      <a:pt x="2408" y="6543"/>
                      <a:pt x="2352" y="6498"/>
                      <a:pt x="2287" y="6399"/>
                    </a:cubicBezTo>
                    <a:cubicBezTo>
                      <a:pt x="2124" y="6143"/>
                      <a:pt x="1950" y="5887"/>
                      <a:pt x="1776" y="5642"/>
                    </a:cubicBezTo>
                    <a:cubicBezTo>
                      <a:pt x="1741" y="5588"/>
                      <a:pt x="1686" y="5528"/>
                      <a:pt x="1622" y="5528"/>
                    </a:cubicBezTo>
                    <a:cubicBezTo>
                      <a:pt x="1596" y="5528"/>
                      <a:pt x="1569" y="5537"/>
                      <a:pt x="1541" y="5561"/>
                    </a:cubicBezTo>
                    <a:cubicBezTo>
                      <a:pt x="1454" y="5626"/>
                      <a:pt x="1520" y="5713"/>
                      <a:pt x="1558" y="5784"/>
                    </a:cubicBezTo>
                    <a:cubicBezTo>
                      <a:pt x="1732" y="6051"/>
                      <a:pt x="1863" y="6350"/>
                      <a:pt x="2124" y="6541"/>
                    </a:cubicBezTo>
                    <a:cubicBezTo>
                      <a:pt x="2353" y="6709"/>
                      <a:pt x="2287" y="6862"/>
                      <a:pt x="2146" y="7031"/>
                    </a:cubicBezTo>
                    <a:cubicBezTo>
                      <a:pt x="1362" y="7945"/>
                      <a:pt x="692" y="8925"/>
                      <a:pt x="458" y="10199"/>
                    </a:cubicBezTo>
                    <a:cubicBezTo>
                      <a:pt x="1" y="9377"/>
                      <a:pt x="725" y="8843"/>
                      <a:pt x="861" y="8114"/>
                    </a:cubicBezTo>
                    <a:lnTo>
                      <a:pt x="861" y="8114"/>
                    </a:lnTo>
                    <a:cubicBezTo>
                      <a:pt x="425" y="8511"/>
                      <a:pt x="170" y="8936"/>
                      <a:pt x="88" y="9426"/>
                    </a:cubicBezTo>
                    <a:cubicBezTo>
                      <a:pt x="33" y="9785"/>
                      <a:pt x="28" y="10172"/>
                      <a:pt x="415" y="10400"/>
                    </a:cubicBezTo>
                    <a:cubicBezTo>
                      <a:pt x="502" y="10449"/>
                      <a:pt x="507" y="10531"/>
                      <a:pt x="502" y="10613"/>
                    </a:cubicBezTo>
                    <a:cubicBezTo>
                      <a:pt x="480" y="10841"/>
                      <a:pt x="556" y="11054"/>
                      <a:pt x="638" y="11261"/>
                    </a:cubicBezTo>
                    <a:cubicBezTo>
                      <a:pt x="694" y="11319"/>
                      <a:pt x="753" y="11381"/>
                      <a:pt x="794" y="11381"/>
                    </a:cubicBezTo>
                    <a:cubicBezTo>
                      <a:pt x="830" y="11381"/>
                      <a:pt x="853" y="11336"/>
                      <a:pt x="850" y="11206"/>
                    </a:cubicBezTo>
                    <a:cubicBezTo>
                      <a:pt x="845" y="11032"/>
                      <a:pt x="807" y="10858"/>
                      <a:pt x="801" y="10684"/>
                    </a:cubicBezTo>
                    <a:cubicBezTo>
                      <a:pt x="768" y="9584"/>
                      <a:pt x="1079" y="8588"/>
                      <a:pt x="1830" y="7776"/>
                    </a:cubicBezTo>
                    <a:cubicBezTo>
                      <a:pt x="3044" y="6459"/>
                      <a:pt x="3910" y="4973"/>
                      <a:pt x="4214" y="3193"/>
                    </a:cubicBezTo>
                    <a:cubicBezTo>
                      <a:pt x="4356" y="2376"/>
                      <a:pt x="4476" y="1554"/>
                      <a:pt x="4612" y="732"/>
                    </a:cubicBezTo>
                    <a:cubicBezTo>
                      <a:pt x="4645" y="525"/>
                      <a:pt x="4710" y="324"/>
                      <a:pt x="4743" y="117"/>
                    </a:cubicBezTo>
                    <a:cubicBezTo>
                      <a:pt x="4757" y="28"/>
                      <a:pt x="4748" y="1"/>
                      <a:pt x="47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7" name="Google Shape;1647;p33"/>
              <p:cNvSpPr/>
              <p:nvPr/>
            </p:nvSpPr>
            <p:spPr>
              <a:xfrm>
                <a:off x="6282812" y="2594873"/>
                <a:ext cx="244789" cy="627009"/>
              </a:xfrm>
              <a:custGeom>
                <a:rect b="b" l="l" r="r" t="t"/>
                <a:pathLst>
                  <a:path extrusionOk="0" h="10530" w="4111">
                    <a:moveTo>
                      <a:pt x="3902" y="0"/>
                    </a:moveTo>
                    <a:cubicBezTo>
                      <a:pt x="3819" y="0"/>
                      <a:pt x="3734" y="31"/>
                      <a:pt x="3648" y="66"/>
                    </a:cubicBezTo>
                    <a:cubicBezTo>
                      <a:pt x="3273" y="224"/>
                      <a:pt x="2941" y="447"/>
                      <a:pt x="2696" y="774"/>
                    </a:cubicBezTo>
                    <a:cubicBezTo>
                      <a:pt x="2461" y="1090"/>
                      <a:pt x="2162" y="1329"/>
                      <a:pt x="1857" y="1569"/>
                    </a:cubicBezTo>
                    <a:cubicBezTo>
                      <a:pt x="1732" y="1661"/>
                      <a:pt x="1623" y="1770"/>
                      <a:pt x="1520" y="1885"/>
                    </a:cubicBezTo>
                    <a:cubicBezTo>
                      <a:pt x="926" y="2560"/>
                      <a:pt x="480" y="3327"/>
                      <a:pt x="219" y="4193"/>
                    </a:cubicBezTo>
                    <a:cubicBezTo>
                      <a:pt x="126" y="4862"/>
                      <a:pt x="1" y="5527"/>
                      <a:pt x="186" y="6202"/>
                    </a:cubicBezTo>
                    <a:cubicBezTo>
                      <a:pt x="480" y="7258"/>
                      <a:pt x="1171" y="8053"/>
                      <a:pt x="1928" y="8793"/>
                    </a:cubicBezTo>
                    <a:cubicBezTo>
                      <a:pt x="2211" y="9071"/>
                      <a:pt x="2532" y="9316"/>
                      <a:pt x="2766" y="9637"/>
                    </a:cubicBezTo>
                    <a:cubicBezTo>
                      <a:pt x="3131" y="9833"/>
                      <a:pt x="3234" y="10285"/>
                      <a:pt x="3605" y="10530"/>
                    </a:cubicBezTo>
                    <a:cubicBezTo>
                      <a:pt x="3572" y="10127"/>
                      <a:pt x="3381" y="9860"/>
                      <a:pt x="3142" y="9604"/>
                    </a:cubicBezTo>
                    <a:cubicBezTo>
                      <a:pt x="2559" y="8989"/>
                      <a:pt x="1906" y="8455"/>
                      <a:pt x="1362" y="7797"/>
                    </a:cubicBezTo>
                    <a:cubicBezTo>
                      <a:pt x="404" y="6632"/>
                      <a:pt x="44" y="5407"/>
                      <a:pt x="643" y="3953"/>
                    </a:cubicBezTo>
                    <a:cubicBezTo>
                      <a:pt x="1030" y="3011"/>
                      <a:pt x="1525" y="2168"/>
                      <a:pt x="2336" y="1536"/>
                    </a:cubicBezTo>
                    <a:cubicBezTo>
                      <a:pt x="2494" y="1411"/>
                      <a:pt x="2647" y="1269"/>
                      <a:pt x="2761" y="1106"/>
                    </a:cubicBezTo>
                    <a:cubicBezTo>
                      <a:pt x="3098" y="616"/>
                      <a:pt x="3567" y="300"/>
                      <a:pt x="4111" y="83"/>
                    </a:cubicBezTo>
                    <a:cubicBezTo>
                      <a:pt x="4043" y="23"/>
                      <a:pt x="3974" y="0"/>
                      <a:pt x="39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8" name="Google Shape;1648;p33"/>
              <p:cNvSpPr/>
              <p:nvPr/>
            </p:nvSpPr>
            <p:spPr>
              <a:xfrm>
                <a:off x="6666289" y="2931249"/>
                <a:ext cx="165059" cy="195665"/>
              </a:xfrm>
              <a:custGeom>
                <a:rect b="b" l="l" r="r" t="t"/>
                <a:pathLst>
                  <a:path extrusionOk="0" h="3286" w="2772">
                    <a:moveTo>
                      <a:pt x="1601" y="1"/>
                    </a:moveTo>
                    <a:cubicBezTo>
                      <a:pt x="1540" y="1"/>
                      <a:pt x="1480" y="21"/>
                      <a:pt x="1406" y="52"/>
                    </a:cubicBezTo>
                    <a:cubicBezTo>
                      <a:pt x="948" y="237"/>
                      <a:pt x="671" y="634"/>
                      <a:pt x="300" y="923"/>
                    </a:cubicBezTo>
                    <a:cubicBezTo>
                      <a:pt x="121" y="1064"/>
                      <a:pt x="1" y="1304"/>
                      <a:pt x="17" y="1543"/>
                    </a:cubicBezTo>
                    <a:cubicBezTo>
                      <a:pt x="50" y="2148"/>
                      <a:pt x="251" y="2719"/>
                      <a:pt x="458" y="3286"/>
                    </a:cubicBezTo>
                    <a:cubicBezTo>
                      <a:pt x="475" y="2502"/>
                      <a:pt x="921" y="1946"/>
                      <a:pt x="1416" y="1429"/>
                    </a:cubicBezTo>
                    <a:cubicBezTo>
                      <a:pt x="1519" y="1323"/>
                      <a:pt x="1642" y="1176"/>
                      <a:pt x="1803" y="1176"/>
                    </a:cubicBezTo>
                    <a:cubicBezTo>
                      <a:pt x="1864" y="1176"/>
                      <a:pt x="1931" y="1197"/>
                      <a:pt x="2004" y="1249"/>
                    </a:cubicBezTo>
                    <a:cubicBezTo>
                      <a:pt x="2298" y="1037"/>
                      <a:pt x="2418" y="656"/>
                      <a:pt x="2772" y="504"/>
                    </a:cubicBezTo>
                    <a:cubicBezTo>
                      <a:pt x="2429" y="351"/>
                      <a:pt x="2091" y="199"/>
                      <a:pt x="1754" y="41"/>
                    </a:cubicBezTo>
                    <a:cubicBezTo>
                      <a:pt x="1697" y="13"/>
                      <a:pt x="1649" y="1"/>
                      <a:pt x="160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9" name="Google Shape;1649;p33"/>
              <p:cNvSpPr/>
              <p:nvPr/>
            </p:nvSpPr>
            <p:spPr>
              <a:xfrm>
                <a:off x="5855270" y="1799693"/>
                <a:ext cx="290461" cy="356079"/>
              </a:xfrm>
              <a:custGeom>
                <a:rect b="b" l="l" r="r" t="t"/>
                <a:pathLst>
                  <a:path extrusionOk="0" h="5980" w="4878">
                    <a:moveTo>
                      <a:pt x="185" y="1"/>
                    </a:moveTo>
                    <a:cubicBezTo>
                      <a:pt x="0" y="240"/>
                      <a:pt x="245" y="235"/>
                      <a:pt x="354" y="268"/>
                    </a:cubicBezTo>
                    <a:cubicBezTo>
                      <a:pt x="675" y="366"/>
                      <a:pt x="1018" y="333"/>
                      <a:pt x="1350" y="436"/>
                    </a:cubicBezTo>
                    <a:cubicBezTo>
                      <a:pt x="1301" y="513"/>
                      <a:pt x="1241" y="529"/>
                      <a:pt x="1192" y="562"/>
                    </a:cubicBezTo>
                    <a:cubicBezTo>
                      <a:pt x="1045" y="638"/>
                      <a:pt x="893" y="719"/>
                      <a:pt x="898" y="921"/>
                    </a:cubicBezTo>
                    <a:cubicBezTo>
                      <a:pt x="904" y="1128"/>
                      <a:pt x="1056" y="1220"/>
                      <a:pt x="1225" y="1291"/>
                    </a:cubicBezTo>
                    <a:cubicBezTo>
                      <a:pt x="1388" y="1367"/>
                      <a:pt x="1568" y="1405"/>
                      <a:pt x="1710" y="1509"/>
                    </a:cubicBezTo>
                    <a:cubicBezTo>
                      <a:pt x="1846" y="1607"/>
                      <a:pt x="2042" y="1689"/>
                      <a:pt x="2009" y="1901"/>
                    </a:cubicBezTo>
                    <a:cubicBezTo>
                      <a:pt x="1990" y="1914"/>
                      <a:pt x="1972" y="1920"/>
                      <a:pt x="1955" y="1920"/>
                    </a:cubicBezTo>
                    <a:cubicBezTo>
                      <a:pt x="1881" y="1920"/>
                      <a:pt x="1819" y="1820"/>
                      <a:pt x="1755" y="1820"/>
                    </a:cubicBezTo>
                    <a:cubicBezTo>
                      <a:pt x="1724" y="1820"/>
                      <a:pt x="1694" y="1842"/>
                      <a:pt x="1661" y="1906"/>
                    </a:cubicBezTo>
                    <a:cubicBezTo>
                      <a:pt x="2292" y="2658"/>
                      <a:pt x="2885" y="3441"/>
                      <a:pt x="3370" y="4307"/>
                    </a:cubicBezTo>
                    <a:cubicBezTo>
                      <a:pt x="3473" y="4389"/>
                      <a:pt x="3577" y="4465"/>
                      <a:pt x="3675" y="4547"/>
                    </a:cubicBezTo>
                    <a:cubicBezTo>
                      <a:pt x="3571" y="4209"/>
                      <a:pt x="3299" y="3975"/>
                      <a:pt x="3141" y="3583"/>
                    </a:cubicBezTo>
                    <a:lnTo>
                      <a:pt x="3141" y="3583"/>
                    </a:lnTo>
                    <a:cubicBezTo>
                      <a:pt x="3631" y="3921"/>
                      <a:pt x="3876" y="4411"/>
                      <a:pt x="4355" y="4655"/>
                    </a:cubicBezTo>
                    <a:cubicBezTo>
                      <a:pt x="4330" y="4662"/>
                      <a:pt x="4304" y="4663"/>
                      <a:pt x="4277" y="4663"/>
                    </a:cubicBezTo>
                    <a:cubicBezTo>
                      <a:pt x="4231" y="4663"/>
                      <a:pt x="4185" y="4658"/>
                      <a:pt x="4142" y="4658"/>
                    </a:cubicBezTo>
                    <a:cubicBezTo>
                      <a:pt x="4079" y="4658"/>
                      <a:pt x="4025" y="4671"/>
                      <a:pt x="3996" y="4737"/>
                    </a:cubicBezTo>
                    <a:cubicBezTo>
                      <a:pt x="3936" y="4862"/>
                      <a:pt x="4110" y="4917"/>
                      <a:pt x="4165" y="5009"/>
                    </a:cubicBezTo>
                    <a:cubicBezTo>
                      <a:pt x="4328" y="5282"/>
                      <a:pt x="4530" y="5532"/>
                      <a:pt x="4638" y="5831"/>
                    </a:cubicBezTo>
                    <a:cubicBezTo>
                      <a:pt x="4667" y="5897"/>
                      <a:pt x="4687" y="5979"/>
                      <a:pt x="4762" y="5979"/>
                    </a:cubicBezTo>
                    <a:cubicBezTo>
                      <a:pt x="4774" y="5979"/>
                      <a:pt x="4787" y="5977"/>
                      <a:pt x="4802" y="5973"/>
                    </a:cubicBezTo>
                    <a:cubicBezTo>
                      <a:pt x="4878" y="5946"/>
                      <a:pt x="4851" y="5853"/>
                      <a:pt x="4856" y="5782"/>
                    </a:cubicBezTo>
                    <a:cubicBezTo>
                      <a:pt x="4791" y="5478"/>
                      <a:pt x="4535" y="5260"/>
                      <a:pt x="4437" y="4944"/>
                    </a:cubicBezTo>
                    <a:cubicBezTo>
                      <a:pt x="4807" y="4939"/>
                      <a:pt x="4736" y="4792"/>
                      <a:pt x="4546" y="4601"/>
                    </a:cubicBezTo>
                    <a:cubicBezTo>
                      <a:pt x="4148" y="4215"/>
                      <a:pt x="3756" y="3817"/>
                      <a:pt x="3326" y="3392"/>
                    </a:cubicBezTo>
                    <a:cubicBezTo>
                      <a:pt x="3430" y="3392"/>
                      <a:pt x="3462" y="3392"/>
                      <a:pt x="3495" y="3387"/>
                    </a:cubicBezTo>
                    <a:cubicBezTo>
                      <a:pt x="3499" y="3387"/>
                      <a:pt x="3504" y="3387"/>
                      <a:pt x="3508" y="3387"/>
                    </a:cubicBezTo>
                    <a:cubicBezTo>
                      <a:pt x="3595" y="3387"/>
                      <a:pt x="3699" y="3449"/>
                      <a:pt x="3781" y="3449"/>
                    </a:cubicBezTo>
                    <a:cubicBezTo>
                      <a:pt x="3832" y="3449"/>
                      <a:pt x="3874" y="3425"/>
                      <a:pt x="3898" y="3349"/>
                    </a:cubicBezTo>
                    <a:cubicBezTo>
                      <a:pt x="3947" y="3191"/>
                      <a:pt x="3740" y="3109"/>
                      <a:pt x="3626" y="3022"/>
                    </a:cubicBezTo>
                    <a:cubicBezTo>
                      <a:pt x="3359" y="2826"/>
                      <a:pt x="3081" y="2652"/>
                      <a:pt x="2820" y="2462"/>
                    </a:cubicBezTo>
                    <a:cubicBezTo>
                      <a:pt x="2608" y="2309"/>
                      <a:pt x="2597" y="2244"/>
                      <a:pt x="2711" y="2064"/>
                    </a:cubicBezTo>
                    <a:cubicBezTo>
                      <a:pt x="2782" y="1961"/>
                      <a:pt x="2711" y="1901"/>
                      <a:pt x="2640" y="1868"/>
                    </a:cubicBezTo>
                    <a:cubicBezTo>
                      <a:pt x="2276" y="1672"/>
                      <a:pt x="2020" y="1335"/>
                      <a:pt x="1671" y="1122"/>
                    </a:cubicBezTo>
                    <a:cubicBezTo>
                      <a:pt x="1579" y="1019"/>
                      <a:pt x="1328" y="1084"/>
                      <a:pt x="1372" y="839"/>
                    </a:cubicBezTo>
                    <a:cubicBezTo>
                      <a:pt x="1399" y="768"/>
                      <a:pt x="1465" y="790"/>
                      <a:pt x="1514" y="768"/>
                    </a:cubicBezTo>
                    <a:cubicBezTo>
                      <a:pt x="1748" y="681"/>
                      <a:pt x="1818" y="464"/>
                      <a:pt x="1802" y="268"/>
                    </a:cubicBezTo>
                    <a:cubicBezTo>
                      <a:pt x="1789" y="136"/>
                      <a:pt x="1702" y="110"/>
                      <a:pt x="1601" y="110"/>
                    </a:cubicBezTo>
                    <a:cubicBezTo>
                      <a:pt x="1536" y="110"/>
                      <a:pt x="1465" y="121"/>
                      <a:pt x="1405" y="121"/>
                    </a:cubicBezTo>
                    <a:cubicBezTo>
                      <a:pt x="1378" y="121"/>
                      <a:pt x="1351" y="122"/>
                      <a:pt x="1324" y="122"/>
                    </a:cubicBezTo>
                    <a:cubicBezTo>
                      <a:pt x="938" y="122"/>
                      <a:pt x="562" y="52"/>
                      <a:pt x="1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0" name="Google Shape;1650;p33"/>
              <p:cNvSpPr/>
              <p:nvPr/>
            </p:nvSpPr>
            <p:spPr>
              <a:xfrm>
                <a:off x="5575462" y="1721270"/>
                <a:ext cx="353757" cy="393592"/>
              </a:xfrm>
              <a:custGeom>
                <a:rect b="b" l="l" r="r" t="t"/>
                <a:pathLst>
                  <a:path extrusionOk="0" h="6610" w="5941">
                    <a:moveTo>
                      <a:pt x="5635" y="0"/>
                    </a:moveTo>
                    <a:lnTo>
                      <a:pt x="5635" y="0"/>
                    </a:lnTo>
                    <a:cubicBezTo>
                      <a:pt x="5118" y="22"/>
                      <a:pt x="4792" y="354"/>
                      <a:pt x="4449" y="659"/>
                    </a:cubicBezTo>
                    <a:cubicBezTo>
                      <a:pt x="4483" y="677"/>
                      <a:pt x="4513" y="684"/>
                      <a:pt x="4540" y="684"/>
                    </a:cubicBezTo>
                    <a:cubicBezTo>
                      <a:pt x="4647" y="684"/>
                      <a:pt x="4708" y="570"/>
                      <a:pt x="4786" y="518"/>
                    </a:cubicBezTo>
                    <a:cubicBezTo>
                      <a:pt x="4917" y="436"/>
                      <a:pt x="4999" y="284"/>
                      <a:pt x="5222" y="278"/>
                    </a:cubicBezTo>
                    <a:lnTo>
                      <a:pt x="5222" y="278"/>
                    </a:lnTo>
                    <a:cubicBezTo>
                      <a:pt x="4498" y="920"/>
                      <a:pt x="4160" y="1726"/>
                      <a:pt x="3932" y="2608"/>
                    </a:cubicBezTo>
                    <a:cubicBezTo>
                      <a:pt x="3741" y="3327"/>
                      <a:pt x="3333" y="3915"/>
                      <a:pt x="2728" y="4377"/>
                    </a:cubicBezTo>
                    <a:cubicBezTo>
                      <a:pt x="2157" y="4807"/>
                      <a:pt x="1558" y="5199"/>
                      <a:pt x="943" y="5559"/>
                    </a:cubicBezTo>
                    <a:cubicBezTo>
                      <a:pt x="638" y="5738"/>
                      <a:pt x="360" y="5951"/>
                      <a:pt x="181" y="6266"/>
                    </a:cubicBezTo>
                    <a:cubicBezTo>
                      <a:pt x="121" y="6370"/>
                      <a:pt x="1" y="6473"/>
                      <a:pt x="126" y="6609"/>
                    </a:cubicBezTo>
                    <a:cubicBezTo>
                      <a:pt x="279" y="6544"/>
                      <a:pt x="404" y="6462"/>
                      <a:pt x="420" y="6283"/>
                    </a:cubicBezTo>
                    <a:cubicBezTo>
                      <a:pt x="475" y="6092"/>
                      <a:pt x="611" y="5978"/>
                      <a:pt x="769" y="5864"/>
                    </a:cubicBezTo>
                    <a:cubicBezTo>
                      <a:pt x="1101" y="5619"/>
                      <a:pt x="1465" y="5423"/>
                      <a:pt x="1814" y="5216"/>
                    </a:cubicBezTo>
                    <a:cubicBezTo>
                      <a:pt x="2304" y="4927"/>
                      <a:pt x="2728" y="4562"/>
                      <a:pt x="3202" y="4263"/>
                    </a:cubicBezTo>
                    <a:cubicBezTo>
                      <a:pt x="3910" y="3817"/>
                      <a:pt x="4775" y="3838"/>
                      <a:pt x="5494" y="3414"/>
                    </a:cubicBezTo>
                    <a:lnTo>
                      <a:pt x="5494" y="3414"/>
                    </a:lnTo>
                    <a:cubicBezTo>
                      <a:pt x="5260" y="3681"/>
                      <a:pt x="5086" y="3975"/>
                      <a:pt x="4819" y="4214"/>
                    </a:cubicBezTo>
                    <a:cubicBezTo>
                      <a:pt x="4367" y="4628"/>
                      <a:pt x="3812" y="4791"/>
                      <a:pt x="3256" y="4982"/>
                    </a:cubicBezTo>
                    <a:cubicBezTo>
                      <a:pt x="2973" y="5080"/>
                      <a:pt x="2690" y="5194"/>
                      <a:pt x="2413" y="5314"/>
                    </a:cubicBezTo>
                    <a:cubicBezTo>
                      <a:pt x="2364" y="5336"/>
                      <a:pt x="2266" y="5385"/>
                      <a:pt x="2342" y="5466"/>
                    </a:cubicBezTo>
                    <a:cubicBezTo>
                      <a:pt x="2364" y="5493"/>
                      <a:pt x="2434" y="5483"/>
                      <a:pt x="2478" y="5488"/>
                    </a:cubicBezTo>
                    <a:cubicBezTo>
                      <a:pt x="2799" y="5292"/>
                      <a:pt x="3158" y="5178"/>
                      <a:pt x="3518" y="5074"/>
                    </a:cubicBezTo>
                    <a:cubicBezTo>
                      <a:pt x="4008" y="4933"/>
                      <a:pt x="4465" y="4742"/>
                      <a:pt x="4846" y="4394"/>
                    </a:cubicBezTo>
                    <a:cubicBezTo>
                      <a:pt x="5320" y="3964"/>
                      <a:pt x="5821" y="3550"/>
                      <a:pt x="5940" y="2864"/>
                    </a:cubicBezTo>
                    <a:cubicBezTo>
                      <a:pt x="5924" y="2853"/>
                      <a:pt x="5913" y="2842"/>
                      <a:pt x="5897" y="2837"/>
                    </a:cubicBezTo>
                    <a:cubicBezTo>
                      <a:pt x="5879" y="2833"/>
                      <a:pt x="5862" y="2831"/>
                      <a:pt x="5845" y="2831"/>
                    </a:cubicBezTo>
                    <a:cubicBezTo>
                      <a:pt x="5741" y="2831"/>
                      <a:pt x="5660" y="2899"/>
                      <a:pt x="5576" y="2951"/>
                    </a:cubicBezTo>
                    <a:cubicBezTo>
                      <a:pt x="5118" y="3240"/>
                      <a:pt x="4634" y="3468"/>
                      <a:pt x="4100" y="3588"/>
                    </a:cubicBezTo>
                    <a:cubicBezTo>
                      <a:pt x="3964" y="3615"/>
                      <a:pt x="3839" y="3681"/>
                      <a:pt x="3692" y="3751"/>
                    </a:cubicBezTo>
                    <a:cubicBezTo>
                      <a:pt x="3834" y="3528"/>
                      <a:pt x="3953" y="3310"/>
                      <a:pt x="4046" y="3087"/>
                    </a:cubicBezTo>
                    <a:cubicBezTo>
                      <a:pt x="4258" y="2592"/>
                      <a:pt x="4340" y="2053"/>
                      <a:pt x="4574" y="1563"/>
                    </a:cubicBezTo>
                    <a:cubicBezTo>
                      <a:pt x="4628" y="1459"/>
                      <a:pt x="4634" y="1345"/>
                      <a:pt x="4666" y="1236"/>
                    </a:cubicBezTo>
                    <a:cubicBezTo>
                      <a:pt x="4993" y="833"/>
                      <a:pt x="5358" y="463"/>
                      <a:pt x="56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1" name="Google Shape;1651;p33"/>
              <p:cNvSpPr/>
              <p:nvPr/>
            </p:nvSpPr>
            <p:spPr>
              <a:xfrm>
                <a:off x="5928512" y="1302661"/>
                <a:ext cx="374121" cy="443610"/>
              </a:xfrm>
              <a:custGeom>
                <a:rect b="b" l="l" r="r" t="t"/>
                <a:pathLst>
                  <a:path extrusionOk="0" h="7450" w="6283">
                    <a:moveTo>
                      <a:pt x="90" y="0"/>
                    </a:moveTo>
                    <a:cubicBezTo>
                      <a:pt x="63" y="0"/>
                      <a:pt x="35" y="18"/>
                      <a:pt x="6" y="68"/>
                    </a:cubicBezTo>
                    <a:cubicBezTo>
                      <a:pt x="0" y="176"/>
                      <a:pt x="93" y="220"/>
                      <a:pt x="153" y="291"/>
                    </a:cubicBezTo>
                    <a:cubicBezTo>
                      <a:pt x="844" y="1102"/>
                      <a:pt x="1694" y="1761"/>
                      <a:pt x="2434" y="2528"/>
                    </a:cubicBezTo>
                    <a:cubicBezTo>
                      <a:pt x="2951" y="3018"/>
                      <a:pt x="3452" y="3530"/>
                      <a:pt x="3926" y="4063"/>
                    </a:cubicBezTo>
                    <a:cubicBezTo>
                      <a:pt x="4557" y="4771"/>
                      <a:pt x="5123" y="5533"/>
                      <a:pt x="5608" y="6350"/>
                    </a:cubicBezTo>
                    <a:cubicBezTo>
                      <a:pt x="5766" y="6622"/>
                      <a:pt x="5934" y="6883"/>
                      <a:pt x="5973" y="7199"/>
                    </a:cubicBezTo>
                    <a:cubicBezTo>
                      <a:pt x="6060" y="7265"/>
                      <a:pt x="6038" y="7406"/>
                      <a:pt x="6174" y="7450"/>
                    </a:cubicBezTo>
                    <a:cubicBezTo>
                      <a:pt x="6283" y="7286"/>
                      <a:pt x="6239" y="7123"/>
                      <a:pt x="6196" y="6954"/>
                    </a:cubicBezTo>
                    <a:cubicBezTo>
                      <a:pt x="5885" y="5680"/>
                      <a:pt x="5074" y="4706"/>
                      <a:pt x="4241" y="3764"/>
                    </a:cubicBezTo>
                    <a:cubicBezTo>
                      <a:pt x="3022" y="2398"/>
                      <a:pt x="1487" y="1374"/>
                      <a:pt x="196" y="73"/>
                    </a:cubicBezTo>
                    <a:cubicBezTo>
                      <a:pt x="164" y="38"/>
                      <a:pt x="128" y="0"/>
                      <a:pt x="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2" name="Google Shape;1652;p33"/>
              <p:cNvSpPr/>
              <p:nvPr/>
            </p:nvSpPr>
            <p:spPr>
              <a:xfrm>
                <a:off x="6551544" y="3303830"/>
                <a:ext cx="193581" cy="296355"/>
              </a:xfrm>
              <a:custGeom>
                <a:rect b="b" l="l" r="r" t="t"/>
                <a:pathLst>
                  <a:path extrusionOk="0" h="4977" w="3251">
                    <a:moveTo>
                      <a:pt x="2901" y="0"/>
                    </a:moveTo>
                    <a:cubicBezTo>
                      <a:pt x="2777" y="0"/>
                      <a:pt x="2777" y="113"/>
                      <a:pt x="2777" y="191"/>
                    </a:cubicBezTo>
                    <a:cubicBezTo>
                      <a:pt x="2788" y="567"/>
                      <a:pt x="2598" y="861"/>
                      <a:pt x="2423" y="1166"/>
                    </a:cubicBezTo>
                    <a:cubicBezTo>
                      <a:pt x="2086" y="1759"/>
                      <a:pt x="1639" y="2266"/>
                      <a:pt x="1209" y="2794"/>
                    </a:cubicBezTo>
                    <a:cubicBezTo>
                      <a:pt x="1253" y="2625"/>
                      <a:pt x="1335" y="2483"/>
                      <a:pt x="1416" y="2342"/>
                    </a:cubicBezTo>
                    <a:cubicBezTo>
                      <a:pt x="1558" y="2097"/>
                      <a:pt x="1699" y="1852"/>
                      <a:pt x="1765" y="1574"/>
                    </a:cubicBezTo>
                    <a:cubicBezTo>
                      <a:pt x="1797" y="1433"/>
                      <a:pt x="1857" y="1242"/>
                      <a:pt x="1596" y="1220"/>
                    </a:cubicBezTo>
                    <a:cubicBezTo>
                      <a:pt x="1433" y="1536"/>
                      <a:pt x="1275" y="1846"/>
                      <a:pt x="1111" y="2157"/>
                    </a:cubicBezTo>
                    <a:cubicBezTo>
                      <a:pt x="768" y="2815"/>
                      <a:pt x="583" y="3485"/>
                      <a:pt x="981" y="4193"/>
                    </a:cubicBezTo>
                    <a:cubicBezTo>
                      <a:pt x="1019" y="4264"/>
                      <a:pt x="1041" y="4334"/>
                      <a:pt x="948" y="4432"/>
                    </a:cubicBezTo>
                    <a:cubicBezTo>
                      <a:pt x="839" y="4242"/>
                      <a:pt x="719" y="4084"/>
                      <a:pt x="562" y="3964"/>
                    </a:cubicBezTo>
                    <a:cubicBezTo>
                      <a:pt x="499" y="3917"/>
                      <a:pt x="436" y="3889"/>
                      <a:pt x="371" y="3889"/>
                    </a:cubicBezTo>
                    <a:cubicBezTo>
                      <a:pt x="317" y="3889"/>
                      <a:pt x="262" y="3909"/>
                      <a:pt x="208" y="3953"/>
                    </a:cubicBezTo>
                    <a:cubicBezTo>
                      <a:pt x="23" y="4111"/>
                      <a:pt x="1" y="4601"/>
                      <a:pt x="170" y="4808"/>
                    </a:cubicBezTo>
                    <a:cubicBezTo>
                      <a:pt x="333" y="4634"/>
                      <a:pt x="257" y="4362"/>
                      <a:pt x="404" y="4171"/>
                    </a:cubicBezTo>
                    <a:cubicBezTo>
                      <a:pt x="627" y="4313"/>
                      <a:pt x="676" y="4530"/>
                      <a:pt x="719" y="4748"/>
                    </a:cubicBezTo>
                    <a:cubicBezTo>
                      <a:pt x="741" y="4841"/>
                      <a:pt x="741" y="4950"/>
                      <a:pt x="850" y="4971"/>
                    </a:cubicBezTo>
                    <a:cubicBezTo>
                      <a:pt x="867" y="4975"/>
                      <a:pt x="883" y="4977"/>
                      <a:pt x="898" y="4977"/>
                    </a:cubicBezTo>
                    <a:cubicBezTo>
                      <a:pt x="992" y="4977"/>
                      <a:pt x="1060" y="4909"/>
                      <a:pt x="1111" y="4830"/>
                    </a:cubicBezTo>
                    <a:cubicBezTo>
                      <a:pt x="1280" y="4547"/>
                      <a:pt x="1411" y="4258"/>
                      <a:pt x="1193" y="3948"/>
                    </a:cubicBezTo>
                    <a:cubicBezTo>
                      <a:pt x="997" y="3670"/>
                      <a:pt x="1041" y="3431"/>
                      <a:pt x="1269" y="3202"/>
                    </a:cubicBezTo>
                    <a:cubicBezTo>
                      <a:pt x="1384" y="3088"/>
                      <a:pt x="1487" y="2957"/>
                      <a:pt x="1596" y="2832"/>
                    </a:cubicBezTo>
                    <a:cubicBezTo>
                      <a:pt x="2162" y="2200"/>
                      <a:pt x="2690" y="1547"/>
                      <a:pt x="3082" y="790"/>
                    </a:cubicBezTo>
                    <a:cubicBezTo>
                      <a:pt x="3251" y="475"/>
                      <a:pt x="3229" y="213"/>
                      <a:pt x="2919" y="1"/>
                    </a:cubicBezTo>
                    <a:cubicBezTo>
                      <a:pt x="2913" y="0"/>
                      <a:pt x="2907" y="0"/>
                      <a:pt x="29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3" name="Google Shape;1653;p33"/>
              <p:cNvSpPr/>
              <p:nvPr/>
            </p:nvSpPr>
            <p:spPr>
              <a:xfrm>
                <a:off x="5482749" y="1730381"/>
                <a:ext cx="264916" cy="140050"/>
              </a:xfrm>
              <a:custGeom>
                <a:rect b="b" l="l" r="r" t="t"/>
                <a:pathLst>
                  <a:path extrusionOk="0" h="2352" w="4449">
                    <a:moveTo>
                      <a:pt x="3618" y="859"/>
                    </a:moveTo>
                    <a:cubicBezTo>
                      <a:pt x="3624" y="859"/>
                      <a:pt x="3622" y="893"/>
                      <a:pt x="3609" y="893"/>
                    </a:cubicBezTo>
                    <a:cubicBezTo>
                      <a:pt x="3607" y="893"/>
                      <a:pt x="3604" y="892"/>
                      <a:pt x="3601" y="889"/>
                    </a:cubicBezTo>
                    <a:lnTo>
                      <a:pt x="3601" y="889"/>
                    </a:lnTo>
                    <a:cubicBezTo>
                      <a:pt x="3601" y="889"/>
                      <a:pt x="3601" y="889"/>
                      <a:pt x="3601" y="889"/>
                    </a:cubicBezTo>
                    <a:cubicBezTo>
                      <a:pt x="3605" y="889"/>
                      <a:pt x="3608" y="884"/>
                      <a:pt x="3610" y="871"/>
                    </a:cubicBezTo>
                    <a:cubicBezTo>
                      <a:pt x="3613" y="863"/>
                      <a:pt x="3616" y="859"/>
                      <a:pt x="3618" y="859"/>
                    </a:cubicBezTo>
                    <a:close/>
                    <a:moveTo>
                      <a:pt x="4084" y="1"/>
                    </a:moveTo>
                    <a:cubicBezTo>
                      <a:pt x="4008" y="1"/>
                      <a:pt x="3924" y="25"/>
                      <a:pt x="3855" y="43"/>
                    </a:cubicBezTo>
                    <a:cubicBezTo>
                      <a:pt x="3191" y="223"/>
                      <a:pt x="2516" y="370"/>
                      <a:pt x="1923" y="800"/>
                    </a:cubicBezTo>
                    <a:cubicBezTo>
                      <a:pt x="1912" y="555"/>
                      <a:pt x="1721" y="414"/>
                      <a:pt x="1683" y="190"/>
                    </a:cubicBezTo>
                    <a:cubicBezTo>
                      <a:pt x="1669" y="115"/>
                      <a:pt x="1633" y="86"/>
                      <a:pt x="1594" y="86"/>
                    </a:cubicBezTo>
                    <a:cubicBezTo>
                      <a:pt x="1545" y="86"/>
                      <a:pt x="1490" y="131"/>
                      <a:pt x="1460" y="185"/>
                    </a:cubicBezTo>
                    <a:cubicBezTo>
                      <a:pt x="1090" y="887"/>
                      <a:pt x="409" y="1350"/>
                      <a:pt x="61" y="2069"/>
                    </a:cubicBezTo>
                    <a:cubicBezTo>
                      <a:pt x="88" y="2172"/>
                      <a:pt x="1" y="2335"/>
                      <a:pt x="202" y="2352"/>
                    </a:cubicBezTo>
                    <a:cubicBezTo>
                      <a:pt x="295" y="2314"/>
                      <a:pt x="360" y="2248"/>
                      <a:pt x="404" y="2161"/>
                    </a:cubicBezTo>
                    <a:cubicBezTo>
                      <a:pt x="660" y="1644"/>
                      <a:pt x="1052" y="1230"/>
                      <a:pt x="1460" y="838"/>
                    </a:cubicBezTo>
                    <a:lnTo>
                      <a:pt x="1460" y="838"/>
                    </a:lnTo>
                    <a:cubicBezTo>
                      <a:pt x="1493" y="1007"/>
                      <a:pt x="1395" y="1230"/>
                      <a:pt x="1601" y="1312"/>
                    </a:cubicBezTo>
                    <a:cubicBezTo>
                      <a:pt x="1634" y="1325"/>
                      <a:pt x="1665" y="1331"/>
                      <a:pt x="1695" y="1331"/>
                    </a:cubicBezTo>
                    <a:cubicBezTo>
                      <a:pt x="1837" y="1331"/>
                      <a:pt x="1942" y="1196"/>
                      <a:pt x="2037" y="1083"/>
                    </a:cubicBezTo>
                    <a:cubicBezTo>
                      <a:pt x="2157" y="947"/>
                      <a:pt x="2315" y="882"/>
                      <a:pt x="2483" y="816"/>
                    </a:cubicBezTo>
                    <a:cubicBezTo>
                      <a:pt x="2886" y="664"/>
                      <a:pt x="3300" y="533"/>
                      <a:pt x="3714" y="430"/>
                    </a:cubicBezTo>
                    <a:lnTo>
                      <a:pt x="3714" y="430"/>
                    </a:lnTo>
                    <a:cubicBezTo>
                      <a:pt x="3605" y="550"/>
                      <a:pt x="3382" y="642"/>
                      <a:pt x="3578" y="871"/>
                    </a:cubicBezTo>
                    <a:cubicBezTo>
                      <a:pt x="3583" y="876"/>
                      <a:pt x="3587" y="880"/>
                      <a:pt x="3590" y="883"/>
                    </a:cubicBezTo>
                    <a:lnTo>
                      <a:pt x="3590" y="883"/>
                    </a:lnTo>
                    <a:cubicBezTo>
                      <a:pt x="3276" y="969"/>
                      <a:pt x="2950" y="1024"/>
                      <a:pt x="2658" y="1181"/>
                    </a:cubicBezTo>
                    <a:cubicBezTo>
                      <a:pt x="2532" y="1247"/>
                      <a:pt x="2407" y="1317"/>
                      <a:pt x="2353" y="1453"/>
                    </a:cubicBezTo>
                    <a:cubicBezTo>
                      <a:pt x="2316" y="1539"/>
                      <a:pt x="2319" y="1603"/>
                      <a:pt x="2384" y="1603"/>
                    </a:cubicBezTo>
                    <a:cubicBezTo>
                      <a:pt x="2406" y="1603"/>
                      <a:pt x="2435" y="1595"/>
                      <a:pt x="2473" y="1579"/>
                    </a:cubicBezTo>
                    <a:cubicBezTo>
                      <a:pt x="3059" y="1363"/>
                      <a:pt x="3641" y="1127"/>
                      <a:pt x="4285" y="1127"/>
                    </a:cubicBezTo>
                    <a:cubicBezTo>
                      <a:pt x="4293" y="1127"/>
                      <a:pt x="4300" y="1127"/>
                      <a:pt x="4307" y="1127"/>
                    </a:cubicBezTo>
                    <a:cubicBezTo>
                      <a:pt x="4405" y="1127"/>
                      <a:pt x="4411" y="1018"/>
                      <a:pt x="4449" y="953"/>
                    </a:cubicBezTo>
                    <a:cubicBezTo>
                      <a:pt x="4226" y="806"/>
                      <a:pt x="4264" y="474"/>
                      <a:pt x="4280" y="354"/>
                    </a:cubicBezTo>
                    <a:cubicBezTo>
                      <a:pt x="4314" y="70"/>
                      <a:pt x="4211" y="1"/>
                      <a:pt x="408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4" name="Google Shape;1654;p33"/>
              <p:cNvSpPr/>
              <p:nvPr/>
            </p:nvSpPr>
            <p:spPr>
              <a:xfrm>
                <a:off x="6910726" y="6459"/>
                <a:ext cx="338156" cy="209777"/>
              </a:xfrm>
              <a:custGeom>
                <a:rect b="b" l="l" r="r" t="t"/>
                <a:pathLst>
                  <a:path extrusionOk="0" h="3523" w="5679">
                    <a:moveTo>
                      <a:pt x="3787" y="1"/>
                    </a:moveTo>
                    <a:cubicBezTo>
                      <a:pt x="3567" y="1"/>
                      <a:pt x="3388" y="113"/>
                      <a:pt x="3300" y="321"/>
                    </a:cubicBezTo>
                    <a:cubicBezTo>
                      <a:pt x="2973" y="1116"/>
                      <a:pt x="2494" y="1775"/>
                      <a:pt x="1819" y="2324"/>
                    </a:cubicBezTo>
                    <a:cubicBezTo>
                      <a:pt x="1258" y="2787"/>
                      <a:pt x="757" y="3299"/>
                      <a:pt x="1" y="3419"/>
                    </a:cubicBezTo>
                    <a:cubicBezTo>
                      <a:pt x="55" y="3498"/>
                      <a:pt x="122" y="3523"/>
                      <a:pt x="202" y="3523"/>
                    </a:cubicBezTo>
                    <a:cubicBezTo>
                      <a:pt x="226" y="3523"/>
                      <a:pt x="252" y="3520"/>
                      <a:pt x="278" y="3517"/>
                    </a:cubicBezTo>
                    <a:cubicBezTo>
                      <a:pt x="708" y="3457"/>
                      <a:pt x="1106" y="3342"/>
                      <a:pt x="1427" y="3032"/>
                    </a:cubicBezTo>
                    <a:cubicBezTo>
                      <a:pt x="1705" y="2776"/>
                      <a:pt x="1955" y="2471"/>
                      <a:pt x="2271" y="2286"/>
                    </a:cubicBezTo>
                    <a:cubicBezTo>
                      <a:pt x="2902" y="1911"/>
                      <a:pt x="3207" y="1312"/>
                      <a:pt x="3485" y="691"/>
                    </a:cubicBezTo>
                    <a:cubicBezTo>
                      <a:pt x="3602" y="435"/>
                      <a:pt x="3705" y="310"/>
                      <a:pt x="3852" y="310"/>
                    </a:cubicBezTo>
                    <a:cubicBezTo>
                      <a:pt x="3951" y="310"/>
                      <a:pt x="4069" y="367"/>
                      <a:pt x="4225" y="479"/>
                    </a:cubicBezTo>
                    <a:cubicBezTo>
                      <a:pt x="4356" y="571"/>
                      <a:pt x="4476" y="691"/>
                      <a:pt x="4585" y="811"/>
                    </a:cubicBezTo>
                    <a:cubicBezTo>
                      <a:pt x="4824" y="1078"/>
                      <a:pt x="5026" y="1388"/>
                      <a:pt x="5390" y="1508"/>
                    </a:cubicBezTo>
                    <a:cubicBezTo>
                      <a:pt x="5455" y="1521"/>
                      <a:pt x="5492" y="1635"/>
                      <a:pt x="5550" y="1635"/>
                    </a:cubicBezTo>
                    <a:cubicBezTo>
                      <a:pt x="5566" y="1635"/>
                      <a:pt x="5583" y="1627"/>
                      <a:pt x="5603" y="1606"/>
                    </a:cubicBezTo>
                    <a:cubicBezTo>
                      <a:pt x="5679" y="1524"/>
                      <a:pt x="5614" y="1377"/>
                      <a:pt x="5526" y="1334"/>
                    </a:cubicBezTo>
                    <a:cubicBezTo>
                      <a:pt x="5200" y="1176"/>
                      <a:pt x="5047" y="860"/>
                      <a:pt x="4840" y="599"/>
                    </a:cubicBezTo>
                    <a:cubicBezTo>
                      <a:pt x="4634" y="337"/>
                      <a:pt x="4372" y="174"/>
                      <a:pt x="4078" y="60"/>
                    </a:cubicBezTo>
                    <a:cubicBezTo>
                      <a:pt x="3976" y="20"/>
                      <a:pt x="3878" y="1"/>
                      <a:pt x="37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5" name="Google Shape;1655;p33"/>
              <p:cNvSpPr/>
              <p:nvPr/>
            </p:nvSpPr>
            <p:spPr>
              <a:xfrm>
                <a:off x="5154411" y="1868350"/>
                <a:ext cx="204894" cy="179111"/>
              </a:xfrm>
              <a:custGeom>
                <a:rect b="b" l="l" r="r" t="t"/>
                <a:pathLst>
                  <a:path extrusionOk="0" h="3008" w="3441">
                    <a:moveTo>
                      <a:pt x="172" y="1"/>
                    </a:moveTo>
                    <a:cubicBezTo>
                      <a:pt x="141" y="1"/>
                      <a:pt x="112" y="11"/>
                      <a:pt x="87" y="40"/>
                    </a:cubicBezTo>
                    <a:cubicBezTo>
                      <a:pt x="0" y="149"/>
                      <a:pt x="104" y="242"/>
                      <a:pt x="180" y="301"/>
                    </a:cubicBezTo>
                    <a:cubicBezTo>
                      <a:pt x="964" y="927"/>
                      <a:pt x="1361" y="1875"/>
                      <a:pt x="2096" y="2533"/>
                    </a:cubicBezTo>
                    <a:cubicBezTo>
                      <a:pt x="2183" y="2702"/>
                      <a:pt x="2385" y="2795"/>
                      <a:pt x="2390" y="3007"/>
                    </a:cubicBezTo>
                    <a:cubicBezTo>
                      <a:pt x="2499" y="2964"/>
                      <a:pt x="2602" y="2915"/>
                      <a:pt x="2711" y="2876"/>
                    </a:cubicBezTo>
                    <a:cubicBezTo>
                      <a:pt x="3408" y="2604"/>
                      <a:pt x="3441" y="2474"/>
                      <a:pt x="2973" y="1875"/>
                    </a:cubicBezTo>
                    <a:lnTo>
                      <a:pt x="2973" y="1875"/>
                    </a:lnTo>
                    <a:cubicBezTo>
                      <a:pt x="2967" y="1918"/>
                      <a:pt x="2967" y="1962"/>
                      <a:pt x="2962" y="2005"/>
                    </a:cubicBezTo>
                    <a:cubicBezTo>
                      <a:pt x="2938" y="2031"/>
                      <a:pt x="2916" y="2040"/>
                      <a:pt x="2893" y="2040"/>
                    </a:cubicBezTo>
                    <a:cubicBezTo>
                      <a:pt x="2854" y="2040"/>
                      <a:pt x="2815" y="2010"/>
                      <a:pt x="2777" y="1989"/>
                    </a:cubicBezTo>
                    <a:cubicBezTo>
                      <a:pt x="2428" y="1804"/>
                      <a:pt x="2167" y="1515"/>
                      <a:pt x="1922" y="1216"/>
                    </a:cubicBezTo>
                    <a:cubicBezTo>
                      <a:pt x="1492" y="693"/>
                      <a:pt x="964" y="318"/>
                      <a:pt x="349" y="62"/>
                    </a:cubicBezTo>
                    <a:cubicBezTo>
                      <a:pt x="292" y="37"/>
                      <a:pt x="229" y="1"/>
                      <a:pt x="17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6" name="Google Shape;1656;p33"/>
              <p:cNvSpPr/>
              <p:nvPr/>
            </p:nvSpPr>
            <p:spPr>
              <a:xfrm>
                <a:off x="5658470" y="825934"/>
                <a:ext cx="242527" cy="446409"/>
              </a:xfrm>
              <a:custGeom>
                <a:rect b="b" l="l" r="r" t="t"/>
                <a:pathLst>
                  <a:path extrusionOk="0" h="7497" w="4073">
                    <a:moveTo>
                      <a:pt x="665" y="0"/>
                    </a:moveTo>
                    <a:cubicBezTo>
                      <a:pt x="1" y="1437"/>
                      <a:pt x="93" y="2815"/>
                      <a:pt x="1019" y="4110"/>
                    </a:cubicBezTo>
                    <a:cubicBezTo>
                      <a:pt x="1824" y="5248"/>
                      <a:pt x="2712" y="6310"/>
                      <a:pt x="3697" y="7295"/>
                    </a:cubicBezTo>
                    <a:cubicBezTo>
                      <a:pt x="3784" y="7377"/>
                      <a:pt x="3866" y="7464"/>
                      <a:pt x="3980" y="7497"/>
                    </a:cubicBezTo>
                    <a:cubicBezTo>
                      <a:pt x="4073" y="7284"/>
                      <a:pt x="3888" y="7181"/>
                      <a:pt x="3790" y="7061"/>
                    </a:cubicBezTo>
                    <a:cubicBezTo>
                      <a:pt x="2978" y="6097"/>
                      <a:pt x="2135" y="5167"/>
                      <a:pt x="1372" y="4159"/>
                    </a:cubicBezTo>
                    <a:cubicBezTo>
                      <a:pt x="540" y="3054"/>
                      <a:pt x="158" y="1895"/>
                      <a:pt x="621" y="534"/>
                    </a:cubicBezTo>
                    <a:cubicBezTo>
                      <a:pt x="676" y="376"/>
                      <a:pt x="795" y="191"/>
                      <a:pt x="6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7" name="Google Shape;1657;p33"/>
              <p:cNvSpPr/>
              <p:nvPr/>
            </p:nvSpPr>
            <p:spPr>
              <a:xfrm>
                <a:off x="5112550" y="1843697"/>
                <a:ext cx="221805" cy="175539"/>
              </a:xfrm>
              <a:custGeom>
                <a:rect b="b" l="l" r="r" t="t"/>
                <a:pathLst>
                  <a:path extrusionOk="0" h="2948" w="3725">
                    <a:moveTo>
                      <a:pt x="220" y="1"/>
                    </a:moveTo>
                    <a:cubicBezTo>
                      <a:pt x="167" y="1"/>
                      <a:pt x="124" y="17"/>
                      <a:pt x="99" y="62"/>
                    </a:cubicBezTo>
                    <a:cubicBezTo>
                      <a:pt x="1" y="236"/>
                      <a:pt x="240" y="345"/>
                      <a:pt x="377" y="443"/>
                    </a:cubicBezTo>
                    <a:cubicBezTo>
                      <a:pt x="926" y="841"/>
                      <a:pt x="1378" y="1325"/>
                      <a:pt x="1754" y="1886"/>
                    </a:cubicBezTo>
                    <a:cubicBezTo>
                      <a:pt x="2032" y="2305"/>
                      <a:pt x="2325" y="2724"/>
                      <a:pt x="2799" y="2947"/>
                    </a:cubicBezTo>
                    <a:cubicBezTo>
                      <a:pt x="2848" y="2915"/>
                      <a:pt x="2854" y="2871"/>
                      <a:pt x="2815" y="2833"/>
                    </a:cubicBezTo>
                    <a:cubicBezTo>
                      <a:pt x="2325" y="2387"/>
                      <a:pt x="1966" y="1831"/>
                      <a:pt x="1585" y="1298"/>
                    </a:cubicBezTo>
                    <a:cubicBezTo>
                      <a:pt x="1356" y="982"/>
                      <a:pt x="1013" y="786"/>
                      <a:pt x="785" y="470"/>
                    </a:cubicBezTo>
                    <a:lnTo>
                      <a:pt x="785" y="470"/>
                    </a:lnTo>
                    <a:cubicBezTo>
                      <a:pt x="1482" y="726"/>
                      <a:pt x="2086" y="1091"/>
                      <a:pt x="2554" y="1684"/>
                    </a:cubicBezTo>
                    <a:cubicBezTo>
                      <a:pt x="2826" y="2033"/>
                      <a:pt x="3148" y="2343"/>
                      <a:pt x="3556" y="2550"/>
                    </a:cubicBezTo>
                    <a:cubicBezTo>
                      <a:pt x="3589" y="2565"/>
                      <a:pt x="3628" y="2598"/>
                      <a:pt x="3663" y="2598"/>
                    </a:cubicBezTo>
                    <a:cubicBezTo>
                      <a:pt x="3679" y="2598"/>
                      <a:pt x="3695" y="2591"/>
                      <a:pt x="3708" y="2572"/>
                    </a:cubicBezTo>
                    <a:cubicBezTo>
                      <a:pt x="3725" y="2545"/>
                      <a:pt x="3681" y="2468"/>
                      <a:pt x="3665" y="2419"/>
                    </a:cubicBezTo>
                    <a:cubicBezTo>
                      <a:pt x="3403" y="2153"/>
                      <a:pt x="3104" y="1913"/>
                      <a:pt x="2881" y="1619"/>
                    </a:cubicBezTo>
                    <a:cubicBezTo>
                      <a:pt x="2287" y="835"/>
                      <a:pt x="1493" y="383"/>
                      <a:pt x="578" y="100"/>
                    </a:cubicBezTo>
                    <a:cubicBezTo>
                      <a:pt x="469" y="67"/>
                      <a:pt x="325" y="1"/>
                      <a:pt x="2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8" name="Google Shape;1658;p33"/>
              <p:cNvSpPr/>
              <p:nvPr/>
            </p:nvSpPr>
            <p:spPr>
              <a:xfrm>
                <a:off x="5985557" y="4690959"/>
                <a:ext cx="188698" cy="251161"/>
              </a:xfrm>
              <a:custGeom>
                <a:rect b="b" l="l" r="r" t="t"/>
                <a:pathLst>
                  <a:path extrusionOk="0" h="4218" w="3169">
                    <a:moveTo>
                      <a:pt x="77" y="1"/>
                    </a:moveTo>
                    <a:cubicBezTo>
                      <a:pt x="1" y="284"/>
                      <a:pt x="251" y="414"/>
                      <a:pt x="256" y="627"/>
                    </a:cubicBezTo>
                    <a:cubicBezTo>
                      <a:pt x="1242" y="1618"/>
                      <a:pt x="2184" y="2636"/>
                      <a:pt x="2597" y="4029"/>
                    </a:cubicBezTo>
                    <a:cubicBezTo>
                      <a:pt x="2635" y="4162"/>
                      <a:pt x="2700" y="4218"/>
                      <a:pt x="2774" y="4218"/>
                    </a:cubicBezTo>
                    <a:cubicBezTo>
                      <a:pt x="2850" y="4218"/>
                      <a:pt x="2934" y="4160"/>
                      <a:pt x="3011" y="4067"/>
                    </a:cubicBezTo>
                    <a:cubicBezTo>
                      <a:pt x="3169" y="3882"/>
                      <a:pt x="3136" y="3670"/>
                      <a:pt x="3066" y="3469"/>
                    </a:cubicBezTo>
                    <a:cubicBezTo>
                      <a:pt x="2940" y="3109"/>
                      <a:pt x="2804" y="2750"/>
                      <a:pt x="2668" y="2391"/>
                    </a:cubicBezTo>
                    <a:cubicBezTo>
                      <a:pt x="2325" y="1917"/>
                      <a:pt x="2080" y="1367"/>
                      <a:pt x="1645" y="959"/>
                    </a:cubicBezTo>
                    <a:lnTo>
                      <a:pt x="1645" y="959"/>
                    </a:lnTo>
                    <a:cubicBezTo>
                      <a:pt x="1960" y="1982"/>
                      <a:pt x="2772" y="2799"/>
                      <a:pt x="2880" y="4013"/>
                    </a:cubicBezTo>
                    <a:cubicBezTo>
                      <a:pt x="2663" y="3822"/>
                      <a:pt x="2635" y="3648"/>
                      <a:pt x="2592" y="3485"/>
                    </a:cubicBezTo>
                    <a:cubicBezTo>
                      <a:pt x="2472" y="3049"/>
                      <a:pt x="2276" y="2663"/>
                      <a:pt x="1988" y="2309"/>
                    </a:cubicBezTo>
                    <a:cubicBezTo>
                      <a:pt x="1367" y="1541"/>
                      <a:pt x="545" y="937"/>
                      <a:pt x="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9" name="Google Shape;1659;p33"/>
              <p:cNvSpPr/>
              <p:nvPr/>
            </p:nvSpPr>
            <p:spPr>
              <a:xfrm>
                <a:off x="6616092" y="3297518"/>
                <a:ext cx="109265" cy="184709"/>
              </a:xfrm>
              <a:custGeom>
                <a:rect b="b" l="l" r="r" t="t"/>
                <a:pathLst>
                  <a:path extrusionOk="0" h="3102" w="1835">
                    <a:moveTo>
                      <a:pt x="1771" y="1"/>
                    </a:moveTo>
                    <a:cubicBezTo>
                      <a:pt x="1757" y="1"/>
                      <a:pt x="1738" y="5"/>
                      <a:pt x="1715" y="14"/>
                    </a:cubicBezTo>
                    <a:cubicBezTo>
                      <a:pt x="1640" y="45"/>
                      <a:pt x="1569" y="115"/>
                      <a:pt x="1482" y="115"/>
                    </a:cubicBezTo>
                    <a:cubicBezTo>
                      <a:pt x="1461" y="115"/>
                      <a:pt x="1439" y="111"/>
                      <a:pt x="1416" y="101"/>
                    </a:cubicBezTo>
                    <a:cubicBezTo>
                      <a:pt x="1312" y="281"/>
                      <a:pt x="1225" y="466"/>
                      <a:pt x="1105" y="635"/>
                    </a:cubicBezTo>
                    <a:cubicBezTo>
                      <a:pt x="1060" y="698"/>
                      <a:pt x="1007" y="747"/>
                      <a:pt x="959" y="747"/>
                    </a:cubicBezTo>
                    <a:cubicBezTo>
                      <a:pt x="915" y="747"/>
                      <a:pt x="875" y="706"/>
                      <a:pt x="849" y="597"/>
                    </a:cubicBezTo>
                    <a:cubicBezTo>
                      <a:pt x="735" y="842"/>
                      <a:pt x="572" y="1060"/>
                      <a:pt x="512" y="1326"/>
                    </a:cubicBezTo>
                    <a:cubicBezTo>
                      <a:pt x="675" y="1397"/>
                      <a:pt x="648" y="1528"/>
                      <a:pt x="604" y="1658"/>
                    </a:cubicBezTo>
                    <a:cubicBezTo>
                      <a:pt x="517" y="1952"/>
                      <a:pt x="376" y="2219"/>
                      <a:pt x="212" y="2481"/>
                    </a:cubicBezTo>
                    <a:cubicBezTo>
                      <a:pt x="93" y="2666"/>
                      <a:pt x="0" y="2862"/>
                      <a:pt x="17" y="3101"/>
                    </a:cubicBezTo>
                    <a:cubicBezTo>
                      <a:pt x="55" y="3090"/>
                      <a:pt x="87" y="3090"/>
                      <a:pt x="98" y="3074"/>
                    </a:cubicBezTo>
                    <a:cubicBezTo>
                      <a:pt x="795" y="2154"/>
                      <a:pt x="1710" y="1359"/>
                      <a:pt x="1835" y="107"/>
                    </a:cubicBezTo>
                    <a:cubicBezTo>
                      <a:pt x="1822" y="56"/>
                      <a:pt x="1823" y="1"/>
                      <a:pt x="17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0" name="Google Shape;1660;p33"/>
              <p:cNvSpPr/>
              <p:nvPr/>
            </p:nvSpPr>
            <p:spPr>
              <a:xfrm>
                <a:off x="5844254" y="1794870"/>
                <a:ext cx="146898" cy="126593"/>
              </a:xfrm>
              <a:custGeom>
                <a:rect b="b" l="l" r="r" t="t"/>
                <a:pathLst>
                  <a:path extrusionOk="0" h="2126" w="2467">
                    <a:moveTo>
                      <a:pt x="152" y="0"/>
                    </a:moveTo>
                    <a:cubicBezTo>
                      <a:pt x="60" y="71"/>
                      <a:pt x="33" y="169"/>
                      <a:pt x="11" y="278"/>
                    </a:cubicBezTo>
                    <a:cubicBezTo>
                      <a:pt x="0" y="458"/>
                      <a:pt x="93" y="583"/>
                      <a:pt x="207" y="708"/>
                    </a:cubicBezTo>
                    <a:cubicBezTo>
                      <a:pt x="561" y="1089"/>
                      <a:pt x="1007" y="1345"/>
                      <a:pt x="1432" y="1633"/>
                    </a:cubicBezTo>
                    <a:lnTo>
                      <a:pt x="1426" y="1628"/>
                    </a:lnTo>
                    <a:lnTo>
                      <a:pt x="1426" y="1628"/>
                    </a:lnTo>
                    <a:cubicBezTo>
                      <a:pt x="1562" y="1748"/>
                      <a:pt x="1704" y="1868"/>
                      <a:pt x="1846" y="1987"/>
                    </a:cubicBezTo>
                    <a:cubicBezTo>
                      <a:pt x="1872" y="1961"/>
                      <a:pt x="1894" y="1951"/>
                      <a:pt x="1913" y="1951"/>
                    </a:cubicBezTo>
                    <a:cubicBezTo>
                      <a:pt x="1958" y="1951"/>
                      <a:pt x="1986" y="2006"/>
                      <a:pt x="2009" y="2036"/>
                    </a:cubicBezTo>
                    <a:cubicBezTo>
                      <a:pt x="2056" y="2101"/>
                      <a:pt x="2095" y="2125"/>
                      <a:pt x="2133" y="2125"/>
                    </a:cubicBezTo>
                    <a:cubicBezTo>
                      <a:pt x="2188" y="2125"/>
                      <a:pt x="2239" y="2075"/>
                      <a:pt x="2303" y="2020"/>
                    </a:cubicBezTo>
                    <a:cubicBezTo>
                      <a:pt x="2466" y="1884"/>
                      <a:pt x="2297" y="1846"/>
                      <a:pt x="2254" y="1780"/>
                    </a:cubicBezTo>
                    <a:cubicBezTo>
                      <a:pt x="2042" y="1486"/>
                      <a:pt x="1704" y="1394"/>
                      <a:pt x="1388" y="1274"/>
                    </a:cubicBezTo>
                    <a:cubicBezTo>
                      <a:pt x="1258" y="1225"/>
                      <a:pt x="1160" y="1149"/>
                      <a:pt x="1149" y="1002"/>
                    </a:cubicBezTo>
                    <a:cubicBezTo>
                      <a:pt x="1138" y="855"/>
                      <a:pt x="1252" y="806"/>
                      <a:pt x="1356" y="746"/>
                    </a:cubicBezTo>
                    <a:cubicBezTo>
                      <a:pt x="1486" y="664"/>
                      <a:pt x="1666" y="643"/>
                      <a:pt x="1742" y="436"/>
                    </a:cubicBezTo>
                    <a:cubicBezTo>
                      <a:pt x="1350" y="387"/>
                      <a:pt x="974" y="338"/>
                      <a:pt x="599" y="278"/>
                    </a:cubicBezTo>
                    <a:cubicBezTo>
                      <a:pt x="495" y="262"/>
                      <a:pt x="299" y="311"/>
                      <a:pt x="370" y="82"/>
                    </a:cubicBezTo>
                    <a:cubicBezTo>
                      <a:pt x="357" y="74"/>
                      <a:pt x="341" y="71"/>
                      <a:pt x="325" y="71"/>
                    </a:cubicBezTo>
                    <a:cubicBezTo>
                      <a:pt x="294" y="71"/>
                      <a:pt x="261" y="80"/>
                      <a:pt x="231" y="80"/>
                    </a:cubicBezTo>
                    <a:cubicBezTo>
                      <a:pt x="195" y="80"/>
                      <a:pt x="165" y="66"/>
                      <a:pt x="1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1" name="Google Shape;1661;p33"/>
              <p:cNvSpPr/>
              <p:nvPr/>
            </p:nvSpPr>
            <p:spPr>
              <a:xfrm>
                <a:off x="6028013" y="4533400"/>
                <a:ext cx="133619" cy="235739"/>
              </a:xfrm>
              <a:custGeom>
                <a:rect b="b" l="l" r="r" t="t"/>
                <a:pathLst>
                  <a:path extrusionOk="0" h="3959" w="2244">
                    <a:moveTo>
                      <a:pt x="93" y="1"/>
                    </a:moveTo>
                    <a:cubicBezTo>
                      <a:pt x="61" y="23"/>
                      <a:pt x="33" y="39"/>
                      <a:pt x="1" y="61"/>
                    </a:cubicBezTo>
                    <a:cubicBezTo>
                      <a:pt x="453" y="1498"/>
                      <a:pt x="1721" y="2489"/>
                      <a:pt x="2118" y="3959"/>
                    </a:cubicBezTo>
                    <a:cubicBezTo>
                      <a:pt x="2151" y="3942"/>
                      <a:pt x="2184" y="3926"/>
                      <a:pt x="2216" y="3915"/>
                    </a:cubicBezTo>
                    <a:cubicBezTo>
                      <a:pt x="2227" y="3812"/>
                      <a:pt x="2233" y="3714"/>
                      <a:pt x="2244" y="3616"/>
                    </a:cubicBezTo>
                    <a:cubicBezTo>
                      <a:pt x="2151" y="3191"/>
                      <a:pt x="1988" y="2794"/>
                      <a:pt x="1770" y="2413"/>
                    </a:cubicBezTo>
                    <a:cubicBezTo>
                      <a:pt x="1384" y="1743"/>
                      <a:pt x="899" y="1139"/>
                      <a:pt x="447" y="513"/>
                    </a:cubicBezTo>
                    <a:cubicBezTo>
                      <a:pt x="327" y="344"/>
                      <a:pt x="213" y="170"/>
                      <a:pt x="9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2" name="Google Shape;1662;p33"/>
              <p:cNvSpPr/>
              <p:nvPr/>
            </p:nvSpPr>
            <p:spPr>
              <a:xfrm>
                <a:off x="6025453" y="4347675"/>
                <a:ext cx="64249" cy="208169"/>
              </a:xfrm>
              <a:custGeom>
                <a:rect b="b" l="l" r="r" t="t"/>
                <a:pathLst>
                  <a:path extrusionOk="0" h="3496" w="1079">
                    <a:moveTo>
                      <a:pt x="365" y="1"/>
                    </a:moveTo>
                    <a:lnTo>
                      <a:pt x="365" y="1"/>
                    </a:lnTo>
                    <a:cubicBezTo>
                      <a:pt x="0" y="670"/>
                      <a:pt x="44" y="1498"/>
                      <a:pt x="452" y="2276"/>
                    </a:cubicBezTo>
                    <a:cubicBezTo>
                      <a:pt x="632" y="2614"/>
                      <a:pt x="751" y="2962"/>
                      <a:pt x="566" y="3343"/>
                    </a:cubicBezTo>
                    <a:cubicBezTo>
                      <a:pt x="504" y="3475"/>
                      <a:pt x="563" y="3485"/>
                      <a:pt x="631" y="3485"/>
                    </a:cubicBezTo>
                    <a:cubicBezTo>
                      <a:pt x="644" y="3485"/>
                      <a:pt x="657" y="3485"/>
                      <a:pt x="670" y="3485"/>
                    </a:cubicBezTo>
                    <a:cubicBezTo>
                      <a:pt x="695" y="3485"/>
                      <a:pt x="719" y="3486"/>
                      <a:pt x="735" y="3496"/>
                    </a:cubicBezTo>
                    <a:cubicBezTo>
                      <a:pt x="882" y="3457"/>
                      <a:pt x="915" y="3338"/>
                      <a:pt x="953" y="3207"/>
                    </a:cubicBezTo>
                    <a:cubicBezTo>
                      <a:pt x="1078" y="2804"/>
                      <a:pt x="1018" y="2412"/>
                      <a:pt x="817" y="2058"/>
                    </a:cubicBezTo>
                    <a:cubicBezTo>
                      <a:pt x="566" y="1623"/>
                      <a:pt x="474" y="1149"/>
                      <a:pt x="425" y="659"/>
                    </a:cubicBezTo>
                    <a:cubicBezTo>
                      <a:pt x="311" y="458"/>
                      <a:pt x="398" y="235"/>
                      <a:pt x="3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3" name="Google Shape;1663;p33"/>
              <p:cNvSpPr/>
              <p:nvPr/>
            </p:nvSpPr>
            <p:spPr>
              <a:xfrm>
                <a:off x="6073388" y="1453193"/>
                <a:ext cx="189710" cy="227581"/>
              </a:xfrm>
              <a:custGeom>
                <a:rect b="b" l="l" r="r" t="t"/>
                <a:pathLst>
                  <a:path extrusionOk="0" h="3822" w="3186">
                    <a:moveTo>
                      <a:pt x="1" y="0"/>
                    </a:moveTo>
                    <a:cubicBezTo>
                      <a:pt x="34" y="44"/>
                      <a:pt x="61" y="98"/>
                      <a:pt x="99" y="142"/>
                    </a:cubicBezTo>
                    <a:cubicBezTo>
                      <a:pt x="1024" y="1291"/>
                      <a:pt x="2070" y="2330"/>
                      <a:pt x="2919" y="3539"/>
                    </a:cubicBezTo>
                    <a:cubicBezTo>
                      <a:pt x="2990" y="3642"/>
                      <a:pt x="3088" y="3729"/>
                      <a:pt x="3175" y="3822"/>
                    </a:cubicBezTo>
                    <a:cubicBezTo>
                      <a:pt x="3186" y="3670"/>
                      <a:pt x="3099" y="3555"/>
                      <a:pt x="3028" y="3435"/>
                    </a:cubicBezTo>
                    <a:cubicBezTo>
                      <a:pt x="2554" y="2679"/>
                      <a:pt x="2015" y="1966"/>
                      <a:pt x="1405" y="1312"/>
                    </a:cubicBezTo>
                    <a:cubicBezTo>
                      <a:pt x="970" y="844"/>
                      <a:pt x="540" y="365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4" name="Google Shape;1664;p33"/>
              <p:cNvSpPr/>
              <p:nvPr/>
            </p:nvSpPr>
            <p:spPr>
              <a:xfrm>
                <a:off x="5157984" y="1697571"/>
                <a:ext cx="138442" cy="189710"/>
              </a:xfrm>
              <a:custGeom>
                <a:rect b="b" l="l" r="r" t="t"/>
                <a:pathLst>
                  <a:path extrusionOk="0" h="3186" w="2325">
                    <a:moveTo>
                      <a:pt x="114" y="0"/>
                    </a:moveTo>
                    <a:cubicBezTo>
                      <a:pt x="75" y="0"/>
                      <a:pt x="37" y="20"/>
                      <a:pt x="0" y="77"/>
                    </a:cubicBezTo>
                    <a:cubicBezTo>
                      <a:pt x="1094" y="867"/>
                      <a:pt x="1867" y="1896"/>
                      <a:pt x="2281" y="3186"/>
                    </a:cubicBezTo>
                    <a:cubicBezTo>
                      <a:pt x="2292" y="3153"/>
                      <a:pt x="2325" y="3120"/>
                      <a:pt x="2319" y="3093"/>
                    </a:cubicBezTo>
                    <a:cubicBezTo>
                      <a:pt x="2118" y="1759"/>
                      <a:pt x="1405" y="769"/>
                      <a:pt x="272" y="66"/>
                    </a:cubicBezTo>
                    <a:cubicBezTo>
                      <a:pt x="222" y="38"/>
                      <a:pt x="168" y="0"/>
                      <a:pt x="1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5" name="Google Shape;1665;p33"/>
              <p:cNvSpPr/>
              <p:nvPr/>
            </p:nvSpPr>
            <p:spPr>
              <a:xfrm>
                <a:off x="5254865" y="2025671"/>
                <a:ext cx="104442" cy="76575"/>
              </a:xfrm>
              <a:custGeom>
                <a:rect b="b" l="l" r="r" t="t"/>
                <a:pathLst>
                  <a:path extrusionOk="0" h="1286" w="1754">
                    <a:moveTo>
                      <a:pt x="1754" y="0"/>
                    </a:moveTo>
                    <a:lnTo>
                      <a:pt x="1754" y="0"/>
                    </a:lnTo>
                    <a:cubicBezTo>
                      <a:pt x="1618" y="158"/>
                      <a:pt x="1482" y="294"/>
                      <a:pt x="1291" y="365"/>
                    </a:cubicBezTo>
                    <a:cubicBezTo>
                      <a:pt x="1046" y="469"/>
                      <a:pt x="785" y="545"/>
                      <a:pt x="545" y="670"/>
                    </a:cubicBezTo>
                    <a:cubicBezTo>
                      <a:pt x="295" y="801"/>
                      <a:pt x="12" y="931"/>
                      <a:pt x="1" y="1285"/>
                    </a:cubicBezTo>
                    <a:cubicBezTo>
                      <a:pt x="137" y="1225"/>
                      <a:pt x="284" y="1182"/>
                      <a:pt x="409" y="1100"/>
                    </a:cubicBezTo>
                    <a:cubicBezTo>
                      <a:pt x="556" y="1004"/>
                      <a:pt x="694" y="950"/>
                      <a:pt x="823" y="950"/>
                    </a:cubicBezTo>
                    <a:cubicBezTo>
                      <a:pt x="986" y="950"/>
                      <a:pt x="1136" y="1036"/>
                      <a:pt x="1269" y="1231"/>
                    </a:cubicBezTo>
                    <a:cubicBezTo>
                      <a:pt x="1547" y="866"/>
                      <a:pt x="1656" y="441"/>
                      <a:pt x="17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6" name="Google Shape;1666;p33"/>
              <p:cNvSpPr/>
              <p:nvPr/>
            </p:nvSpPr>
            <p:spPr>
              <a:xfrm>
                <a:off x="6543148" y="3607516"/>
                <a:ext cx="86936" cy="80267"/>
              </a:xfrm>
              <a:custGeom>
                <a:rect b="b" l="l" r="r" t="t"/>
                <a:pathLst>
                  <a:path extrusionOk="0" h="1348" w="1460">
                    <a:moveTo>
                      <a:pt x="318" y="0"/>
                    </a:moveTo>
                    <a:cubicBezTo>
                      <a:pt x="299" y="0"/>
                      <a:pt x="279" y="8"/>
                      <a:pt x="256" y="29"/>
                    </a:cubicBezTo>
                    <a:cubicBezTo>
                      <a:pt x="76" y="198"/>
                      <a:pt x="0" y="878"/>
                      <a:pt x="142" y="1085"/>
                    </a:cubicBezTo>
                    <a:cubicBezTo>
                      <a:pt x="240" y="1233"/>
                      <a:pt x="581" y="1347"/>
                      <a:pt x="838" y="1347"/>
                    </a:cubicBezTo>
                    <a:cubicBezTo>
                      <a:pt x="922" y="1347"/>
                      <a:pt x="996" y="1335"/>
                      <a:pt x="1051" y="1308"/>
                    </a:cubicBezTo>
                    <a:cubicBezTo>
                      <a:pt x="1274" y="1194"/>
                      <a:pt x="1459" y="791"/>
                      <a:pt x="1367" y="628"/>
                    </a:cubicBezTo>
                    <a:cubicBezTo>
                      <a:pt x="1364" y="628"/>
                      <a:pt x="1362" y="628"/>
                      <a:pt x="1359" y="628"/>
                    </a:cubicBezTo>
                    <a:cubicBezTo>
                      <a:pt x="1144" y="628"/>
                      <a:pt x="1159" y="852"/>
                      <a:pt x="1046" y="955"/>
                    </a:cubicBezTo>
                    <a:cubicBezTo>
                      <a:pt x="937" y="1055"/>
                      <a:pt x="838" y="1185"/>
                      <a:pt x="689" y="1185"/>
                    </a:cubicBezTo>
                    <a:cubicBezTo>
                      <a:pt x="644" y="1185"/>
                      <a:pt x="595" y="1173"/>
                      <a:pt x="539" y="1145"/>
                    </a:cubicBezTo>
                    <a:cubicBezTo>
                      <a:pt x="300" y="1025"/>
                      <a:pt x="294" y="835"/>
                      <a:pt x="349" y="612"/>
                    </a:cubicBezTo>
                    <a:cubicBezTo>
                      <a:pt x="392" y="432"/>
                      <a:pt x="490" y="263"/>
                      <a:pt x="441" y="67"/>
                    </a:cubicBezTo>
                    <a:cubicBezTo>
                      <a:pt x="399" y="44"/>
                      <a:pt x="363" y="0"/>
                      <a:pt x="3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7" name="Google Shape;1667;p33"/>
              <p:cNvSpPr/>
              <p:nvPr/>
            </p:nvSpPr>
            <p:spPr>
              <a:xfrm>
                <a:off x="5272074" y="1765037"/>
                <a:ext cx="121591" cy="150768"/>
              </a:xfrm>
              <a:custGeom>
                <a:rect b="b" l="l" r="r" t="t"/>
                <a:pathLst>
                  <a:path extrusionOk="0" h="2532" w="2042">
                    <a:moveTo>
                      <a:pt x="77" y="0"/>
                    </a:moveTo>
                    <a:cubicBezTo>
                      <a:pt x="0" y="185"/>
                      <a:pt x="158" y="267"/>
                      <a:pt x="256" y="365"/>
                    </a:cubicBezTo>
                    <a:cubicBezTo>
                      <a:pt x="447" y="567"/>
                      <a:pt x="670" y="746"/>
                      <a:pt x="757" y="1029"/>
                    </a:cubicBezTo>
                    <a:cubicBezTo>
                      <a:pt x="882" y="1448"/>
                      <a:pt x="1144" y="1802"/>
                      <a:pt x="1345" y="2183"/>
                    </a:cubicBezTo>
                    <a:cubicBezTo>
                      <a:pt x="1454" y="2389"/>
                      <a:pt x="1627" y="2531"/>
                      <a:pt x="1860" y="2531"/>
                    </a:cubicBezTo>
                    <a:cubicBezTo>
                      <a:pt x="1917" y="2531"/>
                      <a:pt x="1978" y="2523"/>
                      <a:pt x="2042" y="2505"/>
                    </a:cubicBezTo>
                    <a:cubicBezTo>
                      <a:pt x="1465" y="2249"/>
                      <a:pt x="1252" y="1693"/>
                      <a:pt x="980" y="1198"/>
                    </a:cubicBezTo>
                    <a:cubicBezTo>
                      <a:pt x="735" y="752"/>
                      <a:pt x="485" y="316"/>
                      <a:pt x="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8" name="Google Shape;1668;p33"/>
              <p:cNvSpPr/>
              <p:nvPr/>
            </p:nvSpPr>
            <p:spPr>
              <a:xfrm>
                <a:off x="6338904" y="3696776"/>
                <a:ext cx="75563" cy="48351"/>
              </a:xfrm>
              <a:custGeom>
                <a:rect b="b" l="l" r="r" t="t"/>
                <a:pathLst>
                  <a:path extrusionOk="0" h="812" w="1269">
                    <a:moveTo>
                      <a:pt x="665" y="0"/>
                    </a:moveTo>
                    <a:lnTo>
                      <a:pt x="665" y="0"/>
                    </a:lnTo>
                    <a:cubicBezTo>
                      <a:pt x="496" y="82"/>
                      <a:pt x="360" y="142"/>
                      <a:pt x="229" y="218"/>
                    </a:cubicBezTo>
                    <a:cubicBezTo>
                      <a:pt x="66" y="316"/>
                      <a:pt x="1" y="474"/>
                      <a:pt x="88" y="637"/>
                    </a:cubicBezTo>
                    <a:cubicBezTo>
                      <a:pt x="147" y="756"/>
                      <a:pt x="242" y="812"/>
                      <a:pt x="363" y="812"/>
                    </a:cubicBezTo>
                    <a:cubicBezTo>
                      <a:pt x="407" y="812"/>
                      <a:pt x="455" y="804"/>
                      <a:pt x="507" y="789"/>
                    </a:cubicBezTo>
                    <a:cubicBezTo>
                      <a:pt x="719" y="730"/>
                      <a:pt x="877" y="593"/>
                      <a:pt x="1051" y="479"/>
                    </a:cubicBezTo>
                    <a:cubicBezTo>
                      <a:pt x="1089" y="370"/>
                      <a:pt x="1269" y="338"/>
                      <a:pt x="1204" y="180"/>
                    </a:cubicBezTo>
                    <a:lnTo>
                      <a:pt x="1204" y="180"/>
                    </a:lnTo>
                    <a:cubicBezTo>
                      <a:pt x="910" y="201"/>
                      <a:pt x="692" y="457"/>
                      <a:pt x="387" y="463"/>
                    </a:cubicBezTo>
                    <a:cubicBezTo>
                      <a:pt x="420" y="272"/>
                      <a:pt x="648" y="223"/>
                      <a:pt x="6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9" name="Google Shape;1669;p33"/>
              <p:cNvSpPr/>
              <p:nvPr/>
            </p:nvSpPr>
            <p:spPr>
              <a:xfrm>
                <a:off x="5393310" y="1850605"/>
                <a:ext cx="47041" cy="62939"/>
              </a:xfrm>
              <a:custGeom>
                <a:rect b="b" l="l" r="r" t="t"/>
                <a:pathLst>
                  <a:path extrusionOk="0" h="1057" w="790">
                    <a:moveTo>
                      <a:pt x="271" y="1"/>
                    </a:moveTo>
                    <a:cubicBezTo>
                      <a:pt x="231" y="1"/>
                      <a:pt x="195" y="41"/>
                      <a:pt x="153" y="104"/>
                    </a:cubicBezTo>
                    <a:cubicBezTo>
                      <a:pt x="0" y="349"/>
                      <a:pt x="22" y="823"/>
                      <a:pt x="213" y="1057"/>
                    </a:cubicBezTo>
                    <a:cubicBezTo>
                      <a:pt x="409" y="861"/>
                      <a:pt x="115" y="578"/>
                      <a:pt x="343" y="382"/>
                    </a:cubicBezTo>
                    <a:lnTo>
                      <a:pt x="343" y="382"/>
                    </a:lnTo>
                    <a:cubicBezTo>
                      <a:pt x="447" y="452"/>
                      <a:pt x="485" y="594"/>
                      <a:pt x="621" y="638"/>
                    </a:cubicBezTo>
                    <a:cubicBezTo>
                      <a:pt x="658" y="651"/>
                      <a:pt x="692" y="662"/>
                      <a:pt x="719" y="662"/>
                    </a:cubicBezTo>
                    <a:cubicBezTo>
                      <a:pt x="760" y="662"/>
                      <a:pt x="787" y="637"/>
                      <a:pt x="790" y="556"/>
                    </a:cubicBezTo>
                    <a:cubicBezTo>
                      <a:pt x="654" y="403"/>
                      <a:pt x="512" y="251"/>
                      <a:pt x="387" y="88"/>
                    </a:cubicBezTo>
                    <a:cubicBezTo>
                      <a:pt x="341" y="27"/>
                      <a:pt x="304" y="1"/>
                      <a:pt x="27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0" name="Google Shape;1670;p33"/>
              <p:cNvSpPr/>
              <p:nvPr/>
            </p:nvSpPr>
            <p:spPr>
              <a:xfrm>
                <a:off x="6636814" y="3651520"/>
                <a:ext cx="27629" cy="68953"/>
              </a:xfrm>
              <a:custGeom>
                <a:rect b="b" l="l" r="r" t="t"/>
                <a:pathLst>
                  <a:path extrusionOk="0" h="1158" w="464">
                    <a:moveTo>
                      <a:pt x="124" y="0"/>
                    </a:moveTo>
                    <a:cubicBezTo>
                      <a:pt x="111" y="0"/>
                      <a:pt x="97" y="3"/>
                      <a:pt x="82" y="9"/>
                    </a:cubicBezTo>
                    <a:cubicBezTo>
                      <a:pt x="6" y="41"/>
                      <a:pt x="1" y="118"/>
                      <a:pt x="28" y="188"/>
                    </a:cubicBezTo>
                    <a:cubicBezTo>
                      <a:pt x="137" y="504"/>
                      <a:pt x="44" y="836"/>
                      <a:pt x="82" y="1157"/>
                    </a:cubicBezTo>
                    <a:cubicBezTo>
                      <a:pt x="387" y="983"/>
                      <a:pt x="463" y="608"/>
                      <a:pt x="295" y="101"/>
                    </a:cubicBezTo>
                    <a:cubicBezTo>
                      <a:pt x="235" y="78"/>
                      <a:pt x="194" y="0"/>
                      <a:pt x="1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1" name="Google Shape;1671;p33"/>
              <p:cNvSpPr/>
              <p:nvPr/>
            </p:nvSpPr>
            <p:spPr>
              <a:xfrm>
                <a:off x="5456787" y="1857274"/>
                <a:ext cx="32869" cy="45016"/>
              </a:xfrm>
              <a:custGeom>
                <a:rect b="b" l="l" r="r" t="t"/>
                <a:pathLst>
                  <a:path extrusionOk="0" h="756" w="552">
                    <a:moveTo>
                      <a:pt x="103" y="1"/>
                    </a:moveTo>
                    <a:cubicBezTo>
                      <a:pt x="34" y="1"/>
                      <a:pt x="0" y="73"/>
                      <a:pt x="7" y="232"/>
                    </a:cubicBezTo>
                    <a:cubicBezTo>
                      <a:pt x="12" y="346"/>
                      <a:pt x="12" y="466"/>
                      <a:pt x="12" y="580"/>
                    </a:cubicBezTo>
                    <a:cubicBezTo>
                      <a:pt x="86" y="584"/>
                      <a:pt x="137" y="755"/>
                      <a:pt x="189" y="755"/>
                    </a:cubicBezTo>
                    <a:cubicBezTo>
                      <a:pt x="206" y="755"/>
                      <a:pt x="223" y="736"/>
                      <a:pt x="241" y="683"/>
                    </a:cubicBezTo>
                    <a:cubicBezTo>
                      <a:pt x="283" y="566"/>
                      <a:pt x="335" y="537"/>
                      <a:pt x="394" y="537"/>
                    </a:cubicBezTo>
                    <a:cubicBezTo>
                      <a:pt x="442" y="537"/>
                      <a:pt x="495" y="556"/>
                      <a:pt x="551" y="564"/>
                    </a:cubicBezTo>
                    <a:cubicBezTo>
                      <a:pt x="475" y="302"/>
                      <a:pt x="475" y="302"/>
                      <a:pt x="290" y="95"/>
                    </a:cubicBezTo>
                    <a:cubicBezTo>
                      <a:pt x="213" y="34"/>
                      <a:pt x="150" y="1"/>
                      <a:pt x="1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2" name="Google Shape;1672;p33"/>
              <p:cNvSpPr/>
              <p:nvPr/>
            </p:nvSpPr>
            <p:spPr>
              <a:xfrm>
                <a:off x="7282235" y="259947"/>
                <a:ext cx="45433" cy="47338"/>
              </a:xfrm>
              <a:custGeom>
                <a:rect b="b" l="l" r="r" t="t"/>
                <a:pathLst>
                  <a:path extrusionOk="0" h="795" w="763">
                    <a:moveTo>
                      <a:pt x="763" y="0"/>
                    </a:moveTo>
                    <a:cubicBezTo>
                      <a:pt x="507" y="267"/>
                      <a:pt x="251" y="528"/>
                      <a:pt x="1" y="795"/>
                    </a:cubicBezTo>
                    <a:cubicBezTo>
                      <a:pt x="409" y="724"/>
                      <a:pt x="665" y="457"/>
                      <a:pt x="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3" name="Google Shape;1673;p33"/>
              <p:cNvSpPr/>
              <p:nvPr/>
            </p:nvSpPr>
            <p:spPr>
              <a:xfrm>
                <a:off x="8214252" y="3561248"/>
                <a:ext cx="23699" cy="49661"/>
              </a:xfrm>
              <a:custGeom>
                <a:rect b="b" l="l" r="r" t="t"/>
                <a:pathLst>
                  <a:path extrusionOk="0" h="834" w="398">
                    <a:moveTo>
                      <a:pt x="397" y="0"/>
                    </a:moveTo>
                    <a:lnTo>
                      <a:pt x="397" y="0"/>
                    </a:lnTo>
                    <a:cubicBezTo>
                      <a:pt x="142" y="218"/>
                      <a:pt x="87" y="490"/>
                      <a:pt x="0" y="833"/>
                    </a:cubicBezTo>
                    <a:cubicBezTo>
                      <a:pt x="251" y="567"/>
                      <a:pt x="354" y="322"/>
                      <a:pt x="397" y="0"/>
                    </a:cubicBezTo>
                    <a:close/>
                  </a:path>
                </a:pathLst>
              </a:custGeom>
              <a:solidFill>
                <a:srgbClr val="4F4F4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4" name="Google Shape;1674;p33"/>
              <p:cNvSpPr/>
              <p:nvPr/>
            </p:nvSpPr>
            <p:spPr>
              <a:xfrm>
                <a:off x="5927559" y="1849652"/>
                <a:ext cx="27272" cy="16911"/>
              </a:xfrm>
              <a:custGeom>
                <a:rect b="b" l="l" r="r" t="t"/>
                <a:pathLst>
                  <a:path extrusionOk="0" h="284" w="458">
                    <a:moveTo>
                      <a:pt x="158" y="0"/>
                    </a:moveTo>
                    <a:cubicBezTo>
                      <a:pt x="109" y="38"/>
                      <a:pt x="16" y="76"/>
                      <a:pt x="11" y="120"/>
                    </a:cubicBezTo>
                    <a:cubicBezTo>
                      <a:pt x="0" y="202"/>
                      <a:pt x="98" y="207"/>
                      <a:pt x="163" y="218"/>
                    </a:cubicBezTo>
                    <a:cubicBezTo>
                      <a:pt x="261" y="245"/>
                      <a:pt x="359" y="262"/>
                      <a:pt x="457" y="283"/>
                    </a:cubicBezTo>
                    <a:cubicBezTo>
                      <a:pt x="414" y="125"/>
                      <a:pt x="202" y="158"/>
                      <a:pt x="158" y="0"/>
                    </a:cubicBezTo>
                    <a:close/>
                  </a:path>
                </a:pathLst>
              </a:custGeom>
              <a:solidFill>
                <a:srgbClr val="2323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5" name="Google Shape;1675;p33"/>
              <p:cNvSpPr/>
              <p:nvPr/>
            </p:nvSpPr>
            <p:spPr>
              <a:xfrm>
                <a:off x="6766505" y="578936"/>
                <a:ext cx="1788791" cy="2144335"/>
              </a:xfrm>
              <a:custGeom>
                <a:rect b="b" l="l" r="r" t="t"/>
                <a:pathLst>
                  <a:path extrusionOk="0" h="36012" w="30041">
                    <a:moveTo>
                      <a:pt x="15832" y="1"/>
                    </a:moveTo>
                    <a:cubicBezTo>
                      <a:pt x="15774" y="1"/>
                      <a:pt x="15736" y="72"/>
                      <a:pt x="15695" y="109"/>
                    </a:cubicBezTo>
                    <a:cubicBezTo>
                      <a:pt x="15211" y="506"/>
                      <a:pt x="14650" y="735"/>
                      <a:pt x="14035" y="827"/>
                    </a:cubicBezTo>
                    <a:cubicBezTo>
                      <a:pt x="13458" y="920"/>
                      <a:pt x="12875" y="1002"/>
                      <a:pt x="12298" y="1094"/>
                    </a:cubicBezTo>
                    <a:cubicBezTo>
                      <a:pt x="12021" y="1143"/>
                      <a:pt x="11770" y="1219"/>
                      <a:pt x="11536" y="1415"/>
                    </a:cubicBezTo>
                    <a:cubicBezTo>
                      <a:pt x="11237" y="1671"/>
                      <a:pt x="10992" y="2009"/>
                      <a:pt x="10567" y="2096"/>
                    </a:cubicBezTo>
                    <a:cubicBezTo>
                      <a:pt x="10330" y="2141"/>
                      <a:pt x="10098" y="2168"/>
                      <a:pt x="9869" y="2168"/>
                    </a:cubicBezTo>
                    <a:cubicBezTo>
                      <a:pt x="9486" y="2168"/>
                      <a:pt x="9113" y="2092"/>
                      <a:pt x="8749" y="1894"/>
                    </a:cubicBezTo>
                    <a:cubicBezTo>
                      <a:pt x="7987" y="1475"/>
                      <a:pt x="7181" y="1154"/>
                      <a:pt x="6315" y="985"/>
                    </a:cubicBezTo>
                    <a:cubicBezTo>
                      <a:pt x="6187" y="960"/>
                      <a:pt x="6070" y="947"/>
                      <a:pt x="5962" y="947"/>
                    </a:cubicBezTo>
                    <a:cubicBezTo>
                      <a:pt x="5580" y="947"/>
                      <a:pt x="5304" y="1111"/>
                      <a:pt x="5041" y="1497"/>
                    </a:cubicBezTo>
                    <a:cubicBezTo>
                      <a:pt x="4938" y="1649"/>
                      <a:pt x="4840" y="1813"/>
                      <a:pt x="4715" y="1954"/>
                    </a:cubicBezTo>
                    <a:cubicBezTo>
                      <a:pt x="4268" y="2477"/>
                      <a:pt x="3642" y="2466"/>
                      <a:pt x="3032" y="2510"/>
                    </a:cubicBezTo>
                    <a:cubicBezTo>
                      <a:pt x="3022" y="2510"/>
                      <a:pt x="3011" y="2511"/>
                      <a:pt x="3000" y="2511"/>
                    </a:cubicBezTo>
                    <a:cubicBezTo>
                      <a:pt x="2957" y="2511"/>
                      <a:pt x="2909" y="2505"/>
                      <a:pt x="2863" y="2505"/>
                    </a:cubicBezTo>
                    <a:cubicBezTo>
                      <a:pt x="2785" y="2505"/>
                      <a:pt x="2715" y="2522"/>
                      <a:pt x="2690" y="2613"/>
                    </a:cubicBezTo>
                    <a:cubicBezTo>
                      <a:pt x="2651" y="2771"/>
                      <a:pt x="2777" y="2918"/>
                      <a:pt x="2924" y="2967"/>
                    </a:cubicBezTo>
                    <a:cubicBezTo>
                      <a:pt x="3669" y="3250"/>
                      <a:pt x="4415" y="3544"/>
                      <a:pt x="5216" y="3647"/>
                    </a:cubicBezTo>
                    <a:cubicBezTo>
                      <a:pt x="5771" y="3718"/>
                      <a:pt x="6332" y="3783"/>
                      <a:pt x="6887" y="3876"/>
                    </a:cubicBezTo>
                    <a:cubicBezTo>
                      <a:pt x="7045" y="3898"/>
                      <a:pt x="7203" y="3990"/>
                      <a:pt x="7235" y="4181"/>
                    </a:cubicBezTo>
                    <a:cubicBezTo>
                      <a:pt x="7257" y="4301"/>
                      <a:pt x="7186" y="4388"/>
                      <a:pt x="7094" y="4448"/>
                    </a:cubicBezTo>
                    <a:cubicBezTo>
                      <a:pt x="7047" y="4480"/>
                      <a:pt x="7005" y="4493"/>
                      <a:pt x="6965" y="4493"/>
                    </a:cubicBezTo>
                    <a:cubicBezTo>
                      <a:pt x="6877" y="4493"/>
                      <a:pt x="6800" y="4431"/>
                      <a:pt x="6718" y="4371"/>
                    </a:cubicBezTo>
                    <a:cubicBezTo>
                      <a:pt x="6639" y="4307"/>
                      <a:pt x="6549" y="4263"/>
                      <a:pt x="6463" y="4263"/>
                    </a:cubicBezTo>
                    <a:cubicBezTo>
                      <a:pt x="6388" y="4263"/>
                      <a:pt x="6316" y="4296"/>
                      <a:pt x="6255" y="4377"/>
                    </a:cubicBezTo>
                    <a:cubicBezTo>
                      <a:pt x="6114" y="4556"/>
                      <a:pt x="6152" y="4774"/>
                      <a:pt x="6310" y="4921"/>
                    </a:cubicBezTo>
                    <a:cubicBezTo>
                      <a:pt x="6462" y="5063"/>
                      <a:pt x="6631" y="5193"/>
                      <a:pt x="6860" y="5215"/>
                    </a:cubicBezTo>
                    <a:cubicBezTo>
                      <a:pt x="6983" y="5226"/>
                      <a:pt x="7106" y="5231"/>
                      <a:pt x="7227" y="5231"/>
                    </a:cubicBezTo>
                    <a:cubicBezTo>
                      <a:pt x="7798" y="5231"/>
                      <a:pt x="8352" y="5118"/>
                      <a:pt x="8890" y="4916"/>
                    </a:cubicBezTo>
                    <a:cubicBezTo>
                      <a:pt x="9373" y="4732"/>
                      <a:pt x="9827" y="4485"/>
                      <a:pt x="10342" y="4485"/>
                    </a:cubicBezTo>
                    <a:cubicBezTo>
                      <a:pt x="10558" y="4485"/>
                      <a:pt x="10785" y="4529"/>
                      <a:pt x="11030" y="4638"/>
                    </a:cubicBezTo>
                    <a:cubicBezTo>
                      <a:pt x="11814" y="4987"/>
                      <a:pt x="11966" y="5346"/>
                      <a:pt x="11394" y="5977"/>
                    </a:cubicBezTo>
                    <a:cubicBezTo>
                      <a:pt x="10850" y="6576"/>
                      <a:pt x="10458" y="7208"/>
                      <a:pt x="10828" y="8101"/>
                    </a:cubicBezTo>
                    <a:cubicBezTo>
                      <a:pt x="11128" y="8825"/>
                      <a:pt x="11171" y="9630"/>
                      <a:pt x="10954" y="10382"/>
                    </a:cubicBezTo>
                    <a:cubicBezTo>
                      <a:pt x="10752" y="11095"/>
                      <a:pt x="10703" y="11753"/>
                      <a:pt x="11003" y="12439"/>
                    </a:cubicBezTo>
                    <a:cubicBezTo>
                      <a:pt x="11122" y="12706"/>
                      <a:pt x="11149" y="13006"/>
                      <a:pt x="11139" y="13305"/>
                    </a:cubicBezTo>
                    <a:cubicBezTo>
                      <a:pt x="11126" y="13645"/>
                      <a:pt x="11063" y="13777"/>
                      <a:pt x="10836" y="13777"/>
                    </a:cubicBezTo>
                    <a:cubicBezTo>
                      <a:pt x="10766" y="13777"/>
                      <a:pt x="10679" y="13764"/>
                      <a:pt x="10572" y="13740"/>
                    </a:cubicBezTo>
                    <a:cubicBezTo>
                      <a:pt x="10164" y="13648"/>
                      <a:pt x="9756" y="13561"/>
                      <a:pt x="9353" y="13474"/>
                    </a:cubicBezTo>
                    <a:cubicBezTo>
                      <a:pt x="9331" y="13501"/>
                      <a:pt x="9309" y="13528"/>
                      <a:pt x="9288" y="13555"/>
                    </a:cubicBezTo>
                    <a:cubicBezTo>
                      <a:pt x="9957" y="14013"/>
                      <a:pt x="10317" y="14731"/>
                      <a:pt x="10850" y="15308"/>
                    </a:cubicBezTo>
                    <a:cubicBezTo>
                      <a:pt x="11258" y="15744"/>
                      <a:pt x="11716" y="16136"/>
                      <a:pt x="12048" y="16642"/>
                    </a:cubicBezTo>
                    <a:cubicBezTo>
                      <a:pt x="12500" y="17339"/>
                      <a:pt x="12821" y="18101"/>
                      <a:pt x="13104" y="18874"/>
                    </a:cubicBezTo>
                    <a:cubicBezTo>
                      <a:pt x="13333" y="19506"/>
                      <a:pt x="13436" y="20164"/>
                      <a:pt x="13403" y="20845"/>
                    </a:cubicBezTo>
                    <a:cubicBezTo>
                      <a:pt x="13392" y="21003"/>
                      <a:pt x="13354" y="21133"/>
                      <a:pt x="13196" y="21177"/>
                    </a:cubicBezTo>
                    <a:cubicBezTo>
                      <a:pt x="13173" y="21184"/>
                      <a:pt x="13153" y="21188"/>
                      <a:pt x="13134" y="21188"/>
                    </a:cubicBezTo>
                    <a:cubicBezTo>
                      <a:pt x="13016" y="21188"/>
                      <a:pt x="12977" y="21053"/>
                      <a:pt x="12930" y="20959"/>
                    </a:cubicBezTo>
                    <a:cubicBezTo>
                      <a:pt x="12755" y="20622"/>
                      <a:pt x="12521" y="20328"/>
                      <a:pt x="12266" y="20050"/>
                    </a:cubicBezTo>
                    <a:cubicBezTo>
                      <a:pt x="12138" y="19908"/>
                      <a:pt x="11989" y="19801"/>
                      <a:pt x="11816" y="19801"/>
                    </a:cubicBezTo>
                    <a:cubicBezTo>
                      <a:pt x="11724" y="19801"/>
                      <a:pt x="11626" y="19831"/>
                      <a:pt x="11520" y="19903"/>
                    </a:cubicBezTo>
                    <a:cubicBezTo>
                      <a:pt x="11322" y="20033"/>
                      <a:pt x="11099" y="20074"/>
                      <a:pt x="10865" y="20074"/>
                    </a:cubicBezTo>
                    <a:cubicBezTo>
                      <a:pt x="10835" y="20074"/>
                      <a:pt x="10804" y="20073"/>
                      <a:pt x="10774" y="20072"/>
                    </a:cubicBezTo>
                    <a:cubicBezTo>
                      <a:pt x="10661" y="20067"/>
                      <a:pt x="10546" y="20057"/>
                      <a:pt x="10433" y="20057"/>
                    </a:cubicBezTo>
                    <a:cubicBezTo>
                      <a:pt x="10311" y="20057"/>
                      <a:pt x="10190" y="20068"/>
                      <a:pt x="10072" y="20104"/>
                    </a:cubicBezTo>
                    <a:cubicBezTo>
                      <a:pt x="9990" y="20128"/>
                      <a:pt x="9911" y="20139"/>
                      <a:pt x="9835" y="20139"/>
                    </a:cubicBezTo>
                    <a:cubicBezTo>
                      <a:pt x="9606" y="20139"/>
                      <a:pt x="9402" y="20041"/>
                      <a:pt x="9222" y="19881"/>
                    </a:cubicBezTo>
                    <a:cubicBezTo>
                      <a:pt x="8274" y="19053"/>
                      <a:pt x="7224" y="18667"/>
                      <a:pt x="6080" y="18667"/>
                    </a:cubicBezTo>
                    <a:cubicBezTo>
                      <a:pt x="5661" y="18667"/>
                      <a:pt x="5229" y="18719"/>
                      <a:pt x="4785" y="18820"/>
                    </a:cubicBezTo>
                    <a:cubicBezTo>
                      <a:pt x="4399" y="18907"/>
                      <a:pt x="4323" y="19037"/>
                      <a:pt x="4426" y="19429"/>
                    </a:cubicBezTo>
                    <a:cubicBezTo>
                      <a:pt x="4459" y="19538"/>
                      <a:pt x="4513" y="19647"/>
                      <a:pt x="4568" y="19751"/>
                    </a:cubicBezTo>
                    <a:cubicBezTo>
                      <a:pt x="4726" y="20050"/>
                      <a:pt x="4894" y="20349"/>
                      <a:pt x="5052" y="20654"/>
                    </a:cubicBezTo>
                    <a:cubicBezTo>
                      <a:pt x="5172" y="20872"/>
                      <a:pt x="5139" y="21041"/>
                      <a:pt x="4916" y="21193"/>
                    </a:cubicBezTo>
                    <a:cubicBezTo>
                      <a:pt x="4535" y="21455"/>
                      <a:pt x="4404" y="21896"/>
                      <a:pt x="4519" y="22342"/>
                    </a:cubicBezTo>
                    <a:cubicBezTo>
                      <a:pt x="4660" y="22886"/>
                      <a:pt x="5079" y="23202"/>
                      <a:pt x="5471" y="23534"/>
                    </a:cubicBezTo>
                    <a:cubicBezTo>
                      <a:pt x="6043" y="24019"/>
                      <a:pt x="6631" y="24481"/>
                      <a:pt x="7213" y="24961"/>
                    </a:cubicBezTo>
                    <a:cubicBezTo>
                      <a:pt x="6955" y="25006"/>
                      <a:pt x="6708" y="25025"/>
                      <a:pt x="6464" y="25025"/>
                    </a:cubicBezTo>
                    <a:cubicBezTo>
                      <a:pt x="6357" y="25025"/>
                      <a:pt x="6252" y="25022"/>
                      <a:pt x="6146" y="25015"/>
                    </a:cubicBezTo>
                    <a:cubicBezTo>
                      <a:pt x="6128" y="25014"/>
                      <a:pt x="6110" y="25013"/>
                      <a:pt x="6092" y="25013"/>
                    </a:cubicBezTo>
                    <a:cubicBezTo>
                      <a:pt x="5874" y="25013"/>
                      <a:pt x="5709" y="25106"/>
                      <a:pt x="5613" y="25287"/>
                    </a:cubicBezTo>
                    <a:cubicBezTo>
                      <a:pt x="5286" y="25875"/>
                      <a:pt x="4747" y="26153"/>
                      <a:pt x="4149" y="26376"/>
                    </a:cubicBezTo>
                    <a:cubicBezTo>
                      <a:pt x="3169" y="26735"/>
                      <a:pt x="2793" y="27301"/>
                      <a:pt x="2782" y="28358"/>
                    </a:cubicBezTo>
                    <a:cubicBezTo>
                      <a:pt x="2777" y="29065"/>
                      <a:pt x="2548" y="29381"/>
                      <a:pt x="1867" y="29533"/>
                    </a:cubicBezTo>
                    <a:cubicBezTo>
                      <a:pt x="1432" y="29631"/>
                      <a:pt x="986" y="29664"/>
                      <a:pt x="550" y="29746"/>
                    </a:cubicBezTo>
                    <a:cubicBezTo>
                      <a:pt x="76" y="29833"/>
                      <a:pt x="0" y="29942"/>
                      <a:pt x="142" y="30421"/>
                    </a:cubicBezTo>
                    <a:cubicBezTo>
                      <a:pt x="370" y="31210"/>
                      <a:pt x="762" y="31945"/>
                      <a:pt x="1345" y="32506"/>
                    </a:cubicBezTo>
                    <a:cubicBezTo>
                      <a:pt x="1971" y="33105"/>
                      <a:pt x="2499" y="33763"/>
                      <a:pt x="2945" y="34498"/>
                    </a:cubicBezTo>
                    <a:cubicBezTo>
                      <a:pt x="3103" y="34520"/>
                      <a:pt x="3174" y="34656"/>
                      <a:pt x="3277" y="34743"/>
                    </a:cubicBezTo>
                    <a:cubicBezTo>
                      <a:pt x="3724" y="35124"/>
                      <a:pt x="4132" y="35538"/>
                      <a:pt x="4649" y="35832"/>
                    </a:cubicBezTo>
                    <a:cubicBezTo>
                      <a:pt x="4832" y="35935"/>
                      <a:pt x="5004" y="36012"/>
                      <a:pt x="5169" y="36012"/>
                    </a:cubicBezTo>
                    <a:cubicBezTo>
                      <a:pt x="5327" y="36012"/>
                      <a:pt x="5480" y="35940"/>
                      <a:pt x="5629" y="35750"/>
                    </a:cubicBezTo>
                    <a:cubicBezTo>
                      <a:pt x="5733" y="35614"/>
                      <a:pt x="5901" y="35533"/>
                      <a:pt x="6038" y="35424"/>
                    </a:cubicBezTo>
                    <a:cubicBezTo>
                      <a:pt x="5809" y="34335"/>
                      <a:pt x="5569" y="33241"/>
                      <a:pt x="5074" y="32234"/>
                    </a:cubicBezTo>
                    <a:cubicBezTo>
                      <a:pt x="4720" y="31520"/>
                      <a:pt x="4508" y="30780"/>
                      <a:pt x="4388" y="29991"/>
                    </a:cubicBezTo>
                    <a:cubicBezTo>
                      <a:pt x="4192" y="28619"/>
                      <a:pt x="4524" y="27470"/>
                      <a:pt x="5635" y="26605"/>
                    </a:cubicBezTo>
                    <a:cubicBezTo>
                      <a:pt x="6034" y="26295"/>
                      <a:pt x="6472" y="26126"/>
                      <a:pt x="6930" y="26126"/>
                    </a:cubicBezTo>
                    <a:cubicBezTo>
                      <a:pt x="7189" y="26126"/>
                      <a:pt x="7456" y="26180"/>
                      <a:pt x="7725" y="26294"/>
                    </a:cubicBezTo>
                    <a:cubicBezTo>
                      <a:pt x="9478" y="27040"/>
                      <a:pt x="10850" y="28270"/>
                      <a:pt x="12026" y="29746"/>
                    </a:cubicBezTo>
                    <a:cubicBezTo>
                      <a:pt x="12129" y="29882"/>
                      <a:pt x="12195" y="30067"/>
                      <a:pt x="12429" y="30170"/>
                    </a:cubicBezTo>
                    <a:cubicBezTo>
                      <a:pt x="12276" y="29648"/>
                      <a:pt x="12053" y="29223"/>
                      <a:pt x="11835" y="28799"/>
                    </a:cubicBezTo>
                    <a:cubicBezTo>
                      <a:pt x="11487" y="28123"/>
                      <a:pt x="11035" y="27497"/>
                      <a:pt x="10817" y="26752"/>
                    </a:cubicBezTo>
                    <a:cubicBezTo>
                      <a:pt x="10725" y="26436"/>
                      <a:pt x="10545" y="26153"/>
                      <a:pt x="10338" y="25891"/>
                    </a:cubicBezTo>
                    <a:cubicBezTo>
                      <a:pt x="9402" y="24677"/>
                      <a:pt x="8934" y="23208"/>
                      <a:pt x="8139" y="21912"/>
                    </a:cubicBezTo>
                    <a:cubicBezTo>
                      <a:pt x="7987" y="21656"/>
                      <a:pt x="8134" y="21406"/>
                      <a:pt x="8422" y="21313"/>
                    </a:cubicBezTo>
                    <a:cubicBezTo>
                      <a:pt x="8526" y="21279"/>
                      <a:pt x="8627" y="21264"/>
                      <a:pt x="8727" y="21264"/>
                    </a:cubicBezTo>
                    <a:cubicBezTo>
                      <a:pt x="8929" y="21264"/>
                      <a:pt x="9123" y="21327"/>
                      <a:pt x="9309" y="21422"/>
                    </a:cubicBezTo>
                    <a:cubicBezTo>
                      <a:pt x="10360" y="21955"/>
                      <a:pt x="11509" y="22211"/>
                      <a:pt x="12576" y="22723"/>
                    </a:cubicBezTo>
                    <a:cubicBezTo>
                      <a:pt x="13550" y="23191"/>
                      <a:pt x="14345" y="23812"/>
                      <a:pt x="15058" y="24579"/>
                    </a:cubicBezTo>
                    <a:cubicBezTo>
                      <a:pt x="15222" y="24759"/>
                      <a:pt x="15390" y="24922"/>
                      <a:pt x="15619" y="24988"/>
                    </a:cubicBezTo>
                    <a:cubicBezTo>
                      <a:pt x="16806" y="25331"/>
                      <a:pt x="18003" y="25592"/>
                      <a:pt x="19212" y="25837"/>
                    </a:cubicBezTo>
                    <a:cubicBezTo>
                      <a:pt x="19247" y="25844"/>
                      <a:pt x="19276" y="25848"/>
                      <a:pt x="19301" y="25848"/>
                    </a:cubicBezTo>
                    <a:cubicBezTo>
                      <a:pt x="19426" y="25848"/>
                      <a:pt x="19438" y="25762"/>
                      <a:pt x="19397" y="25630"/>
                    </a:cubicBezTo>
                    <a:cubicBezTo>
                      <a:pt x="19364" y="25532"/>
                      <a:pt x="19294" y="25450"/>
                      <a:pt x="19239" y="25358"/>
                    </a:cubicBezTo>
                    <a:cubicBezTo>
                      <a:pt x="18777" y="24612"/>
                      <a:pt x="18216" y="23921"/>
                      <a:pt x="17802" y="23142"/>
                    </a:cubicBezTo>
                    <a:cubicBezTo>
                      <a:pt x="17334" y="22271"/>
                      <a:pt x="17094" y="21324"/>
                      <a:pt x="16773" y="20404"/>
                    </a:cubicBezTo>
                    <a:cubicBezTo>
                      <a:pt x="16463" y="19500"/>
                      <a:pt x="16376" y="18548"/>
                      <a:pt x="16653" y="17600"/>
                    </a:cubicBezTo>
                    <a:cubicBezTo>
                      <a:pt x="16795" y="17116"/>
                      <a:pt x="16768" y="16620"/>
                      <a:pt x="16648" y="16136"/>
                    </a:cubicBezTo>
                    <a:cubicBezTo>
                      <a:pt x="16414" y="15134"/>
                      <a:pt x="16038" y="14247"/>
                      <a:pt x="14988" y="13795"/>
                    </a:cubicBezTo>
                    <a:cubicBezTo>
                      <a:pt x="14416" y="13550"/>
                      <a:pt x="14280" y="12510"/>
                      <a:pt x="14547" y="12042"/>
                    </a:cubicBezTo>
                    <a:cubicBezTo>
                      <a:pt x="14628" y="11907"/>
                      <a:pt x="14719" y="11823"/>
                      <a:pt x="14840" y="11823"/>
                    </a:cubicBezTo>
                    <a:cubicBezTo>
                      <a:pt x="14905" y="11823"/>
                      <a:pt x="14978" y="11847"/>
                      <a:pt x="15064" y="11900"/>
                    </a:cubicBezTo>
                    <a:cubicBezTo>
                      <a:pt x="15434" y="12134"/>
                      <a:pt x="15706" y="12450"/>
                      <a:pt x="15929" y="12815"/>
                    </a:cubicBezTo>
                    <a:cubicBezTo>
                      <a:pt x="16163" y="13196"/>
                      <a:pt x="16501" y="13436"/>
                      <a:pt x="16931" y="13539"/>
                    </a:cubicBezTo>
                    <a:cubicBezTo>
                      <a:pt x="16981" y="13552"/>
                      <a:pt x="17029" y="13563"/>
                      <a:pt x="17070" y="13563"/>
                    </a:cubicBezTo>
                    <a:cubicBezTo>
                      <a:pt x="17161" y="13563"/>
                      <a:pt x="17214" y="13510"/>
                      <a:pt x="17165" y="13321"/>
                    </a:cubicBezTo>
                    <a:cubicBezTo>
                      <a:pt x="17122" y="13136"/>
                      <a:pt x="17056" y="12940"/>
                      <a:pt x="17078" y="12733"/>
                    </a:cubicBezTo>
                    <a:cubicBezTo>
                      <a:pt x="17105" y="12516"/>
                      <a:pt x="17203" y="12379"/>
                      <a:pt x="17426" y="12363"/>
                    </a:cubicBezTo>
                    <a:cubicBezTo>
                      <a:pt x="17938" y="12330"/>
                      <a:pt x="18156" y="12053"/>
                      <a:pt x="18052" y="11547"/>
                    </a:cubicBezTo>
                    <a:cubicBezTo>
                      <a:pt x="17987" y="11236"/>
                      <a:pt x="17916" y="10931"/>
                      <a:pt x="17818" y="10627"/>
                    </a:cubicBezTo>
                    <a:cubicBezTo>
                      <a:pt x="17720" y="10305"/>
                      <a:pt x="17824" y="9979"/>
                      <a:pt x="18058" y="9755"/>
                    </a:cubicBezTo>
                    <a:cubicBezTo>
                      <a:pt x="18133" y="9685"/>
                      <a:pt x="18208" y="9658"/>
                      <a:pt x="18282" y="9658"/>
                    </a:cubicBezTo>
                    <a:cubicBezTo>
                      <a:pt x="18448" y="9658"/>
                      <a:pt x="18608" y="9796"/>
                      <a:pt x="18755" y="9886"/>
                    </a:cubicBezTo>
                    <a:cubicBezTo>
                      <a:pt x="19392" y="10262"/>
                      <a:pt x="20110" y="10327"/>
                      <a:pt x="20813" y="10441"/>
                    </a:cubicBezTo>
                    <a:cubicBezTo>
                      <a:pt x="20829" y="10444"/>
                      <a:pt x="20845" y="10446"/>
                      <a:pt x="20861" y="10446"/>
                    </a:cubicBezTo>
                    <a:cubicBezTo>
                      <a:pt x="20961" y="10446"/>
                      <a:pt x="21052" y="10393"/>
                      <a:pt x="21150" y="10360"/>
                    </a:cubicBezTo>
                    <a:cubicBezTo>
                      <a:pt x="21733" y="10169"/>
                      <a:pt x="22233" y="9815"/>
                      <a:pt x="22805" y="9587"/>
                    </a:cubicBezTo>
                    <a:cubicBezTo>
                      <a:pt x="23409" y="9347"/>
                      <a:pt x="23986" y="9075"/>
                      <a:pt x="24204" y="8324"/>
                    </a:cubicBezTo>
                    <a:cubicBezTo>
                      <a:pt x="24479" y="7375"/>
                      <a:pt x="25644" y="6682"/>
                      <a:pt x="26675" y="6682"/>
                    </a:cubicBezTo>
                    <a:cubicBezTo>
                      <a:pt x="26809" y="6682"/>
                      <a:pt x="26940" y="6693"/>
                      <a:pt x="27068" y="6718"/>
                    </a:cubicBezTo>
                    <a:cubicBezTo>
                      <a:pt x="27638" y="6828"/>
                      <a:pt x="28215" y="6875"/>
                      <a:pt x="28796" y="6875"/>
                    </a:cubicBezTo>
                    <a:cubicBezTo>
                      <a:pt x="29130" y="6875"/>
                      <a:pt x="29465" y="6860"/>
                      <a:pt x="29801" y="6832"/>
                    </a:cubicBezTo>
                    <a:cubicBezTo>
                      <a:pt x="29964" y="6816"/>
                      <a:pt x="30040" y="6778"/>
                      <a:pt x="29910" y="6593"/>
                    </a:cubicBezTo>
                    <a:cubicBezTo>
                      <a:pt x="29643" y="6228"/>
                      <a:pt x="29332" y="5912"/>
                      <a:pt x="28919" y="5711"/>
                    </a:cubicBezTo>
                    <a:cubicBezTo>
                      <a:pt x="28347" y="5438"/>
                      <a:pt x="27781" y="5144"/>
                      <a:pt x="27198" y="4889"/>
                    </a:cubicBezTo>
                    <a:cubicBezTo>
                      <a:pt x="26621" y="4633"/>
                      <a:pt x="26022" y="4431"/>
                      <a:pt x="25386" y="4350"/>
                    </a:cubicBezTo>
                    <a:cubicBezTo>
                      <a:pt x="24280" y="4203"/>
                      <a:pt x="23192" y="3958"/>
                      <a:pt x="22135" y="3631"/>
                    </a:cubicBezTo>
                    <a:cubicBezTo>
                      <a:pt x="21368" y="3391"/>
                      <a:pt x="20682" y="2912"/>
                      <a:pt x="19909" y="2657"/>
                    </a:cubicBezTo>
                    <a:cubicBezTo>
                      <a:pt x="18880" y="2308"/>
                      <a:pt x="17944" y="1845"/>
                      <a:pt x="17279" y="920"/>
                    </a:cubicBezTo>
                    <a:cubicBezTo>
                      <a:pt x="16947" y="463"/>
                      <a:pt x="16332" y="365"/>
                      <a:pt x="15897" y="27"/>
                    </a:cubicBezTo>
                    <a:cubicBezTo>
                      <a:pt x="15873" y="8"/>
                      <a:pt x="15851" y="1"/>
                      <a:pt x="158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6" name="Google Shape;1676;p33"/>
              <p:cNvSpPr/>
              <p:nvPr/>
            </p:nvSpPr>
            <p:spPr>
              <a:xfrm>
                <a:off x="5943398" y="1002369"/>
                <a:ext cx="608550" cy="1353279"/>
              </a:xfrm>
              <a:custGeom>
                <a:rect b="b" l="l" r="r" t="t"/>
                <a:pathLst>
                  <a:path extrusionOk="0" h="22727" w="10220">
                    <a:moveTo>
                      <a:pt x="366" y="1"/>
                    </a:moveTo>
                    <a:cubicBezTo>
                      <a:pt x="282" y="1"/>
                      <a:pt x="204" y="76"/>
                      <a:pt x="137" y="162"/>
                    </a:cubicBezTo>
                    <a:cubicBezTo>
                      <a:pt x="1" y="336"/>
                      <a:pt x="17" y="532"/>
                      <a:pt x="115" y="728"/>
                    </a:cubicBezTo>
                    <a:cubicBezTo>
                      <a:pt x="377" y="1256"/>
                      <a:pt x="654" y="1773"/>
                      <a:pt x="1117" y="2171"/>
                    </a:cubicBezTo>
                    <a:cubicBezTo>
                      <a:pt x="1378" y="2394"/>
                      <a:pt x="1585" y="2661"/>
                      <a:pt x="1765" y="2955"/>
                    </a:cubicBezTo>
                    <a:cubicBezTo>
                      <a:pt x="2042" y="3412"/>
                      <a:pt x="2369" y="3826"/>
                      <a:pt x="2826" y="4125"/>
                    </a:cubicBezTo>
                    <a:cubicBezTo>
                      <a:pt x="3022" y="4250"/>
                      <a:pt x="3186" y="4430"/>
                      <a:pt x="3327" y="4615"/>
                    </a:cubicBezTo>
                    <a:cubicBezTo>
                      <a:pt x="3583" y="4942"/>
                      <a:pt x="3882" y="5225"/>
                      <a:pt x="4220" y="5464"/>
                    </a:cubicBezTo>
                    <a:cubicBezTo>
                      <a:pt x="4764" y="5846"/>
                      <a:pt x="5243" y="6292"/>
                      <a:pt x="5733" y="6738"/>
                    </a:cubicBezTo>
                    <a:cubicBezTo>
                      <a:pt x="6468" y="7413"/>
                      <a:pt x="7035" y="8225"/>
                      <a:pt x="7666" y="8987"/>
                    </a:cubicBezTo>
                    <a:cubicBezTo>
                      <a:pt x="7987" y="9379"/>
                      <a:pt x="8200" y="9831"/>
                      <a:pt x="8303" y="10342"/>
                    </a:cubicBezTo>
                    <a:cubicBezTo>
                      <a:pt x="8401" y="10854"/>
                      <a:pt x="8423" y="11366"/>
                      <a:pt x="8461" y="11883"/>
                    </a:cubicBezTo>
                    <a:cubicBezTo>
                      <a:pt x="8564" y="13228"/>
                      <a:pt x="8553" y="14567"/>
                      <a:pt x="8428" y="15906"/>
                    </a:cubicBezTo>
                    <a:cubicBezTo>
                      <a:pt x="8265" y="17605"/>
                      <a:pt x="7944" y="19287"/>
                      <a:pt x="7671" y="20969"/>
                    </a:cubicBezTo>
                    <a:cubicBezTo>
                      <a:pt x="7617" y="21323"/>
                      <a:pt x="7677" y="21622"/>
                      <a:pt x="7878" y="21900"/>
                    </a:cubicBezTo>
                    <a:cubicBezTo>
                      <a:pt x="8042" y="22123"/>
                      <a:pt x="8210" y="22330"/>
                      <a:pt x="8330" y="22575"/>
                    </a:cubicBezTo>
                    <a:cubicBezTo>
                      <a:pt x="8444" y="22674"/>
                      <a:pt x="8703" y="22727"/>
                      <a:pt x="8948" y="22727"/>
                    </a:cubicBezTo>
                    <a:cubicBezTo>
                      <a:pt x="9158" y="22727"/>
                      <a:pt x="9358" y="22688"/>
                      <a:pt x="9446" y="22608"/>
                    </a:cubicBezTo>
                    <a:cubicBezTo>
                      <a:pt x="9484" y="22569"/>
                      <a:pt x="9528" y="22504"/>
                      <a:pt x="9522" y="22455"/>
                    </a:cubicBezTo>
                    <a:cubicBezTo>
                      <a:pt x="9484" y="22172"/>
                      <a:pt x="9397" y="21845"/>
                      <a:pt x="9163" y="21726"/>
                    </a:cubicBezTo>
                    <a:cubicBezTo>
                      <a:pt x="8880" y="21579"/>
                      <a:pt x="8853" y="21361"/>
                      <a:pt x="8831" y="21132"/>
                    </a:cubicBezTo>
                    <a:cubicBezTo>
                      <a:pt x="8787" y="20729"/>
                      <a:pt x="8847" y="20332"/>
                      <a:pt x="8962" y="19951"/>
                    </a:cubicBezTo>
                    <a:cubicBezTo>
                      <a:pt x="9332" y="18693"/>
                      <a:pt x="9806" y="17463"/>
                      <a:pt x="9904" y="16135"/>
                    </a:cubicBezTo>
                    <a:cubicBezTo>
                      <a:pt x="9974" y="15204"/>
                      <a:pt x="10094" y="14273"/>
                      <a:pt x="10159" y="13336"/>
                    </a:cubicBezTo>
                    <a:cubicBezTo>
                      <a:pt x="10219" y="12482"/>
                      <a:pt x="10105" y="11632"/>
                      <a:pt x="9963" y="10783"/>
                    </a:cubicBezTo>
                    <a:cubicBezTo>
                      <a:pt x="9724" y="9319"/>
                      <a:pt x="9011" y="8110"/>
                      <a:pt x="7955" y="7114"/>
                    </a:cubicBezTo>
                    <a:cubicBezTo>
                      <a:pt x="6931" y="6150"/>
                      <a:pt x="5772" y="5339"/>
                      <a:pt x="4688" y="4446"/>
                    </a:cubicBezTo>
                    <a:cubicBezTo>
                      <a:pt x="3828" y="3739"/>
                      <a:pt x="2952" y="3047"/>
                      <a:pt x="2178" y="2236"/>
                    </a:cubicBezTo>
                    <a:cubicBezTo>
                      <a:pt x="1982" y="2035"/>
                      <a:pt x="1748" y="1882"/>
                      <a:pt x="1514" y="1719"/>
                    </a:cubicBezTo>
                    <a:cubicBezTo>
                      <a:pt x="959" y="1343"/>
                      <a:pt x="698" y="772"/>
                      <a:pt x="551" y="135"/>
                    </a:cubicBezTo>
                    <a:cubicBezTo>
                      <a:pt x="488" y="38"/>
                      <a:pt x="426" y="1"/>
                      <a:pt x="3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7" name="Google Shape;1677;p33"/>
              <p:cNvSpPr/>
              <p:nvPr/>
            </p:nvSpPr>
            <p:spPr>
              <a:xfrm>
                <a:off x="5786851" y="-61007"/>
                <a:ext cx="845122" cy="1034118"/>
              </a:xfrm>
              <a:custGeom>
                <a:rect b="b" l="l" r="r" t="t"/>
                <a:pathLst>
                  <a:path extrusionOk="0" h="17367" w="14193">
                    <a:moveTo>
                      <a:pt x="14193" y="0"/>
                    </a:moveTo>
                    <a:lnTo>
                      <a:pt x="14193" y="0"/>
                    </a:lnTo>
                    <a:cubicBezTo>
                      <a:pt x="13981" y="17"/>
                      <a:pt x="13839" y="109"/>
                      <a:pt x="13719" y="245"/>
                    </a:cubicBezTo>
                    <a:cubicBezTo>
                      <a:pt x="13529" y="648"/>
                      <a:pt x="13175" y="915"/>
                      <a:pt x="12903" y="1247"/>
                    </a:cubicBezTo>
                    <a:cubicBezTo>
                      <a:pt x="12304" y="1960"/>
                      <a:pt x="11672" y="2641"/>
                      <a:pt x="11123" y="3398"/>
                    </a:cubicBezTo>
                    <a:cubicBezTo>
                      <a:pt x="10758" y="3904"/>
                      <a:pt x="10486" y="4475"/>
                      <a:pt x="10094" y="4954"/>
                    </a:cubicBezTo>
                    <a:cubicBezTo>
                      <a:pt x="9261" y="5989"/>
                      <a:pt x="8488" y="7072"/>
                      <a:pt x="7475" y="7954"/>
                    </a:cubicBezTo>
                    <a:cubicBezTo>
                      <a:pt x="7382" y="8036"/>
                      <a:pt x="7306" y="8150"/>
                      <a:pt x="7219" y="8243"/>
                    </a:cubicBezTo>
                    <a:cubicBezTo>
                      <a:pt x="6816" y="8646"/>
                      <a:pt x="6364" y="8999"/>
                      <a:pt x="5929" y="9370"/>
                    </a:cubicBezTo>
                    <a:cubicBezTo>
                      <a:pt x="5869" y="9468"/>
                      <a:pt x="5826" y="9582"/>
                      <a:pt x="5744" y="9658"/>
                    </a:cubicBezTo>
                    <a:cubicBezTo>
                      <a:pt x="5303" y="10094"/>
                      <a:pt x="4900" y="10578"/>
                      <a:pt x="4350" y="10899"/>
                    </a:cubicBezTo>
                    <a:cubicBezTo>
                      <a:pt x="4187" y="10997"/>
                      <a:pt x="4045" y="11117"/>
                      <a:pt x="3953" y="11286"/>
                    </a:cubicBezTo>
                    <a:cubicBezTo>
                      <a:pt x="3975" y="11340"/>
                      <a:pt x="3947" y="11373"/>
                      <a:pt x="3909" y="11406"/>
                    </a:cubicBezTo>
                    <a:cubicBezTo>
                      <a:pt x="3163" y="12032"/>
                      <a:pt x="2505" y="12739"/>
                      <a:pt x="1846" y="13469"/>
                    </a:cubicBezTo>
                    <a:cubicBezTo>
                      <a:pt x="1258" y="14117"/>
                      <a:pt x="773" y="14835"/>
                      <a:pt x="235" y="15516"/>
                    </a:cubicBezTo>
                    <a:cubicBezTo>
                      <a:pt x="0" y="15815"/>
                      <a:pt x="60" y="16077"/>
                      <a:pt x="371" y="16305"/>
                    </a:cubicBezTo>
                    <a:cubicBezTo>
                      <a:pt x="654" y="16512"/>
                      <a:pt x="942" y="16719"/>
                      <a:pt x="1334" y="16850"/>
                    </a:cubicBezTo>
                    <a:cubicBezTo>
                      <a:pt x="1193" y="16871"/>
                      <a:pt x="1100" y="16866"/>
                      <a:pt x="1046" y="16953"/>
                    </a:cubicBezTo>
                    <a:cubicBezTo>
                      <a:pt x="1176" y="17133"/>
                      <a:pt x="1367" y="17236"/>
                      <a:pt x="1574" y="17318"/>
                    </a:cubicBezTo>
                    <a:cubicBezTo>
                      <a:pt x="1656" y="17349"/>
                      <a:pt x="1731" y="17366"/>
                      <a:pt x="1796" y="17366"/>
                    </a:cubicBezTo>
                    <a:cubicBezTo>
                      <a:pt x="1945" y="17366"/>
                      <a:pt x="2047" y="17277"/>
                      <a:pt x="2096" y="17073"/>
                    </a:cubicBezTo>
                    <a:cubicBezTo>
                      <a:pt x="2068" y="17054"/>
                      <a:pt x="2042" y="17046"/>
                      <a:pt x="2017" y="17046"/>
                    </a:cubicBezTo>
                    <a:cubicBezTo>
                      <a:pt x="1965" y="17046"/>
                      <a:pt x="1919" y="17080"/>
                      <a:pt x="1879" y="17105"/>
                    </a:cubicBezTo>
                    <a:cubicBezTo>
                      <a:pt x="1933" y="16860"/>
                      <a:pt x="2271" y="16850"/>
                      <a:pt x="2325" y="16588"/>
                    </a:cubicBezTo>
                    <a:cubicBezTo>
                      <a:pt x="2145" y="16376"/>
                      <a:pt x="2064" y="16087"/>
                      <a:pt x="1830" y="15913"/>
                    </a:cubicBezTo>
                    <a:cubicBezTo>
                      <a:pt x="1661" y="15793"/>
                      <a:pt x="1683" y="15674"/>
                      <a:pt x="1802" y="15499"/>
                    </a:cubicBezTo>
                    <a:cubicBezTo>
                      <a:pt x="2341" y="14716"/>
                      <a:pt x="3082" y="14122"/>
                      <a:pt x="3740" y="13447"/>
                    </a:cubicBezTo>
                    <a:cubicBezTo>
                      <a:pt x="4192" y="12984"/>
                      <a:pt x="4639" y="12516"/>
                      <a:pt x="5129" y="12092"/>
                    </a:cubicBezTo>
                    <a:cubicBezTo>
                      <a:pt x="6054" y="11302"/>
                      <a:pt x="7094" y="10638"/>
                      <a:pt x="7823" y="9636"/>
                    </a:cubicBezTo>
                    <a:cubicBezTo>
                      <a:pt x="7938" y="9473"/>
                      <a:pt x="8036" y="9293"/>
                      <a:pt x="8172" y="9152"/>
                    </a:cubicBezTo>
                    <a:cubicBezTo>
                      <a:pt x="8939" y="8341"/>
                      <a:pt x="9484" y="7382"/>
                      <a:pt x="10066" y="6441"/>
                    </a:cubicBezTo>
                    <a:cubicBezTo>
                      <a:pt x="10567" y="5630"/>
                      <a:pt x="10976" y="4775"/>
                      <a:pt x="11449" y="3947"/>
                    </a:cubicBezTo>
                    <a:cubicBezTo>
                      <a:pt x="11721" y="3474"/>
                      <a:pt x="12108" y="3060"/>
                      <a:pt x="12386" y="2592"/>
                    </a:cubicBezTo>
                    <a:cubicBezTo>
                      <a:pt x="12739" y="2004"/>
                      <a:pt x="13104" y="1438"/>
                      <a:pt x="13551" y="915"/>
                    </a:cubicBezTo>
                    <a:cubicBezTo>
                      <a:pt x="13790" y="643"/>
                      <a:pt x="14089" y="398"/>
                      <a:pt x="141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8" name="Google Shape;1678;p33"/>
              <p:cNvSpPr/>
              <p:nvPr/>
            </p:nvSpPr>
            <p:spPr>
              <a:xfrm>
                <a:off x="6772639" y="2814658"/>
                <a:ext cx="494104" cy="998808"/>
              </a:xfrm>
              <a:custGeom>
                <a:rect b="b" l="l" r="r" t="t"/>
                <a:pathLst>
                  <a:path extrusionOk="0" h="16774" w="8298">
                    <a:moveTo>
                      <a:pt x="1334" y="1"/>
                    </a:moveTo>
                    <a:cubicBezTo>
                      <a:pt x="1231" y="839"/>
                      <a:pt x="540" y="1259"/>
                      <a:pt x="1" y="1803"/>
                    </a:cubicBezTo>
                    <a:cubicBezTo>
                      <a:pt x="88" y="1846"/>
                      <a:pt x="137" y="1879"/>
                      <a:pt x="191" y="1901"/>
                    </a:cubicBezTo>
                    <a:cubicBezTo>
                      <a:pt x="1999" y="2630"/>
                      <a:pt x="3648" y="3594"/>
                      <a:pt x="4998" y="5037"/>
                    </a:cubicBezTo>
                    <a:cubicBezTo>
                      <a:pt x="5978" y="6087"/>
                      <a:pt x="6664" y="7307"/>
                      <a:pt x="7072" y="8679"/>
                    </a:cubicBezTo>
                    <a:cubicBezTo>
                      <a:pt x="7301" y="9457"/>
                      <a:pt x="7437" y="10252"/>
                      <a:pt x="7513" y="11063"/>
                    </a:cubicBezTo>
                    <a:cubicBezTo>
                      <a:pt x="7617" y="12168"/>
                      <a:pt x="7573" y="13268"/>
                      <a:pt x="7350" y="14351"/>
                    </a:cubicBezTo>
                    <a:cubicBezTo>
                      <a:pt x="7170" y="15195"/>
                      <a:pt x="6844" y="15990"/>
                      <a:pt x="6506" y="16774"/>
                    </a:cubicBezTo>
                    <a:cubicBezTo>
                      <a:pt x="6713" y="16632"/>
                      <a:pt x="6746" y="16382"/>
                      <a:pt x="6871" y="16186"/>
                    </a:cubicBezTo>
                    <a:cubicBezTo>
                      <a:pt x="7786" y="14700"/>
                      <a:pt x="8020" y="13028"/>
                      <a:pt x="8194" y="11341"/>
                    </a:cubicBezTo>
                    <a:cubicBezTo>
                      <a:pt x="8297" y="10372"/>
                      <a:pt x="8031" y="9435"/>
                      <a:pt x="7856" y="8488"/>
                    </a:cubicBezTo>
                    <a:cubicBezTo>
                      <a:pt x="7481" y="6496"/>
                      <a:pt x="6501" y="4830"/>
                      <a:pt x="5151" y="3360"/>
                    </a:cubicBezTo>
                    <a:cubicBezTo>
                      <a:pt x="4470" y="2614"/>
                      <a:pt x="3790" y="1868"/>
                      <a:pt x="3022" y="1210"/>
                    </a:cubicBezTo>
                    <a:cubicBezTo>
                      <a:pt x="2489" y="758"/>
                      <a:pt x="1982" y="290"/>
                      <a:pt x="13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9" name="Google Shape;1679;p33"/>
              <p:cNvSpPr/>
              <p:nvPr/>
            </p:nvSpPr>
            <p:spPr>
              <a:xfrm>
                <a:off x="6230292" y="1031189"/>
                <a:ext cx="977431" cy="457365"/>
              </a:xfrm>
              <a:custGeom>
                <a:rect b="b" l="l" r="r" t="t"/>
                <a:pathLst>
                  <a:path extrusionOk="0" h="7681" w="16415">
                    <a:moveTo>
                      <a:pt x="706" y="1"/>
                    </a:moveTo>
                    <a:cubicBezTo>
                      <a:pt x="592" y="1"/>
                      <a:pt x="478" y="28"/>
                      <a:pt x="376" y="97"/>
                    </a:cubicBezTo>
                    <a:cubicBezTo>
                      <a:pt x="224" y="206"/>
                      <a:pt x="17" y="320"/>
                      <a:pt x="6" y="500"/>
                    </a:cubicBezTo>
                    <a:cubicBezTo>
                      <a:pt x="1" y="696"/>
                      <a:pt x="257" y="712"/>
                      <a:pt x="404" y="789"/>
                    </a:cubicBezTo>
                    <a:cubicBezTo>
                      <a:pt x="643" y="799"/>
                      <a:pt x="861" y="887"/>
                      <a:pt x="1090" y="936"/>
                    </a:cubicBezTo>
                    <a:cubicBezTo>
                      <a:pt x="2750" y="1279"/>
                      <a:pt x="4400" y="1665"/>
                      <a:pt x="6038" y="2090"/>
                    </a:cubicBezTo>
                    <a:cubicBezTo>
                      <a:pt x="7448" y="2454"/>
                      <a:pt x="8826" y="2901"/>
                      <a:pt x="10148" y="3511"/>
                    </a:cubicBezTo>
                    <a:cubicBezTo>
                      <a:pt x="11964" y="4351"/>
                      <a:pt x="13673" y="5367"/>
                      <a:pt x="15275" y="6565"/>
                    </a:cubicBezTo>
                    <a:lnTo>
                      <a:pt x="15275" y="6565"/>
                    </a:lnTo>
                    <a:cubicBezTo>
                      <a:pt x="14588" y="6052"/>
                      <a:pt x="13865" y="5590"/>
                      <a:pt x="13132" y="5144"/>
                    </a:cubicBezTo>
                    <a:cubicBezTo>
                      <a:pt x="13041" y="5086"/>
                      <a:pt x="12950" y="5000"/>
                      <a:pt x="12835" y="5000"/>
                    </a:cubicBezTo>
                    <a:cubicBezTo>
                      <a:pt x="12799" y="5000"/>
                      <a:pt x="12760" y="5008"/>
                      <a:pt x="12718" y="5029"/>
                    </a:cubicBezTo>
                    <a:cubicBezTo>
                      <a:pt x="12745" y="5073"/>
                      <a:pt x="12762" y="5122"/>
                      <a:pt x="12794" y="5144"/>
                    </a:cubicBezTo>
                    <a:cubicBezTo>
                      <a:pt x="13671" y="5775"/>
                      <a:pt x="14542" y="6412"/>
                      <a:pt x="15424" y="7033"/>
                    </a:cubicBezTo>
                    <a:cubicBezTo>
                      <a:pt x="15745" y="7261"/>
                      <a:pt x="16082" y="7463"/>
                      <a:pt x="16414" y="7681"/>
                    </a:cubicBezTo>
                    <a:cubicBezTo>
                      <a:pt x="16338" y="7506"/>
                      <a:pt x="16218" y="7398"/>
                      <a:pt x="16126" y="7261"/>
                    </a:cubicBezTo>
                    <a:cubicBezTo>
                      <a:pt x="15435" y="6265"/>
                      <a:pt x="14694" y="5323"/>
                      <a:pt x="13790" y="4507"/>
                    </a:cubicBezTo>
                    <a:cubicBezTo>
                      <a:pt x="13056" y="3843"/>
                      <a:pt x="12255" y="3304"/>
                      <a:pt x="11401" y="2836"/>
                    </a:cubicBezTo>
                    <a:cubicBezTo>
                      <a:pt x="9522" y="1801"/>
                      <a:pt x="7503" y="1170"/>
                      <a:pt x="5434" y="647"/>
                    </a:cubicBezTo>
                    <a:cubicBezTo>
                      <a:pt x="4309" y="360"/>
                      <a:pt x="3198" y="68"/>
                      <a:pt x="2037" y="68"/>
                    </a:cubicBezTo>
                    <a:cubicBezTo>
                      <a:pt x="1900" y="68"/>
                      <a:pt x="1762" y="72"/>
                      <a:pt x="1623" y="81"/>
                    </a:cubicBezTo>
                    <a:cubicBezTo>
                      <a:pt x="1552" y="86"/>
                      <a:pt x="1481" y="89"/>
                      <a:pt x="1410" y="89"/>
                    </a:cubicBezTo>
                    <a:cubicBezTo>
                      <a:pt x="1249" y="89"/>
                      <a:pt x="1089" y="73"/>
                      <a:pt x="926" y="32"/>
                    </a:cubicBezTo>
                    <a:cubicBezTo>
                      <a:pt x="855" y="13"/>
                      <a:pt x="781" y="1"/>
                      <a:pt x="7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0" name="Google Shape;1680;p33"/>
              <p:cNvSpPr/>
              <p:nvPr/>
            </p:nvSpPr>
            <p:spPr>
              <a:xfrm>
                <a:off x="6156097" y="443230"/>
                <a:ext cx="848040" cy="441705"/>
              </a:xfrm>
              <a:custGeom>
                <a:rect b="b" l="l" r="r" t="t"/>
                <a:pathLst>
                  <a:path extrusionOk="0" h="7418" w="14242">
                    <a:moveTo>
                      <a:pt x="14091" y="0"/>
                    </a:moveTo>
                    <a:cubicBezTo>
                      <a:pt x="14030" y="0"/>
                      <a:pt x="13968" y="21"/>
                      <a:pt x="13910" y="36"/>
                    </a:cubicBezTo>
                    <a:cubicBezTo>
                      <a:pt x="12979" y="254"/>
                      <a:pt x="12048" y="466"/>
                      <a:pt x="11188" y="907"/>
                    </a:cubicBezTo>
                    <a:cubicBezTo>
                      <a:pt x="10643" y="1185"/>
                      <a:pt x="10088" y="1441"/>
                      <a:pt x="9549" y="1729"/>
                    </a:cubicBezTo>
                    <a:cubicBezTo>
                      <a:pt x="7932" y="2584"/>
                      <a:pt x="6408" y="3596"/>
                      <a:pt x="4873" y="4582"/>
                    </a:cubicBezTo>
                    <a:cubicBezTo>
                      <a:pt x="3669" y="5349"/>
                      <a:pt x="2439" y="6073"/>
                      <a:pt x="1154" y="6694"/>
                    </a:cubicBezTo>
                    <a:cubicBezTo>
                      <a:pt x="879" y="6827"/>
                      <a:pt x="599" y="7000"/>
                      <a:pt x="270" y="7000"/>
                    </a:cubicBezTo>
                    <a:cubicBezTo>
                      <a:pt x="235" y="7000"/>
                      <a:pt x="200" y="6998"/>
                      <a:pt x="163" y="6993"/>
                    </a:cubicBezTo>
                    <a:cubicBezTo>
                      <a:pt x="0" y="7097"/>
                      <a:pt x="0" y="7097"/>
                      <a:pt x="27" y="7124"/>
                    </a:cubicBezTo>
                    <a:cubicBezTo>
                      <a:pt x="255" y="7310"/>
                      <a:pt x="495" y="7418"/>
                      <a:pt x="750" y="7418"/>
                    </a:cubicBezTo>
                    <a:cubicBezTo>
                      <a:pt x="898" y="7418"/>
                      <a:pt x="1051" y="7382"/>
                      <a:pt x="1209" y="7304"/>
                    </a:cubicBezTo>
                    <a:cubicBezTo>
                      <a:pt x="1465" y="7184"/>
                      <a:pt x="1704" y="7026"/>
                      <a:pt x="1960" y="6923"/>
                    </a:cubicBezTo>
                    <a:cubicBezTo>
                      <a:pt x="3049" y="6471"/>
                      <a:pt x="4105" y="5959"/>
                      <a:pt x="5107" y="5338"/>
                    </a:cubicBezTo>
                    <a:cubicBezTo>
                      <a:pt x="6059" y="4740"/>
                      <a:pt x="7012" y="4141"/>
                      <a:pt x="7986" y="3575"/>
                    </a:cubicBezTo>
                    <a:cubicBezTo>
                      <a:pt x="9582" y="2649"/>
                      <a:pt x="11226" y="1811"/>
                      <a:pt x="12853" y="945"/>
                    </a:cubicBezTo>
                    <a:cubicBezTo>
                      <a:pt x="13332" y="689"/>
                      <a:pt x="13844" y="455"/>
                      <a:pt x="14242" y="63"/>
                    </a:cubicBezTo>
                    <a:cubicBezTo>
                      <a:pt x="14194" y="16"/>
                      <a:pt x="14143" y="0"/>
                      <a:pt x="1409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1" name="Google Shape;1681;p33"/>
              <p:cNvSpPr/>
              <p:nvPr/>
            </p:nvSpPr>
            <p:spPr>
              <a:xfrm>
                <a:off x="5888616" y="915312"/>
                <a:ext cx="568655" cy="1431640"/>
              </a:xfrm>
              <a:custGeom>
                <a:rect b="b" l="l" r="r" t="t"/>
                <a:pathLst>
                  <a:path extrusionOk="0" h="24043" w="9550">
                    <a:moveTo>
                      <a:pt x="1467" y="1"/>
                    </a:moveTo>
                    <a:cubicBezTo>
                      <a:pt x="1190" y="1"/>
                      <a:pt x="905" y="59"/>
                      <a:pt x="616" y="192"/>
                    </a:cubicBezTo>
                    <a:cubicBezTo>
                      <a:pt x="360" y="361"/>
                      <a:pt x="99" y="519"/>
                      <a:pt x="1" y="846"/>
                    </a:cubicBezTo>
                    <a:cubicBezTo>
                      <a:pt x="4" y="846"/>
                      <a:pt x="7" y="846"/>
                      <a:pt x="9" y="846"/>
                    </a:cubicBezTo>
                    <a:cubicBezTo>
                      <a:pt x="177" y="846"/>
                      <a:pt x="248" y="687"/>
                      <a:pt x="387" y="677"/>
                    </a:cubicBezTo>
                    <a:cubicBezTo>
                      <a:pt x="654" y="388"/>
                      <a:pt x="1008" y="274"/>
                      <a:pt x="1373" y="268"/>
                    </a:cubicBezTo>
                    <a:cubicBezTo>
                      <a:pt x="1385" y="268"/>
                      <a:pt x="1398" y="268"/>
                      <a:pt x="1411" y="268"/>
                    </a:cubicBezTo>
                    <a:cubicBezTo>
                      <a:pt x="2493" y="268"/>
                      <a:pt x="3144" y="959"/>
                      <a:pt x="3774" y="1804"/>
                    </a:cubicBezTo>
                    <a:cubicBezTo>
                      <a:pt x="3659" y="1793"/>
                      <a:pt x="3616" y="1798"/>
                      <a:pt x="3572" y="1787"/>
                    </a:cubicBezTo>
                    <a:cubicBezTo>
                      <a:pt x="2881" y="1575"/>
                      <a:pt x="2184" y="1368"/>
                      <a:pt x="1465" y="1238"/>
                    </a:cubicBezTo>
                    <a:cubicBezTo>
                      <a:pt x="1374" y="1222"/>
                      <a:pt x="1281" y="1206"/>
                      <a:pt x="1194" y="1206"/>
                    </a:cubicBezTo>
                    <a:cubicBezTo>
                      <a:pt x="1072" y="1206"/>
                      <a:pt x="962" y="1236"/>
                      <a:pt x="883" y="1341"/>
                    </a:cubicBezTo>
                    <a:cubicBezTo>
                      <a:pt x="719" y="1553"/>
                      <a:pt x="578" y="1842"/>
                      <a:pt x="709" y="2103"/>
                    </a:cubicBezTo>
                    <a:cubicBezTo>
                      <a:pt x="948" y="2571"/>
                      <a:pt x="1128" y="3088"/>
                      <a:pt x="1514" y="3464"/>
                    </a:cubicBezTo>
                    <a:cubicBezTo>
                      <a:pt x="1950" y="3894"/>
                      <a:pt x="2374" y="4335"/>
                      <a:pt x="2696" y="4858"/>
                    </a:cubicBezTo>
                    <a:cubicBezTo>
                      <a:pt x="3011" y="5364"/>
                      <a:pt x="3567" y="5614"/>
                      <a:pt x="3953" y="6039"/>
                    </a:cubicBezTo>
                    <a:cubicBezTo>
                      <a:pt x="4465" y="6600"/>
                      <a:pt x="5069" y="7035"/>
                      <a:pt x="5679" y="7487"/>
                    </a:cubicBezTo>
                    <a:cubicBezTo>
                      <a:pt x="6686" y="8233"/>
                      <a:pt x="7503" y="9175"/>
                      <a:pt x="8276" y="10160"/>
                    </a:cubicBezTo>
                    <a:cubicBezTo>
                      <a:pt x="8847" y="10884"/>
                      <a:pt x="9234" y="11652"/>
                      <a:pt x="9234" y="12561"/>
                    </a:cubicBezTo>
                    <a:cubicBezTo>
                      <a:pt x="9245" y="14134"/>
                      <a:pt x="9272" y="15713"/>
                      <a:pt x="9130" y="17292"/>
                    </a:cubicBezTo>
                    <a:cubicBezTo>
                      <a:pt x="8978" y="18941"/>
                      <a:pt x="8613" y="20558"/>
                      <a:pt x="8423" y="22202"/>
                    </a:cubicBezTo>
                    <a:cubicBezTo>
                      <a:pt x="8368" y="22703"/>
                      <a:pt x="8368" y="23166"/>
                      <a:pt x="8755" y="23547"/>
                    </a:cubicBezTo>
                    <a:cubicBezTo>
                      <a:pt x="8891" y="23737"/>
                      <a:pt x="9054" y="23906"/>
                      <a:pt x="9250" y="24042"/>
                    </a:cubicBezTo>
                    <a:lnTo>
                      <a:pt x="9250" y="24037"/>
                    </a:lnTo>
                    <a:cubicBezTo>
                      <a:pt x="9332" y="23776"/>
                      <a:pt x="9103" y="23650"/>
                      <a:pt x="8994" y="23476"/>
                    </a:cubicBezTo>
                    <a:cubicBezTo>
                      <a:pt x="8836" y="23231"/>
                      <a:pt x="8613" y="23019"/>
                      <a:pt x="8651" y="22698"/>
                    </a:cubicBezTo>
                    <a:cubicBezTo>
                      <a:pt x="8787" y="21522"/>
                      <a:pt x="9060" y="20368"/>
                      <a:pt x="9207" y="19197"/>
                    </a:cubicBezTo>
                    <a:cubicBezTo>
                      <a:pt x="9337" y="18136"/>
                      <a:pt x="9506" y="17085"/>
                      <a:pt x="9528" y="16012"/>
                    </a:cubicBezTo>
                    <a:cubicBezTo>
                      <a:pt x="9539" y="15310"/>
                      <a:pt x="9550" y="14597"/>
                      <a:pt x="9517" y="13895"/>
                    </a:cubicBezTo>
                    <a:cubicBezTo>
                      <a:pt x="9484" y="13274"/>
                      <a:pt x="9468" y="12654"/>
                      <a:pt x="9365" y="12038"/>
                    </a:cubicBezTo>
                    <a:cubicBezTo>
                      <a:pt x="9223" y="11216"/>
                      <a:pt x="8766" y="10585"/>
                      <a:pt x="8265" y="9948"/>
                    </a:cubicBezTo>
                    <a:cubicBezTo>
                      <a:pt x="7492" y="8946"/>
                      <a:pt x="6648" y="8021"/>
                      <a:pt x="5679" y="7215"/>
                    </a:cubicBezTo>
                    <a:cubicBezTo>
                      <a:pt x="5260" y="6872"/>
                      <a:pt x="4775" y="6600"/>
                      <a:pt x="4443" y="6170"/>
                    </a:cubicBezTo>
                    <a:cubicBezTo>
                      <a:pt x="4193" y="5832"/>
                      <a:pt x="3893" y="5560"/>
                      <a:pt x="3556" y="5315"/>
                    </a:cubicBezTo>
                    <a:cubicBezTo>
                      <a:pt x="3392" y="5195"/>
                      <a:pt x="3267" y="5048"/>
                      <a:pt x="3137" y="4901"/>
                    </a:cubicBezTo>
                    <a:cubicBezTo>
                      <a:pt x="2788" y="4498"/>
                      <a:pt x="2614" y="3970"/>
                      <a:pt x="2184" y="3638"/>
                    </a:cubicBezTo>
                    <a:cubicBezTo>
                      <a:pt x="1661" y="3235"/>
                      <a:pt x="1389" y="2658"/>
                      <a:pt x="1084" y="2098"/>
                    </a:cubicBezTo>
                    <a:cubicBezTo>
                      <a:pt x="992" y="1929"/>
                      <a:pt x="1035" y="1776"/>
                      <a:pt x="1133" y="1635"/>
                    </a:cubicBezTo>
                    <a:cubicBezTo>
                      <a:pt x="1184" y="1566"/>
                      <a:pt x="1243" y="1533"/>
                      <a:pt x="1307" y="1533"/>
                    </a:cubicBezTo>
                    <a:cubicBezTo>
                      <a:pt x="1359" y="1533"/>
                      <a:pt x="1414" y="1555"/>
                      <a:pt x="1471" y="1597"/>
                    </a:cubicBezTo>
                    <a:cubicBezTo>
                      <a:pt x="2178" y="1689"/>
                      <a:pt x="2870" y="1885"/>
                      <a:pt x="3561" y="2054"/>
                    </a:cubicBezTo>
                    <a:cubicBezTo>
                      <a:pt x="3746" y="2103"/>
                      <a:pt x="3904" y="2141"/>
                      <a:pt x="3964" y="2375"/>
                    </a:cubicBezTo>
                    <a:cubicBezTo>
                      <a:pt x="3991" y="2482"/>
                      <a:pt x="4044" y="2531"/>
                      <a:pt x="4104" y="2531"/>
                    </a:cubicBezTo>
                    <a:cubicBezTo>
                      <a:pt x="4164" y="2531"/>
                      <a:pt x="4231" y="2484"/>
                      <a:pt x="4291" y="2397"/>
                    </a:cubicBezTo>
                    <a:cubicBezTo>
                      <a:pt x="4400" y="2228"/>
                      <a:pt x="4378" y="2076"/>
                      <a:pt x="4214" y="1967"/>
                    </a:cubicBezTo>
                    <a:cubicBezTo>
                      <a:pt x="4078" y="1874"/>
                      <a:pt x="4013" y="1744"/>
                      <a:pt x="3931" y="1613"/>
                    </a:cubicBezTo>
                    <a:cubicBezTo>
                      <a:pt x="3420" y="822"/>
                      <a:pt x="2505" y="1"/>
                      <a:pt x="14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2" name="Google Shape;1682;p33"/>
              <p:cNvSpPr/>
              <p:nvPr/>
            </p:nvSpPr>
            <p:spPr>
              <a:xfrm>
                <a:off x="6124955" y="407681"/>
                <a:ext cx="685006" cy="405144"/>
              </a:xfrm>
              <a:custGeom>
                <a:rect b="b" l="l" r="r" t="t"/>
                <a:pathLst>
                  <a:path extrusionOk="0" h="6804" w="11504">
                    <a:moveTo>
                      <a:pt x="11359" y="1"/>
                    </a:moveTo>
                    <a:cubicBezTo>
                      <a:pt x="11300" y="1"/>
                      <a:pt x="11226" y="24"/>
                      <a:pt x="11172" y="40"/>
                    </a:cubicBezTo>
                    <a:cubicBezTo>
                      <a:pt x="10769" y="165"/>
                      <a:pt x="10371" y="295"/>
                      <a:pt x="9985" y="481"/>
                    </a:cubicBezTo>
                    <a:cubicBezTo>
                      <a:pt x="8907" y="998"/>
                      <a:pt x="7856" y="1586"/>
                      <a:pt x="6784" y="2119"/>
                    </a:cubicBezTo>
                    <a:cubicBezTo>
                      <a:pt x="4933" y="3045"/>
                      <a:pt x="3136" y="4057"/>
                      <a:pt x="1498" y="5337"/>
                    </a:cubicBezTo>
                    <a:cubicBezTo>
                      <a:pt x="1024" y="5707"/>
                      <a:pt x="561" y="6088"/>
                      <a:pt x="148" y="6523"/>
                    </a:cubicBezTo>
                    <a:cubicBezTo>
                      <a:pt x="88" y="6589"/>
                      <a:pt x="1" y="6665"/>
                      <a:pt x="77" y="6763"/>
                    </a:cubicBezTo>
                    <a:cubicBezTo>
                      <a:pt x="98" y="6792"/>
                      <a:pt x="121" y="6804"/>
                      <a:pt x="145" y="6804"/>
                    </a:cubicBezTo>
                    <a:cubicBezTo>
                      <a:pt x="183" y="6804"/>
                      <a:pt x="223" y="6775"/>
                      <a:pt x="256" y="6741"/>
                    </a:cubicBezTo>
                    <a:cubicBezTo>
                      <a:pt x="300" y="6621"/>
                      <a:pt x="414" y="6572"/>
                      <a:pt x="512" y="6512"/>
                    </a:cubicBezTo>
                    <a:cubicBezTo>
                      <a:pt x="1813" y="5750"/>
                      <a:pt x="3104" y="4977"/>
                      <a:pt x="4416" y="4237"/>
                    </a:cubicBezTo>
                    <a:cubicBezTo>
                      <a:pt x="6642" y="2968"/>
                      <a:pt x="8891" y="1727"/>
                      <a:pt x="11030" y="312"/>
                    </a:cubicBezTo>
                    <a:cubicBezTo>
                      <a:pt x="11068" y="284"/>
                      <a:pt x="11106" y="257"/>
                      <a:pt x="11146" y="257"/>
                    </a:cubicBezTo>
                    <a:cubicBezTo>
                      <a:pt x="11170" y="257"/>
                      <a:pt x="11195" y="266"/>
                      <a:pt x="11221" y="290"/>
                    </a:cubicBezTo>
                    <a:cubicBezTo>
                      <a:pt x="11357" y="274"/>
                      <a:pt x="11504" y="214"/>
                      <a:pt x="11460" y="61"/>
                    </a:cubicBezTo>
                    <a:cubicBezTo>
                      <a:pt x="11446" y="16"/>
                      <a:pt x="11407" y="1"/>
                      <a:pt x="11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3" name="Google Shape;1683;p33"/>
              <p:cNvSpPr/>
              <p:nvPr/>
            </p:nvSpPr>
            <p:spPr>
              <a:xfrm>
                <a:off x="6165803" y="421853"/>
                <a:ext cx="907049" cy="442062"/>
              </a:xfrm>
              <a:custGeom>
                <a:rect b="b" l="l" r="r" t="t"/>
                <a:pathLst>
                  <a:path extrusionOk="0" h="7424" w="15233">
                    <a:moveTo>
                      <a:pt x="15106" y="0"/>
                    </a:moveTo>
                    <a:cubicBezTo>
                      <a:pt x="14967" y="0"/>
                      <a:pt x="14849" y="62"/>
                      <a:pt x="14726" y="62"/>
                    </a:cubicBezTo>
                    <a:cubicBezTo>
                      <a:pt x="14699" y="62"/>
                      <a:pt x="14672" y="59"/>
                      <a:pt x="14645" y="52"/>
                    </a:cubicBezTo>
                    <a:cubicBezTo>
                      <a:pt x="14592" y="27"/>
                      <a:pt x="14538" y="18"/>
                      <a:pt x="14483" y="18"/>
                    </a:cubicBezTo>
                    <a:cubicBezTo>
                      <a:pt x="14410" y="18"/>
                      <a:pt x="14336" y="34"/>
                      <a:pt x="14264" y="47"/>
                    </a:cubicBezTo>
                    <a:cubicBezTo>
                      <a:pt x="13180" y="232"/>
                      <a:pt x="12108" y="471"/>
                      <a:pt x="11112" y="950"/>
                    </a:cubicBezTo>
                    <a:cubicBezTo>
                      <a:pt x="9070" y="1925"/>
                      <a:pt x="7121" y="3063"/>
                      <a:pt x="5232" y="4304"/>
                    </a:cubicBezTo>
                    <a:cubicBezTo>
                      <a:pt x="3735" y="5289"/>
                      <a:pt x="2184" y="6176"/>
                      <a:pt x="632" y="7069"/>
                    </a:cubicBezTo>
                    <a:cubicBezTo>
                      <a:pt x="441" y="7200"/>
                      <a:pt x="229" y="7298"/>
                      <a:pt x="0" y="7352"/>
                    </a:cubicBezTo>
                    <a:cubicBezTo>
                      <a:pt x="49" y="7406"/>
                      <a:pt x="102" y="7424"/>
                      <a:pt x="157" y="7424"/>
                    </a:cubicBezTo>
                    <a:cubicBezTo>
                      <a:pt x="213" y="7424"/>
                      <a:pt x="272" y="7404"/>
                      <a:pt x="327" y="7385"/>
                    </a:cubicBezTo>
                    <a:cubicBezTo>
                      <a:pt x="648" y="7276"/>
                      <a:pt x="980" y="7189"/>
                      <a:pt x="1280" y="7026"/>
                    </a:cubicBezTo>
                    <a:cubicBezTo>
                      <a:pt x="2521" y="6351"/>
                      <a:pt x="3746" y="5654"/>
                      <a:pt x="4933" y="4892"/>
                    </a:cubicBezTo>
                    <a:cubicBezTo>
                      <a:pt x="6326" y="3999"/>
                      <a:pt x="7715" y="3090"/>
                      <a:pt x="9174" y="2295"/>
                    </a:cubicBezTo>
                    <a:cubicBezTo>
                      <a:pt x="10731" y="1451"/>
                      <a:pt x="12315" y="700"/>
                      <a:pt x="14079" y="422"/>
                    </a:cubicBezTo>
                    <a:cubicBezTo>
                      <a:pt x="14454" y="292"/>
                      <a:pt x="14830" y="161"/>
                      <a:pt x="15233" y="19"/>
                    </a:cubicBezTo>
                    <a:cubicBezTo>
                      <a:pt x="15188" y="6"/>
                      <a:pt x="15146" y="0"/>
                      <a:pt x="151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4" name="Google Shape;1684;p33"/>
              <p:cNvSpPr/>
              <p:nvPr/>
            </p:nvSpPr>
            <p:spPr>
              <a:xfrm>
                <a:off x="6203377" y="404466"/>
                <a:ext cx="853935" cy="438370"/>
              </a:xfrm>
              <a:custGeom>
                <a:rect b="b" l="l" r="r" t="t"/>
                <a:pathLst>
                  <a:path extrusionOk="0" h="7362" w="14341">
                    <a:moveTo>
                      <a:pt x="14235" y="0"/>
                    </a:moveTo>
                    <a:cubicBezTo>
                      <a:pt x="14232" y="0"/>
                      <a:pt x="14229" y="1"/>
                      <a:pt x="14226" y="1"/>
                    </a:cubicBezTo>
                    <a:cubicBezTo>
                      <a:pt x="13371" y="115"/>
                      <a:pt x="12511" y="230"/>
                      <a:pt x="11700" y="551"/>
                    </a:cubicBezTo>
                    <a:cubicBezTo>
                      <a:pt x="10698" y="943"/>
                      <a:pt x="9795" y="1531"/>
                      <a:pt x="8842" y="2010"/>
                    </a:cubicBezTo>
                    <a:cubicBezTo>
                      <a:pt x="7911" y="2483"/>
                      <a:pt x="7007" y="3012"/>
                      <a:pt x="6109" y="3540"/>
                    </a:cubicBezTo>
                    <a:cubicBezTo>
                      <a:pt x="4427" y="4530"/>
                      <a:pt x="2843" y="5674"/>
                      <a:pt x="1122" y="6594"/>
                    </a:cubicBezTo>
                    <a:cubicBezTo>
                      <a:pt x="725" y="6806"/>
                      <a:pt x="300" y="6997"/>
                      <a:pt x="1" y="7361"/>
                    </a:cubicBezTo>
                    <a:cubicBezTo>
                      <a:pt x="192" y="7361"/>
                      <a:pt x="344" y="7263"/>
                      <a:pt x="491" y="7176"/>
                    </a:cubicBezTo>
                    <a:cubicBezTo>
                      <a:pt x="1732" y="6441"/>
                      <a:pt x="2995" y="5734"/>
                      <a:pt x="4215" y="4950"/>
                    </a:cubicBezTo>
                    <a:cubicBezTo>
                      <a:pt x="5891" y="3866"/>
                      <a:pt x="7557" y="2756"/>
                      <a:pt x="9359" y="1874"/>
                    </a:cubicBezTo>
                    <a:cubicBezTo>
                      <a:pt x="10339" y="1389"/>
                      <a:pt x="11324" y="926"/>
                      <a:pt x="12402" y="687"/>
                    </a:cubicBezTo>
                    <a:cubicBezTo>
                      <a:pt x="12941" y="567"/>
                      <a:pt x="13486" y="486"/>
                      <a:pt x="14014" y="344"/>
                    </a:cubicBezTo>
                    <a:cubicBezTo>
                      <a:pt x="14101" y="230"/>
                      <a:pt x="14275" y="202"/>
                      <a:pt x="14340" y="39"/>
                    </a:cubicBezTo>
                    <a:cubicBezTo>
                      <a:pt x="14296" y="24"/>
                      <a:pt x="14265" y="0"/>
                      <a:pt x="142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5" name="Google Shape;1685;p33"/>
              <p:cNvSpPr/>
              <p:nvPr/>
            </p:nvSpPr>
            <p:spPr>
              <a:xfrm>
                <a:off x="6139841" y="-46418"/>
                <a:ext cx="469810" cy="549541"/>
              </a:xfrm>
              <a:custGeom>
                <a:rect b="b" l="l" r="r" t="t"/>
                <a:pathLst>
                  <a:path extrusionOk="0" h="9229" w="7890">
                    <a:moveTo>
                      <a:pt x="7791" y="0"/>
                    </a:moveTo>
                    <a:lnTo>
                      <a:pt x="7791" y="0"/>
                    </a:lnTo>
                    <a:cubicBezTo>
                      <a:pt x="7688" y="109"/>
                      <a:pt x="7595" y="235"/>
                      <a:pt x="7476" y="327"/>
                    </a:cubicBezTo>
                    <a:cubicBezTo>
                      <a:pt x="6583" y="1035"/>
                      <a:pt x="5902" y="1933"/>
                      <a:pt x="5195" y="2815"/>
                    </a:cubicBezTo>
                    <a:cubicBezTo>
                      <a:pt x="4715" y="3414"/>
                      <a:pt x="4416" y="4132"/>
                      <a:pt x="3926" y="4720"/>
                    </a:cubicBezTo>
                    <a:cubicBezTo>
                      <a:pt x="3115" y="5689"/>
                      <a:pt x="2375" y="6718"/>
                      <a:pt x="1444" y="7595"/>
                    </a:cubicBezTo>
                    <a:cubicBezTo>
                      <a:pt x="1155" y="7862"/>
                      <a:pt x="905" y="8177"/>
                      <a:pt x="600" y="8439"/>
                    </a:cubicBezTo>
                    <a:cubicBezTo>
                      <a:pt x="366" y="8635"/>
                      <a:pt x="132" y="8836"/>
                      <a:pt x="1" y="9125"/>
                    </a:cubicBezTo>
                    <a:cubicBezTo>
                      <a:pt x="22" y="9202"/>
                      <a:pt x="44" y="9229"/>
                      <a:pt x="66" y="9229"/>
                    </a:cubicBezTo>
                    <a:cubicBezTo>
                      <a:pt x="105" y="9229"/>
                      <a:pt x="144" y="9144"/>
                      <a:pt x="175" y="9119"/>
                    </a:cubicBezTo>
                    <a:cubicBezTo>
                      <a:pt x="937" y="8477"/>
                      <a:pt x="1623" y="7753"/>
                      <a:pt x="2326" y="7050"/>
                    </a:cubicBezTo>
                    <a:cubicBezTo>
                      <a:pt x="3197" y="6174"/>
                      <a:pt x="3932" y="5189"/>
                      <a:pt x="4617" y="4171"/>
                    </a:cubicBezTo>
                    <a:cubicBezTo>
                      <a:pt x="4993" y="3615"/>
                      <a:pt x="5352" y="3049"/>
                      <a:pt x="5777" y="2532"/>
                    </a:cubicBezTo>
                    <a:cubicBezTo>
                      <a:pt x="6430" y="1748"/>
                      <a:pt x="7094" y="975"/>
                      <a:pt x="7753" y="202"/>
                    </a:cubicBezTo>
                    <a:cubicBezTo>
                      <a:pt x="7802" y="142"/>
                      <a:pt x="7889" y="88"/>
                      <a:pt x="77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6" name="Google Shape;1686;p33"/>
              <p:cNvSpPr/>
              <p:nvPr/>
            </p:nvSpPr>
            <p:spPr>
              <a:xfrm>
                <a:off x="6254289" y="1078112"/>
                <a:ext cx="903834" cy="359235"/>
              </a:xfrm>
              <a:custGeom>
                <a:rect b="b" l="l" r="r" t="t"/>
                <a:pathLst>
                  <a:path extrusionOk="0" h="6033" w="15179">
                    <a:moveTo>
                      <a:pt x="1" y="1"/>
                    </a:moveTo>
                    <a:cubicBezTo>
                      <a:pt x="235" y="71"/>
                      <a:pt x="469" y="158"/>
                      <a:pt x="703" y="213"/>
                    </a:cubicBezTo>
                    <a:cubicBezTo>
                      <a:pt x="2358" y="621"/>
                      <a:pt x="4013" y="1002"/>
                      <a:pt x="5657" y="1427"/>
                    </a:cubicBezTo>
                    <a:cubicBezTo>
                      <a:pt x="8014" y="2031"/>
                      <a:pt x="10268" y="2902"/>
                      <a:pt x="12315" y="4241"/>
                    </a:cubicBezTo>
                    <a:cubicBezTo>
                      <a:pt x="12435" y="4263"/>
                      <a:pt x="12527" y="4329"/>
                      <a:pt x="12631" y="4394"/>
                    </a:cubicBezTo>
                    <a:cubicBezTo>
                      <a:pt x="13464" y="4933"/>
                      <a:pt x="14302" y="5466"/>
                      <a:pt x="15179" y="6033"/>
                    </a:cubicBezTo>
                    <a:cubicBezTo>
                      <a:pt x="15146" y="5956"/>
                      <a:pt x="15140" y="5918"/>
                      <a:pt x="15119" y="5902"/>
                    </a:cubicBezTo>
                    <a:cubicBezTo>
                      <a:pt x="14830" y="5684"/>
                      <a:pt x="14547" y="5455"/>
                      <a:pt x="14253" y="5243"/>
                    </a:cubicBezTo>
                    <a:cubicBezTo>
                      <a:pt x="12320" y="3844"/>
                      <a:pt x="10235" y="2728"/>
                      <a:pt x="7987" y="1922"/>
                    </a:cubicBezTo>
                    <a:cubicBezTo>
                      <a:pt x="6060" y="1236"/>
                      <a:pt x="4062" y="828"/>
                      <a:pt x="2080" y="354"/>
                    </a:cubicBezTo>
                    <a:cubicBezTo>
                      <a:pt x="1394" y="197"/>
                      <a:pt x="708" y="50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7" name="Google Shape;1687;p33"/>
              <p:cNvSpPr/>
              <p:nvPr/>
            </p:nvSpPr>
            <p:spPr>
              <a:xfrm>
                <a:off x="6137936" y="418042"/>
                <a:ext cx="655174" cy="391092"/>
              </a:xfrm>
              <a:custGeom>
                <a:rect b="b" l="l" r="r" t="t"/>
                <a:pathLst>
                  <a:path extrusionOk="0" h="6568" w="11003">
                    <a:moveTo>
                      <a:pt x="10921" y="1"/>
                    </a:moveTo>
                    <a:cubicBezTo>
                      <a:pt x="10865" y="1"/>
                      <a:pt x="10804" y="96"/>
                      <a:pt x="10779" y="111"/>
                    </a:cubicBezTo>
                    <a:cubicBezTo>
                      <a:pt x="9783" y="660"/>
                      <a:pt x="8825" y="1281"/>
                      <a:pt x="7845" y="1858"/>
                    </a:cubicBezTo>
                    <a:cubicBezTo>
                      <a:pt x="6517" y="2642"/>
                      <a:pt x="5178" y="3404"/>
                      <a:pt x="3838" y="4155"/>
                    </a:cubicBezTo>
                    <a:cubicBezTo>
                      <a:pt x="2630" y="4836"/>
                      <a:pt x="1443" y="5549"/>
                      <a:pt x="262" y="6279"/>
                    </a:cubicBezTo>
                    <a:cubicBezTo>
                      <a:pt x="158" y="6338"/>
                      <a:pt x="0" y="6382"/>
                      <a:pt x="38" y="6567"/>
                    </a:cubicBezTo>
                    <a:cubicBezTo>
                      <a:pt x="1742" y="5685"/>
                      <a:pt x="3376" y="4678"/>
                      <a:pt x="5058" y="3758"/>
                    </a:cubicBezTo>
                    <a:cubicBezTo>
                      <a:pt x="6522" y="2958"/>
                      <a:pt x="7965" y="2114"/>
                      <a:pt x="9386" y="1243"/>
                    </a:cubicBezTo>
                    <a:cubicBezTo>
                      <a:pt x="9946" y="900"/>
                      <a:pt x="10464" y="492"/>
                      <a:pt x="11003" y="116"/>
                    </a:cubicBezTo>
                    <a:cubicBezTo>
                      <a:pt x="10981" y="29"/>
                      <a:pt x="10952" y="1"/>
                      <a:pt x="1092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8" name="Google Shape;1688;p33"/>
              <p:cNvSpPr/>
              <p:nvPr/>
            </p:nvSpPr>
            <p:spPr>
              <a:xfrm>
                <a:off x="6603111" y="2452260"/>
                <a:ext cx="318030" cy="269441"/>
              </a:xfrm>
              <a:custGeom>
                <a:rect b="b" l="l" r="r" t="t"/>
                <a:pathLst>
                  <a:path extrusionOk="0" h="4525" w="5341">
                    <a:moveTo>
                      <a:pt x="360" y="1"/>
                    </a:moveTo>
                    <a:cubicBezTo>
                      <a:pt x="28" y="158"/>
                      <a:pt x="0" y="295"/>
                      <a:pt x="235" y="599"/>
                    </a:cubicBezTo>
                    <a:cubicBezTo>
                      <a:pt x="338" y="725"/>
                      <a:pt x="485" y="768"/>
                      <a:pt x="616" y="850"/>
                    </a:cubicBezTo>
                    <a:cubicBezTo>
                      <a:pt x="1677" y="1503"/>
                      <a:pt x="2521" y="2407"/>
                      <a:pt x="3392" y="3278"/>
                    </a:cubicBezTo>
                    <a:cubicBezTo>
                      <a:pt x="3947" y="3833"/>
                      <a:pt x="4611" y="4203"/>
                      <a:pt x="5341" y="4525"/>
                    </a:cubicBezTo>
                    <a:cubicBezTo>
                      <a:pt x="5303" y="4405"/>
                      <a:pt x="5270" y="4323"/>
                      <a:pt x="5243" y="4236"/>
                    </a:cubicBezTo>
                    <a:cubicBezTo>
                      <a:pt x="5167" y="4024"/>
                      <a:pt x="4954" y="3991"/>
                      <a:pt x="4791" y="3893"/>
                    </a:cubicBezTo>
                    <a:cubicBezTo>
                      <a:pt x="4448" y="3686"/>
                      <a:pt x="4078" y="3501"/>
                      <a:pt x="3855" y="3158"/>
                    </a:cubicBezTo>
                    <a:cubicBezTo>
                      <a:pt x="3201" y="2173"/>
                      <a:pt x="2320" y="1411"/>
                      <a:pt x="1394" y="703"/>
                    </a:cubicBezTo>
                    <a:cubicBezTo>
                      <a:pt x="1067" y="447"/>
                      <a:pt x="784" y="115"/>
                      <a:pt x="36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9" name="Google Shape;1689;p33"/>
              <p:cNvSpPr/>
              <p:nvPr/>
            </p:nvSpPr>
            <p:spPr>
              <a:xfrm>
                <a:off x="6282157" y="1238887"/>
                <a:ext cx="367988" cy="299333"/>
              </a:xfrm>
              <a:custGeom>
                <a:rect b="b" l="l" r="r" t="t"/>
                <a:pathLst>
                  <a:path extrusionOk="0" h="5027" w="6180">
                    <a:moveTo>
                      <a:pt x="703" y="425"/>
                    </a:moveTo>
                    <a:lnTo>
                      <a:pt x="703" y="425"/>
                    </a:lnTo>
                    <a:cubicBezTo>
                      <a:pt x="769" y="490"/>
                      <a:pt x="839" y="550"/>
                      <a:pt x="912" y="606"/>
                    </a:cubicBezTo>
                    <a:lnTo>
                      <a:pt x="912" y="606"/>
                    </a:lnTo>
                    <a:cubicBezTo>
                      <a:pt x="828" y="556"/>
                      <a:pt x="745" y="508"/>
                      <a:pt x="703" y="425"/>
                    </a:cubicBezTo>
                    <a:close/>
                    <a:moveTo>
                      <a:pt x="321" y="1"/>
                    </a:moveTo>
                    <a:cubicBezTo>
                      <a:pt x="262" y="1"/>
                      <a:pt x="203" y="13"/>
                      <a:pt x="142" y="44"/>
                    </a:cubicBezTo>
                    <a:cubicBezTo>
                      <a:pt x="50" y="88"/>
                      <a:pt x="1" y="164"/>
                      <a:pt x="99" y="229"/>
                    </a:cubicBezTo>
                    <a:cubicBezTo>
                      <a:pt x="447" y="458"/>
                      <a:pt x="725" y="801"/>
                      <a:pt x="1155" y="915"/>
                    </a:cubicBezTo>
                    <a:cubicBezTo>
                      <a:pt x="1149" y="831"/>
                      <a:pt x="1117" y="770"/>
                      <a:pt x="1072" y="722"/>
                    </a:cubicBezTo>
                    <a:lnTo>
                      <a:pt x="1072" y="722"/>
                    </a:lnTo>
                    <a:cubicBezTo>
                      <a:pt x="1397" y="946"/>
                      <a:pt x="1758" y="1125"/>
                      <a:pt x="2080" y="1362"/>
                    </a:cubicBezTo>
                    <a:cubicBezTo>
                      <a:pt x="3474" y="2402"/>
                      <a:pt x="4704" y="3610"/>
                      <a:pt x="5908" y="4851"/>
                    </a:cubicBezTo>
                    <a:cubicBezTo>
                      <a:pt x="5972" y="4916"/>
                      <a:pt x="6013" y="5027"/>
                      <a:pt x="6116" y="5027"/>
                    </a:cubicBezTo>
                    <a:cubicBezTo>
                      <a:pt x="6135" y="5027"/>
                      <a:pt x="6156" y="5023"/>
                      <a:pt x="6180" y="5015"/>
                    </a:cubicBezTo>
                    <a:cubicBezTo>
                      <a:pt x="6163" y="4879"/>
                      <a:pt x="6087" y="4775"/>
                      <a:pt x="6011" y="4672"/>
                    </a:cubicBezTo>
                    <a:cubicBezTo>
                      <a:pt x="5184" y="3474"/>
                      <a:pt x="4193" y="2429"/>
                      <a:pt x="3055" y="1520"/>
                    </a:cubicBezTo>
                    <a:cubicBezTo>
                      <a:pt x="2293" y="915"/>
                      <a:pt x="1503" y="344"/>
                      <a:pt x="551" y="44"/>
                    </a:cubicBezTo>
                    <a:cubicBezTo>
                      <a:pt x="472" y="20"/>
                      <a:pt x="396" y="1"/>
                      <a:pt x="32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0" name="Google Shape;1690;p33"/>
              <p:cNvSpPr/>
              <p:nvPr/>
            </p:nvSpPr>
            <p:spPr>
              <a:xfrm>
                <a:off x="6624488" y="2447913"/>
                <a:ext cx="298618" cy="256639"/>
              </a:xfrm>
              <a:custGeom>
                <a:rect b="b" l="l" r="r" t="t"/>
                <a:pathLst>
                  <a:path extrusionOk="0" h="4310" w="5015">
                    <a:moveTo>
                      <a:pt x="47" y="0"/>
                    </a:moveTo>
                    <a:cubicBezTo>
                      <a:pt x="25" y="0"/>
                      <a:pt x="7" y="17"/>
                      <a:pt x="1" y="74"/>
                    </a:cubicBezTo>
                    <a:cubicBezTo>
                      <a:pt x="311" y="313"/>
                      <a:pt x="616" y="547"/>
                      <a:pt x="921" y="781"/>
                    </a:cubicBezTo>
                    <a:cubicBezTo>
                      <a:pt x="1699" y="1380"/>
                      <a:pt x="2494" y="1984"/>
                      <a:pt x="3049" y="2779"/>
                    </a:cubicBezTo>
                    <a:cubicBezTo>
                      <a:pt x="3539" y="3482"/>
                      <a:pt x="4160" y="3939"/>
                      <a:pt x="4884" y="4309"/>
                    </a:cubicBezTo>
                    <a:cubicBezTo>
                      <a:pt x="5015" y="4140"/>
                      <a:pt x="4824" y="4091"/>
                      <a:pt x="4753" y="4020"/>
                    </a:cubicBezTo>
                    <a:cubicBezTo>
                      <a:pt x="4421" y="3661"/>
                      <a:pt x="3959" y="3416"/>
                      <a:pt x="3703" y="2992"/>
                    </a:cubicBezTo>
                    <a:cubicBezTo>
                      <a:pt x="3256" y="2224"/>
                      <a:pt x="2603" y="1658"/>
                      <a:pt x="1955" y="1081"/>
                    </a:cubicBezTo>
                    <a:cubicBezTo>
                      <a:pt x="1422" y="613"/>
                      <a:pt x="817" y="253"/>
                      <a:pt x="137" y="41"/>
                    </a:cubicBezTo>
                    <a:cubicBezTo>
                      <a:pt x="114" y="35"/>
                      <a:pt x="77" y="0"/>
                      <a:pt x="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1" name="Google Shape;1691;p33"/>
              <p:cNvSpPr/>
              <p:nvPr/>
            </p:nvSpPr>
            <p:spPr>
              <a:xfrm>
                <a:off x="5772560" y="610972"/>
                <a:ext cx="256163" cy="337203"/>
              </a:xfrm>
              <a:custGeom>
                <a:rect b="b" l="l" r="r" t="t"/>
                <a:pathLst>
                  <a:path extrusionOk="0" h="5663" w="4302">
                    <a:moveTo>
                      <a:pt x="4193" y="1"/>
                    </a:moveTo>
                    <a:lnTo>
                      <a:pt x="4193" y="1"/>
                    </a:lnTo>
                    <a:cubicBezTo>
                      <a:pt x="3539" y="567"/>
                      <a:pt x="2783" y="992"/>
                      <a:pt x="2222" y="1694"/>
                    </a:cubicBezTo>
                    <a:cubicBezTo>
                      <a:pt x="1612" y="2451"/>
                      <a:pt x="948" y="3158"/>
                      <a:pt x="387" y="3959"/>
                    </a:cubicBezTo>
                    <a:cubicBezTo>
                      <a:pt x="28" y="4476"/>
                      <a:pt x="1" y="4884"/>
                      <a:pt x="458" y="5200"/>
                    </a:cubicBezTo>
                    <a:cubicBezTo>
                      <a:pt x="714" y="5379"/>
                      <a:pt x="981" y="5559"/>
                      <a:pt x="1286" y="5663"/>
                    </a:cubicBezTo>
                    <a:cubicBezTo>
                      <a:pt x="1316" y="5655"/>
                      <a:pt x="1349" y="5654"/>
                      <a:pt x="1382" y="5654"/>
                    </a:cubicBezTo>
                    <a:cubicBezTo>
                      <a:pt x="1414" y="5654"/>
                      <a:pt x="1446" y="5655"/>
                      <a:pt x="1479" y="5655"/>
                    </a:cubicBezTo>
                    <a:cubicBezTo>
                      <a:pt x="1573" y="5655"/>
                      <a:pt x="1671" y="5643"/>
                      <a:pt x="1759" y="5548"/>
                    </a:cubicBezTo>
                    <a:cubicBezTo>
                      <a:pt x="1346" y="5412"/>
                      <a:pt x="1008" y="5200"/>
                      <a:pt x="681" y="4971"/>
                    </a:cubicBezTo>
                    <a:cubicBezTo>
                      <a:pt x="371" y="4753"/>
                      <a:pt x="311" y="4519"/>
                      <a:pt x="567" y="4242"/>
                    </a:cubicBezTo>
                    <a:cubicBezTo>
                      <a:pt x="807" y="3975"/>
                      <a:pt x="997" y="3681"/>
                      <a:pt x="1177" y="3382"/>
                    </a:cubicBezTo>
                    <a:cubicBezTo>
                      <a:pt x="1596" y="2685"/>
                      <a:pt x="2320" y="2255"/>
                      <a:pt x="2734" y="1558"/>
                    </a:cubicBezTo>
                    <a:cubicBezTo>
                      <a:pt x="2924" y="1237"/>
                      <a:pt x="3207" y="1008"/>
                      <a:pt x="3512" y="801"/>
                    </a:cubicBezTo>
                    <a:cubicBezTo>
                      <a:pt x="3757" y="632"/>
                      <a:pt x="3942" y="404"/>
                      <a:pt x="4155" y="197"/>
                    </a:cubicBezTo>
                    <a:cubicBezTo>
                      <a:pt x="4209" y="148"/>
                      <a:pt x="4302" y="88"/>
                      <a:pt x="419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2" name="Google Shape;1692;p33"/>
              <p:cNvSpPr/>
              <p:nvPr/>
            </p:nvSpPr>
            <p:spPr>
              <a:xfrm>
                <a:off x="6311691" y="1257167"/>
                <a:ext cx="372156" cy="325294"/>
              </a:xfrm>
              <a:custGeom>
                <a:rect b="b" l="l" r="r" t="t"/>
                <a:pathLst>
                  <a:path extrusionOk="0" h="5463" w="6250">
                    <a:moveTo>
                      <a:pt x="61" y="1"/>
                    </a:moveTo>
                    <a:cubicBezTo>
                      <a:pt x="42" y="1"/>
                      <a:pt x="22" y="6"/>
                      <a:pt x="0" y="20"/>
                    </a:cubicBezTo>
                    <a:cubicBezTo>
                      <a:pt x="223" y="222"/>
                      <a:pt x="441" y="412"/>
                      <a:pt x="659" y="608"/>
                    </a:cubicBezTo>
                    <a:cubicBezTo>
                      <a:pt x="1350" y="1082"/>
                      <a:pt x="2036" y="1572"/>
                      <a:pt x="2641" y="2160"/>
                    </a:cubicBezTo>
                    <a:cubicBezTo>
                      <a:pt x="3452" y="2895"/>
                      <a:pt x="4214" y="3679"/>
                      <a:pt x="4982" y="4457"/>
                    </a:cubicBezTo>
                    <a:cubicBezTo>
                      <a:pt x="5286" y="4773"/>
                      <a:pt x="5640" y="5029"/>
                      <a:pt x="5951" y="5339"/>
                    </a:cubicBezTo>
                    <a:cubicBezTo>
                      <a:pt x="5998" y="5386"/>
                      <a:pt x="6061" y="5462"/>
                      <a:pt x="6128" y="5462"/>
                    </a:cubicBezTo>
                    <a:cubicBezTo>
                      <a:pt x="6169" y="5462"/>
                      <a:pt x="6210" y="5433"/>
                      <a:pt x="6250" y="5350"/>
                    </a:cubicBezTo>
                    <a:cubicBezTo>
                      <a:pt x="6065" y="5132"/>
                      <a:pt x="5874" y="4920"/>
                      <a:pt x="5684" y="4708"/>
                    </a:cubicBezTo>
                    <a:cubicBezTo>
                      <a:pt x="4987" y="4011"/>
                      <a:pt x="4296" y="3314"/>
                      <a:pt x="3588" y="2628"/>
                    </a:cubicBezTo>
                    <a:cubicBezTo>
                      <a:pt x="2553" y="1643"/>
                      <a:pt x="1416" y="810"/>
                      <a:pt x="202" y="69"/>
                    </a:cubicBezTo>
                    <a:cubicBezTo>
                      <a:pt x="162" y="45"/>
                      <a:pt x="115" y="1"/>
                      <a:pt x="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3" name="Google Shape;1693;p33"/>
              <p:cNvSpPr/>
              <p:nvPr/>
            </p:nvSpPr>
            <p:spPr>
              <a:xfrm>
                <a:off x="6855944" y="-91316"/>
                <a:ext cx="167976" cy="120936"/>
              </a:xfrm>
              <a:custGeom>
                <a:rect b="b" l="l" r="r" t="t"/>
                <a:pathLst>
                  <a:path extrusionOk="0" h="2031" w="2821">
                    <a:moveTo>
                      <a:pt x="1995" y="0"/>
                    </a:moveTo>
                    <a:cubicBezTo>
                      <a:pt x="1777" y="0"/>
                      <a:pt x="1562" y="59"/>
                      <a:pt x="1422" y="183"/>
                    </a:cubicBezTo>
                    <a:cubicBezTo>
                      <a:pt x="1552" y="401"/>
                      <a:pt x="1792" y="362"/>
                      <a:pt x="1988" y="417"/>
                    </a:cubicBezTo>
                    <a:cubicBezTo>
                      <a:pt x="2140" y="460"/>
                      <a:pt x="2216" y="531"/>
                      <a:pt x="2064" y="646"/>
                    </a:cubicBezTo>
                    <a:cubicBezTo>
                      <a:pt x="1634" y="950"/>
                      <a:pt x="1198" y="1250"/>
                      <a:pt x="790" y="1587"/>
                    </a:cubicBezTo>
                    <a:cubicBezTo>
                      <a:pt x="743" y="1629"/>
                      <a:pt x="679" y="1656"/>
                      <a:pt x="615" y="1656"/>
                    </a:cubicBezTo>
                    <a:cubicBezTo>
                      <a:pt x="561" y="1656"/>
                      <a:pt x="508" y="1637"/>
                      <a:pt x="463" y="1593"/>
                    </a:cubicBezTo>
                    <a:cubicBezTo>
                      <a:pt x="349" y="1478"/>
                      <a:pt x="458" y="1375"/>
                      <a:pt x="518" y="1277"/>
                    </a:cubicBezTo>
                    <a:cubicBezTo>
                      <a:pt x="649" y="1076"/>
                      <a:pt x="866" y="923"/>
                      <a:pt x="926" y="667"/>
                    </a:cubicBezTo>
                    <a:cubicBezTo>
                      <a:pt x="887" y="643"/>
                      <a:pt x="852" y="633"/>
                      <a:pt x="820" y="633"/>
                    </a:cubicBezTo>
                    <a:cubicBezTo>
                      <a:pt x="731" y="633"/>
                      <a:pt x="665" y="711"/>
                      <a:pt x="605" y="771"/>
                    </a:cubicBezTo>
                    <a:cubicBezTo>
                      <a:pt x="463" y="907"/>
                      <a:pt x="333" y="1065"/>
                      <a:pt x="213" y="1223"/>
                    </a:cubicBezTo>
                    <a:cubicBezTo>
                      <a:pt x="72" y="1397"/>
                      <a:pt x="1" y="1609"/>
                      <a:pt x="131" y="1805"/>
                    </a:cubicBezTo>
                    <a:cubicBezTo>
                      <a:pt x="230" y="1960"/>
                      <a:pt x="377" y="2031"/>
                      <a:pt x="539" y="2031"/>
                    </a:cubicBezTo>
                    <a:cubicBezTo>
                      <a:pt x="610" y="2031"/>
                      <a:pt x="684" y="2017"/>
                      <a:pt x="757" y="1990"/>
                    </a:cubicBezTo>
                    <a:cubicBezTo>
                      <a:pt x="1482" y="1740"/>
                      <a:pt x="2091" y="1304"/>
                      <a:pt x="2663" y="809"/>
                    </a:cubicBezTo>
                    <a:cubicBezTo>
                      <a:pt x="2821" y="673"/>
                      <a:pt x="2821" y="471"/>
                      <a:pt x="2706" y="297"/>
                    </a:cubicBezTo>
                    <a:cubicBezTo>
                      <a:pt x="2579" y="104"/>
                      <a:pt x="2285" y="0"/>
                      <a:pt x="19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4" name="Google Shape;1694;p33"/>
              <p:cNvSpPr/>
              <p:nvPr/>
            </p:nvSpPr>
            <p:spPr>
              <a:xfrm>
                <a:off x="6468893" y="1385728"/>
                <a:ext cx="272359" cy="251339"/>
              </a:xfrm>
              <a:custGeom>
                <a:rect b="b" l="l" r="r" t="t"/>
                <a:pathLst>
                  <a:path extrusionOk="0" h="4221" w="4574">
                    <a:moveTo>
                      <a:pt x="1" y="1"/>
                    </a:moveTo>
                    <a:lnTo>
                      <a:pt x="1" y="1"/>
                    </a:lnTo>
                    <a:cubicBezTo>
                      <a:pt x="33" y="50"/>
                      <a:pt x="60" y="104"/>
                      <a:pt x="99" y="142"/>
                    </a:cubicBezTo>
                    <a:cubicBezTo>
                      <a:pt x="654" y="687"/>
                      <a:pt x="1177" y="1253"/>
                      <a:pt x="1672" y="1846"/>
                    </a:cubicBezTo>
                    <a:cubicBezTo>
                      <a:pt x="2146" y="2413"/>
                      <a:pt x="2652" y="2946"/>
                      <a:pt x="3164" y="3485"/>
                    </a:cubicBezTo>
                    <a:cubicBezTo>
                      <a:pt x="3264" y="3590"/>
                      <a:pt x="3338" y="3643"/>
                      <a:pt x="3398" y="3643"/>
                    </a:cubicBezTo>
                    <a:cubicBezTo>
                      <a:pt x="3478" y="3643"/>
                      <a:pt x="3532" y="3549"/>
                      <a:pt x="3588" y="3360"/>
                    </a:cubicBezTo>
                    <a:cubicBezTo>
                      <a:pt x="3991" y="3578"/>
                      <a:pt x="4220" y="4002"/>
                      <a:pt x="4574" y="4220"/>
                    </a:cubicBezTo>
                    <a:cubicBezTo>
                      <a:pt x="4263" y="3888"/>
                      <a:pt x="3937" y="3540"/>
                      <a:pt x="3610" y="3191"/>
                    </a:cubicBezTo>
                    <a:cubicBezTo>
                      <a:pt x="3569" y="3228"/>
                      <a:pt x="3536" y="3242"/>
                      <a:pt x="3507" y="3242"/>
                    </a:cubicBezTo>
                    <a:cubicBezTo>
                      <a:pt x="3429" y="3242"/>
                      <a:pt x="3388" y="3136"/>
                      <a:pt x="3332" y="3088"/>
                    </a:cubicBezTo>
                    <a:cubicBezTo>
                      <a:pt x="2576" y="2429"/>
                      <a:pt x="1901" y="1694"/>
                      <a:pt x="1160" y="1014"/>
                    </a:cubicBezTo>
                    <a:cubicBezTo>
                      <a:pt x="785" y="671"/>
                      <a:pt x="458" y="257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5" name="Google Shape;1695;p33"/>
              <p:cNvSpPr/>
              <p:nvPr/>
            </p:nvSpPr>
            <p:spPr>
              <a:xfrm>
                <a:off x="5705154" y="2055503"/>
                <a:ext cx="154996" cy="89675"/>
              </a:xfrm>
              <a:custGeom>
                <a:rect b="b" l="l" r="r" t="t"/>
                <a:pathLst>
                  <a:path extrusionOk="0" h="1506" w="2603">
                    <a:moveTo>
                      <a:pt x="235" y="0"/>
                    </a:moveTo>
                    <a:cubicBezTo>
                      <a:pt x="175" y="11"/>
                      <a:pt x="120" y="17"/>
                      <a:pt x="1" y="38"/>
                    </a:cubicBezTo>
                    <a:cubicBezTo>
                      <a:pt x="828" y="349"/>
                      <a:pt x="1503" y="784"/>
                      <a:pt x="2205" y="1269"/>
                    </a:cubicBezTo>
                    <a:cubicBezTo>
                      <a:pt x="2154" y="1280"/>
                      <a:pt x="2106" y="1285"/>
                      <a:pt x="2061" y="1285"/>
                    </a:cubicBezTo>
                    <a:cubicBezTo>
                      <a:pt x="1875" y="1285"/>
                      <a:pt x="1733" y="1201"/>
                      <a:pt x="1585" y="1149"/>
                    </a:cubicBezTo>
                    <a:cubicBezTo>
                      <a:pt x="1247" y="1036"/>
                      <a:pt x="925" y="860"/>
                      <a:pt x="556" y="860"/>
                    </a:cubicBezTo>
                    <a:cubicBezTo>
                      <a:pt x="551" y="860"/>
                      <a:pt x="545" y="860"/>
                      <a:pt x="539" y="860"/>
                    </a:cubicBezTo>
                    <a:cubicBezTo>
                      <a:pt x="387" y="866"/>
                      <a:pt x="256" y="893"/>
                      <a:pt x="436" y="1067"/>
                    </a:cubicBezTo>
                    <a:cubicBezTo>
                      <a:pt x="817" y="1089"/>
                      <a:pt x="1176" y="1187"/>
                      <a:pt x="1525" y="1329"/>
                    </a:cubicBezTo>
                    <a:cubicBezTo>
                      <a:pt x="1739" y="1417"/>
                      <a:pt x="1953" y="1505"/>
                      <a:pt x="2187" y="1505"/>
                    </a:cubicBezTo>
                    <a:cubicBezTo>
                      <a:pt x="2227" y="1505"/>
                      <a:pt x="2268" y="1503"/>
                      <a:pt x="2309" y="1497"/>
                    </a:cubicBezTo>
                    <a:cubicBezTo>
                      <a:pt x="2328" y="1495"/>
                      <a:pt x="2350" y="1495"/>
                      <a:pt x="2372" y="1495"/>
                    </a:cubicBezTo>
                    <a:cubicBezTo>
                      <a:pt x="2377" y="1495"/>
                      <a:pt x="2382" y="1495"/>
                      <a:pt x="2388" y="1495"/>
                    </a:cubicBezTo>
                    <a:cubicBezTo>
                      <a:pt x="2470" y="1495"/>
                      <a:pt x="2555" y="1492"/>
                      <a:pt x="2576" y="1394"/>
                    </a:cubicBezTo>
                    <a:cubicBezTo>
                      <a:pt x="2603" y="1274"/>
                      <a:pt x="2472" y="1209"/>
                      <a:pt x="2385" y="1165"/>
                    </a:cubicBezTo>
                    <a:cubicBezTo>
                      <a:pt x="1998" y="986"/>
                      <a:pt x="1677" y="708"/>
                      <a:pt x="1318" y="485"/>
                    </a:cubicBezTo>
                    <a:cubicBezTo>
                      <a:pt x="980" y="272"/>
                      <a:pt x="616" y="109"/>
                      <a:pt x="2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6" name="Google Shape;1696;p33"/>
              <p:cNvSpPr/>
              <p:nvPr/>
            </p:nvSpPr>
            <p:spPr>
              <a:xfrm>
                <a:off x="6409883" y="2317388"/>
                <a:ext cx="29594" cy="29594"/>
              </a:xfrm>
              <a:custGeom>
                <a:rect b="b" l="l" r="r" t="t"/>
                <a:pathLst>
                  <a:path extrusionOk="0" h="497" w="497">
                    <a:moveTo>
                      <a:pt x="1" y="1"/>
                    </a:moveTo>
                    <a:cubicBezTo>
                      <a:pt x="82" y="251"/>
                      <a:pt x="246" y="415"/>
                      <a:pt x="496" y="496"/>
                    </a:cubicBezTo>
                    <a:cubicBezTo>
                      <a:pt x="355" y="306"/>
                      <a:pt x="191" y="137"/>
                      <a:pt x="1" y="1"/>
                    </a:cubicBezTo>
                    <a:close/>
                  </a:path>
                </a:pathLst>
              </a:custGeom>
              <a:solidFill>
                <a:srgbClr val="31313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7" name="Google Shape;1697;p33"/>
              <p:cNvSpPr/>
              <p:nvPr/>
            </p:nvSpPr>
            <p:spPr>
              <a:xfrm>
                <a:off x="5493169" y="1747828"/>
                <a:ext cx="225021" cy="153745"/>
              </a:xfrm>
              <a:custGeom>
                <a:rect b="b" l="l" r="r" t="t"/>
                <a:pathLst>
                  <a:path extrusionOk="0" h="2582" w="3779">
                    <a:moveTo>
                      <a:pt x="3718" y="1"/>
                    </a:moveTo>
                    <a:cubicBezTo>
                      <a:pt x="3446" y="72"/>
                      <a:pt x="3169" y="121"/>
                      <a:pt x="2913" y="224"/>
                    </a:cubicBezTo>
                    <a:cubicBezTo>
                      <a:pt x="2483" y="398"/>
                      <a:pt x="1960" y="398"/>
                      <a:pt x="1677" y="866"/>
                    </a:cubicBezTo>
                    <a:cubicBezTo>
                      <a:pt x="1644" y="920"/>
                      <a:pt x="1575" y="973"/>
                      <a:pt x="1503" y="973"/>
                    </a:cubicBezTo>
                    <a:cubicBezTo>
                      <a:pt x="1479" y="973"/>
                      <a:pt x="1455" y="967"/>
                      <a:pt x="1432" y="954"/>
                    </a:cubicBezTo>
                    <a:cubicBezTo>
                      <a:pt x="1350" y="910"/>
                      <a:pt x="1394" y="807"/>
                      <a:pt x="1383" y="730"/>
                    </a:cubicBezTo>
                    <a:cubicBezTo>
                      <a:pt x="1367" y="605"/>
                      <a:pt x="1416" y="474"/>
                      <a:pt x="1350" y="349"/>
                    </a:cubicBezTo>
                    <a:cubicBezTo>
                      <a:pt x="822" y="856"/>
                      <a:pt x="327" y="1378"/>
                      <a:pt x="27" y="2059"/>
                    </a:cubicBezTo>
                    <a:cubicBezTo>
                      <a:pt x="109" y="2064"/>
                      <a:pt x="185" y="2075"/>
                      <a:pt x="272" y="2086"/>
                    </a:cubicBezTo>
                    <a:cubicBezTo>
                      <a:pt x="207" y="2260"/>
                      <a:pt x="0" y="2369"/>
                      <a:pt x="65" y="2581"/>
                    </a:cubicBezTo>
                    <a:cubicBezTo>
                      <a:pt x="197" y="2567"/>
                      <a:pt x="250" y="2333"/>
                      <a:pt x="373" y="2333"/>
                    </a:cubicBezTo>
                    <a:cubicBezTo>
                      <a:pt x="434" y="2333"/>
                      <a:pt x="513" y="2390"/>
                      <a:pt x="626" y="2560"/>
                    </a:cubicBezTo>
                    <a:cubicBezTo>
                      <a:pt x="517" y="2059"/>
                      <a:pt x="790" y="1955"/>
                      <a:pt x="1056" y="1841"/>
                    </a:cubicBezTo>
                    <a:cubicBezTo>
                      <a:pt x="1470" y="1661"/>
                      <a:pt x="1911" y="1531"/>
                      <a:pt x="2298" y="1286"/>
                    </a:cubicBezTo>
                    <a:cubicBezTo>
                      <a:pt x="2134" y="1090"/>
                      <a:pt x="2368" y="1057"/>
                      <a:pt x="2445" y="1008"/>
                    </a:cubicBezTo>
                    <a:cubicBezTo>
                      <a:pt x="2787" y="790"/>
                      <a:pt x="3207" y="763"/>
                      <a:pt x="3561" y="627"/>
                    </a:cubicBezTo>
                    <a:cubicBezTo>
                      <a:pt x="3109" y="284"/>
                      <a:pt x="3778" y="251"/>
                      <a:pt x="371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8" name="Google Shape;1698;p33"/>
              <p:cNvSpPr/>
              <p:nvPr/>
            </p:nvSpPr>
            <p:spPr>
              <a:xfrm>
                <a:off x="5549857" y="2080096"/>
                <a:ext cx="79493" cy="237049"/>
              </a:xfrm>
              <a:custGeom>
                <a:rect b="b" l="l" r="r" t="t"/>
                <a:pathLst>
                  <a:path extrusionOk="0" h="3981" w="1335">
                    <a:moveTo>
                      <a:pt x="1335" y="1"/>
                    </a:moveTo>
                    <a:lnTo>
                      <a:pt x="1335" y="1"/>
                    </a:lnTo>
                    <a:cubicBezTo>
                      <a:pt x="1150" y="12"/>
                      <a:pt x="1062" y="126"/>
                      <a:pt x="986" y="240"/>
                    </a:cubicBezTo>
                    <a:cubicBezTo>
                      <a:pt x="872" y="344"/>
                      <a:pt x="845" y="475"/>
                      <a:pt x="834" y="622"/>
                    </a:cubicBezTo>
                    <a:cubicBezTo>
                      <a:pt x="823" y="752"/>
                      <a:pt x="796" y="877"/>
                      <a:pt x="736" y="992"/>
                    </a:cubicBezTo>
                    <a:cubicBezTo>
                      <a:pt x="684" y="1093"/>
                      <a:pt x="634" y="1141"/>
                      <a:pt x="587" y="1141"/>
                    </a:cubicBezTo>
                    <a:cubicBezTo>
                      <a:pt x="536" y="1141"/>
                      <a:pt x="487" y="1084"/>
                      <a:pt x="442" y="975"/>
                    </a:cubicBezTo>
                    <a:cubicBezTo>
                      <a:pt x="251" y="1106"/>
                      <a:pt x="197" y="1324"/>
                      <a:pt x="159" y="1520"/>
                    </a:cubicBezTo>
                    <a:cubicBezTo>
                      <a:pt x="1" y="2347"/>
                      <a:pt x="39" y="3169"/>
                      <a:pt x="289" y="3980"/>
                    </a:cubicBezTo>
                    <a:cubicBezTo>
                      <a:pt x="485" y="3877"/>
                      <a:pt x="447" y="3686"/>
                      <a:pt x="420" y="3540"/>
                    </a:cubicBezTo>
                    <a:cubicBezTo>
                      <a:pt x="317" y="3028"/>
                      <a:pt x="382" y="2511"/>
                      <a:pt x="355" y="1999"/>
                    </a:cubicBezTo>
                    <a:cubicBezTo>
                      <a:pt x="338" y="1759"/>
                      <a:pt x="409" y="1591"/>
                      <a:pt x="627" y="1493"/>
                    </a:cubicBezTo>
                    <a:cubicBezTo>
                      <a:pt x="932" y="1346"/>
                      <a:pt x="1090" y="1079"/>
                      <a:pt x="1122" y="769"/>
                    </a:cubicBezTo>
                    <a:cubicBezTo>
                      <a:pt x="1150" y="502"/>
                      <a:pt x="1193" y="251"/>
                      <a:pt x="13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9" name="Google Shape;1699;p33"/>
              <p:cNvSpPr/>
              <p:nvPr/>
            </p:nvSpPr>
            <p:spPr>
              <a:xfrm>
                <a:off x="5586181" y="1831669"/>
                <a:ext cx="113195" cy="115577"/>
              </a:xfrm>
              <a:custGeom>
                <a:rect b="b" l="l" r="r" t="t"/>
                <a:pathLst>
                  <a:path extrusionOk="0" h="1941" w="1901">
                    <a:moveTo>
                      <a:pt x="1697" y="0"/>
                    </a:moveTo>
                    <a:cubicBezTo>
                      <a:pt x="1637" y="0"/>
                      <a:pt x="1575" y="26"/>
                      <a:pt x="1525" y="57"/>
                    </a:cubicBezTo>
                    <a:cubicBezTo>
                      <a:pt x="1144" y="308"/>
                      <a:pt x="757" y="558"/>
                      <a:pt x="398" y="836"/>
                    </a:cubicBezTo>
                    <a:cubicBezTo>
                      <a:pt x="240" y="956"/>
                      <a:pt x="66" y="1092"/>
                      <a:pt x="1" y="1326"/>
                    </a:cubicBezTo>
                    <a:cubicBezTo>
                      <a:pt x="469" y="956"/>
                      <a:pt x="953" y="618"/>
                      <a:pt x="1476" y="335"/>
                    </a:cubicBezTo>
                    <a:lnTo>
                      <a:pt x="1476" y="335"/>
                    </a:lnTo>
                    <a:cubicBezTo>
                      <a:pt x="1106" y="852"/>
                      <a:pt x="518" y="1217"/>
                      <a:pt x="501" y="1941"/>
                    </a:cubicBezTo>
                    <a:cubicBezTo>
                      <a:pt x="746" y="1478"/>
                      <a:pt x="1079" y="1092"/>
                      <a:pt x="1454" y="732"/>
                    </a:cubicBezTo>
                    <a:cubicBezTo>
                      <a:pt x="1579" y="613"/>
                      <a:pt x="1672" y="455"/>
                      <a:pt x="1759" y="302"/>
                    </a:cubicBezTo>
                    <a:cubicBezTo>
                      <a:pt x="1808" y="231"/>
                      <a:pt x="1901" y="139"/>
                      <a:pt x="1819" y="52"/>
                    </a:cubicBezTo>
                    <a:cubicBezTo>
                      <a:pt x="1784" y="15"/>
                      <a:pt x="1741" y="0"/>
                      <a:pt x="16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0" name="Google Shape;1700;p33"/>
              <p:cNvSpPr/>
              <p:nvPr/>
            </p:nvSpPr>
            <p:spPr>
              <a:xfrm>
                <a:off x="5623456" y="1799693"/>
                <a:ext cx="174765" cy="151482"/>
              </a:xfrm>
              <a:custGeom>
                <a:rect b="b" l="l" r="r" t="t"/>
                <a:pathLst>
                  <a:path extrusionOk="0" h="2544" w="2935">
                    <a:moveTo>
                      <a:pt x="2935" y="1"/>
                    </a:moveTo>
                    <a:cubicBezTo>
                      <a:pt x="2369" y="1329"/>
                      <a:pt x="1160" y="1912"/>
                      <a:pt x="1" y="2543"/>
                    </a:cubicBezTo>
                    <a:cubicBezTo>
                      <a:pt x="1705" y="1890"/>
                      <a:pt x="2674" y="1041"/>
                      <a:pt x="2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1" name="Google Shape;1701;p33"/>
              <p:cNvSpPr/>
              <p:nvPr/>
            </p:nvSpPr>
            <p:spPr>
              <a:xfrm>
                <a:off x="5572544" y="2094387"/>
                <a:ext cx="36084" cy="65857"/>
              </a:xfrm>
              <a:custGeom>
                <a:rect b="b" l="l" r="r" t="t"/>
                <a:pathLst>
                  <a:path extrusionOk="0" h="1106" w="606">
                    <a:moveTo>
                      <a:pt x="605" y="0"/>
                    </a:moveTo>
                    <a:lnTo>
                      <a:pt x="605" y="0"/>
                    </a:lnTo>
                    <a:cubicBezTo>
                      <a:pt x="562" y="6"/>
                      <a:pt x="513" y="11"/>
                      <a:pt x="469" y="17"/>
                    </a:cubicBezTo>
                    <a:cubicBezTo>
                      <a:pt x="377" y="131"/>
                      <a:pt x="235" y="202"/>
                      <a:pt x="175" y="343"/>
                    </a:cubicBezTo>
                    <a:cubicBezTo>
                      <a:pt x="137" y="474"/>
                      <a:pt x="99" y="605"/>
                      <a:pt x="61" y="735"/>
                    </a:cubicBezTo>
                    <a:cubicBezTo>
                      <a:pt x="72" y="861"/>
                      <a:pt x="1" y="986"/>
                      <a:pt x="83" y="1106"/>
                    </a:cubicBezTo>
                    <a:cubicBezTo>
                      <a:pt x="377" y="969"/>
                      <a:pt x="496" y="812"/>
                      <a:pt x="540" y="518"/>
                    </a:cubicBezTo>
                    <a:cubicBezTo>
                      <a:pt x="567" y="343"/>
                      <a:pt x="583" y="175"/>
                      <a:pt x="60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2" name="Google Shape;1702;p33"/>
              <p:cNvSpPr/>
              <p:nvPr/>
            </p:nvSpPr>
            <p:spPr>
              <a:xfrm>
                <a:off x="5473579" y="2116360"/>
                <a:ext cx="31618" cy="39538"/>
              </a:xfrm>
              <a:custGeom>
                <a:rect b="b" l="l" r="r" t="t"/>
                <a:pathLst>
                  <a:path extrusionOk="0" h="664" w="531">
                    <a:moveTo>
                      <a:pt x="328" y="1"/>
                    </a:moveTo>
                    <a:cubicBezTo>
                      <a:pt x="321" y="1"/>
                      <a:pt x="314" y="1"/>
                      <a:pt x="307" y="2"/>
                    </a:cubicBezTo>
                    <a:cubicBezTo>
                      <a:pt x="84" y="18"/>
                      <a:pt x="68" y="258"/>
                      <a:pt x="24" y="432"/>
                    </a:cubicBezTo>
                    <a:cubicBezTo>
                      <a:pt x="0" y="523"/>
                      <a:pt x="90" y="664"/>
                      <a:pt x="130" y="664"/>
                    </a:cubicBezTo>
                    <a:cubicBezTo>
                      <a:pt x="136" y="664"/>
                      <a:pt x="141" y="661"/>
                      <a:pt x="144" y="655"/>
                    </a:cubicBezTo>
                    <a:cubicBezTo>
                      <a:pt x="231" y="502"/>
                      <a:pt x="531" y="600"/>
                      <a:pt x="498" y="279"/>
                    </a:cubicBezTo>
                    <a:cubicBezTo>
                      <a:pt x="477" y="211"/>
                      <a:pt x="507" y="1"/>
                      <a:pt x="3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3" name="Google Shape;1703;p33"/>
              <p:cNvSpPr/>
              <p:nvPr/>
            </p:nvSpPr>
            <p:spPr>
              <a:xfrm>
                <a:off x="5558611" y="1867873"/>
                <a:ext cx="39002" cy="44361"/>
              </a:xfrm>
              <a:custGeom>
                <a:rect b="b" l="l" r="r" t="t"/>
                <a:pathLst>
                  <a:path extrusionOk="0" h="745" w="655">
                    <a:moveTo>
                      <a:pt x="424" y="0"/>
                    </a:moveTo>
                    <a:cubicBezTo>
                      <a:pt x="412" y="0"/>
                      <a:pt x="400" y="2"/>
                      <a:pt x="387" y="5"/>
                    </a:cubicBezTo>
                    <a:cubicBezTo>
                      <a:pt x="273" y="37"/>
                      <a:pt x="110" y="92"/>
                      <a:pt x="115" y="201"/>
                    </a:cubicBezTo>
                    <a:cubicBezTo>
                      <a:pt x="132" y="386"/>
                      <a:pt x="1" y="549"/>
                      <a:pt x="66" y="745"/>
                    </a:cubicBezTo>
                    <a:cubicBezTo>
                      <a:pt x="273" y="669"/>
                      <a:pt x="311" y="456"/>
                      <a:pt x="442" y="331"/>
                    </a:cubicBezTo>
                    <a:cubicBezTo>
                      <a:pt x="507" y="271"/>
                      <a:pt x="654" y="222"/>
                      <a:pt x="567" y="86"/>
                    </a:cubicBezTo>
                    <a:cubicBezTo>
                      <a:pt x="535" y="32"/>
                      <a:pt x="481" y="0"/>
                      <a:pt x="4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4" name="Google Shape;1704;p33"/>
              <p:cNvSpPr/>
              <p:nvPr/>
            </p:nvSpPr>
            <p:spPr>
              <a:xfrm>
                <a:off x="5508711" y="2307324"/>
                <a:ext cx="29534" cy="41681"/>
              </a:xfrm>
              <a:custGeom>
                <a:rect b="b" l="l" r="r" t="t"/>
                <a:pathLst>
                  <a:path extrusionOk="0" h="700" w="496">
                    <a:moveTo>
                      <a:pt x="413" y="0"/>
                    </a:moveTo>
                    <a:cubicBezTo>
                      <a:pt x="375" y="0"/>
                      <a:pt x="324" y="20"/>
                      <a:pt x="300" y="45"/>
                    </a:cubicBezTo>
                    <a:cubicBezTo>
                      <a:pt x="164" y="197"/>
                      <a:pt x="66" y="371"/>
                      <a:pt x="17" y="562"/>
                    </a:cubicBezTo>
                    <a:cubicBezTo>
                      <a:pt x="1" y="629"/>
                      <a:pt x="22" y="699"/>
                      <a:pt x="77" y="699"/>
                    </a:cubicBezTo>
                    <a:cubicBezTo>
                      <a:pt x="98" y="699"/>
                      <a:pt x="123" y="689"/>
                      <a:pt x="153" y="665"/>
                    </a:cubicBezTo>
                    <a:cubicBezTo>
                      <a:pt x="322" y="529"/>
                      <a:pt x="458" y="371"/>
                      <a:pt x="490" y="154"/>
                    </a:cubicBezTo>
                    <a:cubicBezTo>
                      <a:pt x="485" y="88"/>
                      <a:pt x="496" y="17"/>
                      <a:pt x="425" y="1"/>
                    </a:cubicBezTo>
                    <a:cubicBezTo>
                      <a:pt x="421" y="1"/>
                      <a:pt x="417" y="0"/>
                      <a:pt x="41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5" name="Google Shape;1705;p33"/>
              <p:cNvSpPr/>
              <p:nvPr/>
            </p:nvSpPr>
            <p:spPr>
              <a:xfrm>
                <a:off x="5401111" y="2111536"/>
                <a:ext cx="18816" cy="50971"/>
              </a:xfrm>
              <a:custGeom>
                <a:rect b="b" l="l" r="r" t="t"/>
                <a:pathLst>
                  <a:path extrusionOk="0" h="856" w="316">
                    <a:moveTo>
                      <a:pt x="153" y="1"/>
                    </a:moveTo>
                    <a:cubicBezTo>
                      <a:pt x="104" y="279"/>
                      <a:pt x="0" y="578"/>
                      <a:pt x="316" y="856"/>
                    </a:cubicBezTo>
                    <a:cubicBezTo>
                      <a:pt x="256" y="535"/>
                      <a:pt x="201" y="268"/>
                      <a:pt x="15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6" name="Google Shape;1706;p33"/>
              <p:cNvSpPr/>
              <p:nvPr/>
            </p:nvSpPr>
            <p:spPr>
              <a:xfrm>
                <a:off x="5783933" y="1811364"/>
                <a:ext cx="145588" cy="141717"/>
              </a:xfrm>
              <a:custGeom>
                <a:rect b="b" l="l" r="r" t="t"/>
                <a:pathLst>
                  <a:path extrusionOk="0" h="2380" w="2445">
                    <a:moveTo>
                      <a:pt x="1024" y="1"/>
                    </a:moveTo>
                    <a:cubicBezTo>
                      <a:pt x="997" y="50"/>
                      <a:pt x="959" y="99"/>
                      <a:pt x="937" y="153"/>
                    </a:cubicBezTo>
                    <a:cubicBezTo>
                      <a:pt x="626" y="888"/>
                      <a:pt x="550" y="1727"/>
                      <a:pt x="0" y="2380"/>
                    </a:cubicBezTo>
                    <a:cubicBezTo>
                      <a:pt x="659" y="2070"/>
                      <a:pt x="1416" y="2031"/>
                      <a:pt x="2015" y="1580"/>
                    </a:cubicBezTo>
                    <a:cubicBezTo>
                      <a:pt x="2132" y="1489"/>
                      <a:pt x="2255" y="1356"/>
                      <a:pt x="2434" y="1356"/>
                    </a:cubicBezTo>
                    <a:cubicBezTo>
                      <a:pt x="2438" y="1356"/>
                      <a:pt x="2441" y="1356"/>
                      <a:pt x="2445" y="1356"/>
                    </a:cubicBezTo>
                    <a:cubicBezTo>
                      <a:pt x="2369" y="1231"/>
                      <a:pt x="2265" y="1144"/>
                      <a:pt x="2145" y="1062"/>
                    </a:cubicBezTo>
                    <a:cubicBezTo>
                      <a:pt x="1715" y="768"/>
                      <a:pt x="1269" y="485"/>
                      <a:pt x="102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7" name="Google Shape;1707;p33"/>
              <p:cNvSpPr/>
              <p:nvPr/>
            </p:nvSpPr>
            <p:spPr>
              <a:xfrm>
                <a:off x="7496840" y="777820"/>
                <a:ext cx="462665" cy="34417"/>
              </a:xfrm>
              <a:custGeom>
                <a:rect b="b" l="l" r="r" t="t"/>
                <a:pathLst>
                  <a:path extrusionOk="0" h="578" w="7770">
                    <a:moveTo>
                      <a:pt x="2862" y="0"/>
                    </a:moveTo>
                    <a:cubicBezTo>
                      <a:pt x="1911" y="0"/>
                      <a:pt x="958" y="102"/>
                      <a:pt x="1" y="378"/>
                    </a:cubicBezTo>
                    <a:cubicBezTo>
                      <a:pt x="133" y="417"/>
                      <a:pt x="264" y="432"/>
                      <a:pt x="396" y="432"/>
                    </a:cubicBezTo>
                    <a:cubicBezTo>
                      <a:pt x="633" y="432"/>
                      <a:pt x="867" y="384"/>
                      <a:pt x="1095" y="345"/>
                    </a:cubicBezTo>
                    <a:cubicBezTo>
                      <a:pt x="1507" y="270"/>
                      <a:pt x="1919" y="244"/>
                      <a:pt x="2330" y="244"/>
                    </a:cubicBezTo>
                    <a:cubicBezTo>
                      <a:pt x="2963" y="244"/>
                      <a:pt x="3595" y="306"/>
                      <a:pt x="4225" y="345"/>
                    </a:cubicBezTo>
                    <a:cubicBezTo>
                      <a:pt x="4492" y="362"/>
                      <a:pt x="4764" y="351"/>
                      <a:pt x="5031" y="394"/>
                    </a:cubicBezTo>
                    <a:cubicBezTo>
                      <a:pt x="5693" y="498"/>
                      <a:pt x="6356" y="578"/>
                      <a:pt x="7023" y="578"/>
                    </a:cubicBezTo>
                    <a:cubicBezTo>
                      <a:pt x="7271" y="578"/>
                      <a:pt x="7520" y="567"/>
                      <a:pt x="7769" y="541"/>
                    </a:cubicBezTo>
                    <a:cubicBezTo>
                      <a:pt x="6136" y="304"/>
                      <a:pt x="4502" y="0"/>
                      <a:pt x="286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8" name="Google Shape;1708;p33"/>
              <p:cNvSpPr/>
              <p:nvPr/>
            </p:nvSpPr>
            <p:spPr>
              <a:xfrm>
                <a:off x="7551920" y="712617"/>
                <a:ext cx="261343" cy="47874"/>
              </a:xfrm>
              <a:custGeom>
                <a:rect b="b" l="l" r="r" t="t"/>
                <a:pathLst>
                  <a:path extrusionOk="0" h="804" w="4389">
                    <a:moveTo>
                      <a:pt x="644" y="1"/>
                    </a:moveTo>
                    <a:cubicBezTo>
                      <a:pt x="431" y="1"/>
                      <a:pt x="217" y="9"/>
                      <a:pt x="1" y="25"/>
                    </a:cubicBezTo>
                    <a:cubicBezTo>
                      <a:pt x="1482" y="194"/>
                      <a:pt x="2930" y="515"/>
                      <a:pt x="4389" y="804"/>
                    </a:cubicBezTo>
                    <a:cubicBezTo>
                      <a:pt x="3187" y="294"/>
                      <a:pt x="1941" y="1"/>
                      <a:pt x="6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9" name="Google Shape;1709;p33"/>
              <p:cNvSpPr/>
              <p:nvPr/>
            </p:nvSpPr>
            <p:spPr>
              <a:xfrm>
                <a:off x="7526017" y="1618494"/>
                <a:ext cx="110277" cy="189710"/>
              </a:xfrm>
              <a:custGeom>
                <a:rect b="b" l="l" r="r" t="t"/>
                <a:pathLst>
                  <a:path extrusionOk="0" h="3186" w="1852">
                    <a:moveTo>
                      <a:pt x="0" y="1"/>
                    </a:moveTo>
                    <a:cubicBezTo>
                      <a:pt x="0" y="246"/>
                      <a:pt x="1334" y="2543"/>
                      <a:pt x="1851" y="3185"/>
                    </a:cubicBezTo>
                    <a:cubicBezTo>
                      <a:pt x="1519" y="1901"/>
                      <a:pt x="817" y="932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3" name="Shape 1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4" name="Google Shape;1714;p34"/>
          <p:cNvGrpSpPr/>
          <p:nvPr/>
        </p:nvGrpSpPr>
        <p:grpSpPr>
          <a:xfrm flipH="1">
            <a:off x="1440719" y="2544461"/>
            <a:ext cx="3015524" cy="1653179"/>
            <a:chOff x="1978922" y="1712725"/>
            <a:chExt cx="2506253" cy="1251650"/>
          </a:xfrm>
        </p:grpSpPr>
        <p:sp>
          <p:nvSpPr>
            <p:cNvPr id="1715" name="Google Shape;1715;p34"/>
            <p:cNvSpPr/>
            <p:nvPr/>
          </p:nvSpPr>
          <p:spPr>
            <a:xfrm>
              <a:off x="1981975" y="1712725"/>
              <a:ext cx="2503200" cy="1251600"/>
            </a:xfrm>
            <a:prstGeom prst="roundRect">
              <a:avLst>
                <a:gd fmla="val 20475" name="adj"/>
              </a:avLst>
            </a:prstGeom>
            <a:solidFill>
              <a:schemeClr val="accent1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16" name="Google Shape;1716;p34"/>
            <p:cNvPicPr preferRelativeResize="0"/>
            <p:nvPr/>
          </p:nvPicPr>
          <p:blipFill rotWithShape="1">
            <a:blip r:embed="rId3">
              <a:alphaModFix amt="35000"/>
            </a:blip>
            <a:srcRect b="37449" l="23119" r="20343" t="15517"/>
            <a:stretch/>
          </p:blipFill>
          <p:spPr>
            <a:xfrm>
              <a:off x="1981975" y="1722975"/>
              <a:ext cx="2503200" cy="1241400"/>
            </a:xfrm>
            <a:prstGeom prst="roundRect">
              <a:avLst>
                <a:gd fmla="val 21901" name="adj"/>
              </a:avLst>
            </a:prstGeom>
            <a:noFill/>
            <a:ln>
              <a:noFill/>
            </a:ln>
          </p:spPr>
        </p:pic>
        <p:sp>
          <p:nvSpPr>
            <p:cNvPr id="1717" name="Google Shape;1717;p34"/>
            <p:cNvSpPr/>
            <p:nvPr/>
          </p:nvSpPr>
          <p:spPr>
            <a:xfrm rot="-277100">
              <a:off x="3928939" y="2720524"/>
              <a:ext cx="454832" cy="157050"/>
            </a:xfrm>
            <a:custGeom>
              <a:rect b="b" l="l" r="r" t="t"/>
              <a:pathLst>
                <a:path extrusionOk="0" h="2802" w="8976">
                  <a:moveTo>
                    <a:pt x="8931" y="1"/>
                  </a:moveTo>
                  <a:cubicBezTo>
                    <a:pt x="8782" y="849"/>
                    <a:pt x="8321" y="1623"/>
                    <a:pt x="7636" y="2085"/>
                  </a:cubicBezTo>
                  <a:cubicBezTo>
                    <a:pt x="7294" y="2323"/>
                    <a:pt x="6907" y="2472"/>
                    <a:pt x="6490" y="2546"/>
                  </a:cubicBezTo>
                  <a:cubicBezTo>
                    <a:pt x="6297" y="2576"/>
                    <a:pt x="6088" y="2576"/>
                    <a:pt x="5865" y="2576"/>
                  </a:cubicBezTo>
                  <a:cubicBezTo>
                    <a:pt x="5642" y="2576"/>
                    <a:pt x="5433" y="2591"/>
                    <a:pt x="5210" y="2591"/>
                  </a:cubicBezTo>
                  <a:cubicBezTo>
                    <a:pt x="4994" y="2598"/>
                    <a:pt x="4778" y="2602"/>
                    <a:pt x="4563" y="2602"/>
                  </a:cubicBezTo>
                  <a:cubicBezTo>
                    <a:pt x="4347" y="2602"/>
                    <a:pt x="4131" y="2598"/>
                    <a:pt x="3915" y="2591"/>
                  </a:cubicBezTo>
                  <a:cubicBezTo>
                    <a:pt x="3469" y="2576"/>
                    <a:pt x="3037" y="2531"/>
                    <a:pt x="2605" y="2501"/>
                  </a:cubicBezTo>
                  <a:cubicBezTo>
                    <a:pt x="2281" y="2485"/>
                    <a:pt x="1958" y="2476"/>
                    <a:pt x="1633" y="2476"/>
                  </a:cubicBezTo>
                  <a:cubicBezTo>
                    <a:pt x="1092" y="2476"/>
                    <a:pt x="549" y="2500"/>
                    <a:pt x="0" y="2546"/>
                  </a:cubicBezTo>
                  <a:lnTo>
                    <a:pt x="0" y="2576"/>
                  </a:lnTo>
                  <a:cubicBezTo>
                    <a:pt x="864" y="2680"/>
                    <a:pt x="1742" y="2725"/>
                    <a:pt x="2605" y="2725"/>
                  </a:cubicBezTo>
                  <a:cubicBezTo>
                    <a:pt x="3037" y="2710"/>
                    <a:pt x="3469" y="2680"/>
                    <a:pt x="3900" y="2680"/>
                  </a:cubicBezTo>
                  <a:cubicBezTo>
                    <a:pt x="4347" y="2680"/>
                    <a:pt x="4778" y="2710"/>
                    <a:pt x="5210" y="2740"/>
                  </a:cubicBezTo>
                  <a:cubicBezTo>
                    <a:pt x="5418" y="2755"/>
                    <a:pt x="5642" y="2769"/>
                    <a:pt x="5850" y="2784"/>
                  </a:cubicBezTo>
                  <a:cubicBezTo>
                    <a:pt x="5979" y="2793"/>
                    <a:pt x="6108" y="2801"/>
                    <a:pt x="6237" y="2801"/>
                  </a:cubicBezTo>
                  <a:cubicBezTo>
                    <a:pt x="6331" y="2801"/>
                    <a:pt x="6426" y="2797"/>
                    <a:pt x="6520" y="2784"/>
                  </a:cubicBezTo>
                  <a:cubicBezTo>
                    <a:pt x="6981" y="2740"/>
                    <a:pt x="7413" y="2576"/>
                    <a:pt x="7785" y="2308"/>
                  </a:cubicBezTo>
                  <a:cubicBezTo>
                    <a:pt x="8529" y="1787"/>
                    <a:pt x="8976" y="879"/>
                    <a:pt x="89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34"/>
            <p:cNvSpPr/>
            <p:nvPr/>
          </p:nvSpPr>
          <p:spPr>
            <a:xfrm rot="447014">
              <a:off x="3990818" y="1778142"/>
              <a:ext cx="394572" cy="85757"/>
            </a:xfrm>
            <a:custGeom>
              <a:rect b="b" l="l" r="r" t="t"/>
              <a:pathLst>
                <a:path extrusionOk="0" h="1344" w="6833">
                  <a:moveTo>
                    <a:pt x="4686" y="0"/>
                  </a:moveTo>
                  <a:cubicBezTo>
                    <a:pt x="4637" y="0"/>
                    <a:pt x="4589" y="1"/>
                    <a:pt x="4540" y="4"/>
                  </a:cubicBezTo>
                  <a:lnTo>
                    <a:pt x="3632" y="48"/>
                  </a:lnTo>
                  <a:cubicBezTo>
                    <a:pt x="2412" y="138"/>
                    <a:pt x="1206" y="242"/>
                    <a:pt x="0" y="420"/>
                  </a:cubicBezTo>
                  <a:cubicBezTo>
                    <a:pt x="155" y="422"/>
                    <a:pt x="310" y="423"/>
                    <a:pt x="465" y="423"/>
                  </a:cubicBezTo>
                  <a:cubicBezTo>
                    <a:pt x="1528" y="423"/>
                    <a:pt x="2582" y="379"/>
                    <a:pt x="3647" y="301"/>
                  </a:cubicBezTo>
                  <a:lnTo>
                    <a:pt x="4555" y="242"/>
                  </a:lnTo>
                  <a:cubicBezTo>
                    <a:pt x="4626" y="234"/>
                    <a:pt x="4698" y="231"/>
                    <a:pt x="4770" y="231"/>
                  </a:cubicBezTo>
                  <a:cubicBezTo>
                    <a:pt x="4986" y="231"/>
                    <a:pt x="5206" y="264"/>
                    <a:pt x="5419" y="331"/>
                  </a:cubicBezTo>
                  <a:cubicBezTo>
                    <a:pt x="5969" y="480"/>
                    <a:pt x="6475" y="852"/>
                    <a:pt x="6833" y="1343"/>
                  </a:cubicBezTo>
                  <a:cubicBezTo>
                    <a:pt x="6565" y="793"/>
                    <a:pt x="6073" y="346"/>
                    <a:pt x="5478" y="138"/>
                  </a:cubicBezTo>
                  <a:cubicBezTo>
                    <a:pt x="5226" y="37"/>
                    <a:pt x="4953" y="0"/>
                    <a:pt x="4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34"/>
            <p:cNvSpPr/>
            <p:nvPr/>
          </p:nvSpPr>
          <p:spPr>
            <a:xfrm rot="-5671675">
              <a:off x="1714298" y="2052550"/>
              <a:ext cx="1134449" cy="517681"/>
            </a:xfrm>
            <a:custGeom>
              <a:rect b="b" l="l" r="r" t="t"/>
              <a:pathLst>
                <a:path extrusionOk="0" h="6455" w="12817">
                  <a:moveTo>
                    <a:pt x="1961" y="1"/>
                  </a:moveTo>
                  <a:cubicBezTo>
                    <a:pt x="1823" y="1"/>
                    <a:pt x="1675" y="11"/>
                    <a:pt x="1534" y="39"/>
                  </a:cubicBezTo>
                  <a:cubicBezTo>
                    <a:pt x="1311" y="84"/>
                    <a:pt x="1102" y="173"/>
                    <a:pt x="924" y="292"/>
                  </a:cubicBezTo>
                  <a:cubicBezTo>
                    <a:pt x="551" y="545"/>
                    <a:pt x="284" y="932"/>
                    <a:pt x="135" y="1349"/>
                  </a:cubicBezTo>
                  <a:cubicBezTo>
                    <a:pt x="75" y="1543"/>
                    <a:pt x="31" y="1766"/>
                    <a:pt x="16" y="1989"/>
                  </a:cubicBezTo>
                  <a:lnTo>
                    <a:pt x="1" y="2614"/>
                  </a:lnTo>
                  <a:cubicBezTo>
                    <a:pt x="1" y="3031"/>
                    <a:pt x="1" y="3448"/>
                    <a:pt x="1" y="3880"/>
                  </a:cubicBezTo>
                  <a:lnTo>
                    <a:pt x="31" y="3880"/>
                  </a:lnTo>
                  <a:cubicBezTo>
                    <a:pt x="75" y="3463"/>
                    <a:pt x="105" y="3046"/>
                    <a:pt x="150" y="2629"/>
                  </a:cubicBezTo>
                  <a:lnTo>
                    <a:pt x="194" y="1989"/>
                  </a:lnTo>
                  <a:cubicBezTo>
                    <a:pt x="209" y="1796"/>
                    <a:pt x="269" y="1602"/>
                    <a:pt x="328" y="1409"/>
                  </a:cubicBezTo>
                  <a:cubicBezTo>
                    <a:pt x="462" y="1037"/>
                    <a:pt x="715" y="709"/>
                    <a:pt x="1043" y="486"/>
                  </a:cubicBezTo>
                  <a:cubicBezTo>
                    <a:pt x="1206" y="382"/>
                    <a:pt x="1400" y="307"/>
                    <a:pt x="1579" y="263"/>
                  </a:cubicBezTo>
                  <a:cubicBezTo>
                    <a:pt x="1701" y="234"/>
                    <a:pt x="1824" y="224"/>
                    <a:pt x="1950" y="224"/>
                  </a:cubicBezTo>
                  <a:cubicBezTo>
                    <a:pt x="2023" y="224"/>
                    <a:pt x="2098" y="227"/>
                    <a:pt x="2174" y="233"/>
                  </a:cubicBezTo>
                  <a:cubicBezTo>
                    <a:pt x="3022" y="263"/>
                    <a:pt x="3856" y="277"/>
                    <a:pt x="4689" y="307"/>
                  </a:cubicBezTo>
                  <a:cubicBezTo>
                    <a:pt x="5538" y="352"/>
                    <a:pt x="6371" y="411"/>
                    <a:pt x="7205" y="486"/>
                  </a:cubicBezTo>
                  <a:cubicBezTo>
                    <a:pt x="8039" y="560"/>
                    <a:pt x="8887" y="620"/>
                    <a:pt x="9721" y="679"/>
                  </a:cubicBezTo>
                  <a:lnTo>
                    <a:pt x="10033" y="694"/>
                  </a:lnTo>
                  <a:cubicBezTo>
                    <a:pt x="10122" y="709"/>
                    <a:pt x="10227" y="724"/>
                    <a:pt x="10331" y="739"/>
                  </a:cubicBezTo>
                  <a:cubicBezTo>
                    <a:pt x="10524" y="783"/>
                    <a:pt x="10703" y="843"/>
                    <a:pt x="10882" y="932"/>
                  </a:cubicBezTo>
                  <a:cubicBezTo>
                    <a:pt x="11239" y="1111"/>
                    <a:pt x="11566" y="1364"/>
                    <a:pt x="11819" y="1677"/>
                  </a:cubicBezTo>
                  <a:cubicBezTo>
                    <a:pt x="12325" y="2302"/>
                    <a:pt x="12564" y="3120"/>
                    <a:pt x="12534" y="3939"/>
                  </a:cubicBezTo>
                  <a:cubicBezTo>
                    <a:pt x="12519" y="4773"/>
                    <a:pt x="12504" y="5621"/>
                    <a:pt x="12504" y="6455"/>
                  </a:cubicBezTo>
                  <a:lnTo>
                    <a:pt x="12534" y="6455"/>
                  </a:lnTo>
                  <a:cubicBezTo>
                    <a:pt x="12623" y="5621"/>
                    <a:pt x="12683" y="4788"/>
                    <a:pt x="12742" y="3939"/>
                  </a:cubicBezTo>
                  <a:cubicBezTo>
                    <a:pt x="12817" y="3091"/>
                    <a:pt x="12578" y="2183"/>
                    <a:pt x="12028" y="1498"/>
                  </a:cubicBezTo>
                  <a:cubicBezTo>
                    <a:pt x="11760" y="1156"/>
                    <a:pt x="11403" y="873"/>
                    <a:pt x="11001" y="694"/>
                  </a:cubicBezTo>
                  <a:cubicBezTo>
                    <a:pt x="10807" y="590"/>
                    <a:pt x="10584" y="530"/>
                    <a:pt x="10375" y="486"/>
                  </a:cubicBezTo>
                  <a:cubicBezTo>
                    <a:pt x="10271" y="456"/>
                    <a:pt x="10152" y="456"/>
                    <a:pt x="10048" y="441"/>
                  </a:cubicBezTo>
                  <a:lnTo>
                    <a:pt x="9735" y="426"/>
                  </a:lnTo>
                  <a:cubicBezTo>
                    <a:pt x="8887" y="396"/>
                    <a:pt x="8053" y="367"/>
                    <a:pt x="7220" y="337"/>
                  </a:cubicBezTo>
                  <a:cubicBezTo>
                    <a:pt x="6371" y="307"/>
                    <a:pt x="5538" y="277"/>
                    <a:pt x="4704" y="218"/>
                  </a:cubicBezTo>
                  <a:cubicBezTo>
                    <a:pt x="3871" y="173"/>
                    <a:pt x="3022" y="84"/>
                    <a:pt x="2189" y="9"/>
                  </a:cubicBezTo>
                  <a:cubicBezTo>
                    <a:pt x="2118" y="4"/>
                    <a:pt x="2041" y="1"/>
                    <a:pt x="19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20" name="Google Shape;1720;p34"/>
          <p:cNvGrpSpPr/>
          <p:nvPr/>
        </p:nvGrpSpPr>
        <p:grpSpPr>
          <a:xfrm rot="10800000">
            <a:off x="4687757" y="2544461"/>
            <a:ext cx="3015524" cy="1653179"/>
            <a:chOff x="1978922" y="1712725"/>
            <a:chExt cx="2506253" cy="1251650"/>
          </a:xfrm>
        </p:grpSpPr>
        <p:sp>
          <p:nvSpPr>
            <p:cNvPr id="1721" name="Google Shape;1721;p34"/>
            <p:cNvSpPr/>
            <p:nvPr/>
          </p:nvSpPr>
          <p:spPr>
            <a:xfrm>
              <a:off x="1981975" y="1712725"/>
              <a:ext cx="2503200" cy="1251600"/>
            </a:xfrm>
            <a:prstGeom prst="roundRect">
              <a:avLst>
                <a:gd fmla="val 20475" name="adj"/>
              </a:avLst>
            </a:prstGeom>
            <a:solidFill>
              <a:schemeClr val="accent1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22" name="Google Shape;1722;p34"/>
            <p:cNvPicPr preferRelativeResize="0"/>
            <p:nvPr/>
          </p:nvPicPr>
          <p:blipFill rotWithShape="1">
            <a:blip r:embed="rId3">
              <a:alphaModFix amt="35000"/>
            </a:blip>
            <a:srcRect b="37449" l="23119" r="20343" t="15517"/>
            <a:stretch/>
          </p:blipFill>
          <p:spPr>
            <a:xfrm>
              <a:off x="1981975" y="1722975"/>
              <a:ext cx="2503200" cy="1241400"/>
            </a:xfrm>
            <a:prstGeom prst="roundRect">
              <a:avLst>
                <a:gd fmla="val 21901" name="adj"/>
              </a:avLst>
            </a:prstGeom>
            <a:noFill/>
            <a:ln>
              <a:noFill/>
            </a:ln>
          </p:spPr>
        </p:pic>
        <p:sp>
          <p:nvSpPr>
            <p:cNvPr id="1723" name="Google Shape;1723;p34"/>
            <p:cNvSpPr/>
            <p:nvPr/>
          </p:nvSpPr>
          <p:spPr>
            <a:xfrm rot="-277100">
              <a:off x="3928939" y="2720524"/>
              <a:ext cx="454832" cy="157050"/>
            </a:xfrm>
            <a:custGeom>
              <a:rect b="b" l="l" r="r" t="t"/>
              <a:pathLst>
                <a:path extrusionOk="0" h="2802" w="8976">
                  <a:moveTo>
                    <a:pt x="8931" y="1"/>
                  </a:moveTo>
                  <a:cubicBezTo>
                    <a:pt x="8782" y="849"/>
                    <a:pt x="8321" y="1623"/>
                    <a:pt x="7636" y="2085"/>
                  </a:cubicBezTo>
                  <a:cubicBezTo>
                    <a:pt x="7294" y="2323"/>
                    <a:pt x="6907" y="2472"/>
                    <a:pt x="6490" y="2546"/>
                  </a:cubicBezTo>
                  <a:cubicBezTo>
                    <a:pt x="6297" y="2576"/>
                    <a:pt x="6088" y="2576"/>
                    <a:pt x="5865" y="2576"/>
                  </a:cubicBezTo>
                  <a:cubicBezTo>
                    <a:pt x="5642" y="2576"/>
                    <a:pt x="5433" y="2591"/>
                    <a:pt x="5210" y="2591"/>
                  </a:cubicBezTo>
                  <a:cubicBezTo>
                    <a:pt x="4994" y="2598"/>
                    <a:pt x="4778" y="2602"/>
                    <a:pt x="4563" y="2602"/>
                  </a:cubicBezTo>
                  <a:cubicBezTo>
                    <a:pt x="4347" y="2602"/>
                    <a:pt x="4131" y="2598"/>
                    <a:pt x="3915" y="2591"/>
                  </a:cubicBezTo>
                  <a:cubicBezTo>
                    <a:pt x="3469" y="2576"/>
                    <a:pt x="3037" y="2531"/>
                    <a:pt x="2605" y="2501"/>
                  </a:cubicBezTo>
                  <a:cubicBezTo>
                    <a:pt x="2281" y="2485"/>
                    <a:pt x="1958" y="2476"/>
                    <a:pt x="1633" y="2476"/>
                  </a:cubicBezTo>
                  <a:cubicBezTo>
                    <a:pt x="1092" y="2476"/>
                    <a:pt x="549" y="2500"/>
                    <a:pt x="0" y="2546"/>
                  </a:cubicBezTo>
                  <a:lnTo>
                    <a:pt x="0" y="2576"/>
                  </a:lnTo>
                  <a:cubicBezTo>
                    <a:pt x="864" y="2680"/>
                    <a:pt x="1742" y="2725"/>
                    <a:pt x="2605" y="2725"/>
                  </a:cubicBezTo>
                  <a:cubicBezTo>
                    <a:pt x="3037" y="2710"/>
                    <a:pt x="3469" y="2680"/>
                    <a:pt x="3900" y="2680"/>
                  </a:cubicBezTo>
                  <a:cubicBezTo>
                    <a:pt x="4347" y="2680"/>
                    <a:pt x="4778" y="2710"/>
                    <a:pt x="5210" y="2740"/>
                  </a:cubicBezTo>
                  <a:cubicBezTo>
                    <a:pt x="5418" y="2755"/>
                    <a:pt x="5642" y="2769"/>
                    <a:pt x="5850" y="2784"/>
                  </a:cubicBezTo>
                  <a:cubicBezTo>
                    <a:pt x="5979" y="2793"/>
                    <a:pt x="6108" y="2801"/>
                    <a:pt x="6237" y="2801"/>
                  </a:cubicBezTo>
                  <a:cubicBezTo>
                    <a:pt x="6331" y="2801"/>
                    <a:pt x="6426" y="2797"/>
                    <a:pt x="6520" y="2784"/>
                  </a:cubicBezTo>
                  <a:cubicBezTo>
                    <a:pt x="6981" y="2740"/>
                    <a:pt x="7413" y="2576"/>
                    <a:pt x="7785" y="2308"/>
                  </a:cubicBezTo>
                  <a:cubicBezTo>
                    <a:pt x="8529" y="1787"/>
                    <a:pt x="8976" y="879"/>
                    <a:pt x="89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34"/>
            <p:cNvSpPr/>
            <p:nvPr/>
          </p:nvSpPr>
          <p:spPr>
            <a:xfrm rot="447014">
              <a:off x="3990818" y="1778142"/>
              <a:ext cx="394572" cy="85757"/>
            </a:xfrm>
            <a:custGeom>
              <a:rect b="b" l="l" r="r" t="t"/>
              <a:pathLst>
                <a:path extrusionOk="0" h="1344" w="6833">
                  <a:moveTo>
                    <a:pt x="4686" y="0"/>
                  </a:moveTo>
                  <a:cubicBezTo>
                    <a:pt x="4637" y="0"/>
                    <a:pt x="4589" y="1"/>
                    <a:pt x="4540" y="4"/>
                  </a:cubicBezTo>
                  <a:lnTo>
                    <a:pt x="3632" y="48"/>
                  </a:lnTo>
                  <a:cubicBezTo>
                    <a:pt x="2412" y="138"/>
                    <a:pt x="1206" y="242"/>
                    <a:pt x="0" y="420"/>
                  </a:cubicBezTo>
                  <a:cubicBezTo>
                    <a:pt x="155" y="422"/>
                    <a:pt x="310" y="423"/>
                    <a:pt x="465" y="423"/>
                  </a:cubicBezTo>
                  <a:cubicBezTo>
                    <a:pt x="1528" y="423"/>
                    <a:pt x="2582" y="379"/>
                    <a:pt x="3647" y="301"/>
                  </a:cubicBezTo>
                  <a:lnTo>
                    <a:pt x="4555" y="242"/>
                  </a:lnTo>
                  <a:cubicBezTo>
                    <a:pt x="4626" y="234"/>
                    <a:pt x="4698" y="231"/>
                    <a:pt x="4770" y="231"/>
                  </a:cubicBezTo>
                  <a:cubicBezTo>
                    <a:pt x="4986" y="231"/>
                    <a:pt x="5206" y="264"/>
                    <a:pt x="5419" y="331"/>
                  </a:cubicBezTo>
                  <a:cubicBezTo>
                    <a:pt x="5969" y="480"/>
                    <a:pt x="6475" y="852"/>
                    <a:pt x="6833" y="1343"/>
                  </a:cubicBezTo>
                  <a:cubicBezTo>
                    <a:pt x="6565" y="793"/>
                    <a:pt x="6073" y="346"/>
                    <a:pt x="5478" y="138"/>
                  </a:cubicBezTo>
                  <a:cubicBezTo>
                    <a:pt x="5226" y="37"/>
                    <a:pt x="4953" y="0"/>
                    <a:pt x="4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34"/>
            <p:cNvSpPr/>
            <p:nvPr/>
          </p:nvSpPr>
          <p:spPr>
            <a:xfrm rot="-5671675">
              <a:off x="1714298" y="2052550"/>
              <a:ext cx="1134449" cy="517681"/>
            </a:xfrm>
            <a:custGeom>
              <a:rect b="b" l="l" r="r" t="t"/>
              <a:pathLst>
                <a:path extrusionOk="0" h="6455" w="12817">
                  <a:moveTo>
                    <a:pt x="1961" y="1"/>
                  </a:moveTo>
                  <a:cubicBezTo>
                    <a:pt x="1823" y="1"/>
                    <a:pt x="1675" y="11"/>
                    <a:pt x="1534" y="39"/>
                  </a:cubicBezTo>
                  <a:cubicBezTo>
                    <a:pt x="1311" y="84"/>
                    <a:pt x="1102" y="173"/>
                    <a:pt x="924" y="292"/>
                  </a:cubicBezTo>
                  <a:cubicBezTo>
                    <a:pt x="551" y="545"/>
                    <a:pt x="284" y="932"/>
                    <a:pt x="135" y="1349"/>
                  </a:cubicBezTo>
                  <a:cubicBezTo>
                    <a:pt x="75" y="1543"/>
                    <a:pt x="31" y="1766"/>
                    <a:pt x="16" y="1989"/>
                  </a:cubicBezTo>
                  <a:lnTo>
                    <a:pt x="1" y="2614"/>
                  </a:lnTo>
                  <a:cubicBezTo>
                    <a:pt x="1" y="3031"/>
                    <a:pt x="1" y="3448"/>
                    <a:pt x="1" y="3880"/>
                  </a:cubicBezTo>
                  <a:lnTo>
                    <a:pt x="31" y="3880"/>
                  </a:lnTo>
                  <a:cubicBezTo>
                    <a:pt x="75" y="3463"/>
                    <a:pt x="105" y="3046"/>
                    <a:pt x="150" y="2629"/>
                  </a:cubicBezTo>
                  <a:lnTo>
                    <a:pt x="194" y="1989"/>
                  </a:lnTo>
                  <a:cubicBezTo>
                    <a:pt x="209" y="1796"/>
                    <a:pt x="269" y="1602"/>
                    <a:pt x="328" y="1409"/>
                  </a:cubicBezTo>
                  <a:cubicBezTo>
                    <a:pt x="462" y="1037"/>
                    <a:pt x="715" y="709"/>
                    <a:pt x="1043" y="486"/>
                  </a:cubicBezTo>
                  <a:cubicBezTo>
                    <a:pt x="1206" y="382"/>
                    <a:pt x="1400" y="307"/>
                    <a:pt x="1579" y="263"/>
                  </a:cubicBezTo>
                  <a:cubicBezTo>
                    <a:pt x="1701" y="234"/>
                    <a:pt x="1824" y="224"/>
                    <a:pt x="1950" y="224"/>
                  </a:cubicBezTo>
                  <a:cubicBezTo>
                    <a:pt x="2023" y="224"/>
                    <a:pt x="2098" y="227"/>
                    <a:pt x="2174" y="233"/>
                  </a:cubicBezTo>
                  <a:cubicBezTo>
                    <a:pt x="3022" y="263"/>
                    <a:pt x="3856" y="277"/>
                    <a:pt x="4689" y="307"/>
                  </a:cubicBezTo>
                  <a:cubicBezTo>
                    <a:pt x="5538" y="352"/>
                    <a:pt x="6371" y="411"/>
                    <a:pt x="7205" y="486"/>
                  </a:cubicBezTo>
                  <a:cubicBezTo>
                    <a:pt x="8039" y="560"/>
                    <a:pt x="8887" y="620"/>
                    <a:pt x="9721" y="679"/>
                  </a:cubicBezTo>
                  <a:lnTo>
                    <a:pt x="10033" y="694"/>
                  </a:lnTo>
                  <a:cubicBezTo>
                    <a:pt x="10122" y="709"/>
                    <a:pt x="10227" y="724"/>
                    <a:pt x="10331" y="739"/>
                  </a:cubicBezTo>
                  <a:cubicBezTo>
                    <a:pt x="10524" y="783"/>
                    <a:pt x="10703" y="843"/>
                    <a:pt x="10882" y="932"/>
                  </a:cubicBezTo>
                  <a:cubicBezTo>
                    <a:pt x="11239" y="1111"/>
                    <a:pt x="11566" y="1364"/>
                    <a:pt x="11819" y="1677"/>
                  </a:cubicBezTo>
                  <a:cubicBezTo>
                    <a:pt x="12325" y="2302"/>
                    <a:pt x="12564" y="3120"/>
                    <a:pt x="12534" y="3939"/>
                  </a:cubicBezTo>
                  <a:cubicBezTo>
                    <a:pt x="12519" y="4773"/>
                    <a:pt x="12504" y="5621"/>
                    <a:pt x="12504" y="6455"/>
                  </a:cubicBezTo>
                  <a:lnTo>
                    <a:pt x="12534" y="6455"/>
                  </a:lnTo>
                  <a:cubicBezTo>
                    <a:pt x="12623" y="5621"/>
                    <a:pt x="12683" y="4788"/>
                    <a:pt x="12742" y="3939"/>
                  </a:cubicBezTo>
                  <a:cubicBezTo>
                    <a:pt x="12817" y="3091"/>
                    <a:pt x="12578" y="2183"/>
                    <a:pt x="12028" y="1498"/>
                  </a:cubicBezTo>
                  <a:cubicBezTo>
                    <a:pt x="11760" y="1156"/>
                    <a:pt x="11403" y="873"/>
                    <a:pt x="11001" y="694"/>
                  </a:cubicBezTo>
                  <a:cubicBezTo>
                    <a:pt x="10807" y="590"/>
                    <a:pt x="10584" y="530"/>
                    <a:pt x="10375" y="486"/>
                  </a:cubicBezTo>
                  <a:cubicBezTo>
                    <a:pt x="10271" y="456"/>
                    <a:pt x="10152" y="456"/>
                    <a:pt x="10048" y="441"/>
                  </a:cubicBezTo>
                  <a:lnTo>
                    <a:pt x="9735" y="426"/>
                  </a:lnTo>
                  <a:cubicBezTo>
                    <a:pt x="8887" y="396"/>
                    <a:pt x="8053" y="367"/>
                    <a:pt x="7220" y="337"/>
                  </a:cubicBezTo>
                  <a:cubicBezTo>
                    <a:pt x="6371" y="307"/>
                    <a:pt x="5538" y="277"/>
                    <a:pt x="4704" y="218"/>
                  </a:cubicBezTo>
                  <a:cubicBezTo>
                    <a:pt x="3871" y="173"/>
                    <a:pt x="3022" y="84"/>
                    <a:pt x="2189" y="9"/>
                  </a:cubicBezTo>
                  <a:cubicBezTo>
                    <a:pt x="2118" y="4"/>
                    <a:pt x="2041" y="1"/>
                    <a:pt x="19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26" name="Google Shape;1726;p34"/>
          <p:cNvGrpSpPr/>
          <p:nvPr/>
        </p:nvGrpSpPr>
        <p:grpSpPr>
          <a:xfrm flipH="1">
            <a:off x="2221530" y="329562"/>
            <a:ext cx="4700940" cy="1145545"/>
            <a:chOff x="1727221" y="1543500"/>
            <a:chExt cx="5718210" cy="1560900"/>
          </a:xfrm>
        </p:grpSpPr>
        <p:grpSp>
          <p:nvGrpSpPr>
            <p:cNvPr id="1727" name="Google Shape;1727;p34"/>
            <p:cNvGrpSpPr/>
            <p:nvPr/>
          </p:nvGrpSpPr>
          <p:grpSpPr>
            <a:xfrm>
              <a:off x="1727221" y="1543500"/>
              <a:ext cx="5718210" cy="1560900"/>
              <a:chOff x="1525600" y="1289175"/>
              <a:chExt cx="6121625" cy="1560900"/>
            </a:xfrm>
          </p:grpSpPr>
          <p:grpSp>
            <p:nvGrpSpPr>
              <p:cNvPr id="1728" name="Google Shape;1728;p34"/>
              <p:cNvGrpSpPr/>
              <p:nvPr/>
            </p:nvGrpSpPr>
            <p:grpSpPr>
              <a:xfrm>
                <a:off x="1525600" y="1289175"/>
                <a:ext cx="6121625" cy="1560900"/>
                <a:chOff x="1525600" y="1289175"/>
                <a:chExt cx="6121625" cy="1560900"/>
              </a:xfrm>
            </p:grpSpPr>
            <p:sp>
              <p:nvSpPr>
                <p:cNvPr id="1729" name="Google Shape;1729;p34"/>
                <p:cNvSpPr/>
                <p:nvPr/>
              </p:nvSpPr>
              <p:spPr>
                <a:xfrm>
                  <a:off x="1525725" y="1289175"/>
                  <a:ext cx="6121500" cy="1560900"/>
                </a:xfrm>
                <a:prstGeom prst="roundRect">
                  <a:avLst>
                    <a:gd fmla="val 28107" name="adj"/>
                  </a:avLst>
                </a:prstGeom>
                <a:solidFill>
                  <a:schemeClr val="accent1"/>
                </a:solidFill>
                <a:ln cap="flat" cmpd="sng" w="762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1730" name="Google Shape;1730;p34"/>
                <p:cNvPicPr preferRelativeResize="0"/>
                <p:nvPr/>
              </p:nvPicPr>
              <p:blipFill rotWithShape="1">
                <a:blip r:embed="rId3">
                  <a:alphaModFix amt="35000"/>
                </a:blip>
                <a:srcRect b="8896" l="18257" r="14795" t="60755"/>
                <a:stretch/>
              </p:blipFill>
              <p:spPr>
                <a:xfrm>
                  <a:off x="1525600" y="1289175"/>
                  <a:ext cx="6121500" cy="1560900"/>
                </a:xfrm>
                <a:prstGeom prst="roundRect">
                  <a:avLst>
                    <a:gd fmla="val 29800" name="adj"/>
                  </a:avLst>
                </a:prstGeom>
                <a:noFill/>
                <a:ln>
                  <a:noFill/>
                </a:ln>
              </p:spPr>
            </p:pic>
            <p:pic>
              <p:nvPicPr>
                <p:cNvPr id="1731" name="Google Shape;1731;p34"/>
                <p:cNvPicPr preferRelativeResize="0"/>
                <p:nvPr/>
              </p:nvPicPr>
              <p:blipFill rotWithShape="1">
                <a:blip r:embed="rId4">
                  <a:alphaModFix amt="17000"/>
                </a:blip>
                <a:srcRect b="18806" l="19601" r="13456" t="50847"/>
                <a:stretch/>
              </p:blipFill>
              <p:spPr>
                <a:xfrm>
                  <a:off x="1525725" y="1289175"/>
                  <a:ext cx="6121500" cy="1560900"/>
                </a:xfrm>
                <a:prstGeom prst="roundRect">
                  <a:avLst>
                    <a:gd fmla="val 29230" name="adj"/>
                  </a:avLst>
                </a:prstGeom>
                <a:noFill/>
                <a:ln>
                  <a:noFill/>
                </a:ln>
              </p:spPr>
            </p:pic>
            <p:sp>
              <p:nvSpPr>
                <p:cNvPr id="1732" name="Google Shape;1732;p34"/>
                <p:cNvSpPr/>
                <p:nvPr/>
              </p:nvSpPr>
              <p:spPr>
                <a:xfrm rot="-261490">
                  <a:off x="6596127" y="2418700"/>
                  <a:ext cx="939047" cy="306100"/>
                </a:xfrm>
                <a:custGeom>
                  <a:rect b="b" l="l" r="r" t="t"/>
                  <a:pathLst>
                    <a:path extrusionOk="0" h="2802" w="8976">
                      <a:moveTo>
                        <a:pt x="8931" y="1"/>
                      </a:moveTo>
                      <a:cubicBezTo>
                        <a:pt x="8782" y="849"/>
                        <a:pt x="8321" y="1623"/>
                        <a:pt x="7636" y="2085"/>
                      </a:cubicBezTo>
                      <a:cubicBezTo>
                        <a:pt x="7294" y="2323"/>
                        <a:pt x="6907" y="2472"/>
                        <a:pt x="6490" y="2546"/>
                      </a:cubicBezTo>
                      <a:cubicBezTo>
                        <a:pt x="6297" y="2576"/>
                        <a:pt x="6088" y="2576"/>
                        <a:pt x="5865" y="2576"/>
                      </a:cubicBezTo>
                      <a:cubicBezTo>
                        <a:pt x="5642" y="2576"/>
                        <a:pt x="5433" y="2591"/>
                        <a:pt x="5210" y="2591"/>
                      </a:cubicBezTo>
                      <a:cubicBezTo>
                        <a:pt x="4994" y="2598"/>
                        <a:pt x="4778" y="2602"/>
                        <a:pt x="4563" y="2602"/>
                      </a:cubicBezTo>
                      <a:cubicBezTo>
                        <a:pt x="4347" y="2602"/>
                        <a:pt x="4131" y="2598"/>
                        <a:pt x="3915" y="2591"/>
                      </a:cubicBezTo>
                      <a:cubicBezTo>
                        <a:pt x="3469" y="2576"/>
                        <a:pt x="3037" y="2531"/>
                        <a:pt x="2605" y="2501"/>
                      </a:cubicBezTo>
                      <a:cubicBezTo>
                        <a:pt x="2281" y="2485"/>
                        <a:pt x="1958" y="2476"/>
                        <a:pt x="1633" y="2476"/>
                      </a:cubicBezTo>
                      <a:cubicBezTo>
                        <a:pt x="1092" y="2476"/>
                        <a:pt x="549" y="2500"/>
                        <a:pt x="0" y="2546"/>
                      </a:cubicBezTo>
                      <a:lnTo>
                        <a:pt x="0" y="2576"/>
                      </a:lnTo>
                      <a:cubicBezTo>
                        <a:pt x="864" y="2680"/>
                        <a:pt x="1742" y="2725"/>
                        <a:pt x="2605" y="2725"/>
                      </a:cubicBezTo>
                      <a:cubicBezTo>
                        <a:pt x="3037" y="2710"/>
                        <a:pt x="3469" y="2680"/>
                        <a:pt x="3900" y="2680"/>
                      </a:cubicBezTo>
                      <a:cubicBezTo>
                        <a:pt x="4347" y="2680"/>
                        <a:pt x="4778" y="2710"/>
                        <a:pt x="5210" y="2740"/>
                      </a:cubicBezTo>
                      <a:cubicBezTo>
                        <a:pt x="5418" y="2755"/>
                        <a:pt x="5642" y="2769"/>
                        <a:pt x="5850" y="2784"/>
                      </a:cubicBezTo>
                      <a:cubicBezTo>
                        <a:pt x="5979" y="2793"/>
                        <a:pt x="6108" y="2801"/>
                        <a:pt x="6237" y="2801"/>
                      </a:cubicBezTo>
                      <a:cubicBezTo>
                        <a:pt x="6331" y="2801"/>
                        <a:pt x="6426" y="2797"/>
                        <a:pt x="6520" y="2784"/>
                      </a:cubicBezTo>
                      <a:cubicBezTo>
                        <a:pt x="6981" y="2740"/>
                        <a:pt x="7413" y="2576"/>
                        <a:pt x="7785" y="2308"/>
                      </a:cubicBezTo>
                      <a:cubicBezTo>
                        <a:pt x="8529" y="1787"/>
                        <a:pt x="8976" y="879"/>
                        <a:pt x="894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33" name="Google Shape;1733;p34"/>
                <p:cNvSpPr/>
                <p:nvPr/>
              </p:nvSpPr>
              <p:spPr>
                <a:xfrm rot="421936">
                  <a:off x="6707323" y="1426692"/>
                  <a:ext cx="814161" cy="167232"/>
                </a:xfrm>
                <a:custGeom>
                  <a:rect b="b" l="l" r="r" t="t"/>
                  <a:pathLst>
                    <a:path extrusionOk="0" h="1344" w="6833">
                      <a:moveTo>
                        <a:pt x="4686" y="0"/>
                      </a:moveTo>
                      <a:cubicBezTo>
                        <a:pt x="4637" y="0"/>
                        <a:pt x="4589" y="1"/>
                        <a:pt x="4540" y="4"/>
                      </a:cubicBezTo>
                      <a:lnTo>
                        <a:pt x="3632" y="48"/>
                      </a:lnTo>
                      <a:cubicBezTo>
                        <a:pt x="2412" y="138"/>
                        <a:pt x="1206" y="242"/>
                        <a:pt x="0" y="420"/>
                      </a:cubicBezTo>
                      <a:cubicBezTo>
                        <a:pt x="155" y="422"/>
                        <a:pt x="310" y="423"/>
                        <a:pt x="465" y="423"/>
                      </a:cubicBezTo>
                      <a:cubicBezTo>
                        <a:pt x="1528" y="423"/>
                        <a:pt x="2582" y="379"/>
                        <a:pt x="3647" y="301"/>
                      </a:cubicBezTo>
                      <a:lnTo>
                        <a:pt x="4555" y="242"/>
                      </a:lnTo>
                      <a:cubicBezTo>
                        <a:pt x="4626" y="234"/>
                        <a:pt x="4698" y="231"/>
                        <a:pt x="4770" y="231"/>
                      </a:cubicBezTo>
                      <a:cubicBezTo>
                        <a:pt x="4986" y="231"/>
                        <a:pt x="5206" y="264"/>
                        <a:pt x="5419" y="331"/>
                      </a:cubicBezTo>
                      <a:cubicBezTo>
                        <a:pt x="5969" y="480"/>
                        <a:pt x="6475" y="852"/>
                        <a:pt x="6833" y="1343"/>
                      </a:cubicBezTo>
                      <a:cubicBezTo>
                        <a:pt x="6565" y="793"/>
                        <a:pt x="6073" y="346"/>
                        <a:pt x="5478" y="138"/>
                      </a:cubicBezTo>
                      <a:cubicBezTo>
                        <a:pt x="5226" y="37"/>
                        <a:pt x="4953" y="0"/>
                        <a:pt x="468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34" name="Google Shape;1734;p34"/>
                <p:cNvSpPr/>
                <p:nvPr/>
              </p:nvSpPr>
              <p:spPr>
                <a:xfrm>
                  <a:off x="6796876" y="1898619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735" name="Google Shape;1735;p34"/>
                <p:cNvSpPr/>
                <p:nvPr/>
              </p:nvSpPr>
              <p:spPr>
                <a:xfrm>
                  <a:off x="6629000" y="1962350"/>
                  <a:ext cx="873309" cy="15875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736" name="Google Shape;1736;p34"/>
                <p:cNvSpPr/>
                <p:nvPr/>
              </p:nvSpPr>
              <p:spPr>
                <a:xfrm>
                  <a:off x="6629000" y="1563550"/>
                  <a:ext cx="873309" cy="15875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737" name="Google Shape;1737;p34"/>
                <p:cNvSpPr/>
                <p:nvPr/>
              </p:nvSpPr>
              <p:spPr>
                <a:xfrm>
                  <a:off x="6796876" y="1762932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738" name="Google Shape;1738;p34"/>
                <p:cNvSpPr/>
                <p:nvPr/>
              </p:nvSpPr>
              <p:spPr>
                <a:xfrm>
                  <a:off x="6796876" y="1695094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739" name="Google Shape;1739;p34"/>
                <p:cNvSpPr/>
                <p:nvPr/>
              </p:nvSpPr>
              <p:spPr>
                <a:xfrm>
                  <a:off x="6796876" y="2412540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1740" name="Google Shape;1740;p34"/>
              <p:cNvSpPr/>
              <p:nvPr/>
            </p:nvSpPr>
            <p:spPr>
              <a:xfrm>
                <a:off x="1639251" y="1633965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741" name="Google Shape;1741;p34"/>
              <p:cNvSpPr/>
              <p:nvPr/>
            </p:nvSpPr>
            <p:spPr>
              <a:xfrm rot="-5687871">
                <a:off x="1312547" y="1709608"/>
                <a:ext cx="1274567" cy="661164"/>
              </a:xfrm>
              <a:custGeom>
                <a:rect b="b" l="l" r="r" t="t"/>
                <a:pathLst>
                  <a:path extrusionOk="0" h="6455" w="12817">
                    <a:moveTo>
                      <a:pt x="1961" y="1"/>
                    </a:moveTo>
                    <a:cubicBezTo>
                      <a:pt x="1823" y="1"/>
                      <a:pt x="1675" y="11"/>
                      <a:pt x="1534" y="39"/>
                    </a:cubicBezTo>
                    <a:cubicBezTo>
                      <a:pt x="1311" y="84"/>
                      <a:pt x="1102" y="173"/>
                      <a:pt x="924" y="292"/>
                    </a:cubicBezTo>
                    <a:cubicBezTo>
                      <a:pt x="551" y="545"/>
                      <a:pt x="284" y="932"/>
                      <a:pt x="135" y="1349"/>
                    </a:cubicBezTo>
                    <a:cubicBezTo>
                      <a:pt x="75" y="1543"/>
                      <a:pt x="31" y="1766"/>
                      <a:pt x="16" y="1989"/>
                    </a:cubicBezTo>
                    <a:lnTo>
                      <a:pt x="1" y="2614"/>
                    </a:lnTo>
                    <a:cubicBezTo>
                      <a:pt x="1" y="3031"/>
                      <a:pt x="1" y="3448"/>
                      <a:pt x="1" y="3880"/>
                    </a:cubicBezTo>
                    <a:lnTo>
                      <a:pt x="31" y="3880"/>
                    </a:lnTo>
                    <a:cubicBezTo>
                      <a:pt x="75" y="3463"/>
                      <a:pt x="105" y="3046"/>
                      <a:pt x="150" y="2629"/>
                    </a:cubicBezTo>
                    <a:lnTo>
                      <a:pt x="194" y="1989"/>
                    </a:lnTo>
                    <a:cubicBezTo>
                      <a:pt x="209" y="1796"/>
                      <a:pt x="269" y="1602"/>
                      <a:pt x="328" y="1409"/>
                    </a:cubicBezTo>
                    <a:cubicBezTo>
                      <a:pt x="462" y="1037"/>
                      <a:pt x="715" y="709"/>
                      <a:pt x="1043" y="486"/>
                    </a:cubicBezTo>
                    <a:cubicBezTo>
                      <a:pt x="1206" y="382"/>
                      <a:pt x="1400" y="307"/>
                      <a:pt x="1579" y="263"/>
                    </a:cubicBezTo>
                    <a:cubicBezTo>
                      <a:pt x="1701" y="234"/>
                      <a:pt x="1824" y="224"/>
                      <a:pt x="1950" y="224"/>
                    </a:cubicBezTo>
                    <a:cubicBezTo>
                      <a:pt x="2023" y="224"/>
                      <a:pt x="2098" y="227"/>
                      <a:pt x="2174" y="233"/>
                    </a:cubicBezTo>
                    <a:cubicBezTo>
                      <a:pt x="3022" y="263"/>
                      <a:pt x="3856" y="277"/>
                      <a:pt x="4689" y="307"/>
                    </a:cubicBezTo>
                    <a:cubicBezTo>
                      <a:pt x="5538" y="352"/>
                      <a:pt x="6371" y="411"/>
                      <a:pt x="7205" y="486"/>
                    </a:cubicBezTo>
                    <a:cubicBezTo>
                      <a:pt x="8039" y="560"/>
                      <a:pt x="8887" y="620"/>
                      <a:pt x="9721" y="679"/>
                    </a:cubicBezTo>
                    <a:lnTo>
                      <a:pt x="10033" y="694"/>
                    </a:lnTo>
                    <a:cubicBezTo>
                      <a:pt x="10122" y="709"/>
                      <a:pt x="10227" y="724"/>
                      <a:pt x="10331" y="739"/>
                    </a:cubicBezTo>
                    <a:cubicBezTo>
                      <a:pt x="10524" y="783"/>
                      <a:pt x="10703" y="843"/>
                      <a:pt x="10882" y="932"/>
                    </a:cubicBezTo>
                    <a:cubicBezTo>
                      <a:pt x="11239" y="1111"/>
                      <a:pt x="11566" y="1364"/>
                      <a:pt x="11819" y="1677"/>
                    </a:cubicBezTo>
                    <a:cubicBezTo>
                      <a:pt x="12325" y="2302"/>
                      <a:pt x="12564" y="3120"/>
                      <a:pt x="12534" y="3939"/>
                    </a:cubicBezTo>
                    <a:cubicBezTo>
                      <a:pt x="12519" y="4773"/>
                      <a:pt x="12504" y="5621"/>
                      <a:pt x="12504" y="6455"/>
                    </a:cubicBezTo>
                    <a:lnTo>
                      <a:pt x="12534" y="6455"/>
                    </a:lnTo>
                    <a:cubicBezTo>
                      <a:pt x="12623" y="5621"/>
                      <a:pt x="12683" y="4788"/>
                      <a:pt x="12742" y="3939"/>
                    </a:cubicBezTo>
                    <a:cubicBezTo>
                      <a:pt x="12817" y="3091"/>
                      <a:pt x="12578" y="2183"/>
                      <a:pt x="12028" y="1498"/>
                    </a:cubicBezTo>
                    <a:cubicBezTo>
                      <a:pt x="11760" y="1156"/>
                      <a:pt x="11403" y="873"/>
                      <a:pt x="11001" y="694"/>
                    </a:cubicBezTo>
                    <a:cubicBezTo>
                      <a:pt x="10807" y="590"/>
                      <a:pt x="10584" y="530"/>
                      <a:pt x="10375" y="486"/>
                    </a:cubicBezTo>
                    <a:cubicBezTo>
                      <a:pt x="10271" y="456"/>
                      <a:pt x="10152" y="456"/>
                      <a:pt x="10048" y="441"/>
                    </a:cubicBezTo>
                    <a:lnTo>
                      <a:pt x="9735" y="426"/>
                    </a:lnTo>
                    <a:cubicBezTo>
                      <a:pt x="8887" y="396"/>
                      <a:pt x="8053" y="367"/>
                      <a:pt x="7220" y="337"/>
                    </a:cubicBezTo>
                    <a:cubicBezTo>
                      <a:pt x="6371" y="307"/>
                      <a:pt x="5538" y="277"/>
                      <a:pt x="4704" y="218"/>
                    </a:cubicBezTo>
                    <a:cubicBezTo>
                      <a:pt x="3871" y="173"/>
                      <a:pt x="3022" y="84"/>
                      <a:pt x="2189" y="9"/>
                    </a:cubicBezTo>
                    <a:cubicBezTo>
                      <a:pt x="2118" y="4"/>
                      <a:pt x="2041" y="1"/>
                      <a:pt x="196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2" name="Google Shape;1742;p34"/>
              <p:cNvSpPr/>
              <p:nvPr/>
            </p:nvSpPr>
            <p:spPr>
              <a:xfrm>
                <a:off x="1639251" y="1584951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743" name="Google Shape;1743;p34"/>
              <p:cNvSpPr/>
              <p:nvPr/>
            </p:nvSpPr>
            <p:spPr>
              <a:xfrm>
                <a:off x="1639251" y="1898619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744" name="Google Shape;1744;p34"/>
              <p:cNvSpPr/>
              <p:nvPr/>
            </p:nvSpPr>
            <p:spPr>
              <a:xfrm>
                <a:off x="1639250" y="1962350"/>
                <a:ext cx="873309" cy="15875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745" name="Google Shape;1745;p34"/>
              <p:cNvSpPr/>
              <p:nvPr/>
            </p:nvSpPr>
            <p:spPr>
              <a:xfrm>
                <a:off x="1639250" y="2026100"/>
                <a:ext cx="873309" cy="15875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746" name="Google Shape;1746;p34"/>
              <p:cNvSpPr/>
              <p:nvPr/>
            </p:nvSpPr>
            <p:spPr>
              <a:xfrm>
                <a:off x="1639251" y="2089838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747" name="Google Shape;1747;p34"/>
              <p:cNvSpPr/>
              <p:nvPr/>
            </p:nvSpPr>
            <p:spPr>
              <a:xfrm>
                <a:off x="1673565" y="2447629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748" name="Google Shape;1748;p34"/>
            <p:cNvSpPr/>
            <p:nvPr/>
          </p:nvSpPr>
          <p:spPr>
            <a:xfrm>
              <a:off x="1727338" y="1543500"/>
              <a:ext cx="5718000" cy="1560900"/>
            </a:xfrm>
            <a:prstGeom prst="roundRect">
              <a:avLst>
                <a:gd fmla="val 28107" name="adj"/>
              </a:avLst>
            </a:prstGeom>
            <a:noFill/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49" name="Google Shape;1749;p34"/>
          <p:cNvSpPr txBox="1"/>
          <p:nvPr>
            <p:ph type="title"/>
          </p:nvPr>
        </p:nvSpPr>
        <p:spPr>
          <a:xfrm>
            <a:off x="2674350" y="429725"/>
            <a:ext cx="3795300" cy="101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Cultural Dichotomy</a:t>
            </a:r>
            <a:endParaRPr/>
          </a:p>
        </p:txBody>
      </p:sp>
      <p:sp>
        <p:nvSpPr>
          <p:cNvPr id="1750" name="Google Shape;1750;p34"/>
          <p:cNvSpPr txBox="1"/>
          <p:nvPr>
            <p:ph idx="2" type="title"/>
          </p:nvPr>
        </p:nvSpPr>
        <p:spPr>
          <a:xfrm>
            <a:off x="1749681" y="2635735"/>
            <a:ext cx="2397600" cy="49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Western Europe</a:t>
            </a:r>
            <a:endParaRPr sz="1800"/>
          </a:p>
        </p:txBody>
      </p:sp>
      <p:sp>
        <p:nvSpPr>
          <p:cNvPr id="1751" name="Google Shape;1751;p34"/>
          <p:cNvSpPr txBox="1"/>
          <p:nvPr>
            <p:ph idx="1" type="subTitle"/>
          </p:nvPr>
        </p:nvSpPr>
        <p:spPr>
          <a:xfrm>
            <a:off x="1749675" y="2982224"/>
            <a:ext cx="2397600" cy="10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Medieval Europe, Dragons were paragons of sin, representing nature’s wrath and social chaos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(Kahlifa-Gueta 2018)</a:t>
            </a:r>
            <a:endParaRPr sz="1000"/>
          </a:p>
        </p:txBody>
      </p:sp>
      <p:sp>
        <p:nvSpPr>
          <p:cNvPr id="1752" name="Google Shape;1752;p34"/>
          <p:cNvSpPr txBox="1"/>
          <p:nvPr>
            <p:ph idx="3" type="title"/>
          </p:nvPr>
        </p:nvSpPr>
        <p:spPr>
          <a:xfrm>
            <a:off x="4996719" y="2666560"/>
            <a:ext cx="2397600" cy="49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Eastern </a:t>
            </a:r>
            <a:r>
              <a:rPr lang="en" sz="1900"/>
              <a:t>Asia</a:t>
            </a:r>
            <a:endParaRPr sz="1900"/>
          </a:p>
        </p:txBody>
      </p:sp>
      <p:sp>
        <p:nvSpPr>
          <p:cNvPr id="1753" name="Google Shape;1753;p34"/>
          <p:cNvSpPr txBox="1"/>
          <p:nvPr>
            <p:ph idx="4" type="subTitle"/>
          </p:nvPr>
        </p:nvSpPr>
        <p:spPr>
          <a:xfrm>
            <a:off x="4996725" y="2982224"/>
            <a:ext cx="2397600" cy="10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China, Dragons were representations of Empyreal Power, and Symbols of Harmony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(Zhang 2024)</a:t>
            </a:r>
            <a:endParaRPr sz="1000"/>
          </a:p>
        </p:txBody>
      </p:sp>
      <p:grpSp>
        <p:nvGrpSpPr>
          <p:cNvPr id="1754" name="Google Shape;1754;p34"/>
          <p:cNvGrpSpPr/>
          <p:nvPr/>
        </p:nvGrpSpPr>
        <p:grpSpPr>
          <a:xfrm>
            <a:off x="5910778" y="1791787"/>
            <a:ext cx="569481" cy="523711"/>
            <a:chOff x="-1092779" y="1746366"/>
            <a:chExt cx="269144" cy="247512"/>
          </a:xfrm>
        </p:grpSpPr>
        <p:sp>
          <p:nvSpPr>
            <p:cNvPr id="1755" name="Google Shape;1755;p34"/>
            <p:cNvSpPr/>
            <p:nvPr/>
          </p:nvSpPr>
          <p:spPr>
            <a:xfrm>
              <a:off x="-1050006" y="1828251"/>
              <a:ext cx="174393" cy="122854"/>
            </a:xfrm>
            <a:custGeom>
              <a:rect b="b" l="l" r="r" t="t"/>
              <a:pathLst>
                <a:path extrusionOk="0" h="4765" w="6764">
                  <a:moveTo>
                    <a:pt x="2113" y="794"/>
                  </a:moveTo>
                  <a:cubicBezTo>
                    <a:pt x="2191" y="794"/>
                    <a:pt x="2267" y="821"/>
                    <a:pt x="2320" y="875"/>
                  </a:cubicBezTo>
                  <a:cubicBezTo>
                    <a:pt x="2445" y="1000"/>
                    <a:pt x="2445" y="1196"/>
                    <a:pt x="2320" y="1303"/>
                  </a:cubicBezTo>
                  <a:lnTo>
                    <a:pt x="2142" y="1499"/>
                  </a:lnTo>
                  <a:lnTo>
                    <a:pt x="2320" y="1696"/>
                  </a:lnTo>
                  <a:cubicBezTo>
                    <a:pt x="2445" y="1820"/>
                    <a:pt x="2445" y="2017"/>
                    <a:pt x="2320" y="2142"/>
                  </a:cubicBezTo>
                  <a:cubicBezTo>
                    <a:pt x="2267" y="2195"/>
                    <a:pt x="2191" y="2222"/>
                    <a:pt x="2113" y="2222"/>
                  </a:cubicBezTo>
                  <a:cubicBezTo>
                    <a:pt x="2035" y="2222"/>
                    <a:pt x="1955" y="2195"/>
                    <a:pt x="1892" y="2142"/>
                  </a:cubicBezTo>
                  <a:lnTo>
                    <a:pt x="1696" y="1945"/>
                  </a:lnTo>
                  <a:lnTo>
                    <a:pt x="1500" y="2142"/>
                  </a:lnTo>
                  <a:cubicBezTo>
                    <a:pt x="1446" y="2195"/>
                    <a:pt x="1370" y="2222"/>
                    <a:pt x="1292" y="2222"/>
                  </a:cubicBezTo>
                  <a:cubicBezTo>
                    <a:pt x="1214" y="2222"/>
                    <a:pt x="1134" y="2195"/>
                    <a:pt x="1071" y="2142"/>
                  </a:cubicBezTo>
                  <a:cubicBezTo>
                    <a:pt x="946" y="2017"/>
                    <a:pt x="946" y="1820"/>
                    <a:pt x="1071" y="1696"/>
                  </a:cubicBezTo>
                  <a:lnTo>
                    <a:pt x="1268" y="1499"/>
                  </a:lnTo>
                  <a:lnTo>
                    <a:pt x="1071" y="1303"/>
                  </a:lnTo>
                  <a:cubicBezTo>
                    <a:pt x="946" y="1196"/>
                    <a:pt x="946" y="1000"/>
                    <a:pt x="1071" y="875"/>
                  </a:cubicBezTo>
                  <a:cubicBezTo>
                    <a:pt x="1134" y="821"/>
                    <a:pt x="1214" y="794"/>
                    <a:pt x="1292" y="794"/>
                  </a:cubicBezTo>
                  <a:cubicBezTo>
                    <a:pt x="1370" y="794"/>
                    <a:pt x="1446" y="821"/>
                    <a:pt x="1500" y="875"/>
                  </a:cubicBezTo>
                  <a:lnTo>
                    <a:pt x="1696" y="1071"/>
                  </a:lnTo>
                  <a:lnTo>
                    <a:pt x="1892" y="875"/>
                  </a:lnTo>
                  <a:cubicBezTo>
                    <a:pt x="1955" y="821"/>
                    <a:pt x="2035" y="794"/>
                    <a:pt x="2113" y="794"/>
                  </a:cubicBezTo>
                  <a:close/>
                  <a:moveTo>
                    <a:pt x="5139" y="0"/>
                  </a:moveTo>
                  <a:cubicBezTo>
                    <a:pt x="5122" y="0"/>
                    <a:pt x="5086" y="0"/>
                    <a:pt x="5068" y="18"/>
                  </a:cubicBezTo>
                  <a:lnTo>
                    <a:pt x="4479" y="607"/>
                  </a:lnTo>
                  <a:cubicBezTo>
                    <a:pt x="4354" y="750"/>
                    <a:pt x="4176" y="821"/>
                    <a:pt x="3998" y="821"/>
                  </a:cubicBezTo>
                  <a:lnTo>
                    <a:pt x="3409" y="821"/>
                  </a:lnTo>
                  <a:cubicBezTo>
                    <a:pt x="3230" y="821"/>
                    <a:pt x="3052" y="732"/>
                    <a:pt x="2909" y="607"/>
                  </a:cubicBezTo>
                  <a:lnTo>
                    <a:pt x="2410" y="108"/>
                  </a:lnTo>
                  <a:cubicBezTo>
                    <a:pt x="2392" y="90"/>
                    <a:pt x="2374" y="72"/>
                    <a:pt x="2356" y="72"/>
                  </a:cubicBezTo>
                  <a:lnTo>
                    <a:pt x="1053" y="72"/>
                  </a:lnTo>
                  <a:cubicBezTo>
                    <a:pt x="1036" y="72"/>
                    <a:pt x="1036" y="90"/>
                    <a:pt x="1018" y="90"/>
                  </a:cubicBezTo>
                  <a:lnTo>
                    <a:pt x="54" y="554"/>
                  </a:lnTo>
                  <a:cubicBezTo>
                    <a:pt x="36" y="571"/>
                    <a:pt x="1" y="589"/>
                    <a:pt x="1" y="625"/>
                  </a:cubicBezTo>
                  <a:lnTo>
                    <a:pt x="1" y="2266"/>
                  </a:lnTo>
                  <a:cubicBezTo>
                    <a:pt x="1" y="2284"/>
                    <a:pt x="19" y="2320"/>
                    <a:pt x="36" y="2338"/>
                  </a:cubicBezTo>
                  <a:lnTo>
                    <a:pt x="750" y="2891"/>
                  </a:lnTo>
                  <a:cubicBezTo>
                    <a:pt x="911" y="3034"/>
                    <a:pt x="1000" y="3230"/>
                    <a:pt x="1000" y="3444"/>
                  </a:cubicBezTo>
                  <a:lnTo>
                    <a:pt x="1000" y="4069"/>
                  </a:lnTo>
                  <a:cubicBezTo>
                    <a:pt x="1000" y="4104"/>
                    <a:pt x="1053" y="4158"/>
                    <a:pt x="1107" y="4158"/>
                  </a:cubicBezTo>
                  <a:lnTo>
                    <a:pt x="2891" y="4158"/>
                  </a:lnTo>
                  <a:cubicBezTo>
                    <a:pt x="3088" y="4158"/>
                    <a:pt x="3266" y="4229"/>
                    <a:pt x="3391" y="4372"/>
                  </a:cubicBezTo>
                  <a:lnTo>
                    <a:pt x="3748" y="4747"/>
                  </a:lnTo>
                  <a:cubicBezTo>
                    <a:pt x="3766" y="4764"/>
                    <a:pt x="3801" y="4764"/>
                    <a:pt x="3819" y="4764"/>
                  </a:cubicBezTo>
                  <a:lnTo>
                    <a:pt x="4390" y="4764"/>
                  </a:lnTo>
                  <a:cubicBezTo>
                    <a:pt x="4408" y="4764"/>
                    <a:pt x="4444" y="4764"/>
                    <a:pt x="4461" y="4729"/>
                  </a:cubicBezTo>
                  <a:lnTo>
                    <a:pt x="5336" y="3765"/>
                  </a:lnTo>
                  <a:cubicBezTo>
                    <a:pt x="5478" y="3605"/>
                    <a:pt x="5657" y="3515"/>
                    <a:pt x="5871" y="3515"/>
                  </a:cubicBezTo>
                  <a:lnTo>
                    <a:pt x="6763" y="3515"/>
                  </a:lnTo>
                  <a:lnTo>
                    <a:pt x="6763" y="2534"/>
                  </a:lnTo>
                  <a:lnTo>
                    <a:pt x="5764" y="1535"/>
                  </a:lnTo>
                  <a:cubicBezTo>
                    <a:pt x="5621" y="1410"/>
                    <a:pt x="5550" y="1232"/>
                    <a:pt x="5550" y="1035"/>
                  </a:cubicBezTo>
                  <a:lnTo>
                    <a:pt x="5550" y="90"/>
                  </a:lnTo>
                  <a:cubicBezTo>
                    <a:pt x="5550" y="36"/>
                    <a:pt x="5514" y="0"/>
                    <a:pt x="5461" y="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34"/>
            <p:cNvSpPr/>
            <p:nvPr/>
          </p:nvSpPr>
          <p:spPr>
            <a:xfrm>
              <a:off x="-1092779" y="1778104"/>
              <a:ext cx="269144" cy="215774"/>
            </a:xfrm>
            <a:custGeom>
              <a:rect b="b" l="l" r="r" t="t"/>
              <a:pathLst>
                <a:path extrusionOk="0" h="8369" w="10439">
                  <a:moveTo>
                    <a:pt x="339" y="1"/>
                  </a:moveTo>
                  <a:cubicBezTo>
                    <a:pt x="143" y="1"/>
                    <a:pt x="0" y="161"/>
                    <a:pt x="0" y="340"/>
                  </a:cubicBezTo>
                  <a:lnTo>
                    <a:pt x="0" y="5568"/>
                  </a:lnTo>
                  <a:cubicBezTo>
                    <a:pt x="0" y="5710"/>
                    <a:pt x="72" y="5835"/>
                    <a:pt x="179" y="5924"/>
                  </a:cubicBezTo>
                  <a:lnTo>
                    <a:pt x="857" y="6370"/>
                  </a:lnTo>
                  <a:lnTo>
                    <a:pt x="179" y="6834"/>
                  </a:lnTo>
                  <a:cubicBezTo>
                    <a:pt x="72" y="6906"/>
                    <a:pt x="0" y="7048"/>
                    <a:pt x="0" y="7173"/>
                  </a:cubicBezTo>
                  <a:lnTo>
                    <a:pt x="0" y="8030"/>
                  </a:lnTo>
                  <a:cubicBezTo>
                    <a:pt x="0" y="8208"/>
                    <a:pt x="143" y="8369"/>
                    <a:pt x="339" y="8369"/>
                  </a:cubicBezTo>
                  <a:lnTo>
                    <a:pt x="9725" y="8369"/>
                  </a:lnTo>
                  <a:cubicBezTo>
                    <a:pt x="10099" y="8369"/>
                    <a:pt x="10421" y="8065"/>
                    <a:pt x="10438" y="7673"/>
                  </a:cubicBezTo>
                  <a:cubicBezTo>
                    <a:pt x="10438" y="7280"/>
                    <a:pt x="10117" y="6959"/>
                    <a:pt x="9725" y="6959"/>
                  </a:cubicBezTo>
                  <a:lnTo>
                    <a:pt x="9029" y="6959"/>
                  </a:lnTo>
                  <a:cubicBezTo>
                    <a:pt x="8690" y="6959"/>
                    <a:pt x="8422" y="6692"/>
                    <a:pt x="8422" y="6353"/>
                  </a:cubicBezTo>
                  <a:lnTo>
                    <a:pt x="8422" y="6085"/>
                  </a:lnTo>
                  <a:lnTo>
                    <a:pt x="7530" y="6085"/>
                  </a:lnTo>
                  <a:cubicBezTo>
                    <a:pt x="7494" y="6085"/>
                    <a:pt x="7476" y="6085"/>
                    <a:pt x="7459" y="6121"/>
                  </a:cubicBezTo>
                  <a:lnTo>
                    <a:pt x="6567" y="7084"/>
                  </a:lnTo>
                  <a:cubicBezTo>
                    <a:pt x="6442" y="7245"/>
                    <a:pt x="6245" y="7316"/>
                    <a:pt x="6049" y="7316"/>
                  </a:cubicBezTo>
                  <a:lnTo>
                    <a:pt x="5478" y="7316"/>
                  </a:lnTo>
                  <a:cubicBezTo>
                    <a:pt x="5282" y="7316"/>
                    <a:pt x="5103" y="7245"/>
                    <a:pt x="4979" y="7120"/>
                  </a:cubicBezTo>
                  <a:lnTo>
                    <a:pt x="4622" y="6745"/>
                  </a:lnTo>
                  <a:cubicBezTo>
                    <a:pt x="4604" y="6727"/>
                    <a:pt x="4568" y="6709"/>
                    <a:pt x="4550" y="6709"/>
                  </a:cubicBezTo>
                  <a:lnTo>
                    <a:pt x="2766" y="6709"/>
                  </a:lnTo>
                  <a:cubicBezTo>
                    <a:pt x="2373" y="6709"/>
                    <a:pt x="2052" y="6388"/>
                    <a:pt x="2052" y="6014"/>
                  </a:cubicBezTo>
                  <a:lnTo>
                    <a:pt x="2052" y="5389"/>
                  </a:lnTo>
                  <a:cubicBezTo>
                    <a:pt x="2052" y="5371"/>
                    <a:pt x="2034" y="5336"/>
                    <a:pt x="2017" y="5318"/>
                  </a:cubicBezTo>
                  <a:lnTo>
                    <a:pt x="1321" y="4765"/>
                  </a:lnTo>
                  <a:cubicBezTo>
                    <a:pt x="1160" y="4622"/>
                    <a:pt x="1053" y="4426"/>
                    <a:pt x="1053" y="4211"/>
                  </a:cubicBezTo>
                  <a:lnTo>
                    <a:pt x="1053" y="2570"/>
                  </a:lnTo>
                  <a:cubicBezTo>
                    <a:pt x="1053" y="2302"/>
                    <a:pt x="1214" y="2053"/>
                    <a:pt x="1446" y="1945"/>
                  </a:cubicBezTo>
                  <a:lnTo>
                    <a:pt x="2409" y="1482"/>
                  </a:lnTo>
                  <a:cubicBezTo>
                    <a:pt x="2498" y="1428"/>
                    <a:pt x="2605" y="1410"/>
                    <a:pt x="2712" y="1410"/>
                  </a:cubicBezTo>
                  <a:lnTo>
                    <a:pt x="3997" y="1410"/>
                  </a:lnTo>
                  <a:cubicBezTo>
                    <a:pt x="4193" y="1410"/>
                    <a:pt x="4372" y="1482"/>
                    <a:pt x="4497" y="1624"/>
                  </a:cubicBezTo>
                  <a:lnTo>
                    <a:pt x="4996" y="2124"/>
                  </a:lnTo>
                  <a:cubicBezTo>
                    <a:pt x="5014" y="2142"/>
                    <a:pt x="5032" y="2142"/>
                    <a:pt x="5068" y="2142"/>
                  </a:cubicBezTo>
                  <a:lnTo>
                    <a:pt x="5621" y="2142"/>
                  </a:lnTo>
                  <a:cubicBezTo>
                    <a:pt x="5657" y="2142"/>
                    <a:pt x="5674" y="2142"/>
                    <a:pt x="5692" y="2124"/>
                  </a:cubicBezTo>
                  <a:lnTo>
                    <a:pt x="6299" y="1535"/>
                  </a:lnTo>
                  <a:cubicBezTo>
                    <a:pt x="6424" y="1410"/>
                    <a:pt x="6602" y="1339"/>
                    <a:pt x="6781" y="1339"/>
                  </a:cubicBezTo>
                  <a:lnTo>
                    <a:pt x="7120" y="1339"/>
                  </a:lnTo>
                  <a:cubicBezTo>
                    <a:pt x="7512" y="1339"/>
                    <a:pt x="7815" y="1642"/>
                    <a:pt x="7815" y="2035"/>
                  </a:cubicBezTo>
                  <a:lnTo>
                    <a:pt x="7815" y="2945"/>
                  </a:lnTo>
                  <a:cubicBezTo>
                    <a:pt x="7815" y="2980"/>
                    <a:pt x="7833" y="2998"/>
                    <a:pt x="7851" y="3016"/>
                  </a:cubicBezTo>
                  <a:lnTo>
                    <a:pt x="8422" y="3569"/>
                  </a:lnTo>
                  <a:lnTo>
                    <a:pt x="8422" y="1"/>
                  </a:lnTo>
                  <a:close/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34"/>
            <p:cNvSpPr/>
            <p:nvPr/>
          </p:nvSpPr>
          <p:spPr>
            <a:xfrm>
              <a:off x="-860014" y="1746366"/>
              <a:ext cx="36379" cy="200588"/>
            </a:xfrm>
            <a:custGeom>
              <a:rect b="b" l="l" r="r" t="t"/>
              <a:pathLst>
                <a:path extrusionOk="0" h="7780" w="1411">
                  <a:moveTo>
                    <a:pt x="322" y="0"/>
                  </a:moveTo>
                  <a:cubicBezTo>
                    <a:pt x="144" y="0"/>
                    <a:pt x="1" y="143"/>
                    <a:pt x="1" y="322"/>
                  </a:cubicBezTo>
                  <a:lnTo>
                    <a:pt x="1" y="7584"/>
                  </a:lnTo>
                  <a:lnTo>
                    <a:pt x="697" y="7584"/>
                  </a:lnTo>
                  <a:cubicBezTo>
                    <a:pt x="964" y="7584"/>
                    <a:pt x="1196" y="7655"/>
                    <a:pt x="1410" y="7780"/>
                  </a:cubicBezTo>
                  <a:lnTo>
                    <a:pt x="1410" y="696"/>
                  </a:lnTo>
                  <a:cubicBezTo>
                    <a:pt x="1410" y="304"/>
                    <a:pt x="1089" y="0"/>
                    <a:pt x="697" y="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Close-up of a Euro bank note (Provided by Getty Images)" id="1758" name="Google Shape;1758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72275" y="1560428"/>
            <a:ext cx="1152399" cy="86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tique map of southeast Asia (Provided by Getty Images)" id="1759" name="Google Shape;1759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19321" y="1560742"/>
            <a:ext cx="1152399" cy="898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3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4" name="Google Shape;1764;p35"/>
          <p:cNvGrpSpPr/>
          <p:nvPr/>
        </p:nvGrpSpPr>
        <p:grpSpPr>
          <a:xfrm>
            <a:off x="780905" y="1747575"/>
            <a:ext cx="4221844" cy="2478900"/>
            <a:chOff x="1633125" y="1757300"/>
            <a:chExt cx="5902200" cy="2478900"/>
          </a:xfrm>
        </p:grpSpPr>
        <p:sp>
          <p:nvSpPr>
            <p:cNvPr id="1765" name="Google Shape;1765;p35"/>
            <p:cNvSpPr/>
            <p:nvPr/>
          </p:nvSpPr>
          <p:spPr>
            <a:xfrm flipH="1">
              <a:off x="1633125" y="1757300"/>
              <a:ext cx="5902200" cy="2478900"/>
            </a:xfrm>
            <a:prstGeom prst="roundRect">
              <a:avLst>
                <a:gd fmla="val 20475" name="adj"/>
              </a:avLst>
            </a:prstGeom>
            <a:solidFill>
              <a:schemeClr val="accent1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66" name="Google Shape;1766;p35"/>
            <p:cNvPicPr preferRelativeResize="0"/>
            <p:nvPr/>
          </p:nvPicPr>
          <p:blipFill rotWithShape="1">
            <a:blip r:embed="rId3">
              <a:alphaModFix amt="35000"/>
            </a:blip>
            <a:srcRect b="37449" l="23119" r="20343" t="15517"/>
            <a:stretch/>
          </p:blipFill>
          <p:spPr>
            <a:xfrm flipH="1">
              <a:off x="1633125" y="1777599"/>
              <a:ext cx="5902200" cy="2458500"/>
            </a:xfrm>
            <a:prstGeom prst="roundRect">
              <a:avLst>
                <a:gd fmla="val 21901" name="adj"/>
              </a:avLst>
            </a:prstGeom>
            <a:noFill/>
            <a:ln>
              <a:noFill/>
            </a:ln>
          </p:spPr>
        </p:pic>
      </p:grpSp>
      <p:sp>
        <p:nvSpPr>
          <p:cNvPr id="1767" name="Google Shape;1767;p35"/>
          <p:cNvSpPr txBox="1"/>
          <p:nvPr>
            <p:ph idx="1" type="body"/>
          </p:nvPr>
        </p:nvSpPr>
        <p:spPr>
          <a:xfrm>
            <a:off x="780900" y="1892025"/>
            <a:ext cx="4339800" cy="21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In Japan, dragons are closely associated with storms and water (Izotova, 2024)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In the Mediterranean the </a:t>
            </a:r>
            <a:r>
              <a:rPr lang="en" sz="1600"/>
              <a:t>sea serpents</a:t>
            </a:r>
            <a:r>
              <a:rPr lang="en" sz="1600"/>
              <a:t> were associated with chaotic waters (N</a:t>
            </a:r>
            <a:r>
              <a:rPr b="0" lang="en" sz="1600"/>
              <a:t>úñ</a:t>
            </a:r>
            <a:r>
              <a:rPr lang="en" sz="1600"/>
              <a:t>ez et al., 2015)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In Mesoamerica, </a:t>
            </a:r>
            <a:r>
              <a:rPr lang="en" sz="1600"/>
              <a:t>amphitheres are associated with winds and crop fertility (Jones 2002)</a:t>
            </a:r>
            <a:endParaRPr sz="1600"/>
          </a:p>
        </p:txBody>
      </p:sp>
      <p:grpSp>
        <p:nvGrpSpPr>
          <p:cNvPr id="1768" name="Google Shape;1768;p35"/>
          <p:cNvGrpSpPr/>
          <p:nvPr/>
        </p:nvGrpSpPr>
        <p:grpSpPr>
          <a:xfrm>
            <a:off x="1764317" y="329561"/>
            <a:ext cx="5615367" cy="1145545"/>
            <a:chOff x="1778940" y="329561"/>
            <a:chExt cx="5615367" cy="1145545"/>
          </a:xfrm>
        </p:grpSpPr>
        <p:grpSp>
          <p:nvGrpSpPr>
            <p:cNvPr id="1769" name="Google Shape;1769;p35"/>
            <p:cNvGrpSpPr/>
            <p:nvPr/>
          </p:nvGrpSpPr>
          <p:grpSpPr>
            <a:xfrm flipH="1" rot="10800000">
              <a:off x="1778940" y="329561"/>
              <a:ext cx="5615367" cy="1145545"/>
              <a:chOff x="1525600" y="1289175"/>
              <a:chExt cx="6121625" cy="1560900"/>
            </a:xfrm>
          </p:grpSpPr>
          <p:grpSp>
            <p:nvGrpSpPr>
              <p:cNvPr id="1770" name="Google Shape;1770;p35"/>
              <p:cNvGrpSpPr/>
              <p:nvPr/>
            </p:nvGrpSpPr>
            <p:grpSpPr>
              <a:xfrm>
                <a:off x="1525600" y="1289175"/>
                <a:ext cx="6121625" cy="1560900"/>
                <a:chOff x="1525600" y="1289175"/>
                <a:chExt cx="6121625" cy="1560900"/>
              </a:xfrm>
            </p:grpSpPr>
            <p:sp>
              <p:nvSpPr>
                <p:cNvPr id="1771" name="Google Shape;1771;p35"/>
                <p:cNvSpPr/>
                <p:nvPr/>
              </p:nvSpPr>
              <p:spPr>
                <a:xfrm>
                  <a:off x="1525725" y="1289175"/>
                  <a:ext cx="6121500" cy="1560900"/>
                </a:xfrm>
                <a:prstGeom prst="roundRect">
                  <a:avLst>
                    <a:gd fmla="val 28107" name="adj"/>
                  </a:avLst>
                </a:prstGeom>
                <a:solidFill>
                  <a:schemeClr val="accent1"/>
                </a:solidFill>
                <a:ln cap="flat" cmpd="sng" w="762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1772" name="Google Shape;1772;p35"/>
                <p:cNvPicPr preferRelativeResize="0"/>
                <p:nvPr/>
              </p:nvPicPr>
              <p:blipFill rotWithShape="1">
                <a:blip r:embed="rId3">
                  <a:alphaModFix amt="35000"/>
                </a:blip>
                <a:srcRect b="8896" l="18257" r="14795" t="60755"/>
                <a:stretch/>
              </p:blipFill>
              <p:spPr>
                <a:xfrm>
                  <a:off x="1525600" y="1289175"/>
                  <a:ext cx="6121500" cy="1560900"/>
                </a:xfrm>
                <a:prstGeom prst="roundRect">
                  <a:avLst>
                    <a:gd fmla="val 29800" name="adj"/>
                  </a:avLst>
                </a:prstGeom>
                <a:noFill/>
                <a:ln>
                  <a:noFill/>
                </a:ln>
              </p:spPr>
            </p:pic>
            <p:pic>
              <p:nvPicPr>
                <p:cNvPr id="1773" name="Google Shape;1773;p35"/>
                <p:cNvPicPr preferRelativeResize="0"/>
                <p:nvPr/>
              </p:nvPicPr>
              <p:blipFill rotWithShape="1">
                <a:blip r:embed="rId4">
                  <a:alphaModFix amt="17000"/>
                </a:blip>
                <a:srcRect b="18806" l="19601" r="13456" t="50847"/>
                <a:stretch/>
              </p:blipFill>
              <p:spPr>
                <a:xfrm>
                  <a:off x="1525725" y="1289175"/>
                  <a:ext cx="6121500" cy="1560900"/>
                </a:xfrm>
                <a:prstGeom prst="roundRect">
                  <a:avLst>
                    <a:gd fmla="val 29230" name="adj"/>
                  </a:avLst>
                </a:prstGeom>
                <a:noFill/>
                <a:ln>
                  <a:noFill/>
                </a:ln>
              </p:spPr>
            </p:pic>
            <p:sp>
              <p:nvSpPr>
                <p:cNvPr id="1774" name="Google Shape;1774;p35"/>
                <p:cNvSpPr/>
                <p:nvPr/>
              </p:nvSpPr>
              <p:spPr>
                <a:xfrm rot="-261490">
                  <a:off x="6596127" y="2418700"/>
                  <a:ext cx="939047" cy="306100"/>
                </a:xfrm>
                <a:custGeom>
                  <a:rect b="b" l="l" r="r" t="t"/>
                  <a:pathLst>
                    <a:path extrusionOk="0" h="2802" w="8976">
                      <a:moveTo>
                        <a:pt x="8931" y="1"/>
                      </a:moveTo>
                      <a:cubicBezTo>
                        <a:pt x="8782" y="849"/>
                        <a:pt x="8321" y="1623"/>
                        <a:pt x="7636" y="2085"/>
                      </a:cubicBezTo>
                      <a:cubicBezTo>
                        <a:pt x="7294" y="2323"/>
                        <a:pt x="6907" y="2472"/>
                        <a:pt x="6490" y="2546"/>
                      </a:cubicBezTo>
                      <a:cubicBezTo>
                        <a:pt x="6297" y="2576"/>
                        <a:pt x="6088" y="2576"/>
                        <a:pt x="5865" y="2576"/>
                      </a:cubicBezTo>
                      <a:cubicBezTo>
                        <a:pt x="5642" y="2576"/>
                        <a:pt x="5433" y="2591"/>
                        <a:pt x="5210" y="2591"/>
                      </a:cubicBezTo>
                      <a:cubicBezTo>
                        <a:pt x="4994" y="2598"/>
                        <a:pt x="4778" y="2602"/>
                        <a:pt x="4563" y="2602"/>
                      </a:cubicBezTo>
                      <a:cubicBezTo>
                        <a:pt x="4347" y="2602"/>
                        <a:pt x="4131" y="2598"/>
                        <a:pt x="3915" y="2591"/>
                      </a:cubicBezTo>
                      <a:cubicBezTo>
                        <a:pt x="3469" y="2576"/>
                        <a:pt x="3037" y="2531"/>
                        <a:pt x="2605" y="2501"/>
                      </a:cubicBezTo>
                      <a:cubicBezTo>
                        <a:pt x="2281" y="2485"/>
                        <a:pt x="1958" y="2476"/>
                        <a:pt x="1633" y="2476"/>
                      </a:cubicBezTo>
                      <a:cubicBezTo>
                        <a:pt x="1092" y="2476"/>
                        <a:pt x="549" y="2500"/>
                        <a:pt x="0" y="2546"/>
                      </a:cubicBezTo>
                      <a:lnTo>
                        <a:pt x="0" y="2576"/>
                      </a:lnTo>
                      <a:cubicBezTo>
                        <a:pt x="864" y="2680"/>
                        <a:pt x="1742" y="2725"/>
                        <a:pt x="2605" y="2725"/>
                      </a:cubicBezTo>
                      <a:cubicBezTo>
                        <a:pt x="3037" y="2710"/>
                        <a:pt x="3469" y="2680"/>
                        <a:pt x="3900" y="2680"/>
                      </a:cubicBezTo>
                      <a:cubicBezTo>
                        <a:pt x="4347" y="2680"/>
                        <a:pt x="4778" y="2710"/>
                        <a:pt x="5210" y="2740"/>
                      </a:cubicBezTo>
                      <a:cubicBezTo>
                        <a:pt x="5418" y="2755"/>
                        <a:pt x="5642" y="2769"/>
                        <a:pt x="5850" y="2784"/>
                      </a:cubicBezTo>
                      <a:cubicBezTo>
                        <a:pt x="5979" y="2793"/>
                        <a:pt x="6108" y="2801"/>
                        <a:pt x="6237" y="2801"/>
                      </a:cubicBezTo>
                      <a:cubicBezTo>
                        <a:pt x="6331" y="2801"/>
                        <a:pt x="6426" y="2797"/>
                        <a:pt x="6520" y="2784"/>
                      </a:cubicBezTo>
                      <a:cubicBezTo>
                        <a:pt x="6981" y="2740"/>
                        <a:pt x="7413" y="2576"/>
                        <a:pt x="7785" y="2308"/>
                      </a:cubicBezTo>
                      <a:cubicBezTo>
                        <a:pt x="8529" y="1787"/>
                        <a:pt x="8976" y="879"/>
                        <a:pt x="894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5" name="Google Shape;1775;p35"/>
                <p:cNvSpPr/>
                <p:nvPr/>
              </p:nvSpPr>
              <p:spPr>
                <a:xfrm rot="421936">
                  <a:off x="6707323" y="1426692"/>
                  <a:ext cx="814161" cy="167232"/>
                </a:xfrm>
                <a:custGeom>
                  <a:rect b="b" l="l" r="r" t="t"/>
                  <a:pathLst>
                    <a:path extrusionOk="0" h="1344" w="6833">
                      <a:moveTo>
                        <a:pt x="4686" y="0"/>
                      </a:moveTo>
                      <a:cubicBezTo>
                        <a:pt x="4637" y="0"/>
                        <a:pt x="4589" y="1"/>
                        <a:pt x="4540" y="4"/>
                      </a:cubicBezTo>
                      <a:lnTo>
                        <a:pt x="3632" y="48"/>
                      </a:lnTo>
                      <a:cubicBezTo>
                        <a:pt x="2412" y="138"/>
                        <a:pt x="1206" y="242"/>
                        <a:pt x="0" y="420"/>
                      </a:cubicBezTo>
                      <a:cubicBezTo>
                        <a:pt x="155" y="422"/>
                        <a:pt x="310" y="423"/>
                        <a:pt x="465" y="423"/>
                      </a:cubicBezTo>
                      <a:cubicBezTo>
                        <a:pt x="1528" y="423"/>
                        <a:pt x="2582" y="379"/>
                        <a:pt x="3647" y="301"/>
                      </a:cubicBezTo>
                      <a:lnTo>
                        <a:pt x="4555" y="242"/>
                      </a:lnTo>
                      <a:cubicBezTo>
                        <a:pt x="4626" y="234"/>
                        <a:pt x="4698" y="231"/>
                        <a:pt x="4770" y="231"/>
                      </a:cubicBezTo>
                      <a:cubicBezTo>
                        <a:pt x="4986" y="231"/>
                        <a:pt x="5206" y="264"/>
                        <a:pt x="5419" y="331"/>
                      </a:cubicBezTo>
                      <a:cubicBezTo>
                        <a:pt x="5969" y="480"/>
                        <a:pt x="6475" y="852"/>
                        <a:pt x="6833" y="1343"/>
                      </a:cubicBezTo>
                      <a:cubicBezTo>
                        <a:pt x="6565" y="793"/>
                        <a:pt x="6073" y="346"/>
                        <a:pt x="5478" y="138"/>
                      </a:cubicBezTo>
                      <a:cubicBezTo>
                        <a:pt x="5226" y="37"/>
                        <a:pt x="4953" y="0"/>
                        <a:pt x="468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6" name="Google Shape;1776;p35"/>
                <p:cNvSpPr/>
                <p:nvPr/>
              </p:nvSpPr>
              <p:spPr>
                <a:xfrm>
                  <a:off x="6941496" y="1898632"/>
                  <a:ext cx="551951" cy="15873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777" name="Google Shape;1777;p35"/>
                <p:cNvSpPr/>
                <p:nvPr/>
              </p:nvSpPr>
              <p:spPr>
                <a:xfrm>
                  <a:off x="6808035" y="1962365"/>
                  <a:ext cx="694285" cy="15876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778" name="Google Shape;1778;p35"/>
                <p:cNvSpPr/>
                <p:nvPr/>
              </p:nvSpPr>
              <p:spPr>
                <a:xfrm>
                  <a:off x="6629000" y="1563550"/>
                  <a:ext cx="873309" cy="15875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779" name="Google Shape;1779;p35"/>
                <p:cNvSpPr/>
                <p:nvPr/>
              </p:nvSpPr>
              <p:spPr>
                <a:xfrm>
                  <a:off x="6796876" y="1762932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780" name="Google Shape;1780;p35"/>
                <p:cNvSpPr/>
                <p:nvPr/>
              </p:nvSpPr>
              <p:spPr>
                <a:xfrm>
                  <a:off x="6796876" y="1695094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781" name="Google Shape;1781;p35"/>
                <p:cNvSpPr/>
                <p:nvPr/>
              </p:nvSpPr>
              <p:spPr>
                <a:xfrm>
                  <a:off x="6988322" y="2412530"/>
                  <a:ext cx="502836" cy="15874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1782" name="Google Shape;1782;p35"/>
              <p:cNvSpPr/>
              <p:nvPr/>
            </p:nvSpPr>
            <p:spPr>
              <a:xfrm>
                <a:off x="1639251" y="1633965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783" name="Google Shape;1783;p35"/>
              <p:cNvSpPr/>
              <p:nvPr/>
            </p:nvSpPr>
            <p:spPr>
              <a:xfrm rot="-5687871">
                <a:off x="1312547" y="1709608"/>
                <a:ext cx="1274567" cy="661164"/>
              </a:xfrm>
              <a:custGeom>
                <a:rect b="b" l="l" r="r" t="t"/>
                <a:pathLst>
                  <a:path extrusionOk="0" h="6455" w="12817">
                    <a:moveTo>
                      <a:pt x="1961" y="1"/>
                    </a:moveTo>
                    <a:cubicBezTo>
                      <a:pt x="1823" y="1"/>
                      <a:pt x="1675" y="11"/>
                      <a:pt x="1534" y="39"/>
                    </a:cubicBezTo>
                    <a:cubicBezTo>
                      <a:pt x="1311" y="84"/>
                      <a:pt x="1102" y="173"/>
                      <a:pt x="924" y="292"/>
                    </a:cubicBezTo>
                    <a:cubicBezTo>
                      <a:pt x="551" y="545"/>
                      <a:pt x="284" y="932"/>
                      <a:pt x="135" y="1349"/>
                    </a:cubicBezTo>
                    <a:cubicBezTo>
                      <a:pt x="75" y="1543"/>
                      <a:pt x="31" y="1766"/>
                      <a:pt x="16" y="1989"/>
                    </a:cubicBezTo>
                    <a:lnTo>
                      <a:pt x="1" y="2614"/>
                    </a:lnTo>
                    <a:cubicBezTo>
                      <a:pt x="1" y="3031"/>
                      <a:pt x="1" y="3448"/>
                      <a:pt x="1" y="3880"/>
                    </a:cubicBezTo>
                    <a:lnTo>
                      <a:pt x="31" y="3880"/>
                    </a:lnTo>
                    <a:cubicBezTo>
                      <a:pt x="75" y="3463"/>
                      <a:pt x="105" y="3046"/>
                      <a:pt x="150" y="2629"/>
                    </a:cubicBezTo>
                    <a:lnTo>
                      <a:pt x="194" y="1989"/>
                    </a:lnTo>
                    <a:cubicBezTo>
                      <a:pt x="209" y="1796"/>
                      <a:pt x="269" y="1602"/>
                      <a:pt x="328" y="1409"/>
                    </a:cubicBezTo>
                    <a:cubicBezTo>
                      <a:pt x="462" y="1037"/>
                      <a:pt x="715" y="709"/>
                      <a:pt x="1043" y="486"/>
                    </a:cubicBezTo>
                    <a:cubicBezTo>
                      <a:pt x="1206" y="382"/>
                      <a:pt x="1400" y="307"/>
                      <a:pt x="1579" y="263"/>
                    </a:cubicBezTo>
                    <a:cubicBezTo>
                      <a:pt x="1701" y="234"/>
                      <a:pt x="1824" y="224"/>
                      <a:pt x="1950" y="224"/>
                    </a:cubicBezTo>
                    <a:cubicBezTo>
                      <a:pt x="2023" y="224"/>
                      <a:pt x="2098" y="227"/>
                      <a:pt x="2174" y="233"/>
                    </a:cubicBezTo>
                    <a:cubicBezTo>
                      <a:pt x="3022" y="263"/>
                      <a:pt x="3856" y="277"/>
                      <a:pt x="4689" y="307"/>
                    </a:cubicBezTo>
                    <a:cubicBezTo>
                      <a:pt x="5538" y="352"/>
                      <a:pt x="6371" y="411"/>
                      <a:pt x="7205" y="486"/>
                    </a:cubicBezTo>
                    <a:cubicBezTo>
                      <a:pt x="8039" y="560"/>
                      <a:pt x="8887" y="620"/>
                      <a:pt x="9721" y="679"/>
                    </a:cubicBezTo>
                    <a:lnTo>
                      <a:pt x="10033" y="694"/>
                    </a:lnTo>
                    <a:cubicBezTo>
                      <a:pt x="10122" y="709"/>
                      <a:pt x="10227" y="724"/>
                      <a:pt x="10331" y="739"/>
                    </a:cubicBezTo>
                    <a:cubicBezTo>
                      <a:pt x="10524" y="783"/>
                      <a:pt x="10703" y="843"/>
                      <a:pt x="10882" y="932"/>
                    </a:cubicBezTo>
                    <a:cubicBezTo>
                      <a:pt x="11239" y="1111"/>
                      <a:pt x="11566" y="1364"/>
                      <a:pt x="11819" y="1677"/>
                    </a:cubicBezTo>
                    <a:cubicBezTo>
                      <a:pt x="12325" y="2302"/>
                      <a:pt x="12564" y="3120"/>
                      <a:pt x="12534" y="3939"/>
                    </a:cubicBezTo>
                    <a:cubicBezTo>
                      <a:pt x="12519" y="4773"/>
                      <a:pt x="12504" y="5621"/>
                      <a:pt x="12504" y="6455"/>
                    </a:cubicBezTo>
                    <a:lnTo>
                      <a:pt x="12534" y="6455"/>
                    </a:lnTo>
                    <a:cubicBezTo>
                      <a:pt x="12623" y="5621"/>
                      <a:pt x="12683" y="4788"/>
                      <a:pt x="12742" y="3939"/>
                    </a:cubicBezTo>
                    <a:cubicBezTo>
                      <a:pt x="12817" y="3091"/>
                      <a:pt x="12578" y="2183"/>
                      <a:pt x="12028" y="1498"/>
                    </a:cubicBezTo>
                    <a:cubicBezTo>
                      <a:pt x="11760" y="1156"/>
                      <a:pt x="11403" y="873"/>
                      <a:pt x="11001" y="694"/>
                    </a:cubicBezTo>
                    <a:cubicBezTo>
                      <a:pt x="10807" y="590"/>
                      <a:pt x="10584" y="530"/>
                      <a:pt x="10375" y="486"/>
                    </a:cubicBezTo>
                    <a:cubicBezTo>
                      <a:pt x="10271" y="456"/>
                      <a:pt x="10152" y="456"/>
                      <a:pt x="10048" y="441"/>
                    </a:cubicBezTo>
                    <a:lnTo>
                      <a:pt x="9735" y="426"/>
                    </a:lnTo>
                    <a:cubicBezTo>
                      <a:pt x="8887" y="396"/>
                      <a:pt x="8053" y="367"/>
                      <a:pt x="7220" y="337"/>
                    </a:cubicBezTo>
                    <a:cubicBezTo>
                      <a:pt x="6371" y="307"/>
                      <a:pt x="5538" y="277"/>
                      <a:pt x="4704" y="218"/>
                    </a:cubicBezTo>
                    <a:cubicBezTo>
                      <a:pt x="3871" y="173"/>
                      <a:pt x="3022" y="84"/>
                      <a:pt x="2189" y="9"/>
                    </a:cubicBezTo>
                    <a:cubicBezTo>
                      <a:pt x="2118" y="4"/>
                      <a:pt x="2041" y="1"/>
                      <a:pt x="196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4" name="Google Shape;1784;p35"/>
              <p:cNvSpPr/>
              <p:nvPr/>
            </p:nvSpPr>
            <p:spPr>
              <a:xfrm>
                <a:off x="1639251" y="1584951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785" name="Google Shape;1785;p35"/>
              <p:cNvSpPr/>
              <p:nvPr/>
            </p:nvSpPr>
            <p:spPr>
              <a:xfrm>
                <a:off x="1639251" y="1898619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786" name="Google Shape;1786;p35"/>
              <p:cNvSpPr/>
              <p:nvPr/>
            </p:nvSpPr>
            <p:spPr>
              <a:xfrm>
                <a:off x="1639255" y="1962367"/>
                <a:ext cx="626301" cy="15873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787" name="Google Shape;1787;p35"/>
              <p:cNvSpPr/>
              <p:nvPr/>
            </p:nvSpPr>
            <p:spPr>
              <a:xfrm>
                <a:off x="1639255" y="2026110"/>
                <a:ext cx="626301" cy="15873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788" name="Google Shape;1788;p35"/>
              <p:cNvSpPr/>
              <p:nvPr/>
            </p:nvSpPr>
            <p:spPr>
              <a:xfrm>
                <a:off x="1639256" y="2089840"/>
                <a:ext cx="497927" cy="15870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789" name="Google Shape;1789;p35"/>
              <p:cNvSpPr/>
              <p:nvPr/>
            </p:nvSpPr>
            <p:spPr>
              <a:xfrm>
                <a:off x="1673568" y="2447617"/>
                <a:ext cx="425366" cy="15874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790" name="Google Shape;1790;p35"/>
            <p:cNvSpPr/>
            <p:nvPr/>
          </p:nvSpPr>
          <p:spPr>
            <a:xfrm flipH="1" rot="10800000">
              <a:off x="1779034" y="329705"/>
              <a:ext cx="5615100" cy="1145400"/>
            </a:xfrm>
            <a:prstGeom prst="roundRect">
              <a:avLst>
                <a:gd fmla="val 28107" name="adj"/>
              </a:avLst>
            </a:prstGeom>
            <a:noFill/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91" name="Google Shape;1791;p35"/>
          <p:cNvSpPr txBox="1"/>
          <p:nvPr>
            <p:ph type="title"/>
          </p:nvPr>
        </p:nvSpPr>
        <p:spPr>
          <a:xfrm>
            <a:off x="2402100" y="429725"/>
            <a:ext cx="4339800" cy="101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Explanations for the world</a:t>
            </a:r>
            <a:endParaRPr/>
          </a:p>
        </p:txBody>
      </p:sp>
      <p:pic>
        <p:nvPicPr>
          <p:cNvPr id="1792" name="Google Shape;1792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97397" y="1516337"/>
            <a:ext cx="3001401" cy="2941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6" name="Shape 1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7" name="Google Shape;1797;p36"/>
          <p:cNvGrpSpPr/>
          <p:nvPr/>
        </p:nvGrpSpPr>
        <p:grpSpPr>
          <a:xfrm flipH="1" rot="10800000">
            <a:off x="1726828" y="3480703"/>
            <a:ext cx="3385268" cy="800986"/>
            <a:chOff x="3243785" y="3409948"/>
            <a:chExt cx="2685655" cy="732900"/>
          </a:xfrm>
        </p:grpSpPr>
        <p:sp>
          <p:nvSpPr>
            <p:cNvPr id="1798" name="Google Shape;1798;p36"/>
            <p:cNvSpPr/>
            <p:nvPr/>
          </p:nvSpPr>
          <p:spPr>
            <a:xfrm>
              <a:off x="3243840" y="3409948"/>
              <a:ext cx="2685600" cy="732900"/>
            </a:xfrm>
            <a:prstGeom prst="roundRect">
              <a:avLst>
                <a:gd fmla="val 20475" name="adj"/>
              </a:avLst>
            </a:prstGeom>
            <a:solidFill>
              <a:schemeClr val="accent1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36"/>
            <p:cNvSpPr/>
            <p:nvPr/>
          </p:nvSpPr>
          <p:spPr>
            <a:xfrm rot="-279772">
              <a:off x="5468139" y="3940404"/>
              <a:ext cx="412128" cy="143692"/>
            </a:xfrm>
            <a:custGeom>
              <a:rect b="b" l="l" r="r" t="t"/>
              <a:pathLst>
                <a:path extrusionOk="0" h="2802" w="8976">
                  <a:moveTo>
                    <a:pt x="8931" y="1"/>
                  </a:moveTo>
                  <a:cubicBezTo>
                    <a:pt x="8782" y="849"/>
                    <a:pt x="8321" y="1623"/>
                    <a:pt x="7636" y="2085"/>
                  </a:cubicBezTo>
                  <a:cubicBezTo>
                    <a:pt x="7294" y="2323"/>
                    <a:pt x="6907" y="2472"/>
                    <a:pt x="6490" y="2546"/>
                  </a:cubicBezTo>
                  <a:cubicBezTo>
                    <a:pt x="6297" y="2576"/>
                    <a:pt x="6088" y="2576"/>
                    <a:pt x="5865" y="2576"/>
                  </a:cubicBezTo>
                  <a:cubicBezTo>
                    <a:pt x="5642" y="2576"/>
                    <a:pt x="5433" y="2591"/>
                    <a:pt x="5210" y="2591"/>
                  </a:cubicBezTo>
                  <a:cubicBezTo>
                    <a:pt x="4994" y="2598"/>
                    <a:pt x="4778" y="2602"/>
                    <a:pt x="4563" y="2602"/>
                  </a:cubicBezTo>
                  <a:cubicBezTo>
                    <a:pt x="4347" y="2602"/>
                    <a:pt x="4131" y="2598"/>
                    <a:pt x="3915" y="2591"/>
                  </a:cubicBezTo>
                  <a:cubicBezTo>
                    <a:pt x="3469" y="2576"/>
                    <a:pt x="3037" y="2531"/>
                    <a:pt x="2605" y="2501"/>
                  </a:cubicBezTo>
                  <a:cubicBezTo>
                    <a:pt x="2281" y="2485"/>
                    <a:pt x="1958" y="2476"/>
                    <a:pt x="1633" y="2476"/>
                  </a:cubicBezTo>
                  <a:cubicBezTo>
                    <a:pt x="1092" y="2476"/>
                    <a:pt x="549" y="2500"/>
                    <a:pt x="0" y="2546"/>
                  </a:cubicBezTo>
                  <a:lnTo>
                    <a:pt x="0" y="2576"/>
                  </a:lnTo>
                  <a:cubicBezTo>
                    <a:pt x="864" y="2680"/>
                    <a:pt x="1742" y="2725"/>
                    <a:pt x="2605" y="2725"/>
                  </a:cubicBezTo>
                  <a:cubicBezTo>
                    <a:pt x="3037" y="2710"/>
                    <a:pt x="3469" y="2680"/>
                    <a:pt x="3900" y="2680"/>
                  </a:cubicBezTo>
                  <a:cubicBezTo>
                    <a:pt x="4347" y="2680"/>
                    <a:pt x="4778" y="2710"/>
                    <a:pt x="5210" y="2740"/>
                  </a:cubicBezTo>
                  <a:cubicBezTo>
                    <a:pt x="5418" y="2755"/>
                    <a:pt x="5642" y="2769"/>
                    <a:pt x="5850" y="2784"/>
                  </a:cubicBezTo>
                  <a:cubicBezTo>
                    <a:pt x="5979" y="2793"/>
                    <a:pt x="6108" y="2801"/>
                    <a:pt x="6237" y="2801"/>
                  </a:cubicBezTo>
                  <a:cubicBezTo>
                    <a:pt x="6331" y="2801"/>
                    <a:pt x="6426" y="2797"/>
                    <a:pt x="6520" y="2784"/>
                  </a:cubicBezTo>
                  <a:cubicBezTo>
                    <a:pt x="6981" y="2740"/>
                    <a:pt x="7413" y="2576"/>
                    <a:pt x="7785" y="2308"/>
                  </a:cubicBezTo>
                  <a:cubicBezTo>
                    <a:pt x="8529" y="1787"/>
                    <a:pt x="8976" y="879"/>
                    <a:pt x="89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36"/>
            <p:cNvSpPr/>
            <p:nvPr/>
          </p:nvSpPr>
          <p:spPr>
            <a:xfrm rot="451316">
              <a:off x="5516812" y="3474563"/>
              <a:ext cx="357556" cy="78458"/>
            </a:xfrm>
            <a:custGeom>
              <a:rect b="b" l="l" r="r" t="t"/>
              <a:pathLst>
                <a:path extrusionOk="0" h="1344" w="6833">
                  <a:moveTo>
                    <a:pt x="4686" y="0"/>
                  </a:moveTo>
                  <a:cubicBezTo>
                    <a:pt x="4637" y="0"/>
                    <a:pt x="4589" y="1"/>
                    <a:pt x="4540" y="4"/>
                  </a:cubicBezTo>
                  <a:lnTo>
                    <a:pt x="3632" y="48"/>
                  </a:lnTo>
                  <a:cubicBezTo>
                    <a:pt x="2412" y="138"/>
                    <a:pt x="1206" y="242"/>
                    <a:pt x="0" y="420"/>
                  </a:cubicBezTo>
                  <a:cubicBezTo>
                    <a:pt x="155" y="422"/>
                    <a:pt x="310" y="423"/>
                    <a:pt x="465" y="423"/>
                  </a:cubicBezTo>
                  <a:cubicBezTo>
                    <a:pt x="1528" y="423"/>
                    <a:pt x="2582" y="379"/>
                    <a:pt x="3647" y="301"/>
                  </a:cubicBezTo>
                  <a:lnTo>
                    <a:pt x="4555" y="242"/>
                  </a:lnTo>
                  <a:cubicBezTo>
                    <a:pt x="4626" y="234"/>
                    <a:pt x="4698" y="231"/>
                    <a:pt x="4770" y="231"/>
                  </a:cubicBezTo>
                  <a:cubicBezTo>
                    <a:pt x="4986" y="231"/>
                    <a:pt x="5206" y="264"/>
                    <a:pt x="5419" y="331"/>
                  </a:cubicBezTo>
                  <a:cubicBezTo>
                    <a:pt x="5969" y="480"/>
                    <a:pt x="6475" y="852"/>
                    <a:pt x="6833" y="1343"/>
                  </a:cubicBezTo>
                  <a:cubicBezTo>
                    <a:pt x="6565" y="793"/>
                    <a:pt x="6073" y="346"/>
                    <a:pt x="5478" y="138"/>
                  </a:cubicBezTo>
                  <a:cubicBezTo>
                    <a:pt x="5226" y="37"/>
                    <a:pt x="4953" y="0"/>
                    <a:pt x="4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36"/>
            <p:cNvSpPr/>
            <p:nvPr/>
          </p:nvSpPr>
          <p:spPr>
            <a:xfrm>
              <a:off x="5556294" y="3696143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802" name="Google Shape;1802;p36"/>
            <p:cNvSpPr/>
            <p:nvPr/>
          </p:nvSpPr>
          <p:spPr>
            <a:xfrm>
              <a:off x="5482647" y="3726071"/>
              <a:ext cx="383129" cy="7455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803" name="Google Shape;1803;p36"/>
            <p:cNvSpPr/>
            <p:nvPr/>
          </p:nvSpPr>
          <p:spPr>
            <a:xfrm>
              <a:off x="5482647" y="3538795"/>
              <a:ext cx="383129" cy="7455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804" name="Google Shape;1804;p36"/>
            <p:cNvSpPr/>
            <p:nvPr/>
          </p:nvSpPr>
          <p:spPr>
            <a:xfrm>
              <a:off x="5556294" y="3632424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805" name="Google Shape;1805;p36"/>
            <p:cNvSpPr/>
            <p:nvPr/>
          </p:nvSpPr>
          <p:spPr>
            <a:xfrm>
              <a:off x="5556294" y="3600568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806" name="Google Shape;1806;p36"/>
            <p:cNvSpPr/>
            <p:nvPr/>
          </p:nvSpPr>
          <p:spPr>
            <a:xfrm>
              <a:off x="5556294" y="3937480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807" name="Google Shape;1807;p36"/>
            <p:cNvSpPr/>
            <p:nvPr/>
          </p:nvSpPr>
          <p:spPr>
            <a:xfrm>
              <a:off x="3293644" y="3571861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808" name="Google Shape;1808;p36"/>
            <p:cNvSpPr/>
            <p:nvPr/>
          </p:nvSpPr>
          <p:spPr>
            <a:xfrm rot="-5669091">
              <a:off x="3130754" y="3617521"/>
              <a:ext cx="598271" cy="290204"/>
            </a:xfrm>
            <a:custGeom>
              <a:rect b="b" l="l" r="r" t="t"/>
              <a:pathLst>
                <a:path extrusionOk="0" h="6455" w="12817">
                  <a:moveTo>
                    <a:pt x="1961" y="1"/>
                  </a:moveTo>
                  <a:cubicBezTo>
                    <a:pt x="1823" y="1"/>
                    <a:pt x="1675" y="11"/>
                    <a:pt x="1534" y="39"/>
                  </a:cubicBezTo>
                  <a:cubicBezTo>
                    <a:pt x="1311" y="84"/>
                    <a:pt x="1102" y="173"/>
                    <a:pt x="924" y="292"/>
                  </a:cubicBezTo>
                  <a:cubicBezTo>
                    <a:pt x="551" y="545"/>
                    <a:pt x="284" y="932"/>
                    <a:pt x="135" y="1349"/>
                  </a:cubicBezTo>
                  <a:cubicBezTo>
                    <a:pt x="75" y="1543"/>
                    <a:pt x="31" y="1766"/>
                    <a:pt x="16" y="1989"/>
                  </a:cubicBezTo>
                  <a:lnTo>
                    <a:pt x="1" y="2614"/>
                  </a:lnTo>
                  <a:cubicBezTo>
                    <a:pt x="1" y="3031"/>
                    <a:pt x="1" y="3448"/>
                    <a:pt x="1" y="3880"/>
                  </a:cubicBezTo>
                  <a:lnTo>
                    <a:pt x="31" y="3880"/>
                  </a:lnTo>
                  <a:cubicBezTo>
                    <a:pt x="75" y="3463"/>
                    <a:pt x="105" y="3046"/>
                    <a:pt x="150" y="2629"/>
                  </a:cubicBezTo>
                  <a:lnTo>
                    <a:pt x="194" y="1989"/>
                  </a:lnTo>
                  <a:cubicBezTo>
                    <a:pt x="209" y="1796"/>
                    <a:pt x="269" y="1602"/>
                    <a:pt x="328" y="1409"/>
                  </a:cubicBezTo>
                  <a:cubicBezTo>
                    <a:pt x="462" y="1037"/>
                    <a:pt x="715" y="709"/>
                    <a:pt x="1043" y="486"/>
                  </a:cubicBezTo>
                  <a:cubicBezTo>
                    <a:pt x="1206" y="382"/>
                    <a:pt x="1400" y="307"/>
                    <a:pt x="1579" y="263"/>
                  </a:cubicBezTo>
                  <a:cubicBezTo>
                    <a:pt x="1701" y="234"/>
                    <a:pt x="1824" y="224"/>
                    <a:pt x="1950" y="224"/>
                  </a:cubicBezTo>
                  <a:cubicBezTo>
                    <a:pt x="2023" y="224"/>
                    <a:pt x="2098" y="227"/>
                    <a:pt x="2174" y="233"/>
                  </a:cubicBezTo>
                  <a:cubicBezTo>
                    <a:pt x="3022" y="263"/>
                    <a:pt x="3856" y="277"/>
                    <a:pt x="4689" y="307"/>
                  </a:cubicBezTo>
                  <a:cubicBezTo>
                    <a:pt x="5538" y="352"/>
                    <a:pt x="6371" y="411"/>
                    <a:pt x="7205" y="486"/>
                  </a:cubicBezTo>
                  <a:cubicBezTo>
                    <a:pt x="8039" y="560"/>
                    <a:pt x="8887" y="620"/>
                    <a:pt x="9721" y="679"/>
                  </a:cubicBezTo>
                  <a:lnTo>
                    <a:pt x="10033" y="694"/>
                  </a:lnTo>
                  <a:cubicBezTo>
                    <a:pt x="10122" y="709"/>
                    <a:pt x="10227" y="724"/>
                    <a:pt x="10331" y="739"/>
                  </a:cubicBezTo>
                  <a:cubicBezTo>
                    <a:pt x="10524" y="783"/>
                    <a:pt x="10703" y="843"/>
                    <a:pt x="10882" y="932"/>
                  </a:cubicBezTo>
                  <a:cubicBezTo>
                    <a:pt x="11239" y="1111"/>
                    <a:pt x="11566" y="1364"/>
                    <a:pt x="11819" y="1677"/>
                  </a:cubicBezTo>
                  <a:cubicBezTo>
                    <a:pt x="12325" y="2302"/>
                    <a:pt x="12564" y="3120"/>
                    <a:pt x="12534" y="3939"/>
                  </a:cubicBezTo>
                  <a:cubicBezTo>
                    <a:pt x="12519" y="4773"/>
                    <a:pt x="12504" y="5621"/>
                    <a:pt x="12504" y="6455"/>
                  </a:cubicBezTo>
                  <a:lnTo>
                    <a:pt x="12534" y="6455"/>
                  </a:lnTo>
                  <a:cubicBezTo>
                    <a:pt x="12623" y="5621"/>
                    <a:pt x="12683" y="4788"/>
                    <a:pt x="12742" y="3939"/>
                  </a:cubicBezTo>
                  <a:cubicBezTo>
                    <a:pt x="12817" y="3091"/>
                    <a:pt x="12578" y="2183"/>
                    <a:pt x="12028" y="1498"/>
                  </a:cubicBezTo>
                  <a:cubicBezTo>
                    <a:pt x="11760" y="1156"/>
                    <a:pt x="11403" y="873"/>
                    <a:pt x="11001" y="694"/>
                  </a:cubicBezTo>
                  <a:cubicBezTo>
                    <a:pt x="10807" y="590"/>
                    <a:pt x="10584" y="530"/>
                    <a:pt x="10375" y="486"/>
                  </a:cubicBezTo>
                  <a:cubicBezTo>
                    <a:pt x="10271" y="456"/>
                    <a:pt x="10152" y="456"/>
                    <a:pt x="10048" y="441"/>
                  </a:cubicBezTo>
                  <a:lnTo>
                    <a:pt x="9735" y="426"/>
                  </a:lnTo>
                  <a:cubicBezTo>
                    <a:pt x="8887" y="396"/>
                    <a:pt x="8053" y="367"/>
                    <a:pt x="7220" y="337"/>
                  </a:cubicBezTo>
                  <a:cubicBezTo>
                    <a:pt x="6371" y="307"/>
                    <a:pt x="5538" y="277"/>
                    <a:pt x="4704" y="218"/>
                  </a:cubicBezTo>
                  <a:cubicBezTo>
                    <a:pt x="3871" y="173"/>
                    <a:pt x="3022" y="84"/>
                    <a:pt x="2189" y="9"/>
                  </a:cubicBezTo>
                  <a:cubicBezTo>
                    <a:pt x="2118" y="4"/>
                    <a:pt x="2041" y="1"/>
                    <a:pt x="19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36"/>
            <p:cNvSpPr/>
            <p:nvPr/>
          </p:nvSpPr>
          <p:spPr>
            <a:xfrm>
              <a:off x="3293644" y="3548845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810" name="Google Shape;1810;p36"/>
            <p:cNvSpPr/>
            <p:nvPr/>
          </p:nvSpPr>
          <p:spPr>
            <a:xfrm>
              <a:off x="3293644" y="3696143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811" name="Google Shape;1811;p36"/>
            <p:cNvSpPr/>
            <p:nvPr/>
          </p:nvSpPr>
          <p:spPr>
            <a:xfrm>
              <a:off x="3293643" y="3726071"/>
              <a:ext cx="383129" cy="7455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812" name="Google Shape;1812;p36"/>
            <p:cNvSpPr/>
            <p:nvPr/>
          </p:nvSpPr>
          <p:spPr>
            <a:xfrm>
              <a:off x="3293643" y="3756008"/>
              <a:ext cx="383129" cy="7455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813" name="Google Shape;1813;p36"/>
            <p:cNvSpPr/>
            <p:nvPr/>
          </p:nvSpPr>
          <p:spPr>
            <a:xfrm>
              <a:off x="3293644" y="3785940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1814" name="Google Shape;1814;p36"/>
            <p:cNvSpPr/>
            <p:nvPr/>
          </p:nvSpPr>
          <p:spPr>
            <a:xfrm>
              <a:off x="3308698" y="3953958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pic>
          <p:nvPicPr>
            <p:cNvPr id="1815" name="Google Shape;1815;p36"/>
            <p:cNvPicPr preferRelativeResize="0"/>
            <p:nvPr/>
          </p:nvPicPr>
          <p:blipFill rotWithShape="1">
            <a:blip r:embed="rId3">
              <a:alphaModFix amt="35000"/>
            </a:blip>
            <a:srcRect b="8896" l="18257" r="14795" t="60755"/>
            <a:stretch/>
          </p:blipFill>
          <p:spPr>
            <a:xfrm>
              <a:off x="3243785" y="3409948"/>
              <a:ext cx="2685600" cy="732900"/>
            </a:xfrm>
            <a:prstGeom prst="roundRect">
              <a:avLst>
                <a:gd fmla="val 31255" name="adj"/>
              </a:avLst>
            </a:prstGeom>
            <a:noFill/>
            <a:ln>
              <a:noFill/>
            </a:ln>
          </p:spPr>
        </p:pic>
      </p:grpSp>
      <p:grpSp>
        <p:nvGrpSpPr>
          <p:cNvPr id="1816" name="Google Shape;1816;p36"/>
          <p:cNvGrpSpPr/>
          <p:nvPr/>
        </p:nvGrpSpPr>
        <p:grpSpPr>
          <a:xfrm flipH="1" rot="10800000">
            <a:off x="972354" y="1756250"/>
            <a:ext cx="4894216" cy="1560900"/>
            <a:chOff x="1727221" y="1543500"/>
            <a:chExt cx="5718210" cy="1560900"/>
          </a:xfrm>
        </p:grpSpPr>
        <p:grpSp>
          <p:nvGrpSpPr>
            <p:cNvPr id="1817" name="Google Shape;1817;p36"/>
            <p:cNvGrpSpPr/>
            <p:nvPr/>
          </p:nvGrpSpPr>
          <p:grpSpPr>
            <a:xfrm>
              <a:off x="1727221" y="1543500"/>
              <a:ext cx="5718210" cy="1560900"/>
              <a:chOff x="1525600" y="1289175"/>
              <a:chExt cx="6121625" cy="1560900"/>
            </a:xfrm>
          </p:grpSpPr>
          <p:grpSp>
            <p:nvGrpSpPr>
              <p:cNvPr id="1818" name="Google Shape;1818;p36"/>
              <p:cNvGrpSpPr/>
              <p:nvPr/>
            </p:nvGrpSpPr>
            <p:grpSpPr>
              <a:xfrm>
                <a:off x="1525600" y="1289175"/>
                <a:ext cx="6121625" cy="1560900"/>
                <a:chOff x="1525600" y="1289175"/>
                <a:chExt cx="6121625" cy="1560900"/>
              </a:xfrm>
            </p:grpSpPr>
            <p:sp>
              <p:nvSpPr>
                <p:cNvPr id="1819" name="Google Shape;1819;p36"/>
                <p:cNvSpPr/>
                <p:nvPr/>
              </p:nvSpPr>
              <p:spPr>
                <a:xfrm>
                  <a:off x="1525725" y="1289175"/>
                  <a:ext cx="6121500" cy="1560900"/>
                </a:xfrm>
                <a:prstGeom prst="roundRect">
                  <a:avLst>
                    <a:gd fmla="val 28107" name="adj"/>
                  </a:avLst>
                </a:prstGeom>
                <a:solidFill>
                  <a:schemeClr val="accent1"/>
                </a:solidFill>
                <a:ln cap="flat" cmpd="sng" w="762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1820" name="Google Shape;1820;p36"/>
                <p:cNvPicPr preferRelativeResize="0"/>
                <p:nvPr/>
              </p:nvPicPr>
              <p:blipFill rotWithShape="1">
                <a:blip r:embed="rId3">
                  <a:alphaModFix amt="35000"/>
                </a:blip>
                <a:srcRect b="8896" l="18257" r="14795" t="60755"/>
                <a:stretch/>
              </p:blipFill>
              <p:spPr>
                <a:xfrm>
                  <a:off x="1525600" y="1289175"/>
                  <a:ext cx="6121500" cy="1560900"/>
                </a:xfrm>
                <a:prstGeom prst="roundRect">
                  <a:avLst>
                    <a:gd fmla="val 29800" name="adj"/>
                  </a:avLst>
                </a:prstGeom>
                <a:noFill/>
                <a:ln>
                  <a:noFill/>
                </a:ln>
              </p:spPr>
            </p:pic>
            <p:pic>
              <p:nvPicPr>
                <p:cNvPr id="1821" name="Google Shape;1821;p36"/>
                <p:cNvPicPr preferRelativeResize="0"/>
                <p:nvPr/>
              </p:nvPicPr>
              <p:blipFill rotWithShape="1">
                <a:blip r:embed="rId4">
                  <a:alphaModFix amt="17000"/>
                </a:blip>
                <a:srcRect b="18806" l="19601" r="13456" t="50847"/>
                <a:stretch/>
              </p:blipFill>
              <p:spPr>
                <a:xfrm>
                  <a:off x="1525725" y="1289175"/>
                  <a:ext cx="6121500" cy="1560900"/>
                </a:xfrm>
                <a:prstGeom prst="roundRect">
                  <a:avLst>
                    <a:gd fmla="val 29230" name="adj"/>
                  </a:avLst>
                </a:prstGeom>
                <a:noFill/>
                <a:ln>
                  <a:noFill/>
                </a:ln>
              </p:spPr>
            </p:pic>
            <p:sp>
              <p:nvSpPr>
                <p:cNvPr id="1822" name="Google Shape;1822;p36"/>
                <p:cNvSpPr/>
                <p:nvPr/>
              </p:nvSpPr>
              <p:spPr>
                <a:xfrm rot="-261490">
                  <a:off x="6596127" y="2418700"/>
                  <a:ext cx="939047" cy="306100"/>
                </a:xfrm>
                <a:custGeom>
                  <a:rect b="b" l="l" r="r" t="t"/>
                  <a:pathLst>
                    <a:path extrusionOk="0" h="2802" w="8976">
                      <a:moveTo>
                        <a:pt x="8931" y="1"/>
                      </a:moveTo>
                      <a:cubicBezTo>
                        <a:pt x="8782" y="849"/>
                        <a:pt x="8321" y="1623"/>
                        <a:pt x="7636" y="2085"/>
                      </a:cubicBezTo>
                      <a:cubicBezTo>
                        <a:pt x="7294" y="2323"/>
                        <a:pt x="6907" y="2472"/>
                        <a:pt x="6490" y="2546"/>
                      </a:cubicBezTo>
                      <a:cubicBezTo>
                        <a:pt x="6297" y="2576"/>
                        <a:pt x="6088" y="2576"/>
                        <a:pt x="5865" y="2576"/>
                      </a:cubicBezTo>
                      <a:cubicBezTo>
                        <a:pt x="5642" y="2576"/>
                        <a:pt x="5433" y="2591"/>
                        <a:pt x="5210" y="2591"/>
                      </a:cubicBezTo>
                      <a:cubicBezTo>
                        <a:pt x="4994" y="2598"/>
                        <a:pt x="4778" y="2602"/>
                        <a:pt x="4563" y="2602"/>
                      </a:cubicBezTo>
                      <a:cubicBezTo>
                        <a:pt x="4347" y="2602"/>
                        <a:pt x="4131" y="2598"/>
                        <a:pt x="3915" y="2591"/>
                      </a:cubicBezTo>
                      <a:cubicBezTo>
                        <a:pt x="3469" y="2576"/>
                        <a:pt x="3037" y="2531"/>
                        <a:pt x="2605" y="2501"/>
                      </a:cubicBezTo>
                      <a:cubicBezTo>
                        <a:pt x="2281" y="2485"/>
                        <a:pt x="1958" y="2476"/>
                        <a:pt x="1633" y="2476"/>
                      </a:cubicBezTo>
                      <a:cubicBezTo>
                        <a:pt x="1092" y="2476"/>
                        <a:pt x="549" y="2500"/>
                        <a:pt x="0" y="2546"/>
                      </a:cubicBezTo>
                      <a:lnTo>
                        <a:pt x="0" y="2576"/>
                      </a:lnTo>
                      <a:cubicBezTo>
                        <a:pt x="864" y="2680"/>
                        <a:pt x="1742" y="2725"/>
                        <a:pt x="2605" y="2725"/>
                      </a:cubicBezTo>
                      <a:cubicBezTo>
                        <a:pt x="3037" y="2710"/>
                        <a:pt x="3469" y="2680"/>
                        <a:pt x="3900" y="2680"/>
                      </a:cubicBezTo>
                      <a:cubicBezTo>
                        <a:pt x="4347" y="2680"/>
                        <a:pt x="4778" y="2710"/>
                        <a:pt x="5210" y="2740"/>
                      </a:cubicBezTo>
                      <a:cubicBezTo>
                        <a:pt x="5418" y="2755"/>
                        <a:pt x="5642" y="2769"/>
                        <a:pt x="5850" y="2784"/>
                      </a:cubicBezTo>
                      <a:cubicBezTo>
                        <a:pt x="5979" y="2793"/>
                        <a:pt x="6108" y="2801"/>
                        <a:pt x="6237" y="2801"/>
                      </a:cubicBezTo>
                      <a:cubicBezTo>
                        <a:pt x="6331" y="2801"/>
                        <a:pt x="6426" y="2797"/>
                        <a:pt x="6520" y="2784"/>
                      </a:cubicBezTo>
                      <a:cubicBezTo>
                        <a:pt x="6981" y="2740"/>
                        <a:pt x="7413" y="2576"/>
                        <a:pt x="7785" y="2308"/>
                      </a:cubicBezTo>
                      <a:cubicBezTo>
                        <a:pt x="8529" y="1787"/>
                        <a:pt x="8976" y="879"/>
                        <a:pt x="894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23" name="Google Shape;1823;p36"/>
                <p:cNvSpPr/>
                <p:nvPr/>
              </p:nvSpPr>
              <p:spPr>
                <a:xfrm rot="421936">
                  <a:off x="6707323" y="1426692"/>
                  <a:ext cx="814161" cy="167232"/>
                </a:xfrm>
                <a:custGeom>
                  <a:rect b="b" l="l" r="r" t="t"/>
                  <a:pathLst>
                    <a:path extrusionOk="0" h="1344" w="6833">
                      <a:moveTo>
                        <a:pt x="4686" y="0"/>
                      </a:moveTo>
                      <a:cubicBezTo>
                        <a:pt x="4637" y="0"/>
                        <a:pt x="4589" y="1"/>
                        <a:pt x="4540" y="4"/>
                      </a:cubicBezTo>
                      <a:lnTo>
                        <a:pt x="3632" y="48"/>
                      </a:lnTo>
                      <a:cubicBezTo>
                        <a:pt x="2412" y="138"/>
                        <a:pt x="1206" y="242"/>
                        <a:pt x="0" y="420"/>
                      </a:cubicBezTo>
                      <a:cubicBezTo>
                        <a:pt x="155" y="422"/>
                        <a:pt x="310" y="423"/>
                        <a:pt x="465" y="423"/>
                      </a:cubicBezTo>
                      <a:cubicBezTo>
                        <a:pt x="1528" y="423"/>
                        <a:pt x="2582" y="379"/>
                        <a:pt x="3647" y="301"/>
                      </a:cubicBezTo>
                      <a:lnTo>
                        <a:pt x="4555" y="242"/>
                      </a:lnTo>
                      <a:cubicBezTo>
                        <a:pt x="4626" y="234"/>
                        <a:pt x="4698" y="231"/>
                        <a:pt x="4770" y="231"/>
                      </a:cubicBezTo>
                      <a:cubicBezTo>
                        <a:pt x="4986" y="231"/>
                        <a:pt x="5206" y="264"/>
                        <a:pt x="5419" y="331"/>
                      </a:cubicBezTo>
                      <a:cubicBezTo>
                        <a:pt x="5969" y="480"/>
                        <a:pt x="6475" y="852"/>
                        <a:pt x="6833" y="1343"/>
                      </a:cubicBezTo>
                      <a:cubicBezTo>
                        <a:pt x="6565" y="793"/>
                        <a:pt x="6073" y="346"/>
                        <a:pt x="5478" y="138"/>
                      </a:cubicBezTo>
                      <a:cubicBezTo>
                        <a:pt x="5226" y="37"/>
                        <a:pt x="4953" y="0"/>
                        <a:pt x="468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24" name="Google Shape;1824;p36"/>
                <p:cNvSpPr/>
                <p:nvPr/>
              </p:nvSpPr>
              <p:spPr>
                <a:xfrm>
                  <a:off x="6796876" y="1898619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825" name="Google Shape;1825;p36"/>
                <p:cNvSpPr/>
                <p:nvPr/>
              </p:nvSpPr>
              <p:spPr>
                <a:xfrm>
                  <a:off x="6629000" y="1962350"/>
                  <a:ext cx="873309" cy="15875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826" name="Google Shape;1826;p36"/>
                <p:cNvSpPr/>
                <p:nvPr/>
              </p:nvSpPr>
              <p:spPr>
                <a:xfrm>
                  <a:off x="6629000" y="1563550"/>
                  <a:ext cx="873309" cy="15875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827" name="Google Shape;1827;p36"/>
                <p:cNvSpPr/>
                <p:nvPr/>
              </p:nvSpPr>
              <p:spPr>
                <a:xfrm>
                  <a:off x="6796876" y="1762932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828" name="Google Shape;1828;p36"/>
                <p:cNvSpPr/>
                <p:nvPr/>
              </p:nvSpPr>
              <p:spPr>
                <a:xfrm>
                  <a:off x="6796876" y="1695094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829" name="Google Shape;1829;p36"/>
                <p:cNvSpPr/>
                <p:nvPr/>
              </p:nvSpPr>
              <p:spPr>
                <a:xfrm>
                  <a:off x="6796876" y="2412540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1830" name="Google Shape;1830;p36"/>
              <p:cNvSpPr/>
              <p:nvPr/>
            </p:nvSpPr>
            <p:spPr>
              <a:xfrm>
                <a:off x="1639251" y="1633965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831" name="Google Shape;1831;p36"/>
              <p:cNvSpPr/>
              <p:nvPr/>
            </p:nvSpPr>
            <p:spPr>
              <a:xfrm rot="-5687871">
                <a:off x="1312547" y="1709608"/>
                <a:ext cx="1274567" cy="661164"/>
              </a:xfrm>
              <a:custGeom>
                <a:rect b="b" l="l" r="r" t="t"/>
                <a:pathLst>
                  <a:path extrusionOk="0" h="6455" w="12817">
                    <a:moveTo>
                      <a:pt x="1961" y="1"/>
                    </a:moveTo>
                    <a:cubicBezTo>
                      <a:pt x="1823" y="1"/>
                      <a:pt x="1675" y="11"/>
                      <a:pt x="1534" y="39"/>
                    </a:cubicBezTo>
                    <a:cubicBezTo>
                      <a:pt x="1311" y="84"/>
                      <a:pt x="1102" y="173"/>
                      <a:pt x="924" y="292"/>
                    </a:cubicBezTo>
                    <a:cubicBezTo>
                      <a:pt x="551" y="545"/>
                      <a:pt x="284" y="932"/>
                      <a:pt x="135" y="1349"/>
                    </a:cubicBezTo>
                    <a:cubicBezTo>
                      <a:pt x="75" y="1543"/>
                      <a:pt x="31" y="1766"/>
                      <a:pt x="16" y="1989"/>
                    </a:cubicBezTo>
                    <a:lnTo>
                      <a:pt x="1" y="2614"/>
                    </a:lnTo>
                    <a:cubicBezTo>
                      <a:pt x="1" y="3031"/>
                      <a:pt x="1" y="3448"/>
                      <a:pt x="1" y="3880"/>
                    </a:cubicBezTo>
                    <a:lnTo>
                      <a:pt x="31" y="3880"/>
                    </a:lnTo>
                    <a:cubicBezTo>
                      <a:pt x="75" y="3463"/>
                      <a:pt x="105" y="3046"/>
                      <a:pt x="150" y="2629"/>
                    </a:cubicBezTo>
                    <a:lnTo>
                      <a:pt x="194" y="1989"/>
                    </a:lnTo>
                    <a:cubicBezTo>
                      <a:pt x="209" y="1796"/>
                      <a:pt x="269" y="1602"/>
                      <a:pt x="328" y="1409"/>
                    </a:cubicBezTo>
                    <a:cubicBezTo>
                      <a:pt x="462" y="1037"/>
                      <a:pt x="715" y="709"/>
                      <a:pt x="1043" y="486"/>
                    </a:cubicBezTo>
                    <a:cubicBezTo>
                      <a:pt x="1206" y="382"/>
                      <a:pt x="1400" y="307"/>
                      <a:pt x="1579" y="263"/>
                    </a:cubicBezTo>
                    <a:cubicBezTo>
                      <a:pt x="1701" y="234"/>
                      <a:pt x="1824" y="224"/>
                      <a:pt x="1950" y="224"/>
                    </a:cubicBezTo>
                    <a:cubicBezTo>
                      <a:pt x="2023" y="224"/>
                      <a:pt x="2098" y="227"/>
                      <a:pt x="2174" y="233"/>
                    </a:cubicBezTo>
                    <a:cubicBezTo>
                      <a:pt x="3022" y="263"/>
                      <a:pt x="3856" y="277"/>
                      <a:pt x="4689" y="307"/>
                    </a:cubicBezTo>
                    <a:cubicBezTo>
                      <a:pt x="5538" y="352"/>
                      <a:pt x="6371" y="411"/>
                      <a:pt x="7205" y="486"/>
                    </a:cubicBezTo>
                    <a:cubicBezTo>
                      <a:pt x="8039" y="560"/>
                      <a:pt x="8887" y="620"/>
                      <a:pt x="9721" y="679"/>
                    </a:cubicBezTo>
                    <a:lnTo>
                      <a:pt x="10033" y="694"/>
                    </a:lnTo>
                    <a:cubicBezTo>
                      <a:pt x="10122" y="709"/>
                      <a:pt x="10227" y="724"/>
                      <a:pt x="10331" y="739"/>
                    </a:cubicBezTo>
                    <a:cubicBezTo>
                      <a:pt x="10524" y="783"/>
                      <a:pt x="10703" y="843"/>
                      <a:pt x="10882" y="932"/>
                    </a:cubicBezTo>
                    <a:cubicBezTo>
                      <a:pt x="11239" y="1111"/>
                      <a:pt x="11566" y="1364"/>
                      <a:pt x="11819" y="1677"/>
                    </a:cubicBezTo>
                    <a:cubicBezTo>
                      <a:pt x="12325" y="2302"/>
                      <a:pt x="12564" y="3120"/>
                      <a:pt x="12534" y="3939"/>
                    </a:cubicBezTo>
                    <a:cubicBezTo>
                      <a:pt x="12519" y="4773"/>
                      <a:pt x="12504" y="5621"/>
                      <a:pt x="12504" y="6455"/>
                    </a:cubicBezTo>
                    <a:lnTo>
                      <a:pt x="12534" y="6455"/>
                    </a:lnTo>
                    <a:cubicBezTo>
                      <a:pt x="12623" y="5621"/>
                      <a:pt x="12683" y="4788"/>
                      <a:pt x="12742" y="3939"/>
                    </a:cubicBezTo>
                    <a:cubicBezTo>
                      <a:pt x="12817" y="3091"/>
                      <a:pt x="12578" y="2183"/>
                      <a:pt x="12028" y="1498"/>
                    </a:cubicBezTo>
                    <a:cubicBezTo>
                      <a:pt x="11760" y="1156"/>
                      <a:pt x="11403" y="873"/>
                      <a:pt x="11001" y="694"/>
                    </a:cubicBezTo>
                    <a:cubicBezTo>
                      <a:pt x="10807" y="590"/>
                      <a:pt x="10584" y="530"/>
                      <a:pt x="10375" y="486"/>
                    </a:cubicBezTo>
                    <a:cubicBezTo>
                      <a:pt x="10271" y="456"/>
                      <a:pt x="10152" y="456"/>
                      <a:pt x="10048" y="441"/>
                    </a:cubicBezTo>
                    <a:lnTo>
                      <a:pt x="9735" y="426"/>
                    </a:lnTo>
                    <a:cubicBezTo>
                      <a:pt x="8887" y="396"/>
                      <a:pt x="8053" y="367"/>
                      <a:pt x="7220" y="337"/>
                    </a:cubicBezTo>
                    <a:cubicBezTo>
                      <a:pt x="6371" y="307"/>
                      <a:pt x="5538" y="277"/>
                      <a:pt x="4704" y="218"/>
                    </a:cubicBezTo>
                    <a:cubicBezTo>
                      <a:pt x="3871" y="173"/>
                      <a:pt x="3022" y="84"/>
                      <a:pt x="2189" y="9"/>
                    </a:cubicBezTo>
                    <a:cubicBezTo>
                      <a:pt x="2118" y="4"/>
                      <a:pt x="2041" y="1"/>
                      <a:pt x="196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2" name="Google Shape;1832;p36"/>
              <p:cNvSpPr/>
              <p:nvPr/>
            </p:nvSpPr>
            <p:spPr>
              <a:xfrm>
                <a:off x="1639251" y="1584951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833" name="Google Shape;1833;p36"/>
              <p:cNvSpPr/>
              <p:nvPr/>
            </p:nvSpPr>
            <p:spPr>
              <a:xfrm>
                <a:off x="1639251" y="1898619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834" name="Google Shape;1834;p36"/>
              <p:cNvSpPr/>
              <p:nvPr/>
            </p:nvSpPr>
            <p:spPr>
              <a:xfrm>
                <a:off x="1639250" y="1962350"/>
                <a:ext cx="873309" cy="15875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835" name="Google Shape;1835;p36"/>
              <p:cNvSpPr/>
              <p:nvPr/>
            </p:nvSpPr>
            <p:spPr>
              <a:xfrm>
                <a:off x="1639250" y="2026100"/>
                <a:ext cx="873309" cy="15875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836" name="Google Shape;1836;p36"/>
              <p:cNvSpPr/>
              <p:nvPr/>
            </p:nvSpPr>
            <p:spPr>
              <a:xfrm>
                <a:off x="1639251" y="2089838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1837" name="Google Shape;1837;p36"/>
              <p:cNvSpPr/>
              <p:nvPr/>
            </p:nvSpPr>
            <p:spPr>
              <a:xfrm>
                <a:off x="1673565" y="2447629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838" name="Google Shape;1838;p36"/>
            <p:cNvSpPr/>
            <p:nvPr/>
          </p:nvSpPr>
          <p:spPr>
            <a:xfrm>
              <a:off x="1727338" y="1543500"/>
              <a:ext cx="5718000" cy="1560900"/>
            </a:xfrm>
            <a:prstGeom prst="roundRect">
              <a:avLst>
                <a:gd fmla="val 28107" name="adj"/>
              </a:avLst>
            </a:prstGeom>
            <a:noFill/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39" name="Google Shape;1839;p36"/>
          <p:cNvSpPr txBox="1"/>
          <p:nvPr>
            <p:ph type="title"/>
          </p:nvPr>
        </p:nvSpPr>
        <p:spPr>
          <a:xfrm>
            <a:off x="2150762" y="762975"/>
            <a:ext cx="2537400" cy="99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840" name="Google Shape;1840;p36"/>
          <p:cNvSpPr txBox="1"/>
          <p:nvPr>
            <p:ph idx="2" type="title"/>
          </p:nvPr>
        </p:nvSpPr>
        <p:spPr>
          <a:xfrm>
            <a:off x="2115650" y="3518646"/>
            <a:ext cx="26076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Cultural Diffusionist approach</a:t>
            </a:r>
            <a:endParaRPr/>
          </a:p>
        </p:txBody>
      </p:sp>
      <p:sp>
        <p:nvSpPr>
          <p:cNvPr id="1841" name="Google Shape;1841;p36"/>
          <p:cNvSpPr txBox="1"/>
          <p:nvPr>
            <p:ph idx="3" type="title"/>
          </p:nvPr>
        </p:nvSpPr>
        <p:spPr>
          <a:xfrm>
            <a:off x="1284512" y="1912041"/>
            <a:ext cx="4269900" cy="13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Diffusion</a:t>
            </a:r>
            <a:endParaRPr/>
          </a:p>
        </p:txBody>
      </p:sp>
      <p:grpSp>
        <p:nvGrpSpPr>
          <p:cNvPr id="1842" name="Google Shape;1842;p36"/>
          <p:cNvGrpSpPr/>
          <p:nvPr/>
        </p:nvGrpSpPr>
        <p:grpSpPr>
          <a:xfrm>
            <a:off x="5234850" y="71375"/>
            <a:ext cx="3567235" cy="5683860"/>
            <a:chOff x="5234850" y="71375"/>
            <a:chExt cx="3567235" cy="5683860"/>
          </a:xfrm>
        </p:grpSpPr>
        <p:grpSp>
          <p:nvGrpSpPr>
            <p:cNvPr id="1843" name="Google Shape;1843;p36"/>
            <p:cNvGrpSpPr/>
            <p:nvPr/>
          </p:nvGrpSpPr>
          <p:grpSpPr>
            <a:xfrm>
              <a:off x="5339272" y="318790"/>
              <a:ext cx="3462813" cy="5436445"/>
              <a:chOff x="5112550" y="-494325"/>
              <a:chExt cx="3462813" cy="5436445"/>
            </a:xfrm>
          </p:grpSpPr>
          <p:sp>
            <p:nvSpPr>
              <p:cNvPr id="1844" name="Google Shape;1844;p36"/>
              <p:cNvSpPr/>
              <p:nvPr/>
            </p:nvSpPr>
            <p:spPr>
              <a:xfrm>
                <a:off x="5669188" y="-379996"/>
                <a:ext cx="2350539" cy="5307544"/>
              </a:xfrm>
              <a:custGeom>
                <a:rect b="b" l="l" r="r" t="t"/>
                <a:pathLst>
                  <a:path extrusionOk="0" h="89135" w="39475">
                    <a:moveTo>
                      <a:pt x="21935" y="51897"/>
                    </a:moveTo>
                    <a:lnTo>
                      <a:pt x="21935" y="51897"/>
                    </a:lnTo>
                    <a:cubicBezTo>
                      <a:pt x="22076" y="52153"/>
                      <a:pt x="22229" y="52404"/>
                      <a:pt x="22386" y="52655"/>
                    </a:cubicBezTo>
                    <a:cubicBezTo>
                      <a:pt x="22329" y="52617"/>
                      <a:pt x="22267" y="52611"/>
                      <a:pt x="22207" y="52611"/>
                    </a:cubicBezTo>
                    <a:cubicBezTo>
                      <a:pt x="22180" y="52611"/>
                      <a:pt x="22154" y="52612"/>
                      <a:pt x="22128" y="52612"/>
                    </a:cubicBezTo>
                    <a:cubicBezTo>
                      <a:pt x="22082" y="52612"/>
                      <a:pt x="22039" y="52608"/>
                      <a:pt x="22005" y="52584"/>
                    </a:cubicBezTo>
                    <a:cubicBezTo>
                      <a:pt x="22310" y="52573"/>
                      <a:pt x="22146" y="52366"/>
                      <a:pt x="22097" y="52252"/>
                    </a:cubicBezTo>
                    <a:cubicBezTo>
                      <a:pt x="22044" y="52133"/>
                      <a:pt x="21990" y="52014"/>
                      <a:pt x="21935" y="51897"/>
                    </a:cubicBezTo>
                    <a:close/>
                    <a:moveTo>
                      <a:pt x="5243" y="85542"/>
                    </a:moveTo>
                    <a:lnTo>
                      <a:pt x="5243" y="85542"/>
                    </a:lnTo>
                    <a:cubicBezTo>
                      <a:pt x="5239" y="85623"/>
                      <a:pt x="5228" y="85709"/>
                      <a:pt x="5232" y="85792"/>
                    </a:cubicBezTo>
                    <a:lnTo>
                      <a:pt x="5232" y="85792"/>
                    </a:lnTo>
                    <a:cubicBezTo>
                      <a:pt x="5216" y="85705"/>
                      <a:pt x="5207" y="85619"/>
                      <a:pt x="5243" y="85542"/>
                    </a:cubicBezTo>
                    <a:close/>
                    <a:moveTo>
                      <a:pt x="21625" y="0"/>
                    </a:moveTo>
                    <a:cubicBezTo>
                      <a:pt x="21548" y="0"/>
                      <a:pt x="21482" y="82"/>
                      <a:pt x="21422" y="137"/>
                    </a:cubicBezTo>
                    <a:cubicBezTo>
                      <a:pt x="21194" y="360"/>
                      <a:pt x="20960" y="572"/>
                      <a:pt x="20780" y="839"/>
                    </a:cubicBezTo>
                    <a:cubicBezTo>
                      <a:pt x="20530" y="1220"/>
                      <a:pt x="20197" y="1525"/>
                      <a:pt x="19795" y="1737"/>
                    </a:cubicBezTo>
                    <a:cubicBezTo>
                      <a:pt x="19468" y="1906"/>
                      <a:pt x="19185" y="2140"/>
                      <a:pt x="18913" y="2380"/>
                    </a:cubicBezTo>
                    <a:cubicBezTo>
                      <a:pt x="18651" y="2603"/>
                      <a:pt x="18379" y="2815"/>
                      <a:pt x="18074" y="2968"/>
                    </a:cubicBezTo>
                    <a:cubicBezTo>
                      <a:pt x="16828" y="3577"/>
                      <a:pt x="15744" y="4427"/>
                      <a:pt x="14639" y="5254"/>
                    </a:cubicBezTo>
                    <a:cubicBezTo>
                      <a:pt x="14449" y="5396"/>
                      <a:pt x="14285" y="5559"/>
                      <a:pt x="14133" y="5744"/>
                    </a:cubicBezTo>
                    <a:cubicBezTo>
                      <a:pt x="13431" y="6599"/>
                      <a:pt x="12679" y="7415"/>
                      <a:pt x="12124" y="8384"/>
                    </a:cubicBezTo>
                    <a:cubicBezTo>
                      <a:pt x="12080" y="8466"/>
                      <a:pt x="12015" y="8537"/>
                      <a:pt x="11955" y="8608"/>
                    </a:cubicBezTo>
                    <a:cubicBezTo>
                      <a:pt x="11057" y="9609"/>
                      <a:pt x="10366" y="10774"/>
                      <a:pt x="9397" y="11716"/>
                    </a:cubicBezTo>
                    <a:cubicBezTo>
                      <a:pt x="8711" y="12380"/>
                      <a:pt x="8085" y="13104"/>
                      <a:pt x="7404" y="13774"/>
                    </a:cubicBezTo>
                    <a:cubicBezTo>
                      <a:pt x="6979" y="14193"/>
                      <a:pt x="6500" y="14563"/>
                      <a:pt x="6049" y="14955"/>
                    </a:cubicBezTo>
                    <a:cubicBezTo>
                      <a:pt x="4611" y="16191"/>
                      <a:pt x="3076" y="17307"/>
                      <a:pt x="1661" y="18575"/>
                    </a:cubicBezTo>
                    <a:cubicBezTo>
                      <a:pt x="1427" y="18782"/>
                      <a:pt x="1225" y="19000"/>
                      <a:pt x="1116" y="19299"/>
                    </a:cubicBezTo>
                    <a:cubicBezTo>
                      <a:pt x="1046" y="19490"/>
                      <a:pt x="980" y="19691"/>
                      <a:pt x="909" y="19893"/>
                    </a:cubicBezTo>
                    <a:cubicBezTo>
                      <a:pt x="937" y="19697"/>
                      <a:pt x="1105" y="19534"/>
                      <a:pt x="969" y="19327"/>
                    </a:cubicBezTo>
                    <a:lnTo>
                      <a:pt x="969" y="19327"/>
                    </a:lnTo>
                    <a:cubicBezTo>
                      <a:pt x="779" y="19621"/>
                      <a:pt x="566" y="19904"/>
                      <a:pt x="485" y="20252"/>
                    </a:cubicBezTo>
                    <a:cubicBezTo>
                      <a:pt x="501" y="20459"/>
                      <a:pt x="409" y="20639"/>
                      <a:pt x="349" y="20829"/>
                    </a:cubicBezTo>
                    <a:cubicBezTo>
                      <a:pt x="0" y="21978"/>
                      <a:pt x="120" y="23050"/>
                      <a:pt x="839" y="24041"/>
                    </a:cubicBezTo>
                    <a:cubicBezTo>
                      <a:pt x="1427" y="24847"/>
                      <a:pt x="2009" y="25658"/>
                      <a:pt x="2690" y="26393"/>
                    </a:cubicBezTo>
                    <a:cubicBezTo>
                      <a:pt x="3087" y="26823"/>
                      <a:pt x="3517" y="27226"/>
                      <a:pt x="3800" y="27749"/>
                    </a:cubicBezTo>
                    <a:cubicBezTo>
                      <a:pt x="3985" y="27939"/>
                      <a:pt x="4176" y="28135"/>
                      <a:pt x="4361" y="28326"/>
                    </a:cubicBezTo>
                    <a:cubicBezTo>
                      <a:pt x="4481" y="28353"/>
                      <a:pt x="4557" y="28451"/>
                      <a:pt x="4639" y="28532"/>
                    </a:cubicBezTo>
                    <a:cubicBezTo>
                      <a:pt x="5379" y="29240"/>
                      <a:pt x="6152" y="29910"/>
                      <a:pt x="6941" y="30563"/>
                    </a:cubicBezTo>
                    <a:cubicBezTo>
                      <a:pt x="8057" y="31499"/>
                      <a:pt x="9048" y="32550"/>
                      <a:pt x="9843" y="33780"/>
                    </a:cubicBezTo>
                    <a:cubicBezTo>
                      <a:pt x="10148" y="34249"/>
                      <a:pt x="10355" y="34760"/>
                      <a:pt x="10485" y="35299"/>
                    </a:cubicBezTo>
                    <a:cubicBezTo>
                      <a:pt x="10510" y="35410"/>
                      <a:pt x="10510" y="35483"/>
                      <a:pt x="10433" y="35483"/>
                    </a:cubicBezTo>
                    <a:cubicBezTo>
                      <a:pt x="10407" y="35483"/>
                      <a:pt x="10372" y="35475"/>
                      <a:pt x="10328" y="35457"/>
                    </a:cubicBezTo>
                    <a:cubicBezTo>
                      <a:pt x="10306" y="35811"/>
                      <a:pt x="10213" y="36165"/>
                      <a:pt x="10235" y="36524"/>
                    </a:cubicBezTo>
                    <a:cubicBezTo>
                      <a:pt x="10311" y="36573"/>
                      <a:pt x="10279" y="36644"/>
                      <a:pt x="10268" y="36715"/>
                    </a:cubicBezTo>
                    <a:cubicBezTo>
                      <a:pt x="10208" y="37036"/>
                      <a:pt x="10093" y="37346"/>
                      <a:pt x="10061" y="37678"/>
                    </a:cubicBezTo>
                    <a:cubicBezTo>
                      <a:pt x="9936" y="38849"/>
                      <a:pt x="9691" y="39997"/>
                      <a:pt x="9342" y="41124"/>
                    </a:cubicBezTo>
                    <a:cubicBezTo>
                      <a:pt x="9173" y="41663"/>
                      <a:pt x="8939" y="42159"/>
                      <a:pt x="8618" y="42611"/>
                    </a:cubicBezTo>
                    <a:cubicBezTo>
                      <a:pt x="8308" y="43041"/>
                      <a:pt x="7976" y="43449"/>
                      <a:pt x="7638" y="43857"/>
                    </a:cubicBezTo>
                    <a:cubicBezTo>
                      <a:pt x="7181" y="44413"/>
                      <a:pt x="6724" y="44968"/>
                      <a:pt x="6533" y="45686"/>
                    </a:cubicBezTo>
                    <a:cubicBezTo>
                      <a:pt x="6381" y="46258"/>
                      <a:pt x="6266" y="46835"/>
                      <a:pt x="6359" y="47429"/>
                    </a:cubicBezTo>
                    <a:cubicBezTo>
                      <a:pt x="6375" y="47525"/>
                      <a:pt x="6417" y="47652"/>
                      <a:pt x="6250" y="47652"/>
                    </a:cubicBezTo>
                    <a:cubicBezTo>
                      <a:pt x="6246" y="47652"/>
                      <a:pt x="6243" y="47652"/>
                      <a:pt x="6239" y="47652"/>
                    </a:cubicBezTo>
                    <a:cubicBezTo>
                      <a:pt x="6207" y="47658"/>
                      <a:pt x="6177" y="47661"/>
                      <a:pt x="6149" y="47661"/>
                    </a:cubicBezTo>
                    <a:cubicBezTo>
                      <a:pt x="6027" y="47661"/>
                      <a:pt x="5937" y="47601"/>
                      <a:pt x="5880" y="47456"/>
                    </a:cubicBezTo>
                    <a:cubicBezTo>
                      <a:pt x="5755" y="47135"/>
                      <a:pt x="5629" y="46813"/>
                      <a:pt x="5613" y="46470"/>
                    </a:cubicBezTo>
                    <a:cubicBezTo>
                      <a:pt x="5531" y="44772"/>
                      <a:pt x="5744" y="43128"/>
                      <a:pt x="6549" y="41603"/>
                    </a:cubicBezTo>
                    <a:cubicBezTo>
                      <a:pt x="6669" y="41375"/>
                      <a:pt x="6718" y="41168"/>
                      <a:pt x="6587" y="40939"/>
                    </a:cubicBezTo>
                    <a:cubicBezTo>
                      <a:pt x="6125" y="40030"/>
                      <a:pt x="5510" y="39230"/>
                      <a:pt x="4845" y="38468"/>
                    </a:cubicBezTo>
                    <a:cubicBezTo>
                      <a:pt x="4696" y="38376"/>
                      <a:pt x="4628" y="38157"/>
                      <a:pt x="4429" y="38157"/>
                    </a:cubicBezTo>
                    <a:cubicBezTo>
                      <a:pt x="4403" y="38157"/>
                      <a:pt x="4375" y="38160"/>
                      <a:pt x="4345" y="38168"/>
                    </a:cubicBezTo>
                    <a:cubicBezTo>
                      <a:pt x="4192" y="38381"/>
                      <a:pt x="4116" y="38626"/>
                      <a:pt x="3958" y="38838"/>
                    </a:cubicBezTo>
                    <a:cubicBezTo>
                      <a:pt x="3397" y="39578"/>
                      <a:pt x="2695" y="40095"/>
                      <a:pt x="1791" y="40330"/>
                    </a:cubicBezTo>
                    <a:cubicBezTo>
                      <a:pt x="1465" y="40411"/>
                      <a:pt x="1127" y="40498"/>
                      <a:pt x="866" y="40738"/>
                    </a:cubicBezTo>
                    <a:cubicBezTo>
                      <a:pt x="822" y="40798"/>
                      <a:pt x="784" y="40858"/>
                      <a:pt x="833" y="40934"/>
                    </a:cubicBezTo>
                    <a:cubicBezTo>
                      <a:pt x="1612" y="41277"/>
                      <a:pt x="2319" y="41740"/>
                      <a:pt x="3043" y="42257"/>
                    </a:cubicBezTo>
                    <a:cubicBezTo>
                      <a:pt x="2948" y="42288"/>
                      <a:pt x="2859" y="42301"/>
                      <a:pt x="2775" y="42301"/>
                    </a:cubicBezTo>
                    <a:cubicBezTo>
                      <a:pt x="2540" y="42301"/>
                      <a:pt x="2344" y="42201"/>
                      <a:pt x="2140" y="42137"/>
                    </a:cubicBezTo>
                    <a:cubicBezTo>
                      <a:pt x="1866" y="42054"/>
                      <a:pt x="1599" y="41908"/>
                      <a:pt x="1309" y="41908"/>
                    </a:cubicBezTo>
                    <a:cubicBezTo>
                      <a:pt x="1218" y="41908"/>
                      <a:pt x="1125" y="41922"/>
                      <a:pt x="1029" y="41957"/>
                    </a:cubicBezTo>
                    <a:cubicBezTo>
                      <a:pt x="915" y="42317"/>
                      <a:pt x="1105" y="42578"/>
                      <a:pt x="1329" y="42823"/>
                    </a:cubicBezTo>
                    <a:cubicBezTo>
                      <a:pt x="1546" y="42872"/>
                      <a:pt x="1470" y="43182"/>
                      <a:pt x="1682" y="43237"/>
                    </a:cubicBezTo>
                    <a:cubicBezTo>
                      <a:pt x="1819" y="43013"/>
                      <a:pt x="1639" y="42866"/>
                      <a:pt x="1568" y="42714"/>
                    </a:cubicBezTo>
                    <a:lnTo>
                      <a:pt x="1568" y="42714"/>
                    </a:lnTo>
                    <a:cubicBezTo>
                      <a:pt x="1650" y="42801"/>
                      <a:pt x="1693" y="42932"/>
                      <a:pt x="1753" y="43057"/>
                    </a:cubicBezTo>
                    <a:cubicBezTo>
                      <a:pt x="2156" y="43982"/>
                      <a:pt x="2238" y="44973"/>
                      <a:pt x="2287" y="45959"/>
                    </a:cubicBezTo>
                    <a:cubicBezTo>
                      <a:pt x="2319" y="46704"/>
                      <a:pt x="2385" y="47439"/>
                      <a:pt x="2581" y="48158"/>
                    </a:cubicBezTo>
                    <a:cubicBezTo>
                      <a:pt x="3185" y="50401"/>
                      <a:pt x="4464" y="52094"/>
                      <a:pt x="6571" y="53117"/>
                    </a:cubicBezTo>
                    <a:cubicBezTo>
                      <a:pt x="7109" y="53378"/>
                      <a:pt x="7658" y="53619"/>
                      <a:pt x="8278" y="53619"/>
                    </a:cubicBezTo>
                    <a:cubicBezTo>
                      <a:pt x="8291" y="53619"/>
                      <a:pt x="8305" y="53619"/>
                      <a:pt x="8319" y="53618"/>
                    </a:cubicBezTo>
                    <a:cubicBezTo>
                      <a:pt x="8830" y="52992"/>
                      <a:pt x="9348" y="52383"/>
                      <a:pt x="9941" y="51822"/>
                    </a:cubicBezTo>
                    <a:cubicBezTo>
                      <a:pt x="10621" y="51190"/>
                      <a:pt x="11346" y="50646"/>
                      <a:pt x="12157" y="50210"/>
                    </a:cubicBezTo>
                    <a:cubicBezTo>
                      <a:pt x="12739" y="49906"/>
                      <a:pt x="13376" y="49786"/>
                      <a:pt x="14024" y="49715"/>
                    </a:cubicBezTo>
                    <a:cubicBezTo>
                      <a:pt x="14055" y="49712"/>
                      <a:pt x="14089" y="49709"/>
                      <a:pt x="14122" y="49709"/>
                    </a:cubicBezTo>
                    <a:cubicBezTo>
                      <a:pt x="14247" y="49709"/>
                      <a:pt x="14366" y="49750"/>
                      <a:pt x="14323" y="49960"/>
                    </a:cubicBezTo>
                    <a:cubicBezTo>
                      <a:pt x="13779" y="50210"/>
                      <a:pt x="13305" y="50548"/>
                      <a:pt x="12957" y="51043"/>
                    </a:cubicBezTo>
                    <a:cubicBezTo>
                      <a:pt x="12870" y="51169"/>
                      <a:pt x="12756" y="51277"/>
                      <a:pt x="12636" y="51370"/>
                    </a:cubicBezTo>
                    <a:cubicBezTo>
                      <a:pt x="11787" y="52040"/>
                      <a:pt x="11237" y="52905"/>
                      <a:pt x="10845" y="53901"/>
                    </a:cubicBezTo>
                    <a:cubicBezTo>
                      <a:pt x="10284" y="55328"/>
                      <a:pt x="10600" y="56564"/>
                      <a:pt x="11525" y="57723"/>
                    </a:cubicBezTo>
                    <a:cubicBezTo>
                      <a:pt x="12075" y="58414"/>
                      <a:pt x="12756" y="58981"/>
                      <a:pt x="13365" y="59623"/>
                    </a:cubicBezTo>
                    <a:cubicBezTo>
                      <a:pt x="13539" y="59803"/>
                      <a:pt x="13703" y="59988"/>
                      <a:pt x="13774" y="60282"/>
                    </a:cubicBezTo>
                    <a:cubicBezTo>
                      <a:pt x="13686" y="60135"/>
                      <a:pt x="13610" y="60031"/>
                      <a:pt x="13523" y="59933"/>
                    </a:cubicBezTo>
                    <a:cubicBezTo>
                      <a:pt x="13404" y="59798"/>
                      <a:pt x="13329" y="59594"/>
                      <a:pt x="13105" y="59594"/>
                    </a:cubicBezTo>
                    <a:cubicBezTo>
                      <a:pt x="13094" y="59594"/>
                      <a:pt x="13083" y="59595"/>
                      <a:pt x="13071" y="59596"/>
                    </a:cubicBezTo>
                    <a:cubicBezTo>
                      <a:pt x="13425" y="60260"/>
                      <a:pt x="13779" y="60924"/>
                      <a:pt x="14133" y="61583"/>
                    </a:cubicBezTo>
                    <a:cubicBezTo>
                      <a:pt x="14204" y="61545"/>
                      <a:pt x="14166" y="61441"/>
                      <a:pt x="14236" y="61387"/>
                    </a:cubicBezTo>
                    <a:cubicBezTo>
                      <a:pt x="14400" y="61779"/>
                      <a:pt x="14405" y="62154"/>
                      <a:pt x="14285" y="62541"/>
                    </a:cubicBezTo>
                    <a:cubicBezTo>
                      <a:pt x="14122" y="63096"/>
                      <a:pt x="13997" y="63657"/>
                      <a:pt x="13768" y="64191"/>
                    </a:cubicBezTo>
                    <a:cubicBezTo>
                      <a:pt x="13387" y="65083"/>
                      <a:pt x="13137" y="66014"/>
                      <a:pt x="12952" y="66967"/>
                    </a:cubicBezTo>
                    <a:cubicBezTo>
                      <a:pt x="12826" y="67588"/>
                      <a:pt x="12859" y="68203"/>
                      <a:pt x="12973" y="68823"/>
                    </a:cubicBezTo>
                    <a:cubicBezTo>
                      <a:pt x="13006" y="68987"/>
                      <a:pt x="13050" y="69155"/>
                      <a:pt x="13186" y="69259"/>
                    </a:cubicBezTo>
                    <a:cubicBezTo>
                      <a:pt x="13496" y="69498"/>
                      <a:pt x="13714" y="69825"/>
                      <a:pt x="13970" y="70114"/>
                    </a:cubicBezTo>
                    <a:cubicBezTo>
                      <a:pt x="14215" y="70387"/>
                      <a:pt x="14520" y="70518"/>
                      <a:pt x="14816" y="70518"/>
                    </a:cubicBezTo>
                    <a:cubicBezTo>
                      <a:pt x="15209" y="70518"/>
                      <a:pt x="15587" y="70285"/>
                      <a:pt x="15782" y="69847"/>
                    </a:cubicBezTo>
                    <a:cubicBezTo>
                      <a:pt x="15815" y="69771"/>
                      <a:pt x="15853" y="69700"/>
                      <a:pt x="15891" y="69624"/>
                    </a:cubicBezTo>
                    <a:cubicBezTo>
                      <a:pt x="15940" y="69515"/>
                      <a:pt x="16006" y="69400"/>
                      <a:pt x="15902" y="69297"/>
                    </a:cubicBezTo>
                    <a:cubicBezTo>
                      <a:pt x="15870" y="69267"/>
                      <a:pt x="15837" y="69256"/>
                      <a:pt x="15803" y="69256"/>
                    </a:cubicBezTo>
                    <a:cubicBezTo>
                      <a:pt x="15737" y="69256"/>
                      <a:pt x="15669" y="69297"/>
                      <a:pt x="15608" y="69330"/>
                    </a:cubicBezTo>
                    <a:cubicBezTo>
                      <a:pt x="15439" y="69416"/>
                      <a:pt x="15277" y="69459"/>
                      <a:pt x="15119" y="69459"/>
                    </a:cubicBezTo>
                    <a:cubicBezTo>
                      <a:pt x="14891" y="69459"/>
                      <a:pt x="14672" y="69370"/>
                      <a:pt x="14460" y="69199"/>
                    </a:cubicBezTo>
                    <a:cubicBezTo>
                      <a:pt x="14313" y="69079"/>
                      <a:pt x="14155" y="68976"/>
                      <a:pt x="14002" y="68812"/>
                    </a:cubicBezTo>
                    <a:lnTo>
                      <a:pt x="14002" y="68812"/>
                    </a:lnTo>
                    <a:cubicBezTo>
                      <a:pt x="14215" y="68916"/>
                      <a:pt x="14372" y="69041"/>
                      <a:pt x="14536" y="69155"/>
                    </a:cubicBezTo>
                    <a:cubicBezTo>
                      <a:pt x="14720" y="69287"/>
                      <a:pt x="14908" y="69346"/>
                      <a:pt x="15111" y="69346"/>
                    </a:cubicBezTo>
                    <a:cubicBezTo>
                      <a:pt x="15226" y="69346"/>
                      <a:pt x="15346" y="69327"/>
                      <a:pt x="15472" y="69292"/>
                    </a:cubicBezTo>
                    <a:cubicBezTo>
                      <a:pt x="15777" y="69204"/>
                      <a:pt x="16016" y="69019"/>
                      <a:pt x="16278" y="68872"/>
                    </a:cubicBezTo>
                    <a:lnTo>
                      <a:pt x="16310" y="68883"/>
                    </a:lnTo>
                    <a:lnTo>
                      <a:pt x="16332" y="68861"/>
                    </a:lnTo>
                    <a:cubicBezTo>
                      <a:pt x="16501" y="68567"/>
                      <a:pt x="16430" y="68252"/>
                      <a:pt x="16392" y="67947"/>
                    </a:cubicBezTo>
                    <a:cubicBezTo>
                      <a:pt x="16376" y="67822"/>
                      <a:pt x="16414" y="67801"/>
                      <a:pt x="16474" y="67801"/>
                    </a:cubicBezTo>
                    <a:cubicBezTo>
                      <a:pt x="16495" y="67801"/>
                      <a:pt x="16519" y="67804"/>
                      <a:pt x="16545" y="67805"/>
                    </a:cubicBezTo>
                    <a:cubicBezTo>
                      <a:pt x="16508" y="67610"/>
                      <a:pt x="16408" y="67566"/>
                      <a:pt x="16288" y="67566"/>
                    </a:cubicBezTo>
                    <a:cubicBezTo>
                      <a:pt x="16210" y="67566"/>
                      <a:pt x="16125" y="67584"/>
                      <a:pt x="16044" y="67593"/>
                    </a:cubicBezTo>
                    <a:cubicBezTo>
                      <a:pt x="16022" y="67773"/>
                      <a:pt x="15946" y="67931"/>
                      <a:pt x="15826" y="68067"/>
                    </a:cubicBezTo>
                    <a:cubicBezTo>
                      <a:pt x="15718" y="68188"/>
                      <a:pt x="15600" y="68231"/>
                      <a:pt x="15478" y="68231"/>
                    </a:cubicBezTo>
                    <a:cubicBezTo>
                      <a:pt x="15359" y="68231"/>
                      <a:pt x="15236" y="68191"/>
                      <a:pt x="15113" y="68143"/>
                    </a:cubicBezTo>
                    <a:cubicBezTo>
                      <a:pt x="14900" y="68061"/>
                      <a:pt x="14786" y="67892"/>
                      <a:pt x="14808" y="67675"/>
                    </a:cubicBezTo>
                    <a:cubicBezTo>
                      <a:pt x="14835" y="67435"/>
                      <a:pt x="14879" y="67179"/>
                      <a:pt x="15118" y="67032"/>
                    </a:cubicBezTo>
                    <a:cubicBezTo>
                      <a:pt x="15151" y="66885"/>
                      <a:pt x="14955" y="66820"/>
                      <a:pt x="14988" y="66673"/>
                    </a:cubicBezTo>
                    <a:cubicBezTo>
                      <a:pt x="14944" y="66504"/>
                      <a:pt x="14928" y="66330"/>
                      <a:pt x="14982" y="66156"/>
                    </a:cubicBezTo>
                    <a:cubicBezTo>
                      <a:pt x="15034" y="65981"/>
                      <a:pt x="15103" y="65895"/>
                      <a:pt x="15198" y="65895"/>
                    </a:cubicBezTo>
                    <a:cubicBezTo>
                      <a:pt x="15262" y="65895"/>
                      <a:pt x="15338" y="65935"/>
                      <a:pt x="15429" y="66014"/>
                    </a:cubicBezTo>
                    <a:cubicBezTo>
                      <a:pt x="15510" y="66085"/>
                      <a:pt x="15570" y="66178"/>
                      <a:pt x="15646" y="66243"/>
                    </a:cubicBezTo>
                    <a:cubicBezTo>
                      <a:pt x="15686" y="66279"/>
                      <a:pt x="15727" y="66321"/>
                      <a:pt x="15775" y="66321"/>
                    </a:cubicBezTo>
                    <a:cubicBezTo>
                      <a:pt x="15793" y="66321"/>
                      <a:pt x="15811" y="66316"/>
                      <a:pt x="15831" y="66303"/>
                    </a:cubicBezTo>
                    <a:cubicBezTo>
                      <a:pt x="15897" y="66259"/>
                      <a:pt x="15897" y="66183"/>
                      <a:pt x="15891" y="66112"/>
                    </a:cubicBezTo>
                    <a:cubicBezTo>
                      <a:pt x="15886" y="66052"/>
                      <a:pt x="15870" y="65992"/>
                      <a:pt x="15842" y="65943"/>
                    </a:cubicBezTo>
                    <a:cubicBezTo>
                      <a:pt x="15521" y="65339"/>
                      <a:pt x="15690" y="64757"/>
                      <a:pt x="15940" y="64191"/>
                    </a:cubicBezTo>
                    <a:cubicBezTo>
                      <a:pt x="16104" y="63826"/>
                      <a:pt x="16300" y="63472"/>
                      <a:pt x="16474" y="63118"/>
                    </a:cubicBezTo>
                    <a:cubicBezTo>
                      <a:pt x="16577" y="62862"/>
                      <a:pt x="16713" y="62623"/>
                      <a:pt x="16833" y="62372"/>
                    </a:cubicBezTo>
                    <a:cubicBezTo>
                      <a:pt x="16920" y="62231"/>
                      <a:pt x="16996" y="62089"/>
                      <a:pt x="17062" y="61937"/>
                    </a:cubicBezTo>
                    <a:cubicBezTo>
                      <a:pt x="17437" y="61071"/>
                      <a:pt x="17710" y="60195"/>
                      <a:pt x="17143" y="59302"/>
                    </a:cubicBezTo>
                    <a:cubicBezTo>
                      <a:pt x="16860" y="58850"/>
                      <a:pt x="16746" y="58344"/>
                      <a:pt x="16670" y="57832"/>
                    </a:cubicBezTo>
                    <a:cubicBezTo>
                      <a:pt x="16594" y="57337"/>
                      <a:pt x="16523" y="56798"/>
                      <a:pt x="16953" y="56406"/>
                    </a:cubicBezTo>
                    <a:cubicBezTo>
                      <a:pt x="17280" y="56101"/>
                      <a:pt x="17606" y="55796"/>
                      <a:pt x="17993" y="55562"/>
                    </a:cubicBezTo>
                    <a:cubicBezTo>
                      <a:pt x="18657" y="55164"/>
                      <a:pt x="19228" y="54653"/>
                      <a:pt x="19604" y="53961"/>
                    </a:cubicBezTo>
                    <a:cubicBezTo>
                      <a:pt x="19654" y="53871"/>
                      <a:pt x="19700" y="53757"/>
                      <a:pt x="19826" y="53757"/>
                    </a:cubicBezTo>
                    <a:cubicBezTo>
                      <a:pt x="19837" y="53757"/>
                      <a:pt x="19848" y="53758"/>
                      <a:pt x="19860" y="53760"/>
                    </a:cubicBezTo>
                    <a:cubicBezTo>
                      <a:pt x="20442" y="53989"/>
                      <a:pt x="20894" y="54408"/>
                      <a:pt x="21352" y="54811"/>
                    </a:cubicBezTo>
                    <a:cubicBezTo>
                      <a:pt x="22081" y="55447"/>
                      <a:pt x="22751" y="56139"/>
                      <a:pt x="23404" y="56847"/>
                    </a:cubicBezTo>
                    <a:cubicBezTo>
                      <a:pt x="24765" y="58322"/>
                      <a:pt x="25854" y="59928"/>
                      <a:pt x="26235" y="61937"/>
                    </a:cubicBezTo>
                    <a:cubicBezTo>
                      <a:pt x="26382" y="62721"/>
                      <a:pt x="26621" y="63488"/>
                      <a:pt x="26643" y="64299"/>
                    </a:cubicBezTo>
                    <a:cubicBezTo>
                      <a:pt x="26681" y="65807"/>
                      <a:pt x="26333" y="67250"/>
                      <a:pt x="25876" y="68665"/>
                    </a:cubicBezTo>
                    <a:cubicBezTo>
                      <a:pt x="25680" y="69281"/>
                      <a:pt x="25348" y="69847"/>
                      <a:pt x="24966" y="70375"/>
                    </a:cubicBezTo>
                    <a:cubicBezTo>
                      <a:pt x="24705" y="70723"/>
                      <a:pt x="24525" y="71121"/>
                      <a:pt x="24286" y="71491"/>
                    </a:cubicBezTo>
                    <a:cubicBezTo>
                      <a:pt x="23132" y="73309"/>
                      <a:pt x="21482" y="74414"/>
                      <a:pt x="19403" y="74899"/>
                    </a:cubicBezTo>
                    <a:cubicBezTo>
                      <a:pt x="17296" y="75383"/>
                      <a:pt x="15145" y="75541"/>
                      <a:pt x="12995" y="75699"/>
                    </a:cubicBezTo>
                    <a:cubicBezTo>
                      <a:pt x="11514" y="75808"/>
                      <a:pt x="10110" y="76167"/>
                      <a:pt x="8776" y="76793"/>
                    </a:cubicBezTo>
                    <a:cubicBezTo>
                      <a:pt x="7181" y="77545"/>
                      <a:pt x="5989" y="78748"/>
                      <a:pt x="5183" y="80321"/>
                    </a:cubicBezTo>
                    <a:cubicBezTo>
                      <a:pt x="4851" y="80963"/>
                      <a:pt x="4639" y="81644"/>
                      <a:pt x="4840" y="82384"/>
                    </a:cubicBezTo>
                    <a:cubicBezTo>
                      <a:pt x="4824" y="82335"/>
                      <a:pt x="4807" y="82281"/>
                      <a:pt x="4796" y="82226"/>
                    </a:cubicBezTo>
                    <a:cubicBezTo>
                      <a:pt x="4780" y="82150"/>
                      <a:pt x="4796" y="82041"/>
                      <a:pt x="4682" y="82041"/>
                    </a:cubicBezTo>
                    <a:cubicBezTo>
                      <a:pt x="4584" y="82047"/>
                      <a:pt x="4546" y="82145"/>
                      <a:pt x="4535" y="82221"/>
                    </a:cubicBezTo>
                    <a:cubicBezTo>
                      <a:pt x="4486" y="82607"/>
                      <a:pt x="4056" y="82950"/>
                      <a:pt x="4410" y="83381"/>
                    </a:cubicBezTo>
                    <a:cubicBezTo>
                      <a:pt x="4426" y="83397"/>
                      <a:pt x="4415" y="83430"/>
                      <a:pt x="4415" y="83451"/>
                    </a:cubicBezTo>
                    <a:cubicBezTo>
                      <a:pt x="4399" y="83696"/>
                      <a:pt x="4437" y="83947"/>
                      <a:pt x="4443" y="84192"/>
                    </a:cubicBezTo>
                    <a:cubicBezTo>
                      <a:pt x="4448" y="84872"/>
                      <a:pt x="4666" y="85487"/>
                      <a:pt x="5014" y="86059"/>
                    </a:cubicBezTo>
                    <a:cubicBezTo>
                      <a:pt x="5051" y="86119"/>
                      <a:pt x="5092" y="86198"/>
                      <a:pt x="5159" y="86198"/>
                    </a:cubicBezTo>
                    <a:cubicBezTo>
                      <a:pt x="5172" y="86198"/>
                      <a:pt x="5185" y="86195"/>
                      <a:pt x="5199" y="86190"/>
                    </a:cubicBezTo>
                    <a:cubicBezTo>
                      <a:pt x="5292" y="86157"/>
                      <a:pt x="5275" y="86054"/>
                      <a:pt x="5265" y="85972"/>
                    </a:cubicBezTo>
                    <a:cubicBezTo>
                      <a:pt x="5264" y="85964"/>
                      <a:pt x="5263" y="85955"/>
                      <a:pt x="5261" y="85947"/>
                    </a:cubicBezTo>
                    <a:lnTo>
                      <a:pt x="5261" y="85947"/>
                    </a:lnTo>
                    <a:cubicBezTo>
                      <a:pt x="5288" y="86018"/>
                      <a:pt x="5337" y="86084"/>
                      <a:pt x="5422" y="86141"/>
                    </a:cubicBezTo>
                    <a:cubicBezTo>
                      <a:pt x="5433" y="86005"/>
                      <a:pt x="5401" y="85852"/>
                      <a:pt x="5569" y="85787"/>
                    </a:cubicBezTo>
                    <a:cubicBezTo>
                      <a:pt x="5678" y="85629"/>
                      <a:pt x="5482" y="85564"/>
                      <a:pt x="5471" y="85444"/>
                    </a:cubicBezTo>
                    <a:lnTo>
                      <a:pt x="5471" y="85444"/>
                    </a:lnTo>
                    <a:cubicBezTo>
                      <a:pt x="5814" y="86043"/>
                      <a:pt x="6332" y="86494"/>
                      <a:pt x="6789" y="86995"/>
                    </a:cubicBezTo>
                    <a:cubicBezTo>
                      <a:pt x="7252" y="87507"/>
                      <a:pt x="7687" y="88024"/>
                      <a:pt x="7829" y="88727"/>
                    </a:cubicBezTo>
                    <a:cubicBezTo>
                      <a:pt x="7851" y="88841"/>
                      <a:pt x="7899" y="88950"/>
                      <a:pt x="7970" y="89042"/>
                    </a:cubicBezTo>
                    <a:cubicBezTo>
                      <a:pt x="8011" y="89092"/>
                      <a:pt x="8052" y="89135"/>
                      <a:pt x="8112" y="89135"/>
                    </a:cubicBezTo>
                    <a:cubicBezTo>
                      <a:pt x="8124" y="89135"/>
                      <a:pt x="8136" y="89133"/>
                      <a:pt x="8150" y="89129"/>
                    </a:cubicBezTo>
                    <a:cubicBezTo>
                      <a:pt x="8232" y="89102"/>
                      <a:pt x="8248" y="89031"/>
                      <a:pt x="8259" y="88961"/>
                    </a:cubicBezTo>
                    <a:cubicBezTo>
                      <a:pt x="8275" y="88792"/>
                      <a:pt x="8199" y="88639"/>
                      <a:pt x="8150" y="88482"/>
                    </a:cubicBezTo>
                    <a:cubicBezTo>
                      <a:pt x="7905" y="87703"/>
                      <a:pt x="7410" y="87044"/>
                      <a:pt x="7077" y="86304"/>
                    </a:cubicBezTo>
                    <a:lnTo>
                      <a:pt x="7077" y="86304"/>
                    </a:lnTo>
                    <a:cubicBezTo>
                      <a:pt x="7295" y="86690"/>
                      <a:pt x="7584" y="87039"/>
                      <a:pt x="7796" y="87431"/>
                    </a:cubicBezTo>
                    <a:cubicBezTo>
                      <a:pt x="7828" y="87486"/>
                      <a:pt x="7860" y="87560"/>
                      <a:pt x="7934" y="87560"/>
                    </a:cubicBezTo>
                    <a:cubicBezTo>
                      <a:pt x="7948" y="87560"/>
                      <a:pt x="7964" y="87557"/>
                      <a:pt x="7981" y="87551"/>
                    </a:cubicBezTo>
                    <a:cubicBezTo>
                      <a:pt x="7932" y="87104"/>
                      <a:pt x="7638" y="86772"/>
                      <a:pt x="7442" y="86391"/>
                    </a:cubicBezTo>
                    <a:lnTo>
                      <a:pt x="7442" y="86391"/>
                    </a:lnTo>
                    <a:cubicBezTo>
                      <a:pt x="7649" y="86701"/>
                      <a:pt x="8041" y="86701"/>
                      <a:pt x="8286" y="86952"/>
                    </a:cubicBezTo>
                    <a:cubicBezTo>
                      <a:pt x="8362" y="86788"/>
                      <a:pt x="8063" y="86690"/>
                      <a:pt x="8215" y="86576"/>
                    </a:cubicBezTo>
                    <a:cubicBezTo>
                      <a:pt x="8422" y="86424"/>
                      <a:pt x="8319" y="86282"/>
                      <a:pt x="8270" y="86130"/>
                    </a:cubicBezTo>
                    <a:cubicBezTo>
                      <a:pt x="8268" y="86129"/>
                      <a:pt x="8267" y="86129"/>
                      <a:pt x="8265" y="86129"/>
                    </a:cubicBezTo>
                    <a:cubicBezTo>
                      <a:pt x="8231" y="86129"/>
                      <a:pt x="8221" y="86249"/>
                      <a:pt x="8186" y="86249"/>
                    </a:cubicBezTo>
                    <a:cubicBezTo>
                      <a:pt x="8170" y="86249"/>
                      <a:pt x="8149" y="86224"/>
                      <a:pt x="8117" y="86152"/>
                    </a:cubicBezTo>
                    <a:cubicBezTo>
                      <a:pt x="7899" y="85656"/>
                      <a:pt x="7665" y="85172"/>
                      <a:pt x="7377" y="84714"/>
                    </a:cubicBezTo>
                    <a:cubicBezTo>
                      <a:pt x="6930" y="84017"/>
                      <a:pt x="6310" y="83424"/>
                      <a:pt x="6147" y="82635"/>
                    </a:cubicBezTo>
                    <a:lnTo>
                      <a:pt x="6147" y="82635"/>
                    </a:lnTo>
                    <a:cubicBezTo>
                      <a:pt x="6223" y="82738"/>
                      <a:pt x="6239" y="82972"/>
                      <a:pt x="6473" y="83027"/>
                    </a:cubicBezTo>
                    <a:cubicBezTo>
                      <a:pt x="6484" y="82953"/>
                      <a:pt x="6536" y="82950"/>
                      <a:pt x="6590" y="82950"/>
                    </a:cubicBezTo>
                    <a:cubicBezTo>
                      <a:pt x="6594" y="82950"/>
                      <a:pt x="6598" y="82950"/>
                      <a:pt x="6602" y="82950"/>
                    </a:cubicBezTo>
                    <a:cubicBezTo>
                      <a:pt x="6652" y="82950"/>
                      <a:pt x="6701" y="82948"/>
                      <a:pt x="6718" y="82891"/>
                    </a:cubicBezTo>
                    <a:cubicBezTo>
                      <a:pt x="6773" y="82292"/>
                      <a:pt x="6598" y="81747"/>
                      <a:pt x="6359" y="81197"/>
                    </a:cubicBezTo>
                    <a:cubicBezTo>
                      <a:pt x="6114" y="80637"/>
                      <a:pt x="6147" y="80049"/>
                      <a:pt x="6332" y="79526"/>
                    </a:cubicBezTo>
                    <a:lnTo>
                      <a:pt x="6332" y="79526"/>
                    </a:lnTo>
                    <a:cubicBezTo>
                      <a:pt x="6332" y="79673"/>
                      <a:pt x="6130" y="79880"/>
                      <a:pt x="6408" y="80054"/>
                    </a:cubicBezTo>
                    <a:cubicBezTo>
                      <a:pt x="6430" y="79760"/>
                      <a:pt x="6620" y="79537"/>
                      <a:pt x="6713" y="79276"/>
                    </a:cubicBezTo>
                    <a:cubicBezTo>
                      <a:pt x="6653" y="79156"/>
                      <a:pt x="6767" y="79151"/>
                      <a:pt x="6822" y="79112"/>
                    </a:cubicBezTo>
                    <a:cubicBezTo>
                      <a:pt x="7720" y="78427"/>
                      <a:pt x="8760" y="78029"/>
                      <a:pt x="9843" y="77790"/>
                    </a:cubicBezTo>
                    <a:cubicBezTo>
                      <a:pt x="11912" y="77318"/>
                      <a:pt x="14003" y="77008"/>
                      <a:pt x="16125" y="77008"/>
                    </a:cubicBezTo>
                    <a:cubicBezTo>
                      <a:pt x="16425" y="77008"/>
                      <a:pt x="16727" y="77015"/>
                      <a:pt x="17029" y="77027"/>
                    </a:cubicBezTo>
                    <a:cubicBezTo>
                      <a:pt x="17168" y="77033"/>
                      <a:pt x="17306" y="77036"/>
                      <a:pt x="17445" y="77036"/>
                    </a:cubicBezTo>
                    <a:cubicBezTo>
                      <a:pt x="18311" y="77036"/>
                      <a:pt x="19168" y="76923"/>
                      <a:pt x="20018" y="76744"/>
                    </a:cubicBezTo>
                    <a:cubicBezTo>
                      <a:pt x="21989" y="76336"/>
                      <a:pt x="23791" y="75558"/>
                      <a:pt x="25326" y="74235"/>
                    </a:cubicBezTo>
                    <a:cubicBezTo>
                      <a:pt x="26480" y="73244"/>
                      <a:pt x="27335" y="72019"/>
                      <a:pt x="28080" y="70712"/>
                    </a:cubicBezTo>
                    <a:cubicBezTo>
                      <a:pt x="28712" y="69596"/>
                      <a:pt x="29213" y="68431"/>
                      <a:pt x="29425" y="67157"/>
                    </a:cubicBezTo>
                    <a:cubicBezTo>
                      <a:pt x="29637" y="65889"/>
                      <a:pt x="29768" y="64621"/>
                      <a:pt x="29675" y="63325"/>
                    </a:cubicBezTo>
                    <a:cubicBezTo>
                      <a:pt x="29539" y="61485"/>
                      <a:pt x="29300" y="59683"/>
                      <a:pt x="28668" y="57930"/>
                    </a:cubicBezTo>
                    <a:cubicBezTo>
                      <a:pt x="28037" y="56172"/>
                      <a:pt x="27242" y="54517"/>
                      <a:pt x="26180" y="52987"/>
                    </a:cubicBezTo>
                    <a:cubicBezTo>
                      <a:pt x="25935" y="52633"/>
                      <a:pt x="25625" y="52366"/>
                      <a:pt x="25250" y="52165"/>
                    </a:cubicBezTo>
                    <a:cubicBezTo>
                      <a:pt x="24945" y="52050"/>
                      <a:pt x="24770" y="51827"/>
                      <a:pt x="24694" y="51517"/>
                    </a:cubicBezTo>
                    <a:cubicBezTo>
                      <a:pt x="24663" y="51571"/>
                      <a:pt x="24635" y="51589"/>
                      <a:pt x="24607" y="51589"/>
                    </a:cubicBezTo>
                    <a:cubicBezTo>
                      <a:pt x="24556" y="51589"/>
                      <a:pt x="24509" y="51527"/>
                      <a:pt x="24460" y="51506"/>
                    </a:cubicBezTo>
                    <a:cubicBezTo>
                      <a:pt x="24253" y="51522"/>
                      <a:pt x="24123" y="51675"/>
                      <a:pt x="23997" y="51800"/>
                    </a:cubicBezTo>
                    <a:cubicBezTo>
                      <a:pt x="23852" y="51948"/>
                      <a:pt x="23713" y="52011"/>
                      <a:pt x="23566" y="52011"/>
                    </a:cubicBezTo>
                    <a:cubicBezTo>
                      <a:pt x="23438" y="52011"/>
                      <a:pt x="23303" y="51963"/>
                      <a:pt x="23154" y="51882"/>
                    </a:cubicBezTo>
                    <a:cubicBezTo>
                      <a:pt x="22626" y="51588"/>
                      <a:pt x="22212" y="51158"/>
                      <a:pt x="21749" y="50782"/>
                    </a:cubicBezTo>
                    <a:cubicBezTo>
                      <a:pt x="21677" y="50722"/>
                      <a:pt x="21619" y="50596"/>
                      <a:pt x="21517" y="50596"/>
                    </a:cubicBezTo>
                    <a:cubicBezTo>
                      <a:pt x="21481" y="50596"/>
                      <a:pt x="21439" y="50612"/>
                      <a:pt x="21390" y="50651"/>
                    </a:cubicBezTo>
                    <a:cubicBezTo>
                      <a:pt x="21451" y="50849"/>
                      <a:pt x="21524" y="51041"/>
                      <a:pt x="21605" y="51228"/>
                    </a:cubicBezTo>
                    <a:lnTo>
                      <a:pt x="21605" y="51228"/>
                    </a:lnTo>
                    <a:cubicBezTo>
                      <a:pt x="21099" y="50263"/>
                      <a:pt x="20491" y="49368"/>
                      <a:pt x="19669" y="48599"/>
                    </a:cubicBezTo>
                    <a:cubicBezTo>
                      <a:pt x="19060" y="48022"/>
                      <a:pt x="18679" y="47249"/>
                      <a:pt x="18417" y="46449"/>
                    </a:cubicBezTo>
                    <a:cubicBezTo>
                      <a:pt x="18249" y="45953"/>
                      <a:pt x="18428" y="45714"/>
                      <a:pt x="18951" y="45637"/>
                    </a:cubicBezTo>
                    <a:cubicBezTo>
                      <a:pt x="19332" y="45583"/>
                      <a:pt x="19718" y="45523"/>
                      <a:pt x="20099" y="45441"/>
                    </a:cubicBezTo>
                    <a:cubicBezTo>
                      <a:pt x="20796" y="45294"/>
                      <a:pt x="20965" y="45098"/>
                      <a:pt x="21020" y="44396"/>
                    </a:cubicBezTo>
                    <a:cubicBezTo>
                      <a:pt x="21030" y="44271"/>
                      <a:pt x="21047" y="44140"/>
                      <a:pt x="21063" y="44010"/>
                    </a:cubicBezTo>
                    <a:cubicBezTo>
                      <a:pt x="21167" y="43182"/>
                      <a:pt x="21613" y="42627"/>
                      <a:pt x="22391" y="42338"/>
                    </a:cubicBezTo>
                    <a:cubicBezTo>
                      <a:pt x="22604" y="42262"/>
                      <a:pt x="22811" y="42175"/>
                      <a:pt x="23017" y="42088"/>
                    </a:cubicBezTo>
                    <a:cubicBezTo>
                      <a:pt x="23306" y="41963"/>
                      <a:pt x="23556" y="41794"/>
                      <a:pt x="23731" y="41533"/>
                    </a:cubicBezTo>
                    <a:cubicBezTo>
                      <a:pt x="23963" y="41179"/>
                      <a:pt x="24252" y="40922"/>
                      <a:pt x="24697" y="40922"/>
                    </a:cubicBezTo>
                    <a:cubicBezTo>
                      <a:pt x="24710" y="40922"/>
                      <a:pt x="24724" y="40922"/>
                      <a:pt x="24738" y="40923"/>
                    </a:cubicBezTo>
                    <a:cubicBezTo>
                      <a:pt x="24747" y="40924"/>
                      <a:pt x="24756" y="40924"/>
                      <a:pt x="24765" y="40924"/>
                    </a:cubicBezTo>
                    <a:cubicBezTo>
                      <a:pt x="24840" y="40924"/>
                      <a:pt x="24921" y="40902"/>
                      <a:pt x="24950" y="40825"/>
                    </a:cubicBezTo>
                    <a:cubicBezTo>
                      <a:pt x="24994" y="40722"/>
                      <a:pt x="24912" y="40651"/>
                      <a:pt x="24841" y="40591"/>
                    </a:cubicBezTo>
                    <a:cubicBezTo>
                      <a:pt x="24602" y="40379"/>
                      <a:pt x="24340" y="40193"/>
                      <a:pt x="24101" y="39987"/>
                    </a:cubicBezTo>
                    <a:cubicBezTo>
                      <a:pt x="23698" y="39644"/>
                      <a:pt x="23252" y="39339"/>
                      <a:pt x="22968" y="38876"/>
                    </a:cubicBezTo>
                    <a:cubicBezTo>
                      <a:pt x="22685" y="38419"/>
                      <a:pt x="22724" y="37678"/>
                      <a:pt x="23039" y="37314"/>
                    </a:cubicBezTo>
                    <a:cubicBezTo>
                      <a:pt x="23366" y="36938"/>
                      <a:pt x="23366" y="36943"/>
                      <a:pt x="23137" y="36486"/>
                    </a:cubicBezTo>
                    <a:cubicBezTo>
                      <a:pt x="22963" y="36138"/>
                      <a:pt x="22745" y="35811"/>
                      <a:pt x="22675" y="35419"/>
                    </a:cubicBezTo>
                    <a:cubicBezTo>
                      <a:pt x="22598" y="35027"/>
                      <a:pt x="22691" y="34886"/>
                      <a:pt x="23077" y="34777"/>
                    </a:cubicBezTo>
                    <a:cubicBezTo>
                      <a:pt x="23513" y="34660"/>
                      <a:pt x="23948" y="34602"/>
                      <a:pt x="24392" y="34602"/>
                    </a:cubicBezTo>
                    <a:cubicBezTo>
                      <a:pt x="24569" y="34602"/>
                      <a:pt x="24748" y="34611"/>
                      <a:pt x="24928" y="34630"/>
                    </a:cubicBezTo>
                    <a:cubicBezTo>
                      <a:pt x="25919" y="34733"/>
                      <a:pt x="26807" y="35054"/>
                      <a:pt x="27580" y="35691"/>
                    </a:cubicBezTo>
                    <a:cubicBezTo>
                      <a:pt x="27748" y="35833"/>
                      <a:pt x="27928" y="36007"/>
                      <a:pt x="28151" y="36023"/>
                    </a:cubicBezTo>
                    <a:cubicBezTo>
                      <a:pt x="28424" y="36039"/>
                      <a:pt x="28696" y="36065"/>
                      <a:pt x="28967" y="36065"/>
                    </a:cubicBezTo>
                    <a:cubicBezTo>
                      <a:pt x="29270" y="36065"/>
                      <a:pt x="29570" y="36032"/>
                      <a:pt x="29866" y="35915"/>
                    </a:cubicBezTo>
                    <a:cubicBezTo>
                      <a:pt x="30018" y="35851"/>
                      <a:pt x="30147" y="35818"/>
                      <a:pt x="30264" y="35818"/>
                    </a:cubicBezTo>
                    <a:cubicBezTo>
                      <a:pt x="30469" y="35818"/>
                      <a:pt x="30638" y="35919"/>
                      <a:pt x="30835" y="36138"/>
                    </a:cubicBezTo>
                    <a:cubicBezTo>
                      <a:pt x="31009" y="36328"/>
                      <a:pt x="31173" y="36530"/>
                      <a:pt x="31320" y="36742"/>
                    </a:cubicBezTo>
                    <a:cubicBezTo>
                      <a:pt x="31382" y="36823"/>
                      <a:pt x="31444" y="36946"/>
                      <a:pt x="31542" y="36946"/>
                    </a:cubicBezTo>
                    <a:cubicBezTo>
                      <a:pt x="31556" y="36946"/>
                      <a:pt x="31571" y="36943"/>
                      <a:pt x="31586" y="36938"/>
                    </a:cubicBezTo>
                    <a:cubicBezTo>
                      <a:pt x="31733" y="36894"/>
                      <a:pt x="31706" y="36726"/>
                      <a:pt x="31706" y="36600"/>
                    </a:cubicBezTo>
                    <a:cubicBezTo>
                      <a:pt x="31695" y="36317"/>
                      <a:pt x="31668" y="36029"/>
                      <a:pt x="31592" y="35762"/>
                    </a:cubicBezTo>
                    <a:cubicBezTo>
                      <a:pt x="31200" y="34412"/>
                      <a:pt x="30775" y="33095"/>
                      <a:pt x="29703" y="32077"/>
                    </a:cubicBezTo>
                    <a:cubicBezTo>
                      <a:pt x="28957" y="31363"/>
                      <a:pt x="28412" y="30454"/>
                      <a:pt x="27678" y="29719"/>
                    </a:cubicBezTo>
                    <a:cubicBezTo>
                      <a:pt x="27656" y="29692"/>
                      <a:pt x="27634" y="29665"/>
                      <a:pt x="27618" y="29632"/>
                    </a:cubicBezTo>
                    <a:cubicBezTo>
                      <a:pt x="27590" y="29572"/>
                      <a:pt x="27525" y="29507"/>
                      <a:pt x="27574" y="29436"/>
                    </a:cubicBezTo>
                    <a:cubicBezTo>
                      <a:pt x="27598" y="29405"/>
                      <a:pt x="27629" y="29395"/>
                      <a:pt x="27663" y="29395"/>
                    </a:cubicBezTo>
                    <a:cubicBezTo>
                      <a:pt x="27698" y="29395"/>
                      <a:pt x="27736" y="29406"/>
                      <a:pt x="27770" y="29414"/>
                    </a:cubicBezTo>
                    <a:cubicBezTo>
                      <a:pt x="28168" y="29518"/>
                      <a:pt x="28576" y="29599"/>
                      <a:pt x="28973" y="29692"/>
                    </a:cubicBezTo>
                    <a:cubicBezTo>
                      <a:pt x="29032" y="29705"/>
                      <a:pt x="29085" y="29711"/>
                      <a:pt x="29132" y="29711"/>
                    </a:cubicBezTo>
                    <a:cubicBezTo>
                      <a:pt x="29349" y="29711"/>
                      <a:pt x="29448" y="29578"/>
                      <a:pt x="29431" y="29306"/>
                    </a:cubicBezTo>
                    <a:cubicBezTo>
                      <a:pt x="29414" y="28984"/>
                      <a:pt x="29376" y="28663"/>
                      <a:pt x="29240" y="28375"/>
                    </a:cubicBezTo>
                    <a:cubicBezTo>
                      <a:pt x="28990" y="27825"/>
                      <a:pt x="29049" y="27275"/>
                      <a:pt x="29196" y="26714"/>
                    </a:cubicBezTo>
                    <a:cubicBezTo>
                      <a:pt x="29338" y="26153"/>
                      <a:pt x="29425" y="25587"/>
                      <a:pt x="29311" y="25005"/>
                    </a:cubicBezTo>
                    <a:cubicBezTo>
                      <a:pt x="29229" y="24575"/>
                      <a:pt x="29137" y="24150"/>
                      <a:pt x="29011" y="23736"/>
                    </a:cubicBezTo>
                    <a:cubicBezTo>
                      <a:pt x="28919" y="23442"/>
                      <a:pt x="28957" y="23170"/>
                      <a:pt x="29109" y="22920"/>
                    </a:cubicBezTo>
                    <a:cubicBezTo>
                      <a:pt x="29349" y="22528"/>
                      <a:pt x="29545" y="22114"/>
                      <a:pt x="29882" y="21782"/>
                    </a:cubicBezTo>
                    <a:cubicBezTo>
                      <a:pt x="30138" y="21532"/>
                      <a:pt x="30089" y="21167"/>
                      <a:pt x="29768" y="21014"/>
                    </a:cubicBezTo>
                    <a:cubicBezTo>
                      <a:pt x="29414" y="20848"/>
                      <a:pt x="29055" y="20696"/>
                      <a:pt x="28678" y="20696"/>
                    </a:cubicBezTo>
                    <a:cubicBezTo>
                      <a:pt x="28464" y="20696"/>
                      <a:pt x="28244" y="20745"/>
                      <a:pt x="28015" y="20867"/>
                    </a:cubicBezTo>
                    <a:cubicBezTo>
                      <a:pt x="27324" y="21238"/>
                      <a:pt x="26572" y="21439"/>
                      <a:pt x="25783" y="21477"/>
                    </a:cubicBezTo>
                    <a:cubicBezTo>
                      <a:pt x="25743" y="21479"/>
                      <a:pt x="25703" y="21480"/>
                      <a:pt x="25664" y="21480"/>
                    </a:cubicBezTo>
                    <a:cubicBezTo>
                      <a:pt x="25333" y="21480"/>
                      <a:pt x="25021" y="21414"/>
                      <a:pt x="24749" y="21199"/>
                    </a:cubicBezTo>
                    <a:cubicBezTo>
                      <a:pt x="24547" y="21036"/>
                      <a:pt x="24471" y="20835"/>
                      <a:pt x="24498" y="20579"/>
                    </a:cubicBezTo>
                    <a:cubicBezTo>
                      <a:pt x="24564" y="20062"/>
                      <a:pt x="24558" y="20062"/>
                      <a:pt x="24030" y="19969"/>
                    </a:cubicBezTo>
                    <a:cubicBezTo>
                      <a:pt x="23910" y="19947"/>
                      <a:pt x="23796" y="19931"/>
                      <a:pt x="23676" y="19915"/>
                    </a:cubicBezTo>
                    <a:cubicBezTo>
                      <a:pt x="22865" y="19795"/>
                      <a:pt x="22103" y="19523"/>
                      <a:pt x="21335" y="19240"/>
                    </a:cubicBezTo>
                    <a:cubicBezTo>
                      <a:pt x="21085" y="19147"/>
                      <a:pt x="20916" y="18946"/>
                      <a:pt x="20954" y="18668"/>
                    </a:cubicBezTo>
                    <a:cubicBezTo>
                      <a:pt x="20988" y="18440"/>
                      <a:pt x="21159" y="18431"/>
                      <a:pt x="21328" y="18431"/>
                    </a:cubicBezTo>
                    <a:cubicBezTo>
                      <a:pt x="21342" y="18431"/>
                      <a:pt x="21356" y="18431"/>
                      <a:pt x="21370" y="18431"/>
                    </a:cubicBezTo>
                    <a:cubicBezTo>
                      <a:pt x="21405" y="18431"/>
                      <a:pt x="21439" y="18431"/>
                      <a:pt x="21471" y="18428"/>
                    </a:cubicBezTo>
                    <a:cubicBezTo>
                      <a:pt x="21836" y="18401"/>
                      <a:pt x="22201" y="18385"/>
                      <a:pt x="22544" y="18238"/>
                    </a:cubicBezTo>
                    <a:cubicBezTo>
                      <a:pt x="22914" y="18080"/>
                      <a:pt x="23132" y="17770"/>
                      <a:pt x="23344" y="17465"/>
                    </a:cubicBezTo>
                    <a:cubicBezTo>
                      <a:pt x="23627" y="17053"/>
                      <a:pt x="23992" y="16864"/>
                      <a:pt x="24430" y="16864"/>
                    </a:cubicBezTo>
                    <a:cubicBezTo>
                      <a:pt x="24547" y="16864"/>
                      <a:pt x="24670" y="16878"/>
                      <a:pt x="24798" y="16904"/>
                    </a:cubicBezTo>
                    <a:cubicBezTo>
                      <a:pt x="25467" y="17046"/>
                      <a:pt x="26121" y="17247"/>
                      <a:pt x="26736" y="17557"/>
                    </a:cubicBezTo>
                    <a:cubicBezTo>
                      <a:pt x="27051" y="17715"/>
                      <a:pt x="27356" y="17900"/>
                      <a:pt x="27699" y="17987"/>
                    </a:cubicBezTo>
                    <a:cubicBezTo>
                      <a:pt x="27941" y="18051"/>
                      <a:pt x="28178" y="18088"/>
                      <a:pt x="28406" y="18088"/>
                    </a:cubicBezTo>
                    <a:cubicBezTo>
                      <a:pt x="28866" y="18088"/>
                      <a:pt x="29293" y="17938"/>
                      <a:pt x="29665" y="17552"/>
                    </a:cubicBezTo>
                    <a:cubicBezTo>
                      <a:pt x="29948" y="17258"/>
                      <a:pt x="30291" y="17089"/>
                      <a:pt x="30688" y="17040"/>
                    </a:cubicBezTo>
                    <a:cubicBezTo>
                      <a:pt x="31216" y="16980"/>
                      <a:pt x="31733" y="16855"/>
                      <a:pt x="32261" y="16790"/>
                    </a:cubicBezTo>
                    <a:cubicBezTo>
                      <a:pt x="33334" y="16648"/>
                      <a:pt x="34161" y="16153"/>
                      <a:pt x="34613" y="15108"/>
                    </a:cubicBezTo>
                    <a:cubicBezTo>
                      <a:pt x="34934" y="14367"/>
                      <a:pt x="35245" y="13611"/>
                      <a:pt x="35724" y="12941"/>
                    </a:cubicBezTo>
                    <a:cubicBezTo>
                      <a:pt x="35811" y="12821"/>
                      <a:pt x="35893" y="12674"/>
                      <a:pt x="35909" y="12527"/>
                    </a:cubicBezTo>
                    <a:cubicBezTo>
                      <a:pt x="35985" y="11836"/>
                      <a:pt x="36350" y="11237"/>
                      <a:pt x="36546" y="10584"/>
                    </a:cubicBezTo>
                    <a:cubicBezTo>
                      <a:pt x="36666" y="10181"/>
                      <a:pt x="36911" y="9865"/>
                      <a:pt x="37297" y="9642"/>
                    </a:cubicBezTo>
                    <a:cubicBezTo>
                      <a:pt x="37885" y="9310"/>
                      <a:pt x="38489" y="9021"/>
                      <a:pt x="39121" y="8798"/>
                    </a:cubicBezTo>
                    <a:cubicBezTo>
                      <a:pt x="39213" y="8765"/>
                      <a:pt x="39300" y="8738"/>
                      <a:pt x="39377" y="8678"/>
                    </a:cubicBezTo>
                    <a:cubicBezTo>
                      <a:pt x="39426" y="8646"/>
                      <a:pt x="39475" y="8602"/>
                      <a:pt x="39464" y="8537"/>
                    </a:cubicBezTo>
                    <a:cubicBezTo>
                      <a:pt x="39458" y="8466"/>
                      <a:pt x="39398" y="8450"/>
                      <a:pt x="39339" y="8433"/>
                    </a:cubicBezTo>
                    <a:cubicBezTo>
                      <a:pt x="39273" y="8412"/>
                      <a:pt x="39202" y="8412"/>
                      <a:pt x="39132" y="8406"/>
                    </a:cubicBezTo>
                    <a:cubicBezTo>
                      <a:pt x="38157" y="8330"/>
                      <a:pt x="37177" y="8373"/>
                      <a:pt x="36203" y="8319"/>
                    </a:cubicBezTo>
                    <a:cubicBezTo>
                      <a:pt x="36105" y="8314"/>
                      <a:pt x="36008" y="8311"/>
                      <a:pt x="35912" y="8311"/>
                    </a:cubicBezTo>
                    <a:cubicBezTo>
                      <a:pt x="34976" y="8311"/>
                      <a:pt x="34095" y="8544"/>
                      <a:pt x="33236" y="8880"/>
                    </a:cubicBezTo>
                    <a:cubicBezTo>
                      <a:pt x="32962" y="8987"/>
                      <a:pt x="32701" y="9055"/>
                      <a:pt x="32444" y="9055"/>
                    </a:cubicBezTo>
                    <a:cubicBezTo>
                      <a:pt x="32180" y="9055"/>
                      <a:pt x="31922" y="8983"/>
                      <a:pt x="31663" y="8809"/>
                    </a:cubicBezTo>
                    <a:cubicBezTo>
                      <a:pt x="31482" y="8688"/>
                      <a:pt x="31212" y="8631"/>
                      <a:pt x="30918" y="8631"/>
                    </a:cubicBezTo>
                    <a:cubicBezTo>
                      <a:pt x="30341" y="8631"/>
                      <a:pt x="29672" y="8848"/>
                      <a:pt x="29409" y="9212"/>
                    </a:cubicBezTo>
                    <a:cubicBezTo>
                      <a:pt x="28957" y="9832"/>
                      <a:pt x="28255" y="10252"/>
                      <a:pt x="27993" y="11036"/>
                    </a:cubicBezTo>
                    <a:cubicBezTo>
                      <a:pt x="27863" y="11428"/>
                      <a:pt x="27536" y="11711"/>
                      <a:pt x="27084" y="11721"/>
                    </a:cubicBezTo>
                    <a:cubicBezTo>
                      <a:pt x="26594" y="11732"/>
                      <a:pt x="26164" y="11907"/>
                      <a:pt x="25756" y="12152"/>
                    </a:cubicBezTo>
                    <a:cubicBezTo>
                      <a:pt x="25467" y="12326"/>
                      <a:pt x="25152" y="12418"/>
                      <a:pt x="24825" y="12473"/>
                    </a:cubicBezTo>
                    <a:cubicBezTo>
                      <a:pt x="24794" y="12479"/>
                      <a:pt x="24763" y="12482"/>
                      <a:pt x="24733" y="12482"/>
                    </a:cubicBezTo>
                    <a:cubicBezTo>
                      <a:pt x="24622" y="12482"/>
                      <a:pt x="24516" y="12441"/>
                      <a:pt x="24444" y="12348"/>
                    </a:cubicBezTo>
                    <a:cubicBezTo>
                      <a:pt x="24335" y="12211"/>
                      <a:pt x="24400" y="12075"/>
                      <a:pt x="24466" y="11950"/>
                    </a:cubicBezTo>
                    <a:cubicBezTo>
                      <a:pt x="24602" y="11694"/>
                      <a:pt x="24814" y="11509"/>
                      <a:pt x="25032" y="11324"/>
                    </a:cubicBezTo>
                    <a:cubicBezTo>
                      <a:pt x="25375" y="11030"/>
                      <a:pt x="25614" y="10682"/>
                      <a:pt x="25625" y="10208"/>
                    </a:cubicBezTo>
                    <a:cubicBezTo>
                      <a:pt x="25636" y="9522"/>
                      <a:pt x="25919" y="8907"/>
                      <a:pt x="26170" y="8292"/>
                    </a:cubicBezTo>
                    <a:cubicBezTo>
                      <a:pt x="26289" y="8216"/>
                      <a:pt x="26093" y="8069"/>
                      <a:pt x="26240" y="7998"/>
                    </a:cubicBezTo>
                    <a:cubicBezTo>
                      <a:pt x="25859" y="7693"/>
                      <a:pt x="25582" y="7290"/>
                      <a:pt x="25211" y="6969"/>
                    </a:cubicBezTo>
                    <a:cubicBezTo>
                      <a:pt x="25152" y="6914"/>
                      <a:pt x="25081" y="6871"/>
                      <a:pt x="25010" y="6833"/>
                    </a:cubicBezTo>
                    <a:cubicBezTo>
                      <a:pt x="24881" y="6766"/>
                      <a:pt x="24775" y="6731"/>
                      <a:pt x="24682" y="6731"/>
                    </a:cubicBezTo>
                    <a:cubicBezTo>
                      <a:pt x="24521" y="6731"/>
                      <a:pt x="24404" y="6838"/>
                      <a:pt x="24297" y="7067"/>
                    </a:cubicBezTo>
                    <a:cubicBezTo>
                      <a:pt x="24182" y="7312"/>
                      <a:pt x="24068" y="7557"/>
                      <a:pt x="23932" y="7791"/>
                    </a:cubicBezTo>
                    <a:cubicBezTo>
                      <a:pt x="23769" y="8079"/>
                      <a:pt x="23584" y="8346"/>
                      <a:pt x="23295" y="8537"/>
                    </a:cubicBezTo>
                    <a:cubicBezTo>
                      <a:pt x="22936" y="8782"/>
                      <a:pt x="22604" y="9065"/>
                      <a:pt x="22299" y="9375"/>
                    </a:cubicBezTo>
                    <a:cubicBezTo>
                      <a:pt x="21930" y="9749"/>
                      <a:pt x="21482" y="9912"/>
                      <a:pt x="20972" y="9912"/>
                    </a:cubicBezTo>
                    <a:cubicBezTo>
                      <a:pt x="20932" y="9912"/>
                      <a:pt x="20892" y="9911"/>
                      <a:pt x="20851" y="9909"/>
                    </a:cubicBezTo>
                    <a:cubicBezTo>
                      <a:pt x="20426" y="9979"/>
                      <a:pt x="20002" y="10045"/>
                      <a:pt x="19577" y="10116"/>
                    </a:cubicBezTo>
                    <a:cubicBezTo>
                      <a:pt x="19408" y="10306"/>
                      <a:pt x="19201" y="10448"/>
                      <a:pt x="18967" y="10529"/>
                    </a:cubicBezTo>
                    <a:cubicBezTo>
                      <a:pt x="18455" y="10709"/>
                      <a:pt x="18036" y="11019"/>
                      <a:pt x="17655" y="11400"/>
                    </a:cubicBezTo>
                    <a:cubicBezTo>
                      <a:pt x="17307" y="11743"/>
                      <a:pt x="16860" y="11917"/>
                      <a:pt x="16398" y="11999"/>
                    </a:cubicBezTo>
                    <a:cubicBezTo>
                      <a:pt x="16344" y="12009"/>
                      <a:pt x="16293" y="12013"/>
                      <a:pt x="16244" y="12013"/>
                    </a:cubicBezTo>
                    <a:cubicBezTo>
                      <a:pt x="15839" y="12013"/>
                      <a:pt x="15553" y="11716"/>
                      <a:pt x="15233" y="11493"/>
                    </a:cubicBezTo>
                    <a:cubicBezTo>
                      <a:pt x="15848" y="11389"/>
                      <a:pt x="16289" y="11057"/>
                      <a:pt x="16686" y="10638"/>
                    </a:cubicBezTo>
                    <a:cubicBezTo>
                      <a:pt x="16833" y="10480"/>
                      <a:pt x="17007" y="10355"/>
                      <a:pt x="17198" y="10257"/>
                    </a:cubicBezTo>
                    <a:cubicBezTo>
                      <a:pt x="17655" y="10012"/>
                      <a:pt x="18080" y="9718"/>
                      <a:pt x="18499" y="9408"/>
                    </a:cubicBezTo>
                    <a:cubicBezTo>
                      <a:pt x="19081" y="8983"/>
                      <a:pt x="19686" y="8575"/>
                      <a:pt x="20415" y="8461"/>
                    </a:cubicBezTo>
                    <a:cubicBezTo>
                      <a:pt x="21025" y="8363"/>
                      <a:pt x="21373" y="8014"/>
                      <a:pt x="21575" y="7453"/>
                    </a:cubicBezTo>
                    <a:cubicBezTo>
                      <a:pt x="21695" y="7110"/>
                      <a:pt x="21907" y="6827"/>
                      <a:pt x="22223" y="6642"/>
                    </a:cubicBezTo>
                    <a:cubicBezTo>
                      <a:pt x="22745" y="6337"/>
                      <a:pt x="23213" y="5962"/>
                      <a:pt x="23654" y="5553"/>
                    </a:cubicBezTo>
                    <a:cubicBezTo>
                      <a:pt x="24025" y="5205"/>
                      <a:pt x="24471" y="4944"/>
                      <a:pt x="24809" y="4563"/>
                    </a:cubicBezTo>
                    <a:cubicBezTo>
                      <a:pt x="25135" y="4192"/>
                      <a:pt x="25086" y="3931"/>
                      <a:pt x="24629" y="3757"/>
                    </a:cubicBezTo>
                    <a:cubicBezTo>
                      <a:pt x="24155" y="3583"/>
                      <a:pt x="23682" y="3370"/>
                      <a:pt x="23186" y="3289"/>
                    </a:cubicBezTo>
                    <a:cubicBezTo>
                      <a:pt x="22315" y="3153"/>
                      <a:pt x="21667" y="2679"/>
                      <a:pt x="21063" y="2091"/>
                    </a:cubicBezTo>
                    <a:lnTo>
                      <a:pt x="21063" y="2091"/>
                    </a:lnTo>
                    <a:cubicBezTo>
                      <a:pt x="21183" y="2151"/>
                      <a:pt x="21268" y="2285"/>
                      <a:pt x="21407" y="2285"/>
                    </a:cubicBezTo>
                    <a:cubicBezTo>
                      <a:pt x="21432" y="2285"/>
                      <a:pt x="21459" y="2281"/>
                      <a:pt x="21488" y="2271"/>
                    </a:cubicBezTo>
                    <a:cubicBezTo>
                      <a:pt x="21412" y="1993"/>
                      <a:pt x="21270" y="1764"/>
                      <a:pt x="20998" y="1634"/>
                    </a:cubicBezTo>
                    <a:cubicBezTo>
                      <a:pt x="20969" y="1623"/>
                      <a:pt x="20942" y="1619"/>
                      <a:pt x="20918" y="1619"/>
                    </a:cubicBezTo>
                    <a:cubicBezTo>
                      <a:pt x="20812" y="1619"/>
                      <a:pt x="20738" y="1701"/>
                      <a:pt x="20649" y="1754"/>
                    </a:cubicBezTo>
                    <a:cubicBezTo>
                      <a:pt x="20268" y="1988"/>
                      <a:pt x="19974" y="2320"/>
                      <a:pt x="19708" y="2516"/>
                    </a:cubicBezTo>
                    <a:cubicBezTo>
                      <a:pt x="20018" y="2254"/>
                      <a:pt x="20393" y="1901"/>
                      <a:pt x="20791" y="1568"/>
                    </a:cubicBezTo>
                    <a:cubicBezTo>
                      <a:pt x="21205" y="1231"/>
                      <a:pt x="21428" y="757"/>
                      <a:pt x="21684" y="305"/>
                    </a:cubicBezTo>
                    <a:cubicBezTo>
                      <a:pt x="21733" y="218"/>
                      <a:pt x="21803" y="93"/>
                      <a:pt x="21695" y="22"/>
                    </a:cubicBezTo>
                    <a:cubicBezTo>
                      <a:pt x="21670" y="7"/>
                      <a:pt x="21647" y="0"/>
                      <a:pt x="21625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5" name="Google Shape;1845;p36"/>
              <p:cNvSpPr/>
              <p:nvPr/>
            </p:nvSpPr>
            <p:spPr>
              <a:xfrm>
                <a:off x="5751540" y="2150777"/>
                <a:ext cx="516077" cy="680957"/>
              </a:xfrm>
              <a:custGeom>
                <a:rect b="b" l="l" r="r" t="t"/>
                <a:pathLst>
                  <a:path extrusionOk="0" h="11436" w="8667">
                    <a:moveTo>
                      <a:pt x="0" y="1"/>
                    </a:moveTo>
                    <a:lnTo>
                      <a:pt x="0" y="1"/>
                    </a:lnTo>
                    <a:cubicBezTo>
                      <a:pt x="109" y="251"/>
                      <a:pt x="272" y="469"/>
                      <a:pt x="299" y="736"/>
                    </a:cubicBezTo>
                    <a:cubicBezTo>
                      <a:pt x="713" y="1650"/>
                      <a:pt x="746" y="2630"/>
                      <a:pt x="779" y="3599"/>
                    </a:cubicBezTo>
                    <a:cubicBezTo>
                      <a:pt x="817" y="4998"/>
                      <a:pt x="1138" y="6321"/>
                      <a:pt x="1802" y="7541"/>
                    </a:cubicBezTo>
                    <a:cubicBezTo>
                      <a:pt x="2722" y="9245"/>
                      <a:pt x="4072" y="10486"/>
                      <a:pt x="5950" y="11085"/>
                    </a:cubicBezTo>
                    <a:cubicBezTo>
                      <a:pt x="6021" y="11096"/>
                      <a:pt x="6092" y="11090"/>
                      <a:pt x="6157" y="11112"/>
                    </a:cubicBezTo>
                    <a:cubicBezTo>
                      <a:pt x="6870" y="11319"/>
                      <a:pt x="7600" y="11417"/>
                      <a:pt x="8340" y="11428"/>
                    </a:cubicBezTo>
                    <a:cubicBezTo>
                      <a:pt x="8382" y="11428"/>
                      <a:pt x="8427" y="11435"/>
                      <a:pt x="8473" y="11435"/>
                    </a:cubicBezTo>
                    <a:cubicBezTo>
                      <a:pt x="8542" y="11435"/>
                      <a:pt x="8611" y="11418"/>
                      <a:pt x="8667" y="11330"/>
                    </a:cubicBezTo>
                    <a:cubicBezTo>
                      <a:pt x="8084" y="11243"/>
                      <a:pt x="7513" y="11155"/>
                      <a:pt x="6941" y="11068"/>
                    </a:cubicBezTo>
                    <a:cubicBezTo>
                      <a:pt x="6680" y="11008"/>
                      <a:pt x="6413" y="10970"/>
                      <a:pt x="6157" y="10889"/>
                    </a:cubicBezTo>
                    <a:cubicBezTo>
                      <a:pt x="3669" y="10083"/>
                      <a:pt x="2140" y="8357"/>
                      <a:pt x="1356" y="5897"/>
                    </a:cubicBezTo>
                    <a:cubicBezTo>
                      <a:pt x="953" y="4644"/>
                      <a:pt x="1062" y="3338"/>
                      <a:pt x="866" y="2069"/>
                    </a:cubicBezTo>
                    <a:cubicBezTo>
                      <a:pt x="768" y="1460"/>
                      <a:pt x="610" y="877"/>
                      <a:pt x="354" y="322"/>
                    </a:cubicBezTo>
                    <a:cubicBezTo>
                      <a:pt x="289" y="180"/>
                      <a:pt x="212" y="22"/>
                      <a:pt x="0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6" name="Google Shape;1846;p36"/>
              <p:cNvSpPr/>
              <p:nvPr/>
            </p:nvSpPr>
            <p:spPr>
              <a:xfrm>
                <a:off x="6751559" y="103043"/>
                <a:ext cx="1823804" cy="2664162"/>
              </a:xfrm>
              <a:custGeom>
                <a:rect b="b" l="l" r="r" t="t"/>
                <a:pathLst>
                  <a:path extrusionOk="0" h="44742" w="30629">
                    <a:moveTo>
                      <a:pt x="17805" y="0"/>
                    </a:moveTo>
                    <a:cubicBezTo>
                      <a:pt x="17367" y="0"/>
                      <a:pt x="16931" y="22"/>
                      <a:pt x="16502" y="114"/>
                    </a:cubicBezTo>
                    <a:cubicBezTo>
                      <a:pt x="15886" y="251"/>
                      <a:pt x="15298" y="490"/>
                      <a:pt x="14694" y="681"/>
                    </a:cubicBezTo>
                    <a:cubicBezTo>
                      <a:pt x="14559" y="725"/>
                      <a:pt x="14422" y="766"/>
                      <a:pt x="14288" y="766"/>
                    </a:cubicBezTo>
                    <a:cubicBezTo>
                      <a:pt x="14174" y="766"/>
                      <a:pt x="14061" y="736"/>
                      <a:pt x="13954" y="653"/>
                    </a:cubicBezTo>
                    <a:cubicBezTo>
                      <a:pt x="13580" y="372"/>
                      <a:pt x="13189" y="254"/>
                      <a:pt x="12803" y="254"/>
                    </a:cubicBezTo>
                    <a:cubicBezTo>
                      <a:pt x="12390" y="254"/>
                      <a:pt x="11981" y="388"/>
                      <a:pt x="11602" y="599"/>
                    </a:cubicBezTo>
                    <a:cubicBezTo>
                      <a:pt x="10774" y="1062"/>
                      <a:pt x="10176" y="1824"/>
                      <a:pt x="9675" y="2635"/>
                    </a:cubicBezTo>
                    <a:cubicBezTo>
                      <a:pt x="9495" y="2973"/>
                      <a:pt x="9256" y="3256"/>
                      <a:pt x="8913" y="3430"/>
                    </a:cubicBezTo>
                    <a:cubicBezTo>
                      <a:pt x="8314" y="3462"/>
                      <a:pt x="7791" y="3740"/>
                      <a:pt x="7247" y="3947"/>
                    </a:cubicBezTo>
                    <a:cubicBezTo>
                      <a:pt x="7029" y="4029"/>
                      <a:pt x="6800" y="4089"/>
                      <a:pt x="6577" y="4159"/>
                    </a:cubicBezTo>
                    <a:cubicBezTo>
                      <a:pt x="6525" y="4177"/>
                      <a:pt x="6484" y="4185"/>
                      <a:pt x="6451" y="4185"/>
                    </a:cubicBezTo>
                    <a:cubicBezTo>
                      <a:pt x="6345" y="4185"/>
                      <a:pt x="6339" y="4095"/>
                      <a:pt x="6397" y="3952"/>
                    </a:cubicBezTo>
                    <a:cubicBezTo>
                      <a:pt x="6501" y="3686"/>
                      <a:pt x="6724" y="3528"/>
                      <a:pt x="6926" y="3348"/>
                    </a:cubicBezTo>
                    <a:cubicBezTo>
                      <a:pt x="7285" y="3032"/>
                      <a:pt x="7611" y="2679"/>
                      <a:pt x="7617" y="2172"/>
                    </a:cubicBezTo>
                    <a:cubicBezTo>
                      <a:pt x="7622" y="1742"/>
                      <a:pt x="7704" y="1334"/>
                      <a:pt x="7818" y="926"/>
                    </a:cubicBezTo>
                    <a:cubicBezTo>
                      <a:pt x="7889" y="681"/>
                      <a:pt x="8003" y="441"/>
                      <a:pt x="7993" y="180"/>
                    </a:cubicBezTo>
                    <a:cubicBezTo>
                      <a:pt x="7972" y="161"/>
                      <a:pt x="7951" y="152"/>
                      <a:pt x="7932" y="152"/>
                    </a:cubicBezTo>
                    <a:cubicBezTo>
                      <a:pt x="7908" y="152"/>
                      <a:pt x="7888" y="168"/>
                      <a:pt x="7878" y="196"/>
                    </a:cubicBezTo>
                    <a:cubicBezTo>
                      <a:pt x="7671" y="757"/>
                      <a:pt x="7366" y="1301"/>
                      <a:pt x="7366" y="1906"/>
                    </a:cubicBezTo>
                    <a:cubicBezTo>
                      <a:pt x="7372" y="2461"/>
                      <a:pt x="7149" y="2847"/>
                      <a:pt x="6746" y="3179"/>
                    </a:cubicBezTo>
                    <a:cubicBezTo>
                      <a:pt x="6555" y="3332"/>
                      <a:pt x="6354" y="3490"/>
                      <a:pt x="6240" y="3718"/>
                    </a:cubicBezTo>
                    <a:cubicBezTo>
                      <a:pt x="6147" y="3898"/>
                      <a:pt x="5978" y="4094"/>
                      <a:pt x="6152" y="4301"/>
                    </a:cubicBezTo>
                    <a:cubicBezTo>
                      <a:pt x="6260" y="4423"/>
                      <a:pt x="6395" y="4475"/>
                      <a:pt x="6546" y="4475"/>
                    </a:cubicBezTo>
                    <a:cubicBezTo>
                      <a:pt x="6617" y="4475"/>
                      <a:pt x="6691" y="4463"/>
                      <a:pt x="6768" y="4442"/>
                    </a:cubicBezTo>
                    <a:cubicBezTo>
                      <a:pt x="7633" y="4208"/>
                      <a:pt x="8385" y="3680"/>
                      <a:pt x="9315" y="3582"/>
                    </a:cubicBezTo>
                    <a:cubicBezTo>
                      <a:pt x="9740" y="3544"/>
                      <a:pt x="9914" y="3016"/>
                      <a:pt x="10072" y="2624"/>
                    </a:cubicBezTo>
                    <a:cubicBezTo>
                      <a:pt x="10192" y="2325"/>
                      <a:pt x="10377" y="2091"/>
                      <a:pt x="10627" y="1911"/>
                    </a:cubicBezTo>
                    <a:cubicBezTo>
                      <a:pt x="10807" y="1786"/>
                      <a:pt x="10960" y="1639"/>
                      <a:pt x="11052" y="1448"/>
                    </a:cubicBezTo>
                    <a:cubicBezTo>
                      <a:pt x="11302" y="940"/>
                      <a:pt x="12057" y="614"/>
                      <a:pt x="12732" y="614"/>
                    </a:cubicBezTo>
                    <a:cubicBezTo>
                      <a:pt x="13040" y="614"/>
                      <a:pt x="13332" y="683"/>
                      <a:pt x="13551" y="833"/>
                    </a:cubicBezTo>
                    <a:cubicBezTo>
                      <a:pt x="13786" y="991"/>
                      <a:pt x="14023" y="1057"/>
                      <a:pt x="14267" y="1057"/>
                    </a:cubicBezTo>
                    <a:cubicBezTo>
                      <a:pt x="14492" y="1057"/>
                      <a:pt x="14723" y="1001"/>
                      <a:pt x="14961" y="909"/>
                    </a:cubicBezTo>
                    <a:cubicBezTo>
                      <a:pt x="15494" y="702"/>
                      <a:pt x="16044" y="512"/>
                      <a:pt x="16605" y="398"/>
                    </a:cubicBezTo>
                    <a:cubicBezTo>
                      <a:pt x="17016" y="312"/>
                      <a:pt x="17431" y="289"/>
                      <a:pt x="17848" y="289"/>
                    </a:cubicBezTo>
                    <a:cubicBezTo>
                      <a:pt x="18302" y="289"/>
                      <a:pt x="18758" y="316"/>
                      <a:pt x="19213" y="316"/>
                    </a:cubicBezTo>
                    <a:cubicBezTo>
                      <a:pt x="19888" y="321"/>
                      <a:pt x="20557" y="376"/>
                      <a:pt x="21232" y="403"/>
                    </a:cubicBezTo>
                    <a:cubicBezTo>
                      <a:pt x="21221" y="539"/>
                      <a:pt x="21129" y="523"/>
                      <a:pt x="21069" y="545"/>
                    </a:cubicBezTo>
                    <a:cubicBezTo>
                      <a:pt x="20356" y="784"/>
                      <a:pt x="19675" y="1105"/>
                      <a:pt x="19017" y="1475"/>
                    </a:cubicBezTo>
                    <a:cubicBezTo>
                      <a:pt x="18744" y="1628"/>
                      <a:pt x="18538" y="1835"/>
                      <a:pt x="18418" y="2101"/>
                    </a:cubicBezTo>
                    <a:cubicBezTo>
                      <a:pt x="18205" y="2591"/>
                      <a:pt x="17971" y="3098"/>
                      <a:pt x="17846" y="3609"/>
                    </a:cubicBezTo>
                    <a:cubicBezTo>
                      <a:pt x="17677" y="4295"/>
                      <a:pt x="17449" y="4927"/>
                      <a:pt x="17024" y="5493"/>
                    </a:cubicBezTo>
                    <a:cubicBezTo>
                      <a:pt x="16904" y="5651"/>
                      <a:pt x="16834" y="5847"/>
                      <a:pt x="16763" y="6032"/>
                    </a:cubicBezTo>
                    <a:cubicBezTo>
                      <a:pt x="16600" y="6462"/>
                      <a:pt x="16382" y="6870"/>
                      <a:pt x="16180" y="7279"/>
                    </a:cubicBezTo>
                    <a:cubicBezTo>
                      <a:pt x="15854" y="7921"/>
                      <a:pt x="15320" y="8297"/>
                      <a:pt x="14629" y="8455"/>
                    </a:cubicBezTo>
                    <a:cubicBezTo>
                      <a:pt x="14139" y="8563"/>
                      <a:pt x="13643" y="8667"/>
                      <a:pt x="13148" y="8732"/>
                    </a:cubicBezTo>
                    <a:cubicBezTo>
                      <a:pt x="12408" y="8825"/>
                      <a:pt x="11716" y="8961"/>
                      <a:pt x="11194" y="9565"/>
                    </a:cubicBezTo>
                    <a:cubicBezTo>
                      <a:pt x="10987" y="9799"/>
                      <a:pt x="10666" y="9848"/>
                      <a:pt x="10350" y="9875"/>
                    </a:cubicBezTo>
                    <a:cubicBezTo>
                      <a:pt x="10291" y="9880"/>
                      <a:pt x="10233" y="9883"/>
                      <a:pt x="10175" y="9883"/>
                    </a:cubicBezTo>
                    <a:cubicBezTo>
                      <a:pt x="9718" y="9883"/>
                      <a:pt x="9303" y="9733"/>
                      <a:pt x="8902" y="9511"/>
                    </a:cubicBezTo>
                    <a:cubicBezTo>
                      <a:pt x="8281" y="9162"/>
                      <a:pt x="7611" y="8945"/>
                      <a:pt x="6931" y="8754"/>
                    </a:cubicBezTo>
                    <a:cubicBezTo>
                      <a:pt x="6704" y="8692"/>
                      <a:pt x="6487" y="8657"/>
                      <a:pt x="6283" y="8657"/>
                    </a:cubicBezTo>
                    <a:cubicBezTo>
                      <a:pt x="5757" y="8657"/>
                      <a:pt x="5313" y="8885"/>
                      <a:pt x="4987" y="9445"/>
                    </a:cubicBezTo>
                    <a:cubicBezTo>
                      <a:pt x="4971" y="9467"/>
                      <a:pt x="4955" y="9484"/>
                      <a:pt x="4938" y="9500"/>
                    </a:cubicBezTo>
                    <a:cubicBezTo>
                      <a:pt x="4666" y="9903"/>
                      <a:pt x="4312" y="10142"/>
                      <a:pt x="3801" y="10169"/>
                    </a:cubicBezTo>
                    <a:cubicBezTo>
                      <a:pt x="3545" y="10186"/>
                      <a:pt x="3289" y="10218"/>
                      <a:pt x="3033" y="10235"/>
                    </a:cubicBezTo>
                    <a:cubicBezTo>
                      <a:pt x="2701" y="10251"/>
                      <a:pt x="2608" y="10404"/>
                      <a:pt x="2679" y="10725"/>
                    </a:cubicBezTo>
                    <a:cubicBezTo>
                      <a:pt x="2755" y="11062"/>
                      <a:pt x="3011" y="11187"/>
                      <a:pt x="3294" y="11291"/>
                    </a:cubicBezTo>
                    <a:cubicBezTo>
                      <a:pt x="4280" y="11645"/>
                      <a:pt x="5281" y="11922"/>
                      <a:pt x="6332" y="12015"/>
                    </a:cubicBezTo>
                    <a:cubicBezTo>
                      <a:pt x="6098" y="12810"/>
                      <a:pt x="6234" y="13147"/>
                      <a:pt x="6860" y="13365"/>
                    </a:cubicBezTo>
                    <a:cubicBezTo>
                      <a:pt x="7058" y="13433"/>
                      <a:pt x="7265" y="13470"/>
                      <a:pt x="7476" y="13470"/>
                    </a:cubicBezTo>
                    <a:cubicBezTo>
                      <a:pt x="7503" y="13470"/>
                      <a:pt x="7530" y="13470"/>
                      <a:pt x="7557" y="13469"/>
                    </a:cubicBezTo>
                    <a:cubicBezTo>
                      <a:pt x="8341" y="13420"/>
                      <a:pt x="9103" y="13267"/>
                      <a:pt x="9784" y="12881"/>
                    </a:cubicBezTo>
                    <a:cubicBezTo>
                      <a:pt x="10030" y="12742"/>
                      <a:pt x="10265" y="12687"/>
                      <a:pt x="10494" y="12687"/>
                    </a:cubicBezTo>
                    <a:cubicBezTo>
                      <a:pt x="10848" y="12687"/>
                      <a:pt x="11187" y="12817"/>
                      <a:pt x="11531" y="12962"/>
                    </a:cubicBezTo>
                    <a:cubicBezTo>
                      <a:pt x="11798" y="13077"/>
                      <a:pt x="11885" y="13398"/>
                      <a:pt x="11700" y="13561"/>
                    </a:cubicBezTo>
                    <a:cubicBezTo>
                      <a:pt x="11303" y="13899"/>
                      <a:pt x="11101" y="14372"/>
                      <a:pt x="10829" y="14791"/>
                    </a:cubicBezTo>
                    <a:cubicBezTo>
                      <a:pt x="10687" y="15015"/>
                      <a:pt x="10633" y="15265"/>
                      <a:pt x="10720" y="15537"/>
                    </a:cubicBezTo>
                    <a:cubicBezTo>
                      <a:pt x="11079" y="16664"/>
                      <a:pt x="11232" y="17791"/>
                      <a:pt x="10845" y="18956"/>
                    </a:cubicBezTo>
                    <a:cubicBezTo>
                      <a:pt x="10704" y="19375"/>
                      <a:pt x="10758" y="19838"/>
                      <a:pt x="10965" y="20263"/>
                    </a:cubicBezTo>
                    <a:cubicBezTo>
                      <a:pt x="11123" y="20584"/>
                      <a:pt x="11150" y="20943"/>
                      <a:pt x="11161" y="21297"/>
                    </a:cubicBezTo>
                    <a:cubicBezTo>
                      <a:pt x="11165" y="21447"/>
                      <a:pt x="11125" y="21533"/>
                      <a:pt x="10999" y="21533"/>
                    </a:cubicBezTo>
                    <a:cubicBezTo>
                      <a:pt x="10965" y="21533"/>
                      <a:pt x="10925" y="21527"/>
                      <a:pt x="10878" y="21515"/>
                    </a:cubicBezTo>
                    <a:cubicBezTo>
                      <a:pt x="10426" y="21390"/>
                      <a:pt x="9969" y="21292"/>
                      <a:pt x="9511" y="21188"/>
                    </a:cubicBezTo>
                    <a:cubicBezTo>
                      <a:pt x="9456" y="21174"/>
                      <a:pt x="9397" y="21135"/>
                      <a:pt x="9341" y="21135"/>
                    </a:cubicBezTo>
                    <a:cubicBezTo>
                      <a:pt x="9310" y="21135"/>
                      <a:pt x="9279" y="21148"/>
                      <a:pt x="9250" y="21183"/>
                    </a:cubicBezTo>
                    <a:cubicBezTo>
                      <a:pt x="9158" y="21286"/>
                      <a:pt x="9256" y="21379"/>
                      <a:pt x="9294" y="21471"/>
                    </a:cubicBezTo>
                    <a:cubicBezTo>
                      <a:pt x="9315" y="21536"/>
                      <a:pt x="9354" y="21602"/>
                      <a:pt x="9408" y="21651"/>
                    </a:cubicBezTo>
                    <a:cubicBezTo>
                      <a:pt x="9925" y="22135"/>
                      <a:pt x="10323" y="22723"/>
                      <a:pt x="10785" y="23257"/>
                    </a:cubicBezTo>
                    <a:cubicBezTo>
                      <a:pt x="11172" y="23709"/>
                      <a:pt x="11640" y="24106"/>
                      <a:pt x="11988" y="24580"/>
                    </a:cubicBezTo>
                    <a:cubicBezTo>
                      <a:pt x="12604" y="25418"/>
                      <a:pt x="12985" y="26393"/>
                      <a:pt x="13268" y="27394"/>
                    </a:cubicBezTo>
                    <a:cubicBezTo>
                      <a:pt x="13388" y="27835"/>
                      <a:pt x="13486" y="28309"/>
                      <a:pt x="13415" y="28853"/>
                    </a:cubicBezTo>
                    <a:cubicBezTo>
                      <a:pt x="13143" y="28472"/>
                      <a:pt x="12930" y="28140"/>
                      <a:pt x="12642" y="27884"/>
                    </a:cubicBezTo>
                    <a:cubicBezTo>
                      <a:pt x="12484" y="27739"/>
                      <a:pt x="12307" y="27575"/>
                      <a:pt x="12097" y="27575"/>
                    </a:cubicBezTo>
                    <a:cubicBezTo>
                      <a:pt x="12032" y="27575"/>
                      <a:pt x="11963" y="27591"/>
                      <a:pt x="11890" y="27628"/>
                    </a:cubicBezTo>
                    <a:cubicBezTo>
                      <a:pt x="11368" y="27895"/>
                      <a:pt x="10818" y="27830"/>
                      <a:pt x="10268" y="27851"/>
                    </a:cubicBezTo>
                    <a:cubicBezTo>
                      <a:pt x="10252" y="27852"/>
                      <a:pt x="10237" y="27852"/>
                      <a:pt x="10221" y="27852"/>
                    </a:cubicBezTo>
                    <a:cubicBezTo>
                      <a:pt x="9976" y="27852"/>
                      <a:pt x="9772" y="27771"/>
                      <a:pt x="9588" y="27617"/>
                    </a:cubicBezTo>
                    <a:cubicBezTo>
                      <a:pt x="9359" y="27416"/>
                      <a:pt x="9125" y="27220"/>
                      <a:pt x="8853" y="27068"/>
                    </a:cubicBezTo>
                    <a:cubicBezTo>
                      <a:pt x="8016" y="26613"/>
                      <a:pt x="7155" y="26392"/>
                      <a:pt x="6268" y="26392"/>
                    </a:cubicBezTo>
                    <a:cubicBezTo>
                      <a:pt x="5775" y="26392"/>
                      <a:pt x="5274" y="26460"/>
                      <a:pt x="4764" y="26594"/>
                    </a:cubicBezTo>
                    <a:cubicBezTo>
                      <a:pt x="4498" y="26659"/>
                      <a:pt x="4356" y="26790"/>
                      <a:pt x="4372" y="27084"/>
                    </a:cubicBezTo>
                    <a:cubicBezTo>
                      <a:pt x="4389" y="27302"/>
                      <a:pt x="4427" y="27509"/>
                      <a:pt x="4519" y="27699"/>
                    </a:cubicBezTo>
                    <a:cubicBezTo>
                      <a:pt x="4672" y="28020"/>
                      <a:pt x="4835" y="28331"/>
                      <a:pt x="5004" y="28641"/>
                    </a:cubicBezTo>
                    <a:cubicBezTo>
                      <a:pt x="5091" y="28804"/>
                      <a:pt x="5091" y="28913"/>
                      <a:pt x="4922" y="29022"/>
                    </a:cubicBezTo>
                    <a:cubicBezTo>
                      <a:pt x="4644" y="29207"/>
                      <a:pt x="4563" y="29490"/>
                      <a:pt x="4514" y="29806"/>
                    </a:cubicBezTo>
                    <a:cubicBezTo>
                      <a:pt x="4400" y="30612"/>
                      <a:pt x="4846" y="31118"/>
                      <a:pt x="5407" y="31575"/>
                    </a:cubicBezTo>
                    <a:cubicBezTo>
                      <a:pt x="5859" y="31940"/>
                      <a:pt x="6310" y="32305"/>
                      <a:pt x="6822" y="32724"/>
                    </a:cubicBezTo>
                    <a:cubicBezTo>
                      <a:pt x="6754" y="32724"/>
                      <a:pt x="6688" y="32723"/>
                      <a:pt x="6622" y="32723"/>
                    </a:cubicBezTo>
                    <a:cubicBezTo>
                      <a:pt x="6235" y="32723"/>
                      <a:pt x="5896" y="32747"/>
                      <a:pt x="5701" y="33078"/>
                    </a:cubicBezTo>
                    <a:cubicBezTo>
                      <a:pt x="5374" y="33644"/>
                      <a:pt x="4857" y="33905"/>
                      <a:pt x="4274" y="34101"/>
                    </a:cubicBezTo>
                    <a:cubicBezTo>
                      <a:pt x="3735" y="34281"/>
                      <a:pt x="3300" y="34597"/>
                      <a:pt x="3017" y="35114"/>
                    </a:cubicBezTo>
                    <a:cubicBezTo>
                      <a:pt x="2821" y="35484"/>
                      <a:pt x="2772" y="35870"/>
                      <a:pt x="2755" y="36268"/>
                    </a:cubicBezTo>
                    <a:cubicBezTo>
                      <a:pt x="2723" y="36899"/>
                      <a:pt x="2603" y="37052"/>
                      <a:pt x="2015" y="37210"/>
                    </a:cubicBezTo>
                    <a:cubicBezTo>
                      <a:pt x="1552" y="37335"/>
                      <a:pt x="1068" y="37373"/>
                      <a:pt x="600" y="37466"/>
                    </a:cubicBezTo>
                    <a:cubicBezTo>
                      <a:pt x="180" y="37547"/>
                      <a:pt x="1" y="37798"/>
                      <a:pt x="110" y="38200"/>
                    </a:cubicBezTo>
                    <a:cubicBezTo>
                      <a:pt x="366" y="39121"/>
                      <a:pt x="828" y="39943"/>
                      <a:pt x="1492" y="40623"/>
                    </a:cubicBezTo>
                    <a:cubicBezTo>
                      <a:pt x="2118" y="41255"/>
                      <a:pt x="2701" y="41913"/>
                      <a:pt x="3120" y="42697"/>
                    </a:cubicBezTo>
                    <a:cubicBezTo>
                      <a:pt x="3414" y="43258"/>
                      <a:pt x="3670" y="43840"/>
                      <a:pt x="3948" y="44418"/>
                    </a:cubicBezTo>
                    <a:cubicBezTo>
                      <a:pt x="3928" y="44422"/>
                      <a:pt x="3910" y="44424"/>
                      <a:pt x="3893" y="44424"/>
                    </a:cubicBezTo>
                    <a:cubicBezTo>
                      <a:pt x="3798" y="44424"/>
                      <a:pt x="3733" y="44361"/>
                      <a:pt x="3654" y="44361"/>
                    </a:cubicBezTo>
                    <a:cubicBezTo>
                      <a:pt x="3635" y="44361"/>
                      <a:pt x="3615" y="44365"/>
                      <a:pt x="3594" y="44374"/>
                    </a:cubicBezTo>
                    <a:cubicBezTo>
                      <a:pt x="3790" y="44548"/>
                      <a:pt x="4084" y="44521"/>
                      <a:pt x="4263" y="44722"/>
                    </a:cubicBezTo>
                    <a:cubicBezTo>
                      <a:pt x="4274" y="44735"/>
                      <a:pt x="4291" y="44741"/>
                      <a:pt x="4309" y="44741"/>
                    </a:cubicBezTo>
                    <a:cubicBezTo>
                      <a:pt x="4336" y="44741"/>
                      <a:pt x="4367" y="44727"/>
                      <a:pt x="4383" y="44701"/>
                    </a:cubicBezTo>
                    <a:cubicBezTo>
                      <a:pt x="4438" y="44624"/>
                      <a:pt x="4394" y="44559"/>
                      <a:pt x="4351" y="44510"/>
                    </a:cubicBezTo>
                    <a:cubicBezTo>
                      <a:pt x="3833" y="43911"/>
                      <a:pt x="3594" y="43155"/>
                      <a:pt x="3196" y="42490"/>
                    </a:cubicBezTo>
                    <a:cubicBezTo>
                      <a:pt x="3224" y="42387"/>
                      <a:pt x="3186" y="42300"/>
                      <a:pt x="3137" y="42218"/>
                    </a:cubicBezTo>
                    <a:cubicBezTo>
                      <a:pt x="2794" y="41641"/>
                      <a:pt x="2396" y="41091"/>
                      <a:pt x="1890" y="40645"/>
                    </a:cubicBezTo>
                    <a:cubicBezTo>
                      <a:pt x="1226" y="40068"/>
                      <a:pt x="839" y="39322"/>
                      <a:pt x="523" y="38527"/>
                    </a:cubicBezTo>
                    <a:cubicBezTo>
                      <a:pt x="322" y="38015"/>
                      <a:pt x="458" y="37847"/>
                      <a:pt x="1013" y="37792"/>
                    </a:cubicBezTo>
                    <a:cubicBezTo>
                      <a:pt x="1433" y="37754"/>
                      <a:pt x="1857" y="37705"/>
                      <a:pt x="2265" y="37574"/>
                    </a:cubicBezTo>
                    <a:cubicBezTo>
                      <a:pt x="2859" y="37384"/>
                      <a:pt x="3120" y="37090"/>
                      <a:pt x="3115" y="36469"/>
                    </a:cubicBezTo>
                    <a:cubicBezTo>
                      <a:pt x="3104" y="35370"/>
                      <a:pt x="3599" y="34678"/>
                      <a:pt x="4639" y="34368"/>
                    </a:cubicBezTo>
                    <a:cubicBezTo>
                      <a:pt x="4677" y="34357"/>
                      <a:pt x="4704" y="34341"/>
                      <a:pt x="4742" y="34330"/>
                    </a:cubicBezTo>
                    <a:cubicBezTo>
                      <a:pt x="5194" y="34156"/>
                      <a:pt x="5575" y="33894"/>
                      <a:pt x="5837" y="33475"/>
                    </a:cubicBezTo>
                    <a:cubicBezTo>
                      <a:pt x="5988" y="33233"/>
                      <a:pt x="6192" y="33103"/>
                      <a:pt x="6477" y="33103"/>
                    </a:cubicBezTo>
                    <a:cubicBezTo>
                      <a:pt x="6499" y="33103"/>
                      <a:pt x="6521" y="33103"/>
                      <a:pt x="6544" y="33105"/>
                    </a:cubicBezTo>
                    <a:cubicBezTo>
                      <a:pt x="6625" y="33111"/>
                      <a:pt x="6705" y="33114"/>
                      <a:pt x="6785" y="33114"/>
                    </a:cubicBezTo>
                    <a:cubicBezTo>
                      <a:pt x="6928" y="33114"/>
                      <a:pt x="7071" y="33104"/>
                      <a:pt x="7214" y="33083"/>
                    </a:cubicBezTo>
                    <a:cubicBezTo>
                      <a:pt x="7312" y="33067"/>
                      <a:pt x="7454" y="33105"/>
                      <a:pt x="7486" y="32980"/>
                    </a:cubicBezTo>
                    <a:cubicBezTo>
                      <a:pt x="7519" y="32860"/>
                      <a:pt x="7410" y="32789"/>
                      <a:pt x="7328" y="32724"/>
                    </a:cubicBezTo>
                    <a:cubicBezTo>
                      <a:pt x="6806" y="32321"/>
                      <a:pt x="6327" y="31864"/>
                      <a:pt x="5799" y="31466"/>
                    </a:cubicBezTo>
                    <a:cubicBezTo>
                      <a:pt x="5543" y="31270"/>
                      <a:pt x="5314" y="31047"/>
                      <a:pt x="5113" y="30802"/>
                    </a:cubicBezTo>
                    <a:cubicBezTo>
                      <a:pt x="4737" y="30334"/>
                      <a:pt x="4742" y="29719"/>
                      <a:pt x="5118" y="29349"/>
                    </a:cubicBezTo>
                    <a:cubicBezTo>
                      <a:pt x="5526" y="28951"/>
                      <a:pt x="5537" y="28842"/>
                      <a:pt x="5249" y="28352"/>
                    </a:cubicBezTo>
                    <a:cubicBezTo>
                      <a:pt x="5080" y="28053"/>
                      <a:pt x="4906" y="27759"/>
                      <a:pt x="4797" y="27432"/>
                    </a:cubicBezTo>
                    <a:cubicBezTo>
                      <a:pt x="4688" y="27100"/>
                      <a:pt x="4764" y="26980"/>
                      <a:pt x="5096" y="26899"/>
                    </a:cubicBezTo>
                    <a:cubicBezTo>
                      <a:pt x="5524" y="26791"/>
                      <a:pt x="5947" y="26735"/>
                      <a:pt x="6360" y="26735"/>
                    </a:cubicBezTo>
                    <a:cubicBezTo>
                      <a:pt x="7257" y="26735"/>
                      <a:pt x="8109" y="26997"/>
                      <a:pt x="8869" y="27552"/>
                    </a:cubicBezTo>
                    <a:cubicBezTo>
                      <a:pt x="9425" y="27960"/>
                      <a:pt x="9948" y="28195"/>
                      <a:pt x="10565" y="28195"/>
                    </a:cubicBezTo>
                    <a:cubicBezTo>
                      <a:pt x="10697" y="28195"/>
                      <a:pt x="10834" y="28184"/>
                      <a:pt x="10976" y="28162"/>
                    </a:cubicBezTo>
                    <a:cubicBezTo>
                      <a:pt x="11232" y="28118"/>
                      <a:pt x="11493" y="28124"/>
                      <a:pt x="11738" y="28020"/>
                    </a:cubicBezTo>
                    <a:cubicBezTo>
                      <a:pt x="11886" y="27957"/>
                      <a:pt x="11995" y="27923"/>
                      <a:pt x="12089" y="27923"/>
                    </a:cubicBezTo>
                    <a:cubicBezTo>
                      <a:pt x="12244" y="27923"/>
                      <a:pt x="12357" y="28014"/>
                      <a:pt x="12533" y="28211"/>
                    </a:cubicBezTo>
                    <a:cubicBezTo>
                      <a:pt x="12767" y="28467"/>
                      <a:pt x="12952" y="28755"/>
                      <a:pt x="13126" y="29049"/>
                    </a:cubicBezTo>
                    <a:cubicBezTo>
                      <a:pt x="13190" y="29154"/>
                      <a:pt x="13274" y="29244"/>
                      <a:pt x="13399" y="29244"/>
                    </a:cubicBezTo>
                    <a:cubicBezTo>
                      <a:pt x="13423" y="29244"/>
                      <a:pt x="13448" y="29241"/>
                      <a:pt x="13475" y="29234"/>
                    </a:cubicBezTo>
                    <a:cubicBezTo>
                      <a:pt x="13622" y="29191"/>
                      <a:pt x="13698" y="29071"/>
                      <a:pt x="13725" y="28919"/>
                    </a:cubicBezTo>
                    <a:cubicBezTo>
                      <a:pt x="13747" y="28826"/>
                      <a:pt x="13741" y="28733"/>
                      <a:pt x="13747" y="28641"/>
                    </a:cubicBezTo>
                    <a:cubicBezTo>
                      <a:pt x="13774" y="27465"/>
                      <a:pt x="13328" y="26425"/>
                      <a:pt x="12832" y="25407"/>
                    </a:cubicBezTo>
                    <a:cubicBezTo>
                      <a:pt x="12625" y="24983"/>
                      <a:pt x="12435" y="24542"/>
                      <a:pt x="12086" y="24209"/>
                    </a:cubicBezTo>
                    <a:cubicBezTo>
                      <a:pt x="11264" y="23415"/>
                      <a:pt x="10595" y="22489"/>
                      <a:pt x="9811" y="21607"/>
                    </a:cubicBezTo>
                    <a:lnTo>
                      <a:pt x="9811" y="21607"/>
                    </a:lnTo>
                    <a:cubicBezTo>
                      <a:pt x="10197" y="21673"/>
                      <a:pt x="10546" y="21787"/>
                      <a:pt x="10900" y="21836"/>
                    </a:cubicBezTo>
                    <a:cubicBezTo>
                      <a:pt x="10956" y="21843"/>
                      <a:pt x="11007" y="21846"/>
                      <a:pt x="11053" y="21846"/>
                    </a:cubicBezTo>
                    <a:cubicBezTo>
                      <a:pt x="11341" y="21846"/>
                      <a:pt x="11453" y="21710"/>
                      <a:pt x="11477" y="21368"/>
                    </a:cubicBezTo>
                    <a:cubicBezTo>
                      <a:pt x="11509" y="20954"/>
                      <a:pt x="11433" y="20567"/>
                      <a:pt x="11270" y="20192"/>
                    </a:cubicBezTo>
                    <a:cubicBezTo>
                      <a:pt x="11068" y="19724"/>
                      <a:pt x="11058" y="19239"/>
                      <a:pt x="11199" y="18771"/>
                    </a:cubicBezTo>
                    <a:cubicBezTo>
                      <a:pt x="11466" y="17867"/>
                      <a:pt x="11493" y="16969"/>
                      <a:pt x="11166" y="16098"/>
                    </a:cubicBezTo>
                    <a:cubicBezTo>
                      <a:pt x="10911" y="15401"/>
                      <a:pt x="11068" y="14835"/>
                      <a:pt x="11493" y="14285"/>
                    </a:cubicBezTo>
                    <a:cubicBezTo>
                      <a:pt x="11596" y="14144"/>
                      <a:pt x="11727" y="14024"/>
                      <a:pt x="11847" y="13893"/>
                    </a:cubicBezTo>
                    <a:cubicBezTo>
                      <a:pt x="12228" y="13496"/>
                      <a:pt x="12184" y="12946"/>
                      <a:pt x="11689" y="12717"/>
                    </a:cubicBezTo>
                    <a:cubicBezTo>
                      <a:pt x="11298" y="12534"/>
                      <a:pt x="10900" y="12358"/>
                      <a:pt x="10480" y="12358"/>
                    </a:cubicBezTo>
                    <a:cubicBezTo>
                      <a:pt x="10250" y="12358"/>
                      <a:pt x="10013" y="12410"/>
                      <a:pt x="9767" y="12543"/>
                    </a:cubicBezTo>
                    <a:cubicBezTo>
                      <a:pt x="9087" y="12908"/>
                      <a:pt x="8336" y="13087"/>
                      <a:pt x="7562" y="13136"/>
                    </a:cubicBezTo>
                    <a:cubicBezTo>
                      <a:pt x="7525" y="13138"/>
                      <a:pt x="7487" y="13140"/>
                      <a:pt x="7450" y="13140"/>
                    </a:cubicBezTo>
                    <a:cubicBezTo>
                      <a:pt x="7187" y="13140"/>
                      <a:pt x="6939" y="13085"/>
                      <a:pt x="6730" y="12913"/>
                    </a:cubicBezTo>
                    <a:cubicBezTo>
                      <a:pt x="6588" y="12804"/>
                      <a:pt x="6485" y="12663"/>
                      <a:pt x="6593" y="12489"/>
                    </a:cubicBezTo>
                    <a:cubicBezTo>
                      <a:pt x="6635" y="12420"/>
                      <a:pt x="6685" y="12396"/>
                      <a:pt x="6738" y="12396"/>
                    </a:cubicBezTo>
                    <a:cubicBezTo>
                      <a:pt x="6812" y="12396"/>
                      <a:pt x="6893" y="12441"/>
                      <a:pt x="6969" y="12472"/>
                    </a:cubicBezTo>
                    <a:cubicBezTo>
                      <a:pt x="7068" y="12517"/>
                      <a:pt x="7157" y="12539"/>
                      <a:pt x="7235" y="12539"/>
                    </a:cubicBezTo>
                    <a:cubicBezTo>
                      <a:pt x="7375" y="12539"/>
                      <a:pt x="7477" y="12467"/>
                      <a:pt x="7530" y="12331"/>
                    </a:cubicBezTo>
                    <a:cubicBezTo>
                      <a:pt x="7617" y="12129"/>
                      <a:pt x="7497" y="11912"/>
                      <a:pt x="7230" y="11814"/>
                    </a:cubicBezTo>
                    <a:cubicBezTo>
                      <a:pt x="6996" y="11726"/>
                      <a:pt x="6751" y="11705"/>
                      <a:pt x="6501" y="11683"/>
                    </a:cubicBezTo>
                    <a:cubicBezTo>
                      <a:pt x="5439" y="11596"/>
                      <a:pt x="4405" y="11362"/>
                      <a:pt x="3420" y="10948"/>
                    </a:cubicBezTo>
                    <a:cubicBezTo>
                      <a:pt x="3294" y="10899"/>
                      <a:pt x="3098" y="10850"/>
                      <a:pt x="3137" y="10687"/>
                    </a:cubicBezTo>
                    <a:cubicBezTo>
                      <a:pt x="3154" y="10608"/>
                      <a:pt x="3216" y="10592"/>
                      <a:pt x="3288" y="10592"/>
                    </a:cubicBezTo>
                    <a:cubicBezTo>
                      <a:pt x="3341" y="10592"/>
                      <a:pt x="3400" y="10601"/>
                      <a:pt x="3450" y="10601"/>
                    </a:cubicBezTo>
                    <a:cubicBezTo>
                      <a:pt x="3460" y="10601"/>
                      <a:pt x="3470" y="10600"/>
                      <a:pt x="3479" y="10600"/>
                    </a:cubicBezTo>
                    <a:cubicBezTo>
                      <a:pt x="4220" y="10540"/>
                      <a:pt x="4911" y="10387"/>
                      <a:pt x="5298" y="9652"/>
                    </a:cubicBezTo>
                    <a:cubicBezTo>
                      <a:pt x="5525" y="9219"/>
                      <a:pt x="5849" y="9049"/>
                      <a:pt x="6258" y="9049"/>
                    </a:cubicBezTo>
                    <a:cubicBezTo>
                      <a:pt x="6379" y="9049"/>
                      <a:pt x="6507" y="9064"/>
                      <a:pt x="6642" y="9092"/>
                    </a:cubicBezTo>
                    <a:cubicBezTo>
                      <a:pt x="7519" y="9266"/>
                      <a:pt x="8303" y="9674"/>
                      <a:pt x="9114" y="10028"/>
                    </a:cubicBezTo>
                    <a:cubicBezTo>
                      <a:pt x="9482" y="10189"/>
                      <a:pt x="9850" y="10282"/>
                      <a:pt x="10208" y="10282"/>
                    </a:cubicBezTo>
                    <a:cubicBezTo>
                      <a:pt x="10689" y="10282"/>
                      <a:pt x="11153" y="10114"/>
                      <a:pt x="11580" y="9712"/>
                    </a:cubicBezTo>
                    <a:cubicBezTo>
                      <a:pt x="11858" y="9456"/>
                      <a:pt x="12157" y="9228"/>
                      <a:pt x="12560" y="9190"/>
                    </a:cubicBezTo>
                    <a:cubicBezTo>
                      <a:pt x="13099" y="9141"/>
                      <a:pt x="13633" y="9026"/>
                      <a:pt x="14166" y="8945"/>
                    </a:cubicBezTo>
                    <a:cubicBezTo>
                      <a:pt x="14776" y="8847"/>
                      <a:pt x="15364" y="8661"/>
                      <a:pt x="15865" y="8275"/>
                    </a:cubicBezTo>
                    <a:cubicBezTo>
                      <a:pt x="15939" y="8220"/>
                      <a:pt x="16019" y="8163"/>
                      <a:pt x="16108" y="8163"/>
                    </a:cubicBezTo>
                    <a:cubicBezTo>
                      <a:pt x="16143" y="8163"/>
                      <a:pt x="16180" y="8172"/>
                      <a:pt x="16218" y="8193"/>
                    </a:cubicBezTo>
                    <a:cubicBezTo>
                      <a:pt x="16785" y="8504"/>
                      <a:pt x="17389" y="8765"/>
                      <a:pt x="17786" y="9315"/>
                    </a:cubicBezTo>
                    <a:cubicBezTo>
                      <a:pt x="18135" y="9794"/>
                      <a:pt x="18603" y="10110"/>
                      <a:pt x="19153" y="10338"/>
                    </a:cubicBezTo>
                    <a:cubicBezTo>
                      <a:pt x="19915" y="10654"/>
                      <a:pt x="20721" y="10872"/>
                      <a:pt x="21434" y="11291"/>
                    </a:cubicBezTo>
                    <a:cubicBezTo>
                      <a:pt x="22468" y="11906"/>
                      <a:pt x="23639" y="12026"/>
                      <a:pt x="24766" y="12293"/>
                    </a:cubicBezTo>
                    <a:cubicBezTo>
                      <a:pt x="25522" y="12472"/>
                      <a:pt x="26306" y="12510"/>
                      <a:pt x="27036" y="12815"/>
                    </a:cubicBezTo>
                    <a:cubicBezTo>
                      <a:pt x="27809" y="13136"/>
                      <a:pt x="28549" y="13528"/>
                      <a:pt x="29300" y="13893"/>
                    </a:cubicBezTo>
                    <a:cubicBezTo>
                      <a:pt x="29562" y="14013"/>
                      <a:pt x="29752" y="14231"/>
                      <a:pt x="29932" y="14454"/>
                    </a:cubicBezTo>
                    <a:cubicBezTo>
                      <a:pt x="29986" y="14514"/>
                      <a:pt x="30068" y="14574"/>
                      <a:pt x="30035" y="14661"/>
                    </a:cubicBezTo>
                    <a:cubicBezTo>
                      <a:pt x="30011" y="14722"/>
                      <a:pt x="29961" y="14730"/>
                      <a:pt x="29909" y="14730"/>
                    </a:cubicBezTo>
                    <a:cubicBezTo>
                      <a:pt x="29891" y="14730"/>
                      <a:pt x="29873" y="14729"/>
                      <a:pt x="29856" y="14729"/>
                    </a:cubicBezTo>
                    <a:cubicBezTo>
                      <a:pt x="29842" y="14729"/>
                      <a:pt x="29830" y="14730"/>
                      <a:pt x="29818" y="14732"/>
                    </a:cubicBezTo>
                    <a:cubicBezTo>
                      <a:pt x="29566" y="14761"/>
                      <a:pt x="29315" y="14774"/>
                      <a:pt x="29064" y="14774"/>
                    </a:cubicBezTo>
                    <a:cubicBezTo>
                      <a:pt x="28491" y="14774"/>
                      <a:pt x="27921" y="14708"/>
                      <a:pt x="27357" y="14628"/>
                    </a:cubicBezTo>
                    <a:cubicBezTo>
                      <a:pt x="27200" y="14605"/>
                      <a:pt x="27045" y="14593"/>
                      <a:pt x="26893" y="14593"/>
                    </a:cubicBezTo>
                    <a:cubicBezTo>
                      <a:pt x="25731" y="14593"/>
                      <a:pt x="24739" y="15259"/>
                      <a:pt x="24325" y="16381"/>
                    </a:cubicBezTo>
                    <a:cubicBezTo>
                      <a:pt x="24178" y="16768"/>
                      <a:pt x="23943" y="17040"/>
                      <a:pt x="23573" y="17230"/>
                    </a:cubicBezTo>
                    <a:cubicBezTo>
                      <a:pt x="23040" y="17508"/>
                      <a:pt x="22474" y="17704"/>
                      <a:pt x="21951" y="18009"/>
                    </a:cubicBezTo>
                    <a:cubicBezTo>
                      <a:pt x="21623" y="18200"/>
                      <a:pt x="21278" y="18315"/>
                      <a:pt x="20907" y="18315"/>
                    </a:cubicBezTo>
                    <a:cubicBezTo>
                      <a:pt x="20730" y="18315"/>
                      <a:pt x="20546" y="18288"/>
                      <a:pt x="20356" y="18232"/>
                    </a:cubicBezTo>
                    <a:cubicBezTo>
                      <a:pt x="19860" y="18085"/>
                      <a:pt x="19360" y="17987"/>
                      <a:pt x="18902" y="17709"/>
                    </a:cubicBezTo>
                    <a:cubicBezTo>
                      <a:pt x="18759" y="17622"/>
                      <a:pt x="18631" y="17580"/>
                      <a:pt x="18518" y="17580"/>
                    </a:cubicBezTo>
                    <a:cubicBezTo>
                      <a:pt x="18306" y="17580"/>
                      <a:pt x="18149" y="17730"/>
                      <a:pt x="18042" y="18014"/>
                    </a:cubicBezTo>
                    <a:cubicBezTo>
                      <a:pt x="17944" y="18281"/>
                      <a:pt x="17928" y="18542"/>
                      <a:pt x="18031" y="18809"/>
                    </a:cubicBezTo>
                    <a:cubicBezTo>
                      <a:pt x="18135" y="19076"/>
                      <a:pt x="18178" y="19359"/>
                      <a:pt x="18211" y="19637"/>
                    </a:cubicBezTo>
                    <a:cubicBezTo>
                      <a:pt x="18254" y="20039"/>
                      <a:pt x="18102" y="20224"/>
                      <a:pt x="17705" y="20273"/>
                    </a:cubicBezTo>
                    <a:cubicBezTo>
                      <a:pt x="17405" y="20306"/>
                      <a:pt x="17269" y="20453"/>
                      <a:pt x="17247" y="20758"/>
                    </a:cubicBezTo>
                    <a:cubicBezTo>
                      <a:pt x="17236" y="20900"/>
                      <a:pt x="17269" y="21041"/>
                      <a:pt x="17296" y="21177"/>
                    </a:cubicBezTo>
                    <a:cubicBezTo>
                      <a:pt x="17328" y="21346"/>
                      <a:pt x="17283" y="21413"/>
                      <a:pt x="17182" y="21413"/>
                    </a:cubicBezTo>
                    <a:cubicBezTo>
                      <a:pt x="17143" y="21413"/>
                      <a:pt x="17095" y="21402"/>
                      <a:pt x="17040" y="21384"/>
                    </a:cubicBezTo>
                    <a:cubicBezTo>
                      <a:pt x="16659" y="21259"/>
                      <a:pt x="16404" y="20987"/>
                      <a:pt x="16197" y="20660"/>
                    </a:cubicBezTo>
                    <a:cubicBezTo>
                      <a:pt x="16006" y="20361"/>
                      <a:pt x="15777" y="20094"/>
                      <a:pt x="15473" y="19898"/>
                    </a:cubicBezTo>
                    <a:cubicBezTo>
                      <a:pt x="15322" y="19802"/>
                      <a:pt x="15192" y="19753"/>
                      <a:pt x="15079" y="19753"/>
                    </a:cubicBezTo>
                    <a:cubicBezTo>
                      <a:pt x="14885" y="19753"/>
                      <a:pt x="14743" y="19896"/>
                      <a:pt x="14640" y="20192"/>
                    </a:cubicBezTo>
                    <a:cubicBezTo>
                      <a:pt x="14422" y="20829"/>
                      <a:pt x="14710" y="21585"/>
                      <a:pt x="15304" y="21934"/>
                    </a:cubicBezTo>
                    <a:cubicBezTo>
                      <a:pt x="15587" y="22097"/>
                      <a:pt x="15914" y="22233"/>
                      <a:pt x="16099" y="22511"/>
                    </a:cubicBezTo>
                    <a:cubicBezTo>
                      <a:pt x="16752" y="23485"/>
                      <a:pt x="17079" y="24542"/>
                      <a:pt x="16768" y="25728"/>
                    </a:cubicBezTo>
                    <a:cubicBezTo>
                      <a:pt x="16725" y="25897"/>
                      <a:pt x="16676" y="26066"/>
                      <a:pt x="16670" y="26246"/>
                    </a:cubicBezTo>
                    <a:cubicBezTo>
                      <a:pt x="16649" y="27209"/>
                      <a:pt x="16741" y="28151"/>
                      <a:pt x="17155" y="29044"/>
                    </a:cubicBezTo>
                    <a:cubicBezTo>
                      <a:pt x="17247" y="29245"/>
                      <a:pt x="17313" y="29463"/>
                      <a:pt x="17373" y="29675"/>
                    </a:cubicBezTo>
                    <a:cubicBezTo>
                      <a:pt x="17541" y="30296"/>
                      <a:pt x="17814" y="30867"/>
                      <a:pt x="18113" y="31434"/>
                    </a:cubicBezTo>
                    <a:cubicBezTo>
                      <a:pt x="18494" y="32130"/>
                      <a:pt x="19011" y="32735"/>
                      <a:pt x="19420" y="33410"/>
                    </a:cubicBezTo>
                    <a:cubicBezTo>
                      <a:pt x="19463" y="33491"/>
                      <a:pt x="19556" y="33573"/>
                      <a:pt x="19490" y="33666"/>
                    </a:cubicBezTo>
                    <a:cubicBezTo>
                      <a:pt x="19463" y="33704"/>
                      <a:pt x="19429" y="33716"/>
                      <a:pt x="19392" y="33716"/>
                    </a:cubicBezTo>
                    <a:cubicBezTo>
                      <a:pt x="19339" y="33716"/>
                      <a:pt x="19280" y="33692"/>
                      <a:pt x="19229" y="33682"/>
                    </a:cubicBezTo>
                    <a:cubicBezTo>
                      <a:pt x="18129" y="33459"/>
                      <a:pt x="17035" y="33219"/>
                      <a:pt x="15963" y="32904"/>
                    </a:cubicBezTo>
                    <a:cubicBezTo>
                      <a:pt x="15750" y="32844"/>
                      <a:pt x="15571" y="32729"/>
                      <a:pt x="15434" y="32561"/>
                    </a:cubicBezTo>
                    <a:cubicBezTo>
                      <a:pt x="14395" y="31254"/>
                      <a:pt x="12941" y="30590"/>
                      <a:pt x="11439" y="30018"/>
                    </a:cubicBezTo>
                    <a:cubicBezTo>
                      <a:pt x="10823" y="29779"/>
                      <a:pt x="10181" y="29615"/>
                      <a:pt x="9582" y="29321"/>
                    </a:cubicBezTo>
                    <a:cubicBezTo>
                      <a:pt x="9435" y="29251"/>
                      <a:pt x="9277" y="29191"/>
                      <a:pt x="9114" y="29180"/>
                    </a:cubicBezTo>
                    <a:cubicBezTo>
                      <a:pt x="9058" y="29177"/>
                      <a:pt x="9001" y="29174"/>
                      <a:pt x="8945" y="29174"/>
                    </a:cubicBezTo>
                    <a:cubicBezTo>
                      <a:pt x="8715" y="29174"/>
                      <a:pt x="8496" y="29218"/>
                      <a:pt x="8352" y="29441"/>
                    </a:cubicBezTo>
                    <a:cubicBezTo>
                      <a:pt x="8172" y="29708"/>
                      <a:pt x="8292" y="29964"/>
                      <a:pt x="8439" y="30203"/>
                    </a:cubicBezTo>
                    <a:cubicBezTo>
                      <a:pt x="8689" y="30617"/>
                      <a:pt x="8940" y="31031"/>
                      <a:pt x="9125" y="31477"/>
                    </a:cubicBezTo>
                    <a:cubicBezTo>
                      <a:pt x="9506" y="32370"/>
                      <a:pt x="9991" y="33208"/>
                      <a:pt x="10557" y="33992"/>
                    </a:cubicBezTo>
                    <a:cubicBezTo>
                      <a:pt x="10774" y="34303"/>
                      <a:pt x="10949" y="34640"/>
                      <a:pt x="11063" y="34999"/>
                    </a:cubicBezTo>
                    <a:cubicBezTo>
                      <a:pt x="11156" y="35283"/>
                      <a:pt x="11281" y="35544"/>
                      <a:pt x="11428" y="35805"/>
                    </a:cubicBezTo>
                    <a:cubicBezTo>
                      <a:pt x="11803" y="36475"/>
                      <a:pt x="12195" y="37133"/>
                      <a:pt x="12457" y="37787"/>
                    </a:cubicBezTo>
                    <a:cubicBezTo>
                      <a:pt x="11275" y="36344"/>
                      <a:pt x="9914" y="35027"/>
                      <a:pt x="8112" y="34237"/>
                    </a:cubicBezTo>
                    <a:cubicBezTo>
                      <a:pt x="7806" y="34104"/>
                      <a:pt x="7489" y="34022"/>
                      <a:pt x="7178" y="34022"/>
                    </a:cubicBezTo>
                    <a:cubicBezTo>
                      <a:pt x="6981" y="34022"/>
                      <a:pt x="6787" y="34055"/>
                      <a:pt x="6599" y="34128"/>
                    </a:cubicBezTo>
                    <a:cubicBezTo>
                      <a:pt x="5374" y="34602"/>
                      <a:pt x="4650" y="35528"/>
                      <a:pt x="4514" y="36834"/>
                    </a:cubicBezTo>
                    <a:cubicBezTo>
                      <a:pt x="4410" y="37847"/>
                      <a:pt x="4579" y="38848"/>
                      <a:pt x="5015" y="39768"/>
                    </a:cubicBezTo>
                    <a:cubicBezTo>
                      <a:pt x="5516" y="40830"/>
                      <a:pt x="5891" y="41930"/>
                      <a:pt x="6120" y="43078"/>
                    </a:cubicBezTo>
                    <a:cubicBezTo>
                      <a:pt x="6147" y="43209"/>
                      <a:pt x="6169" y="43340"/>
                      <a:pt x="6289" y="43416"/>
                    </a:cubicBezTo>
                    <a:cubicBezTo>
                      <a:pt x="6370" y="43508"/>
                      <a:pt x="6321" y="43672"/>
                      <a:pt x="6485" y="43737"/>
                    </a:cubicBezTo>
                    <a:cubicBezTo>
                      <a:pt x="6495" y="43617"/>
                      <a:pt x="6506" y="43508"/>
                      <a:pt x="6517" y="43405"/>
                    </a:cubicBezTo>
                    <a:cubicBezTo>
                      <a:pt x="6419" y="42572"/>
                      <a:pt x="6272" y="41755"/>
                      <a:pt x="5951" y="40971"/>
                    </a:cubicBezTo>
                    <a:cubicBezTo>
                      <a:pt x="5635" y="40193"/>
                      <a:pt x="5222" y="39453"/>
                      <a:pt x="5058" y="38609"/>
                    </a:cubicBezTo>
                    <a:cubicBezTo>
                      <a:pt x="4840" y="37487"/>
                      <a:pt x="4655" y="36382"/>
                      <a:pt x="5407" y="35359"/>
                    </a:cubicBezTo>
                    <a:cubicBezTo>
                      <a:pt x="5950" y="34620"/>
                      <a:pt x="6443" y="34280"/>
                      <a:pt x="7069" y="34280"/>
                    </a:cubicBezTo>
                    <a:cubicBezTo>
                      <a:pt x="7314" y="34280"/>
                      <a:pt x="7581" y="34332"/>
                      <a:pt x="7878" y="34433"/>
                    </a:cubicBezTo>
                    <a:cubicBezTo>
                      <a:pt x="8238" y="34558"/>
                      <a:pt x="8570" y="34776"/>
                      <a:pt x="8891" y="34994"/>
                    </a:cubicBezTo>
                    <a:cubicBezTo>
                      <a:pt x="10377" y="36001"/>
                      <a:pt x="11651" y="37221"/>
                      <a:pt x="12631" y="38739"/>
                    </a:cubicBezTo>
                    <a:cubicBezTo>
                      <a:pt x="12710" y="38860"/>
                      <a:pt x="12781" y="39028"/>
                      <a:pt x="12935" y="39028"/>
                    </a:cubicBezTo>
                    <a:cubicBezTo>
                      <a:pt x="12961" y="39028"/>
                      <a:pt x="12991" y="39023"/>
                      <a:pt x="13023" y="39012"/>
                    </a:cubicBezTo>
                    <a:cubicBezTo>
                      <a:pt x="13257" y="38930"/>
                      <a:pt x="13137" y="38712"/>
                      <a:pt x="13148" y="38549"/>
                    </a:cubicBezTo>
                    <a:cubicBezTo>
                      <a:pt x="13153" y="38494"/>
                      <a:pt x="13115" y="38435"/>
                      <a:pt x="13104" y="38380"/>
                    </a:cubicBezTo>
                    <a:cubicBezTo>
                      <a:pt x="12936" y="37689"/>
                      <a:pt x="12625" y="37057"/>
                      <a:pt x="12288" y="36442"/>
                    </a:cubicBezTo>
                    <a:cubicBezTo>
                      <a:pt x="11999" y="35914"/>
                      <a:pt x="11662" y="35413"/>
                      <a:pt x="11471" y="34847"/>
                    </a:cubicBezTo>
                    <a:cubicBezTo>
                      <a:pt x="11341" y="34466"/>
                      <a:pt x="11188" y="34090"/>
                      <a:pt x="10954" y="33775"/>
                    </a:cubicBezTo>
                    <a:cubicBezTo>
                      <a:pt x="10061" y="32566"/>
                      <a:pt x="9511" y="31161"/>
                      <a:pt x="8684" y="29920"/>
                    </a:cubicBezTo>
                    <a:cubicBezTo>
                      <a:pt x="8559" y="29724"/>
                      <a:pt x="8662" y="29528"/>
                      <a:pt x="8896" y="29479"/>
                    </a:cubicBezTo>
                    <a:cubicBezTo>
                      <a:pt x="8926" y="29473"/>
                      <a:pt x="8956" y="29470"/>
                      <a:pt x="8985" y="29470"/>
                    </a:cubicBezTo>
                    <a:cubicBezTo>
                      <a:pt x="9084" y="29470"/>
                      <a:pt x="9179" y="29503"/>
                      <a:pt x="9272" y="29545"/>
                    </a:cubicBezTo>
                    <a:cubicBezTo>
                      <a:pt x="10529" y="30111"/>
                      <a:pt x="11885" y="30427"/>
                      <a:pt x="13110" y="31091"/>
                    </a:cubicBezTo>
                    <a:cubicBezTo>
                      <a:pt x="13856" y="31494"/>
                      <a:pt x="14504" y="32000"/>
                      <a:pt x="15043" y="32642"/>
                    </a:cubicBezTo>
                    <a:cubicBezTo>
                      <a:pt x="15266" y="32909"/>
                      <a:pt x="15500" y="33138"/>
                      <a:pt x="15848" y="33241"/>
                    </a:cubicBezTo>
                    <a:cubicBezTo>
                      <a:pt x="17030" y="33595"/>
                      <a:pt x="18233" y="33862"/>
                      <a:pt x="19441" y="34090"/>
                    </a:cubicBezTo>
                    <a:cubicBezTo>
                      <a:pt x="19489" y="34099"/>
                      <a:pt x="19534" y="34104"/>
                      <a:pt x="19576" y="34104"/>
                    </a:cubicBezTo>
                    <a:cubicBezTo>
                      <a:pt x="19886" y="34104"/>
                      <a:pt x="20042" y="33866"/>
                      <a:pt x="19931" y="33535"/>
                    </a:cubicBezTo>
                    <a:cubicBezTo>
                      <a:pt x="19882" y="33393"/>
                      <a:pt x="19795" y="33263"/>
                      <a:pt x="19708" y="33138"/>
                    </a:cubicBezTo>
                    <a:cubicBezTo>
                      <a:pt x="19360" y="32620"/>
                      <a:pt x="18995" y="32114"/>
                      <a:pt x="18652" y="31597"/>
                    </a:cubicBezTo>
                    <a:cubicBezTo>
                      <a:pt x="17939" y="30524"/>
                      <a:pt x="17623" y="29283"/>
                      <a:pt x="17226" y="28086"/>
                    </a:cubicBezTo>
                    <a:cubicBezTo>
                      <a:pt x="16986" y="27356"/>
                      <a:pt x="16937" y="26556"/>
                      <a:pt x="17160" y="25788"/>
                    </a:cubicBezTo>
                    <a:cubicBezTo>
                      <a:pt x="17324" y="25228"/>
                      <a:pt x="17313" y="24678"/>
                      <a:pt x="17193" y="24117"/>
                    </a:cubicBezTo>
                    <a:cubicBezTo>
                      <a:pt x="16953" y="23006"/>
                      <a:pt x="16507" y="22054"/>
                      <a:pt x="15396" y="21542"/>
                    </a:cubicBezTo>
                    <a:cubicBezTo>
                      <a:pt x="15032" y="21379"/>
                      <a:pt x="14841" y="20622"/>
                      <a:pt x="15015" y="20246"/>
                    </a:cubicBezTo>
                    <a:cubicBezTo>
                      <a:pt x="15049" y="20172"/>
                      <a:pt x="15084" y="20132"/>
                      <a:pt x="15136" y="20132"/>
                    </a:cubicBezTo>
                    <a:cubicBezTo>
                      <a:pt x="15168" y="20132"/>
                      <a:pt x="15207" y="20148"/>
                      <a:pt x="15255" y="20181"/>
                    </a:cubicBezTo>
                    <a:cubicBezTo>
                      <a:pt x="15505" y="20361"/>
                      <a:pt x="15718" y="20573"/>
                      <a:pt x="15875" y="20845"/>
                    </a:cubicBezTo>
                    <a:cubicBezTo>
                      <a:pt x="16191" y="21395"/>
                      <a:pt x="16654" y="21743"/>
                      <a:pt x="17296" y="21825"/>
                    </a:cubicBezTo>
                    <a:cubicBezTo>
                      <a:pt x="17400" y="21836"/>
                      <a:pt x="17471" y="21874"/>
                      <a:pt x="17541" y="21945"/>
                    </a:cubicBezTo>
                    <a:cubicBezTo>
                      <a:pt x="17606" y="22001"/>
                      <a:pt x="17653" y="22107"/>
                      <a:pt x="17742" y="22107"/>
                    </a:cubicBezTo>
                    <a:cubicBezTo>
                      <a:pt x="17766" y="22107"/>
                      <a:pt x="17793" y="22099"/>
                      <a:pt x="17824" y="22081"/>
                    </a:cubicBezTo>
                    <a:cubicBezTo>
                      <a:pt x="17977" y="21988"/>
                      <a:pt x="17939" y="21836"/>
                      <a:pt x="17895" y="21700"/>
                    </a:cubicBezTo>
                    <a:cubicBezTo>
                      <a:pt x="17835" y="21509"/>
                      <a:pt x="17743" y="21330"/>
                      <a:pt x="17694" y="21139"/>
                    </a:cubicBezTo>
                    <a:cubicBezTo>
                      <a:pt x="17645" y="20916"/>
                      <a:pt x="17656" y="20736"/>
                      <a:pt x="17971" y="20687"/>
                    </a:cubicBezTo>
                    <a:cubicBezTo>
                      <a:pt x="18363" y="20633"/>
                      <a:pt x="18630" y="20246"/>
                      <a:pt x="18608" y="19860"/>
                    </a:cubicBezTo>
                    <a:cubicBezTo>
                      <a:pt x="18587" y="19446"/>
                      <a:pt x="18478" y="19054"/>
                      <a:pt x="18352" y="18662"/>
                    </a:cubicBezTo>
                    <a:cubicBezTo>
                      <a:pt x="18298" y="18482"/>
                      <a:pt x="18298" y="18319"/>
                      <a:pt x="18358" y="18145"/>
                    </a:cubicBezTo>
                    <a:cubicBezTo>
                      <a:pt x="18412" y="18001"/>
                      <a:pt x="18478" y="17924"/>
                      <a:pt x="18575" y="17924"/>
                    </a:cubicBezTo>
                    <a:cubicBezTo>
                      <a:pt x="18626" y="17924"/>
                      <a:pt x="18685" y="17944"/>
                      <a:pt x="18755" y="17987"/>
                    </a:cubicBezTo>
                    <a:cubicBezTo>
                      <a:pt x="19387" y="18379"/>
                      <a:pt x="20078" y="18570"/>
                      <a:pt x="20808" y="18673"/>
                    </a:cubicBezTo>
                    <a:cubicBezTo>
                      <a:pt x="20874" y="18683"/>
                      <a:pt x="20937" y="18688"/>
                      <a:pt x="20998" y="18688"/>
                    </a:cubicBezTo>
                    <a:cubicBezTo>
                      <a:pt x="21192" y="18688"/>
                      <a:pt x="21363" y="18640"/>
                      <a:pt x="21554" y="18570"/>
                    </a:cubicBezTo>
                    <a:cubicBezTo>
                      <a:pt x="22109" y="18374"/>
                      <a:pt x="22588" y="18036"/>
                      <a:pt x="23143" y="17829"/>
                    </a:cubicBezTo>
                    <a:cubicBezTo>
                      <a:pt x="23742" y="17600"/>
                      <a:pt x="24428" y="17366"/>
                      <a:pt x="24602" y="16626"/>
                    </a:cubicBezTo>
                    <a:cubicBezTo>
                      <a:pt x="24874" y="15505"/>
                      <a:pt x="26003" y="14946"/>
                      <a:pt x="26981" y="14946"/>
                    </a:cubicBezTo>
                    <a:cubicBezTo>
                      <a:pt x="27100" y="14946"/>
                      <a:pt x="27217" y="14955"/>
                      <a:pt x="27330" y="14971"/>
                    </a:cubicBezTo>
                    <a:cubicBezTo>
                      <a:pt x="28184" y="15096"/>
                      <a:pt x="29044" y="15107"/>
                      <a:pt x="29905" y="15107"/>
                    </a:cubicBezTo>
                    <a:cubicBezTo>
                      <a:pt x="29915" y="15108"/>
                      <a:pt x="29926" y="15108"/>
                      <a:pt x="29936" y="15108"/>
                    </a:cubicBezTo>
                    <a:cubicBezTo>
                      <a:pt x="30071" y="15108"/>
                      <a:pt x="30197" y="15076"/>
                      <a:pt x="30313" y="15025"/>
                    </a:cubicBezTo>
                    <a:cubicBezTo>
                      <a:pt x="30552" y="14917"/>
                      <a:pt x="30629" y="14737"/>
                      <a:pt x="30460" y="14519"/>
                    </a:cubicBezTo>
                    <a:cubicBezTo>
                      <a:pt x="30161" y="14127"/>
                      <a:pt x="29861" y="13730"/>
                      <a:pt x="29393" y="13512"/>
                    </a:cubicBezTo>
                    <a:cubicBezTo>
                      <a:pt x="28718" y="13191"/>
                      <a:pt x="28043" y="12870"/>
                      <a:pt x="27357" y="12554"/>
                    </a:cubicBezTo>
                    <a:cubicBezTo>
                      <a:pt x="26671" y="12244"/>
                      <a:pt x="25941" y="12091"/>
                      <a:pt x="25190" y="11982"/>
                    </a:cubicBezTo>
                    <a:cubicBezTo>
                      <a:pt x="24243" y="11841"/>
                      <a:pt x="23263" y="11699"/>
                      <a:pt x="22392" y="11318"/>
                    </a:cubicBezTo>
                    <a:cubicBezTo>
                      <a:pt x="21260" y="10812"/>
                      <a:pt x="20116" y="10333"/>
                      <a:pt x="18984" y="9832"/>
                    </a:cubicBezTo>
                    <a:cubicBezTo>
                      <a:pt x="18608" y="9669"/>
                      <a:pt x="18309" y="9396"/>
                      <a:pt x="18091" y="9053"/>
                    </a:cubicBezTo>
                    <a:cubicBezTo>
                      <a:pt x="17966" y="8847"/>
                      <a:pt x="17803" y="8683"/>
                      <a:pt x="17612" y="8542"/>
                    </a:cubicBezTo>
                    <a:cubicBezTo>
                      <a:pt x="17236" y="8253"/>
                      <a:pt x="16823" y="8041"/>
                      <a:pt x="16382" y="7872"/>
                    </a:cubicBezTo>
                    <a:cubicBezTo>
                      <a:pt x="16316" y="7845"/>
                      <a:pt x="16153" y="7872"/>
                      <a:pt x="16257" y="7682"/>
                    </a:cubicBezTo>
                    <a:cubicBezTo>
                      <a:pt x="16649" y="6936"/>
                      <a:pt x="17019" y="6174"/>
                      <a:pt x="17411" y="5422"/>
                    </a:cubicBezTo>
                    <a:cubicBezTo>
                      <a:pt x="17569" y="5112"/>
                      <a:pt x="17852" y="4856"/>
                      <a:pt x="17895" y="4497"/>
                    </a:cubicBezTo>
                    <a:cubicBezTo>
                      <a:pt x="17993" y="3789"/>
                      <a:pt x="18342" y="3174"/>
                      <a:pt x="18543" y="2504"/>
                    </a:cubicBezTo>
                    <a:cubicBezTo>
                      <a:pt x="18657" y="2134"/>
                      <a:pt x="18891" y="1867"/>
                      <a:pt x="19245" y="1666"/>
                    </a:cubicBezTo>
                    <a:cubicBezTo>
                      <a:pt x="20040" y="1203"/>
                      <a:pt x="20911" y="926"/>
                      <a:pt x="21760" y="599"/>
                    </a:cubicBezTo>
                    <a:cubicBezTo>
                      <a:pt x="21891" y="550"/>
                      <a:pt x="22071" y="528"/>
                      <a:pt x="22033" y="343"/>
                    </a:cubicBezTo>
                    <a:cubicBezTo>
                      <a:pt x="21995" y="180"/>
                      <a:pt x="21815" y="191"/>
                      <a:pt x="21679" y="174"/>
                    </a:cubicBezTo>
                    <a:cubicBezTo>
                      <a:pt x="20797" y="87"/>
                      <a:pt x="19920" y="16"/>
                      <a:pt x="19038" y="16"/>
                    </a:cubicBezTo>
                    <a:cubicBezTo>
                      <a:pt x="19012" y="17"/>
                      <a:pt x="18985" y="17"/>
                      <a:pt x="18959" y="17"/>
                    </a:cubicBezTo>
                    <a:cubicBezTo>
                      <a:pt x="18574" y="17"/>
                      <a:pt x="18189" y="0"/>
                      <a:pt x="17805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7" name="Google Shape;1847;p36"/>
              <p:cNvSpPr/>
              <p:nvPr/>
            </p:nvSpPr>
            <p:spPr>
              <a:xfrm>
                <a:off x="5146313" y="1681732"/>
                <a:ext cx="744967" cy="716565"/>
              </a:xfrm>
              <a:custGeom>
                <a:rect b="b" l="l" r="r" t="t"/>
                <a:pathLst>
                  <a:path extrusionOk="0" h="12034" w="12511">
                    <a:moveTo>
                      <a:pt x="0" y="0"/>
                    </a:moveTo>
                    <a:lnTo>
                      <a:pt x="0" y="0"/>
                    </a:lnTo>
                    <a:cubicBezTo>
                      <a:pt x="65" y="169"/>
                      <a:pt x="76" y="289"/>
                      <a:pt x="196" y="343"/>
                    </a:cubicBezTo>
                    <a:cubicBezTo>
                      <a:pt x="305" y="354"/>
                      <a:pt x="403" y="381"/>
                      <a:pt x="495" y="441"/>
                    </a:cubicBezTo>
                    <a:cubicBezTo>
                      <a:pt x="1590" y="1154"/>
                      <a:pt x="2243" y="2167"/>
                      <a:pt x="2477" y="3452"/>
                    </a:cubicBezTo>
                    <a:cubicBezTo>
                      <a:pt x="2575" y="3996"/>
                      <a:pt x="2749" y="4508"/>
                      <a:pt x="3092" y="4954"/>
                    </a:cubicBezTo>
                    <a:cubicBezTo>
                      <a:pt x="3517" y="5406"/>
                      <a:pt x="3991" y="5825"/>
                      <a:pt x="4285" y="6381"/>
                    </a:cubicBezTo>
                    <a:cubicBezTo>
                      <a:pt x="4774" y="7312"/>
                      <a:pt x="4856" y="8308"/>
                      <a:pt x="4736" y="9337"/>
                    </a:cubicBezTo>
                    <a:cubicBezTo>
                      <a:pt x="4698" y="9663"/>
                      <a:pt x="4693" y="9995"/>
                      <a:pt x="4725" y="10322"/>
                    </a:cubicBezTo>
                    <a:cubicBezTo>
                      <a:pt x="4752" y="10594"/>
                      <a:pt x="4845" y="10702"/>
                      <a:pt x="5063" y="10702"/>
                    </a:cubicBezTo>
                    <a:cubicBezTo>
                      <a:pt x="5111" y="10702"/>
                      <a:pt x="5165" y="10697"/>
                      <a:pt x="5226" y="10687"/>
                    </a:cubicBezTo>
                    <a:cubicBezTo>
                      <a:pt x="5247" y="10683"/>
                      <a:pt x="5267" y="10682"/>
                      <a:pt x="5287" y="10682"/>
                    </a:cubicBezTo>
                    <a:cubicBezTo>
                      <a:pt x="5362" y="10682"/>
                      <a:pt x="5425" y="10709"/>
                      <a:pt x="5477" y="10774"/>
                    </a:cubicBezTo>
                    <a:cubicBezTo>
                      <a:pt x="5520" y="10817"/>
                      <a:pt x="5564" y="10888"/>
                      <a:pt x="5509" y="10926"/>
                    </a:cubicBezTo>
                    <a:cubicBezTo>
                      <a:pt x="5210" y="11122"/>
                      <a:pt x="5450" y="11258"/>
                      <a:pt x="5564" y="11389"/>
                    </a:cubicBezTo>
                    <a:cubicBezTo>
                      <a:pt x="5695" y="11531"/>
                      <a:pt x="5793" y="11688"/>
                      <a:pt x="5890" y="11846"/>
                    </a:cubicBezTo>
                    <a:cubicBezTo>
                      <a:pt x="5970" y="11971"/>
                      <a:pt x="6037" y="12034"/>
                      <a:pt x="6108" y="12034"/>
                    </a:cubicBezTo>
                    <a:cubicBezTo>
                      <a:pt x="6173" y="12034"/>
                      <a:pt x="6240" y="11981"/>
                      <a:pt x="6321" y="11874"/>
                    </a:cubicBezTo>
                    <a:cubicBezTo>
                      <a:pt x="6576" y="11536"/>
                      <a:pt x="6849" y="11209"/>
                      <a:pt x="7072" y="10850"/>
                    </a:cubicBezTo>
                    <a:cubicBezTo>
                      <a:pt x="7105" y="10779"/>
                      <a:pt x="7126" y="10709"/>
                      <a:pt x="7126" y="10632"/>
                    </a:cubicBezTo>
                    <a:cubicBezTo>
                      <a:pt x="7056" y="10311"/>
                      <a:pt x="6996" y="9985"/>
                      <a:pt x="6974" y="9658"/>
                    </a:cubicBezTo>
                    <a:cubicBezTo>
                      <a:pt x="6930" y="9016"/>
                      <a:pt x="6876" y="8368"/>
                      <a:pt x="7235" y="7774"/>
                    </a:cubicBezTo>
                    <a:cubicBezTo>
                      <a:pt x="7339" y="7638"/>
                      <a:pt x="7377" y="7480"/>
                      <a:pt x="7393" y="7312"/>
                    </a:cubicBezTo>
                    <a:cubicBezTo>
                      <a:pt x="7388" y="6920"/>
                      <a:pt x="7633" y="6685"/>
                      <a:pt x="7921" y="6490"/>
                    </a:cubicBezTo>
                    <a:cubicBezTo>
                      <a:pt x="8596" y="6021"/>
                      <a:pt x="9320" y="5629"/>
                      <a:pt x="9973" y="5123"/>
                    </a:cubicBezTo>
                    <a:cubicBezTo>
                      <a:pt x="10567" y="4660"/>
                      <a:pt x="10997" y="4083"/>
                      <a:pt x="11198" y="3359"/>
                    </a:cubicBezTo>
                    <a:cubicBezTo>
                      <a:pt x="11432" y="2537"/>
                      <a:pt x="11705" y="1748"/>
                      <a:pt x="12358" y="1144"/>
                    </a:cubicBezTo>
                    <a:cubicBezTo>
                      <a:pt x="12418" y="1084"/>
                      <a:pt x="12510" y="991"/>
                      <a:pt x="12418" y="904"/>
                    </a:cubicBezTo>
                    <a:cubicBezTo>
                      <a:pt x="12392" y="880"/>
                      <a:pt x="12365" y="871"/>
                      <a:pt x="12337" y="871"/>
                    </a:cubicBezTo>
                    <a:cubicBezTo>
                      <a:pt x="12275" y="871"/>
                      <a:pt x="12211" y="917"/>
                      <a:pt x="12162" y="958"/>
                    </a:cubicBezTo>
                    <a:cubicBezTo>
                      <a:pt x="11999" y="1089"/>
                      <a:pt x="11863" y="1258"/>
                      <a:pt x="11656" y="1323"/>
                    </a:cubicBezTo>
                    <a:cubicBezTo>
                      <a:pt x="11520" y="1329"/>
                      <a:pt x="11449" y="1437"/>
                      <a:pt x="11383" y="1525"/>
                    </a:cubicBezTo>
                    <a:cubicBezTo>
                      <a:pt x="11167" y="1814"/>
                      <a:pt x="10937" y="1927"/>
                      <a:pt x="10686" y="1927"/>
                    </a:cubicBezTo>
                    <a:cubicBezTo>
                      <a:pt x="10503" y="1927"/>
                      <a:pt x="10308" y="1866"/>
                      <a:pt x="10099" y="1770"/>
                    </a:cubicBezTo>
                    <a:cubicBezTo>
                      <a:pt x="9424" y="1906"/>
                      <a:pt x="8738" y="2009"/>
                      <a:pt x="8106" y="2325"/>
                    </a:cubicBezTo>
                    <a:cubicBezTo>
                      <a:pt x="8008" y="2390"/>
                      <a:pt x="7899" y="2428"/>
                      <a:pt x="7790" y="2477"/>
                    </a:cubicBezTo>
                    <a:cubicBezTo>
                      <a:pt x="7475" y="2624"/>
                      <a:pt x="7154" y="2777"/>
                      <a:pt x="6816" y="2875"/>
                    </a:cubicBezTo>
                    <a:cubicBezTo>
                      <a:pt x="6462" y="2984"/>
                      <a:pt x="6370" y="3414"/>
                      <a:pt x="6016" y="3457"/>
                    </a:cubicBezTo>
                    <a:cubicBezTo>
                      <a:pt x="6135" y="3321"/>
                      <a:pt x="6293" y="3147"/>
                      <a:pt x="5923" y="3082"/>
                    </a:cubicBezTo>
                    <a:cubicBezTo>
                      <a:pt x="5803" y="3065"/>
                      <a:pt x="5798" y="2935"/>
                      <a:pt x="5711" y="2886"/>
                    </a:cubicBezTo>
                    <a:cubicBezTo>
                      <a:pt x="5618" y="2907"/>
                      <a:pt x="5613" y="3043"/>
                      <a:pt x="5504" y="3043"/>
                    </a:cubicBezTo>
                    <a:cubicBezTo>
                      <a:pt x="5602" y="3386"/>
                      <a:pt x="5558" y="3463"/>
                      <a:pt x="5226" y="3528"/>
                    </a:cubicBezTo>
                    <a:cubicBezTo>
                      <a:pt x="5212" y="3533"/>
                      <a:pt x="5198" y="3535"/>
                      <a:pt x="5186" y="3535"/>
                    </a:cubicBezTo>
                    <a:cubicBezTo>
                      <a:pt x="5082" y="3535"/>
                      <a:pt x="5045" y="3392"/>
                      <a:pt x="4938" y="3392"/>
                    </a:cubicBezTo>
                    <a:cubicBezTo>
                      <a:pt x="4911" y="3405"/>
                      <a:pt x="4888" y="3411"/>
                      <a:pt x="4866" y="3411"/>
                    </a:cubicBezTo>
                    <a:cubicBezTo>
                      <a:pt x="4784" y="3411"/>
                      <a:pt x="4736" y="3325"/>
                      <a:pt x="4671" y="3278"/>
                    </a:cubicBezTo>
                    <a:cubicBezTo>
                      <a:pt x="4592" y="3221"/>
                      <a:pt x="4527" y="3192"/>
                      <a:pt x="4475" y="3192"/>
                    </a:cubicBezTo>
                    <a:cubicBezTo>
                      <a:pt x="4388" y="3192"/>
                      <a:pt x="4338" y="3274"/>
                      <a:pt x="4317" y="3441"/>
                    </a:cubicBezTo>
                    <a:cubicBezTo>
                      <a:pt x="4295" y="3593"/>
                      <a:pt x="4372" y="3740"/>
                      <a:pt x="4361" y="3893"/>
                    </a:cubicBezTo>
                    <a:cubicBezTo>
                      <a:pt x="4341" y="3950"/>
                      <a:pt x="4320" y="3969"/>
                      <a:pt x="4297" y="3969"/>
                    </a:cubicBezTo>
                    <a:cubicBezTo>
                      <a:pt x="4255" y="3969"/>
                      <a:pt x="4208" y="3901"/>
                      <a:pt x="4167" y="3901"/>
                    </a:cubicBezTo>
                    <a:cubicBezTo>
                      <a:pt x="4163" y="3901"/>
                      <a:pt x="4158" y="3902"/>
                      <a:pt x="4154" y="3904"/>
                    </a:cubicBezTo>
                    <a:cubicBezTo>
                      <a:pt x="3822" y="3866"/>
                      <a:pt x="3593" y="3697"/>
                      <a:pt x="3446" y="3403"/>
                    </a:cubicBezTo>
                    <a:cubicBezTo>
                      <a:pt x="3261" y="3038"/>
                      <a:pt x="3016" y="2700"/>
                      <a:pt x="2869" y="2319"/>
                    </a:cubicBezTo>
                    <a:cubicBezTo>
                      <a:pt x="2728" y="1944"/>
                      <a:pt x="2352" y="1753"/>
                      <a:pt x="2189" y="1399"/>
                    </a:cubicBezTo>
                    <a:cubicBezTo>
                      <a:pt x="1573" y="779"/>
                      <a:pt x="887" y="278"/>
                      <a:pt x="0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8" name="Google Shape;1848;p36"/>
              <p:cNvSpPr/>
              <p:nvPr/>
            </p:nvSpPr>
            <p:spPr>
              <a:xfrm>
                <a:off x="5873729" y="2812217"/>
                <a:ext cx="1361854" cy="2000414"/>
              </a:xfrm>
              <a:custGeom>
                <a:rect b="b" l="l" r="r" t="t"/>
                <a:pathLst>
                  <a:path extrusionOk="0" h="33595" w="22871">
                    <a:moveTo>
                      <a:pt x="16310" y="1"/>
                    </a:moveTo>
                    <a:cubicBezTo>
                      <a:pt x="16197" y="1"/>
                      <a:pt x="16168" y="148"/>
                      <a:pt x="16126" y="233"/>
                    </a:cubicBezTo>
                    <a:cubicBezTo>
                      <a:pt x="15859" y="804"/>
                      <a:pt x="15423" y="1229"/>
                      <a:pt x="14928" y="1594"/>
                    </a:cubicBezTo>
                    <a:cubicBezTo>
                      <a:pt x="14460" y="1931"/>
                      <a:pt x="13959" y="2214"/>
                      <a:pt x="13545" y="2628"/>
                    </a:cubicBezTo>
                    <a:cubicBezTo>
                      <a:pt x="13289" y="2884"/>
                      <a:pt x="13099" y="3156"/>
                      <a:pt x="13099" y="3542"/>
                    </a:cubicBezTo>
                    <a:cubicBezTo>
                      <a:pt x="13099" y="4294"/>
                      <a:pt x="13251" y="5001"/>
                      <a:pt x="13594" y="5676"/>
                    </a:cubicBezTo>
                    <a:cubicBezTo>
                      <a:pt x="13812" y="6096"/>
                      <a:pt x="14089" y="6537"/>
                      <a:pt x="13959" y="7037"/>
                    </a:cubicBezTo>
                    <a:cubicBezTo>
                      <a:pt x="13806" y="7625"/>
                      <a:pt x="13632" y="8213"/>
                      <a:pt x="13316" y="8747"/>
                    </a:cubicBezTo>
                    <a:cubicBezTo>
                      <a:pt x="13343" y="8877"/>
                      <a:pt x="13388" y="8943"/>
                      <a:pt x="13454" y="8943"/>
                    </a:cubicBezTo>
                    <a:cubicBezTo>
                      <a:pt x="13495" y="8943"/>
                      <a:pt x="13546" y="8916"/>
                      <a:pt x="13605" y="8861"/>
                    </a:cubicBezTo>
                    <a:cubicBezTo>
                      <a:pt x="13785" y="8703"/>
                      <a:pt x="13888" y="8496"/>
                      <a:pt x="13883" y="8251"/>
                    </a:cubicBezTo>
                    <a:cubicBezTo>
                      <a:pt x="13904" y="8197"/>
                      <a:pt x="13921" y="8148"/>
                      <a:pt x="13942" y="8094"/>
                    </a:cubicBezTo>
                    <a:cubicBezTo>
                      <a:pt x="14204" y="7419"/>
                      <a:pt x="14460" y="6738"/>
                      <a:pt x="14089" y="6025"/>
                    </a:cubicBezTo>
                    <a:cubicBezTo>
                      <a:pt x="13855" y="5584"/>
                      <a:pt x="13991" y="5192"/>
                      <a:pt x="14160" y="4784"/>
                    </a:cubicBezTo>
                    <a:cubicBezTo>
                      <a:pt x="14411" y="4169"/>
                      <a:pt x="14868" y="3711"/>
                      <a:pt x="15314" y="3248"/>
                    </a:cubicBezTo>
                    <a:cubicBezTo>
                      <a:pt x="15240" y="3153"/>
                      <a:pt x="15187" y="3101"/>
                      <a:pt x="15117" y="3101"/>
                    </a:cubicBezTo>
                    <a:cubicBezTo>
                      <a:pt x="15064" y="3101"/>
                      <a:pt x="15001" y="3131"/>
                      <a:pt x="14912" y="3194"/>
                    </a:cubicBezTo>
                    <a:cubicBezTo>
                      <a:pt x="14264" y="3635"/>
                      <a:pt x="13883" y="4256"/>
                      <a:pt x="13725" y="4963"/>
                    </a:cubicBezTo>
                    <a:cubicBezTo>
                      <a:pt x="13654" y="4615"/>
                      <a:pt x="13507" y="4218"/>
                      <a:pt x="13436" y="3804"/>
                    </a:cubicBezTo>
                    <a:cubicBezTo>
                      <a:pt x="13376" y="3477"/>
                      <a:pt x="13469" y="3189"/>
                      <a:pt x="13703" y="2965"/>
                    </a:cubicBezTo>
                    <a:cubicBezTo>
                      <a:pt x="13899" y="2780"/>
                      <a:pt x="14100" y="2601"/>
                      <a:pt x="14302" y="2421"/>
                    </a:cubicBezTo>
                    <a:cubicBezTo>
                      <a:pt x="14503" y="2243"/>
                      <a:pt x="14712" y="2132"/>
                      <a:pt x="14940" y="2132"/>
                    </a:cubicBezTo>
                    <a:cubicBezTo>
                      <a:pt x="15082" y="2132"/>
                      <a:pt x="15231" y="2176"/>
                      <a:pt x="15391" y="2274"/>
                    </a:cubicBezTo>
                    <a:cubicBezTo>
                      <a:pt x="15582" y="2390"/>
                      <a:pt x="15786" y="2505"/>
                      <a:pt x="16022" y="2505"/>
                    </a:cubicBezTo>
                    <a:cubicBezTo>
                      <a:pt x="16042" y="2505"/>
                      <a:pt x="16062" y="2504"/>
                      <a:pt x="16082" y="2503"/>
                    </a:cubicBezTo>
                    <a:cubicBezTo>
                      <a:pt x="16561" y="2742"/>
                      <a:pt x="17067" y="2944"/>
                      <a:pt x="17497" y="3270"/>
                    </a:cubicBezTo>
                    <a:cubicBezTo>
                      <a:pt x="17977" y="3635"/>
                      <a:pt x="18423" y="4043"/>
                      <a:pt x="18897" y="4419"/>
                    </a:cubicBezTo>
                    <a:cubicBezTo>
                      <a:pt x="19354" y="4784"/>
                      <a:pt x="19866" y="5078"/>
                      <a:pt x="20247" y="5530"/>
                    </a:cubicBezTo>
                    <a:cubicBezTo>
                      <a:pt x="21597" y="7130"/>
                      <a:pt x="22239" y="8997"/>
                      <a:pt x="22310" y="11071"/>
                    </a:cubicBezTo>
                    <a:cubicBezTo>
                      <a:pt x="22343" y="12062"/>
                      <a:pt x="22353" y="13064"/>
                      <a:pt x="22174" y="14049"/>
                    </a:cubicBezTo>
                    <a:cubicBezTo>
                      <a:pt x="21978" y="15100"/>
                      <a:pt x="21684" y="16118"/>
                      <a:pt x="21178" y="17071"/>
                    </a:cubicBezTo>
                    <a:cubicBezTo>
                      <a:pt x="20078" y="19123"/>
                      <a:pt x="18379" y="20446"/>
                      <a:pt x="16153" y="21029"/>
                    </a:cubicBezTo>
                    <a:cubicBezTo>
                      <a:pt x="14340" y="21502"/>
                      <a:pt x="12467" y="21627"/>
                      <a:pt x="10600" y="21774"/>
                    </a:cubicBezTo>
                    <a:cubicBezTo>
                      <a:pt x="9163" y="21883"/>
                      <a:pt x="7736" y="22041"/>
                      <a:pt x="6354" y="22536"/>
                    </a:cubicBezTo>
                    <a:cubicBezTo>
                      <a:pt x="3544" y="23544"/>
                      <a:pt x="1732" y="25427"/>
                      <a:pt x="991" y="28329"/>
                    </a:cubicBezTo>
                    <a:cubicBezTo>
                      <a:pt x="915" y="28623"/>
                      <a:pt x="806" y="28911"/>
                      <a:pt x="697" y="29189"/>
                    </a:cubicBezTo>
                    <a:cubicBezTo>
                      <a:pt x="479" y="29739"/>
                      <a:pt x="245" y="30272"/>
                      <a:pt x="126" y="30849"/>
                    </a:cubicBezTo>
                    <a:cubicBezTo>
                      <a:pt x="93" y="31007"/>
                      <a:pt x="0" y="31231"/>
                      <a:pt x="175" y="31296"/>
                    </a:cubicBezTo>
                    <a:cubicBezTo>
                      <a:pt x="202" y="31307"/>
                      <a:pt x="227" y="31312"/>
                      <a:pt x="250" y="31312"/>
                    </a:cubicBezTo>
                    <a:cubicBezTo>
                      <a:pt x="398" y="31312"/>
                      <a:pt x="452" y="31103"/>
                      <a:pt x="523" y="30980"/>
                    </a:cubicBezTo>
                    <a:cubicBezTo>
                      <a:pt x="648" y="30762"/>
                      <a:pt x="703" y="30506"/>
                      <a:pt x="888" y="30321"/>
                    </a:cubicBezTo>
                    <a:cubicBezTo>
                      <a:pt x="964" y="30370"/>
                      <a:pt x="937" y="30436"/>
                      <a:pt x="937" y="30485"/>
                    </a:cubicBezTo>
                    <a:cubicBezTo>
                      <a:pt x="850" y="31628"/>
                      <a:pt x="1378" y="32543"/>
                      <a:pt x="2009" y="33419"/>
                    </a:cubicBezTo>
                    <a:cubicBezTo>
                      <a:pt x="2052" y="33483"/>
                      <a:pt x="2105" y="33594"/>
                      <a:pt x="2194" y="33594"/>
                    </a:cubicBezTo>
                    <a:cubicBezTo>
                      <a:pt x="2218" y="33594"/>
                      <a:pt x="2246" y="33586"/>
                      <a:pt x="2276" y="33566"/>
                    </a:cubicBezTo>
                    <a:cubicBezTo>
                      <a:pt x="2401" y="33484"/>
                      <a:pt x="2320" y="33348"/>
                      <a:pt x="2265" y="33250"/>
                    </a:cubicBezTo>
                    <a:cubicBezTo>
                      <a:pt x="2140" y="33022"/>
                      <a:pt x="2064" y="32777"/>
                      <a:pt x="1987" y="32532"/>
                    </a:cubicBezTo>
                    <a:cubicBezTo>
                      <a:pt x="1862" y="32287"/>
                      <a:pt x="1879" y="32014"/>
                      <a:pt x="1824" y="31753"/>
                    </a:cubicBezTo>
                    <a:cubicBezTo>
                      <a:pt x="1688" y="32014"/>
                      <a:pt x="1715" y="32287"/>
                      <a:pt x="1759" y="32570"/>
                    </a:cubicBezTo>
                    <a:cubicBezTo>
                      <a:pt x="1536" y="32189"/>
                      <a:pt x="1329" y="31818"/>
                      <a:pt x="1209" y="31394"/>
                    </a:cubicBezTo>
                    <a:cubicBezTo>
                      <a:pt x="1051" y="30817"/>
                      <a:pt x="1078" y="30229"/>
                      <a:pt x="1084" y="29641"/>
                    </a:cubicBezTo>
                    <a:cubicBezTo>
                      <a:pt x="1086" y="29526"/>
                      <a:pt x="1067" y="29485"/>
                      <a:pt x="1032" y="29485"/>
                    </a:cubicBezTo>
                    <a:cubicBezTo>
                      <a:pt x="985" y="29485"/>
                      <a:pt x="908" y="29561"/>
                      <a:pt x="817" y="29630"/>
                    </a:cubicBezTo>
                    <a:cubicBezTo>
                      <a:pt x="1002" y="29194"/>
                      <a:pt x="1138" y="28841"/>
                      <a:pt x="1247" y="28432"/>
                    </a:cubicBezTo>
                    <a:cubicBezTo>
                      <a:pt x="1329" y="28645"/>
                      <a:pt x="1329" y="28846"/>
                      <a:pt x="1487" y="29026"/>
                    </a:cubicBezTo>
                    <a:cubicBezTo>
                      <a:pt x="1465" y="28813"/>
                      <a:pt x="1438" y="28639"/>
                      <a:pt x="1427" y="28470"/>
                    </a:cubicBezTo>
                    <a:cubicBezTo>
                      <a:pt x="1372" y="27670"/>
                      <a:pt x="1688" y="26984"/>
                      <a:pt x="2080" y="26315"/>
                    </a:cubicBezTo>
                    <a:cubicBezTo>
                      <a:pt x="2946" y="24845"/>
                      <a:pt x="4176" y="23794"/>
                      <a:pt x="5728" y="23108"/>
                    </a:cubicBezTo>
                    <a:cubicBezTo>
                      <a:pt x="7372" y="22379"/>
                      <a:pt x="9119" y="22172"/>
                      <a:pt x="10878" y="22063"/>
                    </a:cubicBezTo>
                    <a:cubicBezTo>
                      <a:pt x="12451" y="21970"/>
                      <a:pt x="14008" y="21763"/>
                      <a:pt x="15554" y="21480"/>
                    </a:cubicBezTo>
                    <a:cubicBezTo>
                      <a:pt x="17236" y="21170"/>
                      <a:pt x="18728" y="20457"/>
                      <a:pt x="19931" y="19210"/>
                    </a:cubicBezTo>
                    <a:cubicBezTo>
                      <a:pt x="20611" y="18502"/>
                      <a:pt x="21129" y="17675"/>
                      <a:pt x="21602" y="16815"/>
                    </a:cubicBezTo>
                    <a:cubicBezTo>
                      <a:pt x="22108" y="15955"/>
                      <a:pt x="22451" y="15024"/>
                      <a:pt x="22609" y="14044"/>
                    </a:cubicBezTo>
                    <a:cubicBezTo>
                      <a:pt x="22871" y="12454"/>
                      <a:pt x="22789" y="10875"/>
                      <a:pt x="22419" y="9308"/>
                    </a:cubicBezTo>
                    <a:cubicBezTo>
                      <a:pt x="21896" y="7070"/>
                      <a:pt x="20704" y="5279"/>
                      <a:pt x="18907" y="3864"/>
                    </a:cubicBezTo>
                    <a:cubicBezTo>
                      <a:pt x="17879" y="3052"/>
                      <a:pt x="16730" y="2459"/>
                      <a:pt x="15543" y="1936"/>
                    </a:cubicBezTo>
                    <a:cubicBezTo>
                      <a:pt x="15249" y="1811"/>
                      <a:pt x="15238" y="1784"/>
                      <a:pt x="15499" y="1583"/>
                    </a:cubicBezTo>
                    <a:cubicBezTo>
                      <a:pt x="15848" y="1316"/>
                      <a:pt x="16142" y="995"/>
                      <a:pt x="16349" y="603"/>
                    </a:cubicBezTo>
                    <a:cubicBezTo>
                      <a:pt x="16436" y="434"/>
                      <a:pt x="16561" y="254"/>
                      <a:pt x="16430" y="42"/>
                    </a:cubicBezTo>
                    <a:cubicBezTo>
                      <a:pt x="16382" y="13"/>
                      <a:pt x="16343" y="1"/>
                      <a:pt x="16310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9" name="Google Shape;1849;p36"/>
              <p:cNvSpPr/>
              <p:nvPr/>
            </p:nvSpPr>
            <p:spPr>
              <a:xfrm>
                <a:off x="5516154" y="1920095"/>
                <a:ext cx="391687" cy="498273"/>
              </a:xfrm>
              <a:custGeom>
                <a:rect b="b" l="l" r="r" t="t"/>
                <a:pathLst>
                  <a:path extrusionOk="0" h="8368" w="6578">
                    <a:moveTo>
                      <a:pt x="6427" y="0"/>
                    </a:moveTo>
                    <a:cubicBezTo>
                      <a:pt x="6384" y="0"/>
                      <a:pt x="6338" y="21"/>
                      <a:pt x="6299" y="42"/>
                    </a:cubicBezTo>
                    <a:cubicBezTo>
                      <a:pt x="6000" y="184"/>
                      <a:pt x="5701" y="309"/>
                      <a:pt x="5374" y="374"/>
                    </a:cubicBezTo>
                    <a:cubicBezTo>
                      <a:pt x="5026" y="440"/>
                      <a:pt x="4688" y="559"/>
                      <a:pt x="4383" y="739"/>
                    </a:cubicBezTo>
                    <a:cubicBezTo>
                      <a:pt x="3430" y="1316"/>
                      <a:pt x="2543" y="1991"/>
                      <a:pt x="1585" y="2557"/>
                    </a:cubicBezTo>
                    <a:cubicBezTo>
                      <a:pt x="1465" y="2633"/>
                      <a:pt x="1340" y="2759"/>
                      <a:pt x="1427" y="2944"/>
                    </a:cubicBezTo>
                    <a:cubicBezTo>
                      <a:pt x="1452" y="2959"/>
                      <a:pt x="1480" y="2966"/>
                      <a:pt x="1508" y="2966"/>
                    </a:cubicBezTo>
                    <a:cubicBezTo>
                      <a:pt x="1530" y="2966"/>
                      <a:pt x="1553" y="2962"/>
                      <a:pt x="1574" y="2955"/>
                    </a:cubicBezTo>
                    <a:cubicBezTo>
                      <a:pt x="1615" y="2950"/>
                      <a:pt x="1675" y="2911"/>
                      <a:pt x="1682" y="2911"/>
                    </a:cubicBezTo>
                    <a:cubicBezTo>
                      <a:pt x="1683" y="2911"/>
                      <a:pt x="1683" y="2911"/>
                      <a:pt x="1683" y="2911"/>
                    </a:cubicBezTo>
                    <a:cubicBezTo>
                      <a:pt x="1574" y="3368"/>
                      <a:pt x="1612" y="3896"/>
                      <a:pt x="1079" y="4152"/>
                    </a:cubicBezTo>
                    <a:cubicBezTo>
                      <a:pt x="921" y="4229"/>
                      <a:pt x="834" y="4376"/>
                      <a:pt x="834" y="4555"/>
                    </a:cubicBezTo>
                    <a:cubicBezTo>
                      <a:pt x="839" y="5062"/>
                      <a:pt x="796" y="5573"/>
                      <a:pt x="866" y="6074"/>
                    </a:cubicBezTo>
                    <a:cubicBezTo>
                      <a:pt x="899" y="6270"/>
                      <a:pt x="943" y="6471"/>
                      <a:pt x="855" y="6667"/>
                    </a:cubicBezTo>
                    <a:cubicBezTo>
                      <a:pt x="834" y="6716"/>
                      <a:pt x="806" y="6765"/>
                      <a:pt x="785" y="6814"/>
                    </a:cubicBezTo>
                    <a:cubicBezTo>
                      <a:pt x="817" y="7043"/>
                      <a:pt x="632" y="7168"/>
                      <a:pt x="534" y="7332"/>
                    </a:cubicBezTo>
                    <a:cubicBezTo>
                      <a:pt x="355" y="7626"/>
                      <a:pt x="55" y="7849"/>
                      <a:pt x="1" y="8219"/>
                    </a:cubicBezTo>
                    <a:cubicBezTo>
                      <a:pt x="123" y="8320"/>
                      <a:pt x="255" y="8367"/>
                      <a:pt x="381" y="8367"/>
                    </a:cubicBezTo>
                    <a:cubicBezTo>
                      <a:pt x="514" y="8367"/>
                      <a:pt x="640" y="8314"/>
                      <a:pt x="741" y="8214"/>
                    </a:cubicBezTo>
                    <a:cubicBezTo>
                      <a:pt x="1100" y="7860"/>
                      <a:pt x="1411" y="7462"/>
                      <a:pt x="1650" y="7005"/>
                    </a:cubicBezTo>
                    <a:cubicBezTo>
                      <a:pt x="1824" y="6678"/>
                      <a:pt x="1569" y="6090"/>
                      <a:pt x="2200" y="6020"/>
                    </a:cubicBezTo>
                    <a:cubicBezTo>
                      <a:pt x="2216" y="6020"/>
                      <a:pt x="2227" y="5960"/>
                      <a:pt x="2249" y="5933"/>
                    </a:cubicBezTo>
                    <a:cubicBezTo>
                      <a:pt x="2298" y="5889"/>
                      <a:pt x="2255" y="5780"/>
                      <a:pt x="2358" y="5775"/>
                    </a:cubicBezTo>
                    <a:cubicBezTo>
                      <a:pt x="2897" y="5758"/>
                      <a:pt x="2968" y="5317"/>
                      <a:pt x="3038" y="4942"/>
                    </a:cubicBezTo>
                    <a:cubicBezTo>
                      <a:pt x="3098" y="4649"/>
                      <a:pt x="3188" y="4476"/>
                      <a:pt x="3441" y="4476"/>
                    </a:cubicBezTo>
                    <a:cubicBezTo>
                      <a:pt x="3489" y="4476"/>
                      <a:pt x="3543" y="4482"/>
                      <a:pt x="3605" y="4495"/>
                    </a:cubicBezTo>
                    <a:cubicBezTo>
                      <a:pt x="3649" y="4505"/>
                      <a:pt x="3691" y="4510"/>
                      <a:pt x="3727" y="4510"/>
                    </a:cubicBezTo>
                    <a:cubicBezTo>
                      <a:pt x="3883" y="4510"/>
                      <a:pt x="3960" y="4420"/>
                      <a:pt x="3899" y="4196"/>
                    </a:cubicBezTo>
                    <a:cubicBezTo>
                      <a:pt x="3850" y="3896"/>
                      <a:pt x="3583" y="3668"/>
                      <a:pt x="3610" y="3341"/>
                    </a:cubicBezTo>
                    <a:cubicBezTo>
                      <a:pt x="3665" y="3251"/>
                      <a:pt x="3733" y="3224"/>
                      <a:pt x="3804" y="3224"/>
                    </a:cubicBezTo>
                    <a:cubicBezTo>
                      <a:pt x="3875" y="3224"/>
                      <a:pt x="3950" y="3251"/>
                      <a:pt x="4018" y="3270"/>
                    </a:cubicBezTo>
                    <a:cubicBezTo>
                      <a:pt x="4258" y="3336"/>
                      <a:pt x="4492" y="3407"/>
                      <a:pt x="4721" y="3505"/>
                    </a:cubicBezTo>
                    <a:cubicBezTo>
                      <a:pt x="4862" y="3567"/>
                      <a:pt x="5008" y="3630"/>
                      <a:pt x="5174" y="3630"/>
                    </a:cubicBezTo>
                    <a:cubicBezTo>
                      <a:pt x="5181" y="3630"/>
                      <a:pt x="5187" y="3630"/>
                      <a:pt x="5194" y="3630"/>
                    </a:cubicBezTo>
                    <a:cubicBezTo>
                      <a:pt x="5265" y="3624"/>
                      <a:pt x="5341" y="3619"/>
                      <a:pt x="5374" y="3543"/>
                    </a:cubicBezTo>
                    <a:cubicBezTo>
                      <a:pt x="5407" y="3461"/>
                      <a:pt x="5347" y="3412"/>
                      <a:pt x="5287" y="3379"/>
                    </a:cubicBezTo>
                    <a:cubicBezTo>
                      <a:pt x="4655" y="2998"/>
                      <a:pt x="4073" y="2535"/>
                      <a:pt x="3349" y="2329"/>
                    </a:cubicBezTo>
                    <a:cubicBezTo>
                      <a:pt x="3360" y="2301"/>
                      <a:pt x="3398" y="2301"/>
                      <a:pt x="3409" y="2274"/>
                    </a:cubicBezTo>
                    <a:cubicBezTo>
                      <a:pt x="3430" y="2231"/>
                      <a:pt x="3452" y="2193"/>
                      <a:pt x="3474" y="2149"/>
                    </a:cubicBezTo>
                    <a:cubicBezTo>
                      <a:pt x="3425" y="1986"/>
                      <a:pt x="3577" y="1986"/>
                      <a:pt x="3659" y="1948"/>
                    </a:cubicBezTo>
                    <a:cubicBezTo>
                      <a:pt x="4013" y="1790"/>
                      <a:pt x="4383" y="1675"/>
                      <a:pt x="4753" y="1561"/>
                    </a:cubicBezTo>
                    <a:cubicBezTo>
                      <a:pt x="5488" y="1343"/>
                      <a:pt x="6016" y="859"/>
                      <a:pt x="6468" y="276"/>
                    </a:cubicBezTo>
                    <a:cubicBezTo>
                      <a:pt x="6517" y="205"/>
                      <a:pt x="6577" y="135"/>
                      <a:pt x="6523" y="53"/>
                    </a:cubicBezTo>
                    <a:cubicBezTo>
                      <a:pt x="6496" y="14"/>
                      <a:pt x="6462" y="0"/>
                      <a:pt x="6427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0" name="Google Shape;1850;p36"/>
              <p:cNvSpPr/>
              <p:nvPr/>
            </p:nvSpPr>
            <p:spPr>
              <a:xfrm>
                <a:off x="6052010" y="2714859"/>
                <a:ext cx="1399784" cy="1632843"/>
              </a:xfrm>
              <a:custGeom>
                <a:rect b="b" l="l" r="r" t="t"/>
                <a:pathLst>
                  <a:path extrusionOk="0" h="27422" w="23508">
                    <a:moveTo>
                      <a:pt x="18744" y="0"/>
                    </a:moveTo>
                    <a:cubicBezTo>
                      <a:pt x="18782" y="87"/>
                      <a:pt x="18804" y="136"/>
                      <a:pt x="18821" y="191"/>
                    </a:cubicBezTo>
                    <a:cubicBezTo>
                      <a:pt x="19006" y="485"/>
                      <a:pt x="19365" y="594"/>
                      <a:pt x="19561" y="860"/>
                    </a:cubicBezTo>
                    <a:cubicBezTo>
                      <a:pt x="19806" y="1203"/>
                      <a:pt x="20018" y="1574"/>
                      <a:pt x="20236" y="1933"/>
                    </a:cubicBezTo>
                    <a:cubicBezTo>
                      <a:pt x="21532" y="4061"/>
                      <a:pt x="22479" y="6321"/>
                      <a:pt x="22865" y="8792"/>
                    </a:cubicBezTo>
                    <a:cubicBezTo>
                      <a:pt x="23083" y="10197"/>
                      <a:pt x="23219" y="11607"/>
                      <a:pt x="23148" y="13033"/>
                    </a:cubicBezTo>
                    <a:cubicBezTo>
                      <a:pt x="23051" y="15042"/>
                      <a:pt x="22582" y="16920"/>
                      <a:pt x="21581" y="18679"/>
                    </a:cubicBezTo>
                    <a:cubicBezTo>
                      <a:pt x="20497" y="20573"/>
                      <a:pt x="19169" y="22223"/>
                      <a:pt x="17247" y="23317"/>
                    </a:cubicBezTo>
                    <a:cubicBezTo>
                      <a:pt x="15418" y="24362"/>
                      <a:pt x="13426" y="24896"/>
                      <a:pt x="11330" y="24950"/>
                    </a:cubicBezTo>
                    <a:cubicBezTo>
                      <a:pt x="9370" y="24999"/>
                      <a:pt x="7404" y="24928"/>
                      <a:pt x="5461" y="25315"/>
                    </a:cubicBezTo>
                    <a:cubicBezTo>
                      <a:pt x="4095" y="25581"/>
                      <a:pt x="2712" y="25788"/>
                      <a:pt x="1432" y="26398"/>
                    </a:cubicBezTo>
                    <a:cubicBezTo>
                      <a:pt x="926" y="26643"/>
                      <a:pt x="463" y="26942"/>
                      <a:pt x="1" y="27422"/>
                    </a:cubicBezTo>
                    <a:cubicBezTo>
                      <a:pt x="158" y="27351"/>
                      <a:pt x="218" y="27329"/>
                      <a:pt x="284" y="27302"/>
                    </a:cubicBezTo>
                    <a:cubicBezTo>
                      <a:pt x="708" y="27013"/>
                      <a:pt x="1133" y="26725"/>
                      <a:pt x="1617" y="26540"/>
                    </a:cubicBezTo>
                    <a:cubicBezTo>
                      <a:pt x="2706" y="26131"/>
                      <a:pt x="3828" y="25886"/>
                      <a:pt x="4976" y="25690"/>
                    </a:cubicBezTo>
                    <a:cubicBezTo>
                      <a:pt x="6363" y="25453"/>
                      <a:pt x="7753" y="25240"/>
                      <a:pt x="9154" y="25240"/>
                    </a:cubicBezTo>
                    <a:cubicBezTo>
                      <a:pt x="9360" y="25240"/>
                      <a:pt x="9566" y="25245"/>
                      <a:pt x="9773" y="25255"/>
                    </a:cubicBezTo>
                    <a:cubicBezTo>
                      <a:pt x="10019" y="25267"/>
                      <a:pt x="10265" y="25273"/>
                      <a:pt x="10510" y="25273"/>
                    </a:cubicBezTo>
                    <a:cubicBezTo>
                      <a:pt x="11549" y="25273"/>
                      <a:pt x="12577" y="25163"/>
                      <a:pt x="13594" y="24961"/>
                    </a:cubicBezTo>
                    <a:cubicBezTo>
                      <a:pt x="16327" y="24416"/>
                      <a:pt x="18674" y="23202"/>
                      <a:pt x="20405" y="20949"/>
                    </a:cubicBezTo>
                    <a:cubicBezTo>
                      <a:pt x="22022" y="18836"/>
                      <a:pt x="23165" y="16539"/>
                      <a:pt x="23372" y="13822"/>
                    </a:cubicBezTo>
                    <a:cubicBezTo>
                      <a:pt x="23508" y="12026"/>
                      <a:pt x="23377" y="10257"/>
                      <a:pt x="23105" y="8482"/>
                    </a:cubicBezTo>
                    <a:cubicBezTo>
                      <a:pt x="22936" y="7404"/>
                      <a:pt x="22561" y="6381"/>
                      <a:pt x="22201" y="5357"/>
                    </a:cubicBezTo>
                    <a:cubicBezTo>
                      <a:pt x="21613" y="3664"/>
                      <a:pt x="20808" y="2085"/>
                      <a:pt x="19632" y="713"/>
                    </a:cubicBezTo>
                    <a:cubicBezTo>
                      <a:pt x="19392" y="436"/>
                      <a:pt x="19158" y="131"/>
                      <a:pt x="18744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1" name="Google Shape;1851;p36"/>
              <p:cNvSpPr/>
              <p:nvPr/>
            </p:nvSpPr>
            <p:spPr>
              <a:xfrm>
                <a:off x="5715872" y="-494325"/>
                <a:ext cx="1325531" cy="1313801"/>
              </a:xfrm>
              <a:custGeom>
                <a:rect b="b" l="l" r="r" t="t"/>
                <a:pathLst>
                  <a:path extrusionOk="0" h="22064" w="22261">
                    <a:moveTo>
                      <a:pt x="22032" y="0"/>
                    </a:moveTo>
                    <a:cubicBezTo>
                      <a:pt x="21945" y="0"/>
                      <a:pt x="21889" y="98"/>
                      <a:pt x="21847" y="179"/>
                    </a:cubicBezTo>
                    <a:cubicBezTo>
                      <a:pt x="21433" y="957"/>
                      <a:pt x="20840" y="1567"/>
                      <a:pt x="20241" y="2209"/>
                    </a:cubicBezTo>
                    <a:cubicBezTo>
                      <a:pt x="19697" y="2792"/>
                      <a:pt x="19130" y="3325"/>
                      <a:pt x="18499" y="3821"/>
                    </a:cubicBezTo>
                    <a:cubicBezTo>
                      <a:pt x="17688" y="4452"/>
                      <a:pt x="16811" y="4958"/>
                      <a:pt x="15929" y="5476"/>
                    </a:cubicBezTo>
                    <a:cubicBezTo>
                      <a:pt x="14977" y="6031"/>
                      <a:pt x="14073" y="6684"/>
                      <a:pt x="13305" y="7473"/>
                    </a:cubicBezTo>
                    <a:cubicBezTo>
                      <a:pt x="12124" y="8687"/>
                      <a:pt x="11182" y="10108"/>
                      <a:pt x="10186" y="11475"/>
                    </a:cubicBezTo>
                    <a:cubicBezTo>
                      <a:pt x="8939" y="13173"/>
                      <a:pt x="7453" y="14654"/>
                      <a:pt x="5918" y="16075"/>
                    </a:cubicBezTo>
                    <a:cubicBezTo>
                      <a:pt x="4257" y="17605"/>
                      <a:pt x="2412" y="18922"/>
                      <a:pt x="746" y="20446"/>
                    </a:cubicBezTo>
                    <a:cubicBezTo>
                      <a:pt x="496" y="20675"/>
                      <a:pt x="294" y="20926"/>
                      <a:pt x="185" y="21247"/>
                    </a:cubicBezTo>
                    <a:cubicBezTo>
                      <a:pt x="185" y="21524"/>
                      <a:pt x="44" y="21769"/>
                      <a:pt x="0" y="22063"/>
                    </a:cubicBezTo>
                    <a:cubicBezTo>
                      <a:pt x="49" y="22031"/>
                      <a:pt x="71" y="22025"/>
                      <a:pt x="82" y="22009"/>
                    </a:cubicBezTo>
                    <a:cubicBezTo>
                      <a:pt x="115" y="21971"/>
                      <a:pt x="147" y="21933"/>
                      <a:pt x="158" y="21889"/>
                    </a:cubicBezTo>
                    <a:cubicBezTo>
                      <a:pt x="349" y="21132"/>
                      <a:pt x="871" y="20664"/>
                      <a:pt x="1432" y="20147"/>
                    </a:cubicBezTo>
                    <a:cubicBezTo>
                      <a:pt x="2210" y="19428"/>
                      <a:pt x="3087" y="18830"/>
                      <a:pt x="3882" y="18133"/>
                    </a:cubicBezTo>
                    <a:cubicBezTo>
                      <a:pt x="4932" y="17224"/>
                      <a:pt x="6054" y="16396"/>
                      <a:pt x="7034" y="15411"/>
                    </a:cubicBezTo>
                    <a:cubicBezTo>
                      <a:pt x="8455" y="13968"/>
                      <a:pt x="9810" y="12466"/>
                      <a:pt x="11030" y="10843"/>
                    </a:cubicBezTo>
                    <a:cubicBezTo>
                      <a:pt x="11585" y="10114"/>
                      <a:pt x="11999" y="9281"/>
                      <a:pt x="12657" y="8628"/>
                    </a:cubicBezTo>
                    <a:cubicBezTo>
                      <a:pt x="13098" y="8187"/>
                      <a:pt x="13392" y="7615"/>
                      <a:pt x="13910" y="7245"/>
                    </a:cubicBezTo>
                    <a:cubicBezTo>
                      <a:pt x="14982" y="6466"/>
                      <a:pt x="15984" y="5584"/>
                      <a:pt x="17214" y="5035"/>
                    </a:cubicBezTo>
                    <a:cubicBezTo>
                      <a:pt x="17846" y="4751"/>
                      <a:pt x="18281" y="4185"/>
                      <a:pt x="18869" y="3842"/>
                    </a:cubicBezTo>
                    <a:cubicBezTo>
                      <a:pt x="19375" y="3548"/>
                      <a:pt x="19822" y="3205"/>
                      <a:pt x="20148" y="2705"/>
                    </a:cubicBezTo>
                    <a:cubicBezTo>
                      <a:pt x="20372" y="2356"/>
                      <a:pt x="20671" y="2106"/>
                      <a:pt x="20894" y="2008"/>
                    </a:cubicBezTo>
                    <a:lnTo>
                      <a:pt x="20894" y="2008"/>
                    </a:lnTo>
                    <a:cubicBezTo>
                      <a:pt x="20491" y="3211"/>
                      <a:pt x="19392" y="3842"/>
                      <a:pt x="18581" y="4724"/>
                    </a:cubicBezTo>
                    <a:cubicBezTo>
                      <a:pt x="19147" y="4359"/>
                      <a:pt x="19631" y="3886"/>
                      <a:pt x="20214" y="3554"/>
                    </a:cubicBezTo>
                    <a:cubicBezTo>
                      <a:pt x="20306" y="3380"/>
                      <a:pt x="20486" y="3276"/>
                      <a:pt x="20589" y="3096"/>
                    </a:cubicBezTo>
                    <a:cubicBezTo>
                      <a:pt x="21112" y="2187"/>
                      <a:pt x="21749" y="1344"/>
                      <a:pt x="22097" y="336"/>
                    </a:cubicBezTo>
                    <a:cubicBezTo>
                      <a:pt x="22130" y="238"/>
                      <a:pt x="22261" y="113"/>
                      <a:pt x="22114" y="26"/>
                    </a:cubicBezTo>
                    <a:cubicBezTo>
                      <a:pt x="22084" y="8"/>
                      <a:pt x="22057" y="0"/>
                      <a:pt x="22032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2" name="Google Shape;1852;p36"/>
              <p:cNvSpPr/>
              <p:nvPr/>
            </p:nvSpPr>
            <p:spPr>
              <a:xfrm>
                <a:off x="6105840" y="2574091"/>
                <a:ext cx="427652" cy="270453"/>
              </a:xfrm>
              <a:custGeom>
                <a:rect b="b" l="l" r="r" t="t"/>
                <a:pathLst>
                  <a:path extrusionOk="0" h="4542" w="7182">
                    <a:moveTo>
                      <a:pt x="1595" y="4169"/>
                    </a:moveTo>
                    <a:cubicBezTo>
                      <a:pt x="1727" y="4174"/>
                      <a:pt x="1861" y="4174"/>
                      <a:pt x="1987" y="4199"/>
                    </a:cubicBezTo>
                    <a:cubicBezTo>
                      <a:pt x="2012" y="4204"/>
                      <a:pt x="2037" y="4210"/>
                      <a:pt x="2063" y="4216"/>
                    </a:cubicBezTo>
                    <a:lnTo>
                      <a:pt x="2063" y="4216"/>
                    </a:lnTo>
                    <a:cubicBezTo>
                      <a:pt x="1907" y="4201"/>
                      <a:pt x="1750" y="4186"/>
                      <a:pt x="1595" y="4169"/>
                    </a:cubicBezTo>
                    <a:close/>
                    <a:moveTo>
                      <a:pt x="2573" y="4168"/>
                    </a:moveTo>
                    <a:cubicBezTo>
                      <a:pt x="2579" y="4168"/>
                      <a:pt x="2602" y="4208"/>
                      <a:pt x="2564" y="4221"/>
                    </a:cubicBezTo>
                    <a:cubicBezTo>
                      <a:pt x="2535" y="4250"/>
                      <a:pt x="2497" y="4257"/>
                      <a:pt x="2458" y="4257"/>
                    </a:cubicBezTo>
                    <a:cubicBezTo>
                      <a:pt x="2451" y="4257"/>
                      <a:pt x="2444" y="4257"/>
                      <a:pt x="2437" y="4256"/>
                    </a:cubicBezTo>
                    <a:lnTo>
                      <a:pt x="2437" y="4256"/>
                    </a:lnTo>
                    <a:cubicBezTo>
                      <a:pt x="2480" y="4248"/>
                      <a:pt x="2523" y="4234"/>
                      <a:pt x="2564" y="4210"/>
                    </a:cubicBezTo>
                    <a:cubicBezTo>
                      <a:pt x="2575" y="4204"/>
                      <a:pt x="2581" y="4199"/>
                      <a:pt x="2575" y="4183"/>
                    </a:cubicBezTo>
                    <a:cubicBezTo>
                      <a:pt x="2571" y="4172"/>
                      <a:pt x="2572" y="4168"/>
                      <a:pt x="2573" y="4168"/>
                    </a:cubicBezTo>
                    <a:close/>
                    <a:moveTo>
                      <a:pt x="6766" y="1"/>
                    </a:moveTo>
                    <a:cubicBezTo>
                      <a:pt x="6714" y="1"/>
                      <a:pt x="6657" y="5"/>
                      <a:pt x="6593" y="12"/>
                    </a:cubicBezTo>
                    <a:cubicBezTo>
                      <a:pt x="5684" y="121"/>
                      <a:pt x="4851" y="437"/>
                      <a:pt x="4072" y="922"/>
                    </a:cubicBezTo>
                    <a:cubicBezTo>
                      <a:pt x="3234" y="1444"/>
                      <a:pt x="2559" y="2152"/>
                      <a:pt x="1857" y="2816"/>
                    </a:cubicBezTo>
                    <a:cubicBezTo>
                      <a:pt x="1514" y="3143"/>
                      <a:pt x="1187" y="3513"/>
                      <a:pt x="991" y="3959"/>
                    </a:cubicBezTo>
                    <a:cubicBezTo>
                      <a:pt x="1089" y="4057"/>
                      <a:pt x="1198" y="4108"/>
                      <a:pt x="1313" y="4136"/>
                    </a:cubicBezTo>
                    <a:lnTo>
                      <a:pt x="1313" y="4136"/>
                    </a:lnTo>
                    <a:cubicBezTo>
                      <a:pt x="1040" y="4100"/>
                      <a:pt x="769" y="4054"/>
                      <a:pt x="501" y="3981"/>
                    </a:cubicBezTo>
                    <a:cubicBezTo>
                      <a:pt x="401" y="3951"/>
                      <a:pt x="299" y="3905"/>
                      <a:pt x="196" y="3905"/>
                    </a:cubicBezTo>
                    <a:cubicBezTo>
                      <a:pt x="131" y="3905"/>
                      <a:pt x="66" y="3923"/>
                      <a:pt x="0" y="3976"/>
                    </a:cubicBezTo>
                    <a:cubicBezTo>
                      <a:pt x="403" y="4209"/>
                      <a:pt x="821" y="4395"/>
                      <a:pt x="1294" y="4395"/>
                    </a:cubicBezTo>
                    <a:cubicBezTo>
                      <a:pt x="1307" y="4395"/>
                      <a:pt x="1321" y="4395"/>
                      <a:pt x="1334" y="4395"/>
                    </a:cubicBezTo>
                    <a:cubicBezTo>
                      <a:pt x="1495" y="4392"/>
                      <a:pt x="1654" y="4387"/>
                      <a:pt x="1812" y="4387"/>
                    </a:cubicBezTo>
                    <a:cubicBezTo>
                      <a:pt x="1944" y="4387"/>
                      <a:pt x="2074" y="4390"/>
                      <a:pt x="2205" y="4400"/>
                    </a:cubicBezTo>
                    <a:cubicBezTo>
                      <a:pt x="2537" y="4422"/>
                      <a:pt x="2869" y="4427"/>
                      <a:pt x="3191" y="4542"/>
                    </a:cubicBezTo>
                    <a:cubicBezTo>
                      <a:pt x="3327" y="4498"/>
                      <a:pt x="3332" y="4368"/>
                      <a:pt x="3376" y="4264"/>
                    </a:cubicBezTo>
                    <a:cubicBezTo>
                      <a:pt x="3773" y="3262"/>
                      <a:pt x="4312" y="2370"/>
                      <a:pt x="5210" y="1733"/>
                    </a:cubicBezTo>
                    <a:cubicBezTo>
                      <a:pt x="5412" y="1591"/>
                      <a:pt x="5559" y="1384"/>
                      <a:pt x="5722" y="1199"/>
                    </a:cubicBezTo>
                    <a:cubicBezTo>
                      <a:pt x="6087" y="791"/>
                      <a:pt x="6490" y="437"/>
                      <a:pt x="7083" y="432"/>
                    </a:cubicBezTo>
                    <a:cubicBezTo>
                      <a:pt x="7181" y="142"/>
                      <a:pt x="7079" y="1"/>
                      <a:pt x="6766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3" name="Google Shape;1853;p36"/>
              <p:cNvSpPr/>
              <p:nvPr/>
            </p:nvSpPr>
            <p:spPr>
              <a:xfrm>
                <a:off x="6234222" y="3480266"/>
                <a:ext cx="232464" cy="299035"/>
              </a:xfrm>
              <a:custGeom>
                <a:rect b="b" l="l" r="r" t="t"/>
                <a:pathLst>
                  <a:path extrusionOk="0" h="5022" w="3904">
                    <a:moveTo>
                      <a:pt x="3622" y="1"/>
                    </a:moveTo>
                    <a:cubicBezTo>
                      <a:pt x="3496" y="1"/>
                      <a:pt x="3369" y="152"/>
                      <a:pt x="3267" y="250"/>
                    </a:cubicBezTo>
                    <a:cubicBezTo>
                      <a:pt x="2232" y="1230"/>
                      <a:pt x="1225" y="2242"/>
                      <a:pt x="392" y="3407"/>
                    </a:cubicBezTo>
                    <a:cubicBezTo>
                      <a:pt x="0" y="3957"/>
                      <a:pt x="60" y="4453"/>
                      <a:pt x="561" y="4904"/>
                    </a:cubicBezTo>
                    <a:cubicBezTo>
                      <a:pt x="636" y="4971"/>
                      <a:pt x="716" y="5021"/>
                      <a:pt x="806" y="5021"/>
                    </a:cubicBezTo>
                    <a:cubicBezTo>
                      <a:pt x="841" y="5021"/>
                      <a:pt x="877" y="5014"/>
                      <a:pt x="915" y="4997"/>
                    </a:cubicBezTo>
                    <a:cubicBezTo>
                      <a:pt x="1035" y="4937"/>
                      <a:pt x="1007" y="4823"/>
                      <a:pt x="1002" y="4714"/>
                    </a:cubicBezTo>
                    <a:cubicBezTo>
                      <a:pt x="996" y="4616"/>
                      <a:pt x="969" y="4518"/>
                      <a:pt x="991" y="4409"/>
                    </a:cubicBezTo>
                    <a:lnTo>
                      <a:pt x="991" y="4409"/>
                    </a:lnTo>
                    <a:cubicBezTo>
                      <a:pt x="1125" y="4836"/>
                      <a:pt x="1243" y="4993"/>
                      <a:pt x="1525" y="4993"/>
                    </a:cubicBezTo>
                    <a:cubicBezTo>
                      <a:pt x="1610" y="4993"/>
                      <a:pt x="1710" y="4979"/>
                      <a:pt x="1829" y="4953"/>
                    </a:cubicBezTo>
                    <a:cubicBezTo>
                      <a:pt x="2042" y="4910"/>
                      <a:pt x="2249" y="4850"/>
                      <a:pt x="2428" y="4736"/>
                    </a:cubicBezTo>
                    <a:cubicBezTo>
                      <a:pt x="2473" y="4707"/>
                      <a:pt x="2514" y="4689"/>
                      <a:pt x="2552" y="4689"/>
                    </a:cubicBezTo>
                    <a:cubicBezTo>
                      <a:pt x="2593" y="4689"/>
                      <a:pt x="2631" y="4710"/>
                      <a:pt x="2668" y="4757"/>
                    </a:cubicBezTo>
                    <a:cubicBezTo>
                      <a:pt x="2782" y="4556"/>
                      <a:pt x="2733" y="4322"/>
                      <a:pt x="2809" y="4115"/>
                    </a:cubicBezTo>
                    <a:cubicBezTo>
                      <a:pt x="2793" y="4112"/>
                      <a:pt x="2777" y="4111"/>
                      <a:pt x="2761" y="4111"/>
                    </a:cubicBezTo>
                    <a:cubicBezTo>
                      <a:pt x="2561" y="4111"/>
                      <a:pt x="2435" y="4323"/>
                      <a:pt x="2238" y="4333"/>
                    </a:cubicBezTo>
                    <a:cubicBezTo>
                      <a:pt x="2213" y="4334"/>
                      <a:pt x="2188" y="4335"/>
                      <a:pt x="2165" y="4335"/>
                    </a:cubicBezTo>
                    <a:cubicBezTo>
                      <a:pt x="2080" y="4335"/>
                      <a:pt x="2006" y="4320"/>
                      <a:pt x="1955" y="4235"/>
                    </a:cubicBezTo>
                    <a:cubicBezTo>
                      <a:pt x="1889" y="4126"/>
                      <a:pt x="1933" y="4033"/>
                      <a:pt x="2020" y="3952"/>
                    </a:cubicBezTo>
                    <a:cubicBezTo>
                      <a:pt x="2074" y="3903"/>
                      <a:pt x="2140" y="3865"/>
                      <a:pt x="2210" y="3832"/>
                    </a:cubicBezTo>
                    <a:lnTo>
                      <a:pt x="2210" y="3832"/>
                    </a:lnTo>
                    <a:cubicBezTo>
                      <a:pt x="2172" y="3925"/>
                      <a:pt x="2031" y="3995"/>
                      <a:pt x="2118" y="4110"/>
                    </a:cubicBezTo>
                    <a:cubicBezTo>
                      <a:pt x="2151" y="4154"/>
                      <a:pt x="2191" y="4169"/>
                      <a:pt x="2235" y="4169"/>
                    </a:cubicBezTo>
                    <a:cubicBezTo>
                      <a:pt x="2293" y="4169"/>
                      <a:pt x="2356" y="4142"/>
                      <a:pt x="2412" y="4121"/>
                    </a:cubicBezTo>
                    <a:cubicBezTo>
                      <a:pt x="2608" y="4039"/>
                      <a:pt x="2809" y="3974"/>
                      <a:pt x="2962" y="3816"/>
                    </a:cubicBezTo>
                    <a:cubicBezTo>
                      <a:pt x="2951" y="3641"/>
                      <a:pt x="3054" y="3494"/>
                      <a:pt x="3092" y="3331"/>
                    </a:cubicBezTo>
                    <a:cubicBezTo>
                      <a:pt x="2994" y="3108"/>
                      <a:pt x="3256" y="3005"/>
                      <a:pt x="3256" y="2787"/>
                    </a:cubicBezTo>
                    <a:cubicBezTo>
                      <a:pt x="3272" y="2019"/>
                      <a:pt x="3506" y="1284"/>
                      <a:pt x="3702" y="544"/>
                    </a:cubicBezTo>
                    <a:cubicBezTo>
                      <a:pt x="3746" y="370"/>
                      <a:pt x="3903" y="146"/>
                      <a:pt x="3708" y="27"/>
                    </a:cubicBezTo>
                    <a:cubicBezTo>
                      <a:pt x="3679" y="8"/>
                      <a:pt x="3651" y="1"/>
                      <a:pt x="3622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4" name="Google Shape;1854;p36"/>
              <p:cNvSpPr/>
              <p:nvPr/>
            </p:nvSpPr>
            <p:spPr>
              <a:xfrm>
                <a:off x="5991750" y="2013464"/>
                <a:ext cx="169227" cy="452542"/>
              </a:xfrm>
              <a:custGeom>
                <a:rect b="b" l="l" r="r" t="t"/>
                <a:pathLst>
                  <a:path extrusionOk="0" h="7600" w="2842">
                    <a:moveTo>
                      <a:pt x="941" y="0"/>
                    </a:moveTo>
                    <a:cubicBezTo>
                      <a:pt x="915" y="0"/>
                      <a:pt x="888" y="11"/>
                      <a:pt x="860" y="37"/>
                    </a:cubicBezTo>
                    <a:cubicBezTo>
                      <a:pt x="779" y="118"/>
                      <a:pt x="871" y="211"/>
                      <a:pt x="920" y="292"/>
                    </a:cubicBezTo>
                    <a:cubicBezTo>
                      <a:pt x="1013" y="450"/>
                      <a:pt x="1116" y="608"/>
                      <a:pt x="1274" y="782"/>
                    </a:cubicBezTo>
                    <a:cubicBezTo>
                      <a:pt x="1215" y="731"/>
                      <a:pt x="1170" y="706"/>
                      <a:pt x="1127" y="706"/>
                    </a:cubicBezTo>
                    <a:cubicBezTo>
                      <a:pt x="1111" y="706"/>
                      <a:pt x="1095" y="710"/>
                      <a:pt x="1078" y="717"/>
                    </a:cubicBezTo>
                    <a:cubicBezTo>
                      <a:pt x="1045" y="875"/>
                      <a:pt x="1268" y="984"/>
                      <a:pt x="1154" y="1174"/>
                    </a:cubicBezTo>
                    <a:cubicBezTo>
                      <a:pt x="528" y="2198"/>
                      <a:pt x="272" y="3336"/>
                      <a:pt x="147" y="4512"/>
                    </a:cubicBezTo>
                    <a:cubicBezTo>
                      <a:pt x="44" y="5459"/>
                      <a:pt x="0" y="6395"/>
                      <a:pt x="365" y="7315"/>
                    </a:cubicBezTo>
                    <a:cubicBezTo>
                      <a:pt x="442" y="7508"/>
                      <a:pt x="517" y="7599"/>
                      <a:pt x="628" y="7599"/>
                    </a:cubicBezTo>
                    <a:cubicBezTo>
                      <a:pt x="690" y="7599"/>
                      <a:pt x="763" y="7571"/>
                      <a:pt x="855" y="7517"/>
                    </a:cubicBezTo>
                    <a:cubicBezTo>
                      <a:pt x="838" y="7141"/>
                      <a:pt x="893" y="6744"/>
                      <a:pt x="550" y="6455"/>
                    </a:cubicBezTo>
                    <a:cubicBezTo>
                      <a:pt x="430" y="6352"/>
                      <a:pt x="397" y="6199"/>
                      <a:pt x="387" y="6041"/>
                    </a:cubicBezTo>
                    <a:cubicBezTo>
                      <a:pt x="343" y="5497"/>
                      <a:pt x="599" y="5072"/>
                      <a:pt x="953" y="4593"/>
                    </a:cubicBezTo>
                    <a:lnTo>
                      <a:pt x="953" y="4593"/>
                    </a:lnTo>
                    <a:cubicBezTo>
                      <a:pt x="779" y="4942"/>
                      <a:pt x="626" y="5208"/>
                      <a:pt x="512" y="5497"/>
                    </a:cubicBezTo>
                    <a:cubicBezTo>
                      <a:pt x="419" y="5731"/>
                      <a:pt x="387" y="5976"/>
                      <a:pt x="474" y="6221"/>
                    </a:cubicBezTo>
                    <a:cubicBezTo>
                      <a:pt x="506" y="6319"/>
                      <a:pt x="544" y="6444"/>
                      <a:pt x="670" y="6444"/>
                    </a:cubicBezTo>
                    <a:cubicBezTo>
                      <a:pt x="806" y="6439"/>
                      <a:pt x="800" y="6297"/>
                      <a:pt x="822" y="6199"/>
                    </a:cubicBezTo>
                    <a:cubicBezTo>
                      <a:pt x="893" y="5840"/>
                      <a:pt x="1002" y="5497"/>
                      <a:pt x="1181" y="5176"/>
                    </a:cubicBezTo>
                    <a:cubicBezTo>
                      <a:pt x="1535" y="4533"/>
                      <a:pt x="1916" y="3918"/>
                      <a:pt x="2395" y="3363"/>
                    </a:cubicBezTo>
                    <a:cubicBezTo>
                      <a:pt x="2651" y="3063"/>
                      <a:pt x="2640" y="2987"/>
                      <a:pt x="2368" y="2704"/>
                    </a:cubicBezTo>
                    <a:cubicBezTo>
                      <a:pt x="2167" y="2492"/>
                      <a:pt x="2009" y="2252"/>
                      <a:pt x="1895" y="1986"/>
                    </a:cubicBezTo>
                    <a:lnTo>
                      <a:pt x="1895" y="1986"/>
                    </a:lnTo>
                    <a:cubicBezTo>
                      <a:pt x="2101" y="2230"/>
                      <a:pt x="2254" y="2508"/>
                      <a:pt x="2477" y="2742"/>
                    </a:cubicBezTo>
                    <a:cubicBezTo>
                      <a:pt x="2549" y="2819"/>
                      <a:pt x="2608" y="2857"/>
                      <a:pt x="2659" y="2857"/>
                    </a:cubicBezTo>
                    <a:cubicBezTo>
                      <a:pt x="2731" y="2857"/>
                      <a:pt x="2787" y="2779"/>
                      <a:pt x="2842" y="2622"/>
                    </a:cubicBezTo>
                    <a:cubicBezTo>
                      <a:pt x="2629" y="2557"/>
                      <a:pt x="2738" y="2285"/>
                      <a:pt x="2564" y="2192"/>
                    </a:cubicBezTo>
                    <a:cubicBezTo>
                      <a:pt x="2542" y="2201"/>
                      <a:pt x="2518" y="2209"/>
                      <a:pt x="2495" y="2209"/>
                    </a:cubicBezTo>
                    <a:cubicBezTo>
                      <a:pt x="2473" y="2209"/>
                      <a:pt x="2453" y="2201"/>
                      <a:pt x="2439" y="2176"/>
                    </a:cubicBezTo>
                    <a:cubicBezTo>
                      <a:pt x="2254" y="1888"/>
                      <a:pt x="2101" y="1583"/>
                      <a:pt x="1895" y="1310"/>
                    </a:cubicBezTo>
                    <a:cubicBezTo>
                      <a:pt x="1851" y="1251"/>
                      <a:pt x="1856" y="1202"/>
                      <a:pt x="1933" y="1174"/>
                    </a:cubicBezTo>
                    <a:cubicBezTo>
                      <a:pt x="2270" y="1071"/>
                      <a:pt x="2052" y="929"/>
                      <a:pt x="1938" y="848"/>
                    </a:cubicBezTo>
                    <a:cubicBezTo>
                      <a:pt x="1682" y="668"/>
                      <a:pt x="1459" y="461"/>
                      <a:pt x="1274" y="216"/>
                    </a:cubicBezTo>
                    <a:cubicBezTo>
                      <a:pt x="1236" y="167"/>
                      <a:pt x="1192" y="129"/>
                      <a:pt x="1138" y="102"/>
                    </a:cubicBezTo>
                    <a:cubicBezTo>
                      <a:pt x="1075" y="67"/>
                      <a:pt x="1010" y="0"/>
                      <a:pt x="941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5" name="Google Shape;1855;p36"/>
              <p:cNvSpPr/>
              <p:nvPr/>
            </p:nvSpPr>
            <p:spPr>
              <a:xfrm>
                <a:off x="6219633" y="3264649"/>
                <a:ext cx="420507" cy="561986"/>
              </a:xfrm>
              <a:custGeom>
                <a:rect b="b" l="l" r="r" t="t"/>
                <a:pathLst>
                  <a:path extrusionOk="0" h="9438" w="7062">
                    <a:moveTo>
                      <a:pt x="4834" y="0"/>
                    </a:moveTo>
                    <a:lnTo>
                      <a:pt x="4834" y="0"/>
                    </a:lnTo>
                    <a:cubicBezTo>
                      <a:pt x="4856" y="131"/>
                      <a:pt x="4873" y="256"/>
                      <a:pt x="4889" y="376"/>
                    </a:cubicBezTo>
                    <a:cubicBezTo>
                      <a:pt x="4938" y="539"/>
                      <a:pt x="4938" y="702"/>
                      <a:pt x="4905" y="866"/>
                    </a:cubicBezTo>
                    <a:cubicBezTo>
                      <a:pt x="4785" y="1476"/>
                      <a:pt x="4606" y="2063"/>
                      <a:pt x="4415" y="2651"/>
                    </a:cubicBezTo>
                    <a:cubicBezTo>
                      <a:pt x="4328" y="2935"/>
                      <a:pt x="4170" y="3130"/>
                      <a:pt x="3925" y="3321"/>
                    </a:cubicBezTo>
                    <a:cubicBezTo>
                      <a:pt x="2494" y="4470"/>
                      <a:pt x="1252" y="5798"/>
                      <a:pt x="251" y="7339"/>
                    </a:cubicBezTo>
                    <a:cubicBezTo>
                      <a:pt x="0" y="7725"/>
                      <a:pt x="588" y="8819"/>
                      <a:pt x="1051" y="8847"/>
                    </a:cubicBezTo>
                    <a:cubicBezTo>
                      <a:pt x="1058" y="8847"/>
                      <a:pt x="1068" y="8849"/>
                      <a:pt x="1077" y="8849"/>
                    </a:cubicBezTo>
                    <a:cubicBezTo>
                      <a:pt x="1081" y="8849"/>
                      <a:pt x="1085" y="8848"/>
                      <a:pt x="1089" y="8847"/>
                    </a:cubicBezTo>
                    <a:cubicBezTo>
                      <a:pt x="1196" y="8786"/>
                      <a:pt x="1305" y="8768"/>
                      <a:pt x="1417" y="8768"/>
                    </a:cubicBezTo>
                    <a:cubicBezTo>
                      <a:pt x="1571" y="8768"/>
                      <a:pt x="1727" y="8802"/>
                      <a:pt x="1882" y="8802"/>
                    </a:cubicBezTo>
                    <a:cubicBezTo>
                      <a:pt x="1935" y="8802"/>
                      <a:pt x="1989" y="8798"/>
                      <a:pt x="2042" y="8787"/>
                    </a:cubicBezTo>
                    <a:cubicBezTo>
                      <a:pt x="2363" y="8721"/>
                      <a:pt x="2728" y="8727"/>
                      <a:pt x="2913" y="8378"/>
                    </a:cubicBezTo>
                    <a:cubicBezTo>
                      <a:pt x="2907" y="8297"/>
                      <a:pt x="2896" y="8221"/>
                      <a:pt x="2885" y="8117"/>
                    </a:cubicBezTo>
                    <a:cubicBezTo>
                      <a:pt x="2575" y="8368"/>
                      <a:pt x="2232" y="8466"/>
                      <a:pt x="1867" y="8515"/>
                    </a:cubicBezTo>
                    <a:cubicBezTo>
                      <a:pt x="1833" y="8519"/>
                      <a:pt x="1800" y="8521"/>
                      <a:pt x="1769" y="8521"/>
                    </a:cubicBezTo>
                    <a:cubicBezTo>
                      <a:pt x="1546" y="8521"/>
                      <a:pt x="1413" y="8415"/>
                      <a:pt x="1356" y="8166"/>
                    </a:cubicBezTo>
                    <a:cubicBezTo>
                      <a:pt x="1323" y="8030"/>
                      <a:pt x="1318" y="7872"/>
                      <a:pt x="1209" y="7758"/>
                    </a:cubicBezTo>
                    <a:cubicBezTo>
                      <a:pt x="1084" y="7850"/>
                      <a:pt x="1143" y="7959"/>
                      <a:pt x="1127" y="8057"/>
                    </a:cubicBezTo>
                    <a:cubicBezTo>
                      <a:pt x="1089" y="8232"/>
                      <a:pt x="1307" y="8476"/>
                      <a:pt x="1100" y="8553"/>
                    </a:cubicBezTo>
                    <a:cubicBezTo>
                      <a:pt x="1069" y="8564"/>
                      <a:pt x="1041" y="8569"/>
                      <a:pt x="1016" y="8569"/>
                    </a:cubicBezTo>
                    <a:cubicBezTo>
                      <a:pt x="835" y="8569"/>
                      <a:pt x="778" y="8306"/>
                      <a:pt x="659" y="8177"/>
                    </a:cubicBezTo>
                    <a:cubicBezTo>
                      <a:pt x="610" y="8128"/>
                      <a:pt x="572" y="8063"/>
                      <a:pt x="545" y="8003"/>
                    </a:cubicBezTo>
                    <a:cubicBezTo>
                      <a:pt x="436" y="7758"/>
                      <a:pt x="387" y="7546"/>
                      <a:pt x="572" y="7284"/>
                    </a:cubicBezTo>
                    <a:cubicBezTo>
                      <a:pt x="1443" y="6016"/>
                      <a:pt x="2521" y="4932"/>
                      <a:pt x="3626" y="3876"/>
                    </a:cubicBezTo>
                    <a:cubicBezTo>
                      <a:pt x="3718" y="3795"/>
                      <a:pt x="3833" y="3735"/>
                      <a:pt x="3936" y="3659"/>
                    </a:cubicBezTo>
                    <a:lnTo>
                      <a:pt x="3936" y="3659"/>
                    </a:lnTo>
                    <a:cubicBezTo>
                      <a:pt x="4002" y="3789"/>
                      <a:pt x="3942" y="3882"/>
                      <a:pt x="3909" y="3980"/>
                    </a:cubicBezTo>
                    <a:cubicBezTo>
                      <a:pt x="3691" y="4660"/>
                      <a:pt x="3544" y="5363"/>
                      <a:pt x="3414" y="6065"/>
                    </a:cubicBezTo>
                    <a:cubicBezTo>
                      <a:pt x="3365" y="6342"/>
                      <a:pt x="3533" y="6707"/>
                      <a:pt x="3087" y="6811"/>
                    </a:cubicBezTo>
                    <a:cubicBezTo>
                      <a:pt x="3147" y="6936"/>
                      <a:pt x="3245" y="6936"/>
                      <a:pt x="3337" y="6952"/>
                    </a:cubicBezTo>
                    <a:cubicBezTo>
                      <a:pt x="3484" y="7072"/>
                      <a:pt x="3435" y="7246"/>
                      <a:pt x="3473" y="7399"/>
                    </a:cubicBezTo>
                    <a:cubicBezTo>
                      <a:pt x="3544" y="7665"/>
                      <a:pt x="3566" y="7976"/>
                      <a:pt x="3816" y="8144"/>
                    </a:cubicBezTo>
                    <a:cubicBezTo>
                      <a:pt x="4105" y="8346"/>
                      <a:pt x="4317" y="8613"/>
                      <a:pt x="4513" y="8885"/>
                    </a:cubicBezTo>
                    <a:cubicBezTo>
                      <a:pt x="4810" y="9291"/>
                      <a:pt x="5199" y="9437"/>
                      <a:pt x="5650" y="9437"/>
                    </a:cubicBezTo>
                    <a:cubicBezTo>
                      <a:pt x="5713" y="9437"/>
                      <a:pt x="5777" y="9434"/>
                      <a:pt x="5842" y="9429"/>
                    </a:cubicBezTo>
                    <a:cubicBezTo>
                      <a:pt x="6065" y="9407"/>
                      <a:pt x="6288" y="9358"/>
                      <a:pt x="6435" y="9168"/>
                    </a:cubicBezTo>
                    <a:cubicBezTo>
                      <a:pt x="6772" y="8721"/>
                      <a:pt x="7061" y="8259"/>
                      <a:pt x="7034" y="7665"/>
                    </a:cubicBezTo>
                    <a:cubicBezTo>
                      <a:pt x="6981" y="7631"/>
                      <a:pt x="6938" y="7617"/>
                      <a:pt x="6901" y="7617"/>
                    </a:cubicBezTo>
                    <a:cubicBezTo>
                      <a:pt x="6760" y="7617"/>
                      <a:pt x="6708" y="7815"/>
                      <a:pt x="6587" y="7867"/>
                    </a:cubicBezTo>
                    <a:cubicBezTo>
                      <a:pt x="6341" y="7971"/>
                      <a:pt x="6100" y="8045"/>
                      <a:pt x="5865" y="8045"/>
                    </a:cubicBezTo>
                    <a:cubicBezTo>
                      <a:pt x="5611" y="8045"/>
                      <a:pt x="5363" y="7959"/>
                      <a:pt x="5123" y="7736"/>
                    </a:cubicBezTo>
                    <a:cubicBezTo>
                      <a:pt x="4998" y="7621"/>
                      <a:pt x="4869" y="7455"/>
                      <a:pt x="4638" y="7455"/>
                    </a:cubicBezTo>
                    <a:cubicBezTo>
                      <a:pt x="4607" y="7455"/>
                      <a:pt x="4575" y="7458"/>
                      <a:pt x="4540" y="7464"/>
                    </a:cubicBezTo>
                    <a:cubicBezTo>
                      <a:pt x="4796" y="7899"/>
                      <a:pt x="5194" y="8112"/>
                      <a:pt x="5580" y="8308"/>
                    </a:cubicBezTo>
                    <a:cubicBezTo>
                      <a:pt x="5676" y="8356"/>
                      <a:pt x="5769" y="8376"/>
                      <a:pt x="5861" y="8376"/>
                    </a:cubicBezTo>
                    <a:cubicBezTo>
                      <a:pt x="6130" y="8376"/>
                      <a:pt x="6386" y="8206"/>
                      <a:pt x="6658" y="8085"/>
                    </a:cubicBezTo>
                    <a:lnTo>
                      <a:pt x="6658" y="8085"/>
                    </a:lnTo>
                    <a:cubicBezTo>
                      <a:pt x="6642" y="8340"/>
                      <a:pt x="6489" y="8504"/>
                      <a:pt x="6413" y="8694"/>
                    </a:cubicBezTo>
                    <a:cubicBezTo>
                      <a:pt x="6271" y="9046"/>
                      <a:pt x="6006" y="9221"/>
                      <a:pt x="5671" y="9221"/>
                    </a:cubicBezTo>
                    <a:cubicBezTo>
                      <a:pt x="5571" y="9221"/>
                      <a:pt x="5464" y="9205"/>
                      <a:pt x="5352" y="9173"/>
                    </a:cubicBezTo>
                    <a:cubicBezTo>
                      <a:pt x="4622" y="8961"/>
                      <a:pt x="4399" y="8210"/>
                      <a:pt x="3860" y="7791"/>
                    </a:cubicBezTo>
                    <a:cubicBezTo>
                      <a:pt x="3855" y="7785"/>
                      <a:pt x="3849" y="7769"/>
                      <a:pt x="3849" y="7758"/>
                    </a:cubicBezTo>
                    <a:cubicBezTo>
                      <a:pt x="3795" y="7339"/>
                      <a:pt x="3675" y="6914"/>
                      <a:pt x="3708" y="6506"/>
                    </a:cubicBezTo>
                    <a:cubicBezTo>
                      <a:pt x="3806" y="5461"/>
                      <a:pt x="4040" y="4437"/>
                      <a:pt x="4437" y="3468"/>
                    </a:cubicBezTo>
                    <a:cubicBezTo>
                      <a:pt x="4769" y="2662"/>
                      <a:pt x="5036" y="1835"/>
                      <a:pt x="5210" y="980"/>
                    </a:cubicBezTo>
                    <a:cubicBezTo>
                      <a:pt x="5303" y="517"/>
                      <a:pt x="5156" y="136"/>
                      <a:pt x="4834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6" name="Google Shape;1856;p36"/>
              <p:cNvSpPr/>
              <p:nvPr/>
            </p:nvSpPr>
            <p:spPr>
              <a:xfrm>
                <a:off x="6565477" y="-269479"/>
                <a:ext cx="610455" cy="608490"/>
              </a:xfrm>
              <a:custGeom>
                <a:rect b="b" l="l" r="r" t="t"/>
                <a:pathLst>
                  <a:path extrusionOk="0" h="10219" w="10252">
                    <a:moveTo>
                      <a:pt x="5815" y="1"/>
                    </a:moveTo>
                    <a:lnTo>
                      <a:pt x="5815" y="1"/>
                    </a:lnTo>
                    <a:cubicBezTo>
                      <a:pt x="5826" y="83"/>
                      <a:pt x="5821" y="143"/>
                      <a:pt x="5842" y="164"/>
                    </a:cubicBezTo>
                    <a:cubicBezTo>
                      <a:pt x="6360" y="681"/>
                      <a:pt x="6860" y="1237"/>
                      <a:pt x="7612" y="1395"/>
                    </a:cubicBezTo>
                    <a:cubicBezTo>
                      <a:pt x="8281" y="1536"/>
                      <a:pt x="8913" y="1787"/>
                      <a:pt x="9566" y="1983"/>
                    </a:cubicBezTo>
                    <a:cubicBezTo>
                      <a:pt x="9953" y="2097"/>
                      <a:pt x="10023" y="2364"/>
                      <a:pt x="9713" y="2630"/>
                    </a:cubicBezTo>
                    <a:cubicBezTo>
                      <a:pt x="8984" y="3262"/>
                      <a:pt x="8292" y="3953"/>
                      <a:pt x="7481" y="4470"/>
                    </a:cubicBezTo>
                    <a:cubicBezTo>
                      <a:pt x="6964" y="4803"/>
                      <a:pt x="6550" y="5173"/>
                      <a:pt x="6349" y="5766"/>
                    </a:cubicBezTo>
                    <a:cubicBezTo>
                      <a:pt x="6213" y="6158"/>
                      <a:pt x="5929" y="6403"/>
                      <a:pt x="5505" y="6479"/>
                    </a:cubicBezTo>
                    <a:cubicBezTo>
                      <a:pt x="5178" y="6534"/>
                      <a:pt x="4852" y="6599"/>
                      <a:pt x="4563" y="6768"/>
                    </a:cubicBezTo>
                    <a:cubicBezTo>
                      <a:pt x="3442" y="7432"/>
                      <a:pt x="2325" y="8113"/>
                      <a:pt x="1329" y="8956"/>
                    </a:cubicBezTo>
                    <a:cubicBezTo>
                      <a:pt x="1010" y="9218"/>
                      <a:pt x="696" y="9475"/>
                      <a:pt x="256" y="9475"/>
                    </a:cubicBezTo>
                    <a:cubicBezTo>
                      <a:pt x="238" y="9475"/>
                      <a:pt x="220" y="9474"/>
                      <a:pt x="202" y="9474"/>
                    </a:cubicBezTo>
                    <a:cubicBezTo>
                      <a:pt x="189" y="9474"/>
                      <a:pt x="176" y="9473"/>
                      <a:pt x="162" y="9473"/>
                    </a:cubicBezTo>
                    <a:cubicBezTo>
                      <a:pt x="107" y="9473"/>
                      <a:pt x="50" y="9480"/>
                      <a:pt x="28" y="9550"/>
                    </a:cubicBezTo>
                    <a:cubicBezTo>
                      <a:pt x="1" y="9659"/>
                      <a:pt x="77" y="9729"/>
                      <a:pt x="148" y="9789"/>
                    </a:cubicBezTo>
                    <a:cubicBezTo>
                      <a:pt x="514" y="10073"/>
                      <a:pt x="914" y="10219"/>
                      <a:pt x="1314" y="10219"/>
                    </a:cubicBezTo>
                    <a:cubicBezTo>
                      <a:pt x="1733" y="10219"/>
                      <a:pt x="2150" y="10058"/>
                      <a:pt x="2527" y="9729"/>
                    </a:cubicBezTo>
                    <a:cubicBezTo>
                      <a:pt x="3006" y="9305"/>
                      <a:pt x="3480" y="8902"/>
                      <a:pt x="4095" y="8679"/>
                    </a:cubicBezTo>
                    <a:cubicBezTo>
                      <a:pt x="4269" y="8619"/>
                      <a:pt x="4519" y="8543"/>
                      <a:pt x="4525" y="8260"/>
                    </a:cubicBezTo>
                    <a:lnTo>
                      <a:pt x="4525" y="8260"/>
                    </a:lnTo>
                    <a:cubicBezTo>
                      <a:pt x="3893" y="8450"/>
                      <a:pt x="3256" y="8635"/>
                      <a:pt x="2783" y="9125"/>
                    </a:cubicBezTo>
                    <a:cubicBezTo>
                      <a:pt x="2402" y="9517"/>
                      <a:pt x="1890" y="9637"/>
                      <a:pt x="1411" y="9811"/>
                    </a:cubicBezTo>
                    <a:cubicBezTo>
                      <a:pt x="1329" y="9840"/>
                      <a:pt x="1237" y="9855"/>
                      <a:pt x="1140" y="9855"/>
                    </a:cubicBezTo>
                    <a:cubicBezTo>
                      <a:pt x="986" y="9855"/>
                      <a:pt x="819" y="9817"/>
                      <a:pt x="665" y="9740"/>
                    </a:cubicBezTo>
                    <a:cubicBezTo>
                      <a:pt x="888" y="9604"/>
                      <a:pt x="1122" y="9523"/>
                      <a:pt x="1280" y="9365"/>
                    </a:cubicBezTo>
                    <a:cubicBezTo>
                      <a:pt x="2026" y="8608"/>
                      <a:pt x="2979" y="8145"/>
                      <a:pt x="3801" y="7503"/>
                    </a:cubicBezTo>
                    <a:cubicBezTo>
                      <a:pt x="4117" y="7263"/>
                      <a:pt x="4465" y="7089"/>
                      <a:pt x="4868" y="6997"/>
                    </a:cubicBezTo>
                    <a:cubicBezTo>
                      <a:pt x="5723" y="6801"/>
                      <a:pt x="6496" y="6463"/>
                      <a:pt x="6746" y="5483"/>
                    </a:cubicBezTo>
                    <a:cubicBezTo>
                      <a:pt x="6795" y="5298"/>
                      <a:pt x="6953" y="5146"/>
                      <a:pt x="7127" y="5037"/>
                    </a:cubicBezTo>
                    <a:cubicBezTo>
                      <a:pt x="8134" y="4432"/>
                      <a:pt x="8945" y="3583"/>
                      <a:pt x="9849" y="2854"/>
                    </a:cubicBezTo>
                    <a:cubicBezTo>
                      <a:pt x="9925" y="2794"/>
                      <a:pt x="9985" y="2718"/>
                      <a:pt x="10034" y="2641"/>
                    </a:cubicBezTo>
                    <a:cubicBezTo>
                      <a:pt x="10252" y="2315"/>
                      <a:pt x="10154" y="1917"/>
                      <a:pt x="9784" y="1814"/>
                    </a:cubicBezTo>
                    <a:cubicBezTo>
                      <a:pt x="9196" y="1645"/>
                      <a:pt x="8657" y="1340"/>
                      <a:pt x="8047" y="1253"/>
                    </a:cubicBezTo>
                    <a:cubicBezTo>
                      <a:pt x="7416" y="1161"/>
                      <a:pt x="6844" y="943"/>
                      <a:pt x="6436" y="415"/>
                    </a:cubicBezTo>
                    <a:cubicBezTo>
                      <a:pt x="6202" y="349"/>
                      <a:pt x="6093" y="83"/>
                      <a:pt x="5815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7" name="Google Shape;1857;p36"/>
              <p:cNvSpPr/>
              <p:nvPr/>
            </p:nvSpPr>
            <p:spPr>
              <a:xfrm>
                <a:off x="5313876" y="2034960"/>
                <a:ext cx="187448" cy="369596"/>
              </a:xfrm>
              <a:custGeom>
                <a:rect b="b" l="l" r="r" t="t"/>
                <a:pathLst>
                  <a:path extrusionOk="0" h="6207" w="3148">
                    <a:moveTo>
                      <a:pt x="988" y="0"/>
                    </a:moveTo>
                    <a:cubicBezTo>
                      <a:pt x="980" y="0"/>
                      <a:pt x="972" y="1"/>
                      <a:pt x="964" y="2"/>
                    </a:cubicBezTo>
                    <a:cubicBezTo>
                      <a:pt x="823" y="24"/>
                      <a:pt x="785" y="160"/>
                      <a:pt x="774" y="274"/>
                    </a:cubicBezTo>
                    <a:cubicBezTo>
                      <a:pt x="741" y="601"/>
                      <a:pt x="610" y="895"/>
                      <a:pt x="398" y="1140"/>
                    </a:cubicBezTo>
                    <a:cubicBezTo>
                      <a:pt x="169" y="1407"/>
                      <a:pt x="77" y="1723"/>
                      <a:pt x="1" y="2055"/>
                    </a:cubicBezTo>
                    <a:cubicBezTo>
                      <a:pt x="52" y="2045"/>
                      <a:pt x="109" y="2023"/>
                      <a:pt x="152" y="2023"/>
                    </a:cubicBezTo>
                    <a:cubicBezTo>
                      <a:pt x="205" y="2023"/>
                      <a:pt x="237" y="2056"/>
                      <a:pt x="213" y="2185"/>
                    </a:cubicBezTo>
                    <a:cubicBezTo>
                      <a:pt x="191" y="2300"/>
                      <a:pt x="191" y="2419"/>
                      <a:pt x="186" y="2534"/>
                    </a:cubicBezTo>
                    <a:cubicBezTo>
                      <a:pt x="176" y="2717"/>
                      <a:pt x="130" y="2915"/>
                      <a:pt x="378" y="2915"/>
                    </a:cubicBezTo>
                    <a:cubicBezTo>
                      <a:pt x="402" y="2915"/>
                      <a:pt x="428" y="2913"/>
                      <a:pt x="458" y="2909"/>
                    </a:cubicBezTo>
                    <a:cubicBezTo>
                      <a:pt x="468" y="2908"/>
                      <a:pt x="477" y="2908"/>
                      <a:pt x="485" y="2908"/>
                    </a:cubicBezTo>
                    <a:cubicBezTo>
                      <a:pt x="595" y="2908"/>
                      <a:pt x="633" y="3000"/>
                      <a:pt x="638" y="3111"/>
                    </a:cubicBezTo>
                    <a:cubicBezTo>
                      <a:pt x="659" y="3710"/>
                      <a:pt x="1155" y="3857"/>
                      <a:pt x="1558" y="4091"/>
                    </a:cubicBezTo>
                    <a:cubicBezTo>
                      <a:pt x="1567" y="4096"/>
                      <a:pt x="1575" y="4099"/>
                      <a:pt x="1582" y="4099"/>
                    </a:cubicBezTo>
                    <a:cubicBezTo>
                      <a:pt x="1625" y="4099"/>
                      <a:pt x="1601" y="3988"/>
                      <a:pt x="1652" y="3988"/>
                    </a:cubicBezTo>
                    <a:cubicBezTo>
                      <a:pt x="1660" y="3988"/>
                      <a:pt x="1670" y="3991"/>
                      <a:pt x="1683" y="3998"/>
                    </a:cubicBezTo>
                    <a:cubicBezTo>
                      <a:pt x="1732" y="4227"/>
                      <a:pt x="1721" y="4455"/>
                      <a:pt x="1688" y="4689"/>
                    </a:cubicBezTo>
                    <a:cubicBezTo>
                      <a:pt x="1813" y="4842"/>
                      <a:pt x="1819" y="5032"/>
                      <a:pt x="1852" y="5212"/>
                    </a:cubicBezTo>
                    <a:cubicBezTo>
                      <a:pt x="1982" y="5980"/>
                      <a:pt x="1982" y="5980"/>
                      <a:pt x="2723" y="6143"/>
                    </a:cubicBezTo>
                    <a:cubicBezTo>
                      <a:pt x="2792" y="6160"/>
                      <a:pt x="2871" y="6207"/>
                      <a:pt x="2941" y="6207"/>
                    </a:cubicBezTo>
                    <a:cubicBezTo>
                      <a:pt x="2981" y="6207"/>
                      <a:pt x="3018" y="6192"/>
                      <a:pt x="3049" y="6148"/>
                    </a:cubicBezTo>
                    <a:cubicBezTo>
                      <a:pt x="3147" y="6018"/>
                      <a:pt x="3049" y="5876"/>
                      <a:pt x="2973" y="5762"/>
                    </a:cubicBezTo>
                    <a:cubicBezTo>
                      <a:pt x="2772" y="5452"/>
                      <a:pt x="2494" y="5207"/>
                      <a:pt x="2222" y="4967"/>
                    </a:cubicBezTo>
                    <a:cubicBezTo>
                      <a:pt x="1944" y="4717"/>
                      <a:pt x="1868" y="4412"/>
                      <a:pt x="1895" y="4074"/>
                    </a:cubicBezTo>
                    <a:cubicBezTo>
                      <a:pt x="1911" y="3851"/>
                      <a:pt x="1944" y="3622"/>
                      <a:pt x="1906" y="3405"/>
                    </a:cubicBezTo>
                    <a:cubicBezTo>
                      <a:pt x="1841" y="3002"/>
                      <a:pt x="1988" y="2545"/>
                      <a:pt x="1656" y="2191"/>
                    </a:cubicBezTo>
                    <a:cubicBezTo>
                      <a:pt x="1394" y="1918"/>
                      <a:pt x="1307" y="1586"/>
                      <a:pt x="1454" y="1243"/>
                    </a:cubicBezTo>
                    <a:cubicBezTo>
                      <a:pt x="1645" y="808"/>
                      <a:pt x="1438" y="498"/>
                      <a:pt x="1215" y="176"/>
                    </a:cubicBezTo>
                    <a:cubicBezTo>
                      <a:pt x="1159" y="96"/>
                      <a:pt x="1089" y="0"/>
                      <a:pt x="988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8" name="Google Shape;1858;p36"/>
              <p:cNvSpPr/>
              <p:nvPr/>
            </p:nvSpPr>
            <p:spPr>
              <a:xfrm>
                <a:off x="5218602" y="1976724"/>
                <a:ext cx="352387" cy="432833"/>
              </a:xfrm>
              <a:custGeom>
                <a:rect b="b" l="l" r="r" t="t"/>
                <a:pathLst>
                  <a:path extrusionOk="0" h="7269" w="5918">
                    <a:moveTo>
                      <a:pt x="1878" y="0"/>
                    </a:moveTo>
                    <a:cubicBezTo>
                      <a:pt x="1884" y="17"/>
                      <a:pt x="1889" y="38"/>
                      <a:pt x="1895" y="55"/>
                    </a:cubicBezTo>
                    <a:cubicBezTo>
                      <a:pt x="1933" y="131"/>
                      <a:pt x="1922" y="213"/>
                      <a:pt x="1960" y="289"/>
                    </a:cubicBezTo>
                    <a:cubicBezTo>
                      <a:pt x="2145" y="659"/>
                      <a:pt x="2123" y="719"/>
                      <a:pt x="1742" y="915"/>
                    </a:cubicBezTo>
                    <a:cubicBezTo>
                      <a:pt x="1590" y="991"/>
                      <a:pt x="1410" y="1029"/>
                      <a:pt x="1312" y="1187"/>
                    </a:cubicBezTo>
                    <a:cubicBezTo>
                      <a:pt x="887" y="1291"/>
                      <a:pt x="583" y="1557"/>
                      <a:pt x="381" y="1933"/>
                    </a:cubicBezTo>
                    <a:cubicBezTo>
                      <a:pt x="283" y="2113"/>
                      <a:pt x="0" y="2358"/>
                      <a:pt x="125" y="2445"/>
                    </a:cubicBezTo>
                    <a:cubicBezTo>
                      <a:pt x="161" y="2468"/>
                      <a:pt x="194" y="2478"/>
                      <a:pt x="224" y="2478"/>
                    </a:cubicBezTo>
                    <a:cubicBezTo>
                      <a:pt x="379" y="2478"/>
                      <a:pt x="473" y="2216"/>
                      <a:pt x="610" y="2107"/>
                    </a:cubicBezTo>
                    <a:cubicBezTo>
                      <a:pt x="833" y="1775"/>
                      <a:pt x="1138" y="1563"/>
                      <a:pt x="1519" y="1438"/>
                    </a:cubicBezTo>
                    <a:cubicBezTo>
                      <a:pt x="1851" y="1334"/>
                      <a:pt x="2189" y="1214"/>
                      <a:pt x="2276" y="1024"/>
                    </a:cubicBezTo>
                    <a:lnTo>
                      <a:pt x="2276" y="1024"/>
                    </a:lnTo>
                    <a:cubicBezTo>
                      <a:pt x="2210" y="1263"/>
                      <a:pt x="1971" y="1628"/>
                      <a:pt x="1878" y="2053"/>
                    </a:cubicBezTo>
                    <a:cubicBezTo>
                      <a:pt x="1780" y="2265"/>
                      <a:pt x="1590" y="2412"/>
                      <a:pt x="1514" y="2646"/>
                    </a:cubicBezTo>
                    <a:cubicBezTo>
                      <a:pt x="1470" y="2793"/>
                      <a:pt x="1361" y="2951"/>
                      <a:pt x="1601" y="3033"/>
                    </a:cubicBezTo>
                    <a:cubicBezTo>
                      <a:pt x="1655" y="2880"/>
                      <a:pt x="2014" y="2842"/>
                      <a:pt x="1775" y="2575"/>
                    </a:cubicBezTo>
                    <a:cubicBezTo>
                      <a:pt x="1769" y="2570"/>
                      <a:pt x="1808" y="2521"/>
                      <a:pt x="1829" y="2494"/>
                    </a:cubicBezTo>
                    <a:cubicBezTo>
                      <a:pt x="2161" y="2107"/>
                      <a:pt x="2455" y="1704"/>
                      <a:pt x="2477" y="1160"/>
                    </a:cubicBezTo>
                    <a:cubicBezTo>
                      <a:pt x="2481" y="1118"/>
                      <a:pt x="2495" y="1033"/>
                      <a:pt x="2559" y="1033"/>
                    </a:cubicBezTo>
                    <a:cubicBezTo>
                      <a:pt x="2579" y="1033"/>
                      <a:pt x="2604" y="1041"/>
                      <a:pt x="2635" y="1062"/>
                    </a:cubicBezTo>
                    <a:cubicBezTo>
                      <a:pt x="2858" y="1198"/>
                      <a:pt x="3060" y="1824"/>
                      <a:pt x="2983" y="2074"/>
                    </a:cubicBezTo>
                    <a:cubicBezTo>
                      <a:pt x="2842" y="2510"/>
                      <a:pt x="2836" y="2929"/>
                      <a:pt x="3212" y="3272"/>
                    </a:cubicBezTo>
                    <a:cubicBezTo>
                      <a:pt x="3283" y="3332"/>
                      <a:pt x="3370" y="3403"/>
                      <a:pt x="3364" y="3501"/>
                    </a:cubicBezTo>
                    <a:cubicBezTo>
                      <a:pt x="3332" y="4007"/>
                      <a:pt x="3501" y="4497"/>
                      <a:pt x="3419" y="5009"/>
                    </a:cubicBezTo>
                    <a:cubicBezTo>
                      <a:pt x="3364" y="5357"/>
                      <a:pt x="3419" y="5706"/>
                      <a:pt x="3724" y="5972"/>
                    </a:cubicBezTo>
                    <a:cubicBezTo>
                      <a:pt x="3947" y="6163"/>
                      <a:pt x="4138" y="6386"/>
                      <a:pt x="4350" y="6593"/>
                    </a:cubicBezTo>
                    <a:cubicBezTo>
                      <a:pt x="4491" y="6734"/>
                      <a:pt x="4589" y="6892"/>
                      <a:pt x="4633" y="7126"/>
                    </a:cubicBezTo>
                    <a:cubicBezTo>
                      <a:pt x="4470" y="7077"/>
                      <a:pt x="4339" y="7018"/>
                      <a:pt x="4203" y="7001"/>
                    </a:cubicBezTo>
                    <a:cubicBezTo>
                      <a:pt x="3658" y="6925"/>
                      <a:pt x="3658" y="6930"/>
                      <a:pt x="3582" y="6370"/>
                    </a:cubicBezTo>
                    <a:cubicBezTo>
                      <a:pt x="3533" y="6000"/>
                      <a:pt x="3441" y="5776"/>
                      <a:pt x="3288" y="5667"/>
                    </a:cubicBezTo>
                    <a:lnTo>
                      <a:pt x="3288" y="5667"/>
                    </a:lnTo>
                    <a:cubicBezTo>
                      <a:pt x="3337" y="6010"/>
                      <a:pt x="3375" y="6353"/>
                      <a:pt x="3441" y="6691"/>
                    </a:cubicBezTo>
                    <a:cubicBezTo>
                      <a:pt x="3511" y="7072"/>
                      <a:pt x="3755" y="7268"/>
                      <a:pt x="4128" y="7268"/>
                    </a:cubicBezTo>
                    <a:cubicBezTo>
                      <a:pt x="4133" y="7268"/>
                      <a:pt x="4138" y="7268"/>
                      <a:pt x="4143" y="7268"/>
                    </a:cubicBezTo>
                    <a:lnTo>
                      <a:pt x="4998" y="7268"/>
                    </a:lnTo>
                    <a:cubicBezTo>
                      <a:pt x="5248" y="6920"/>
                      <a:pt x="5493" y="6577"/>
                      <a:pt x="5744" y="6228"/>
                    </a:cubicBezTo>
                    <a:cubicBezTo>
                      <a:pt x="5825" y="6114"/>
                      <a:pt x="5918" y="6000"/>
                      <a:pt x="5782" y="5863"/>
                    </a:cubicBezTo>
                    <a:lnTo>
                      <a:pt x="5782" y="5863"/>
                    </a:lnTo>
                    <a:cubicBezTo>
                      <a:pt x="5488" y="6255"/>
                      <a:pt x="5199" y="6647"/>
                      <a:pt x="4851" y="7116"/>
                    </a:cubicBezTo>
                    <a:cubicBezTo>
                      <a:pt x="4753" y="6647"/>
                      <a:pt x="4421" y="6424"/>
                      <a:pt x="4187" y="6114"/>
                    </a:cubicBezTo>
                    <a:cubicBezTo>
                      <a:pt x="4204" y="6108"/>
                      <a:pt x="4223" y="6105"/>
                      <a:pt x="4241" y="6105"/>
                    </a:cubicBezTo>
                    <a:cubicBezTo>
                      <a:pt x="4290" y="6105"/>
                      <a:pt x="4338" y="6122"/>
                      <a:pt x="4378" y="6122"/>
                    </a:cubicBezTo>
                    <a:cubicBezTo>
                      <a:pt x="4415" y="6122"/>
                      <a:pt x="4445" y="6109"/>
                      <a:pt x="4464" y="6059"/>
                    </a:cubicBezTo>
                    <a:cubicBezTo>
                      <a:pt x="4524" y="5918"/>
                      <a:pt x="4404" y="5820"/>
                      <a:pt x="4323" y="5727"/>
                    </a:cubicBezTo>
                    <a:cubicBezTo>
                      <a:pt x="4257" y="5654"/>
                      <a:pt x="4167" y="5564"/>
                      <a:pt x="4077" y="5564"/>
                    </a:cubicBezTo>
                    <a:cubicBezTo>
                      <a:pt x="4048" y="5564"/>
                      <a:pt x="4019" y="5574"/>
                      <a:pt x="3991" y="5597"/>
                    </a:cubicBezTo>
                    <a:cubicBezTo>
                      <a:pt x="3876" y="5685"/>
                      <a:pt x="3797" y="5720"/>
                      <a:pt x="3741" y="5720"/>
                    </a:cubicBezTo>
                    <a:cubicBezTo>
                      <a:pt x="3583" y="5720"/>
                      <a:pt x="3613" y="5445"/>
                      <a:pt x="3593" y="5325"/>
                    </a:cubicBezTo>
                    <a:cubicBezTo>
                      <a:pt x="3555" y="5052"/>
                      <a:pt x="3577" y="4758"/>
                      <a:pt x="3604" y="4481"/>
                    </a:cubicBezTo>
                    <a:cubicBezTo>
                      <a:pt x="3762" y="3016"/>
                      <a:pt x="3599" y="1644"/>
                      <a:pt x="2510" y="523"/>
                    </a:cubicBezTo>
                    <a:cubicBezTo>
                      <a:pt x="2248" y="256"/>
                      <a:pt x="2063" y="55"/>
                      <a:pt x="1878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9" name="Google Shape;1859;p36"/>
              <p:cNvSpPr/>
              <p:nvPr/>
            </p:nvSpPr>
            <p:spPr>
              <a:xfrm>
                <a:off x="6004671" y="1790523"/>
                <a:ext cx="283256" cy="677741"/>
              </a:xfrm>
              <a:custGeom>
                <a:rect b="b" l="l" r="r" t="t"/>
                <a:pathLst>
                  <a:path extrusionOk="0" h="11382" w="4757">
                    <a:moveTo>
                      <a:pt x="4728" y="1"/>
                    </a:moveTo>
                    <a:cubicBezTo>
                      <a:pt x="4696" y="1"/>
                      <a:pt x="4637" y="74"/>
                      <a:pt x="4605" y="74"/>
                    </a:cubicBezTo>
                    <a:cubicBezTo>
                      <a:pt x="4604" y="74"/>
                      <a:pt x="4602" y="74"/>
                      <a:pt x="4601" y="73"/>
                    </a:cubicBezTo>
                    <a:cubicBezTo>
                      <a:pt x="4508" y="433"/>
                      <a:pt x="4416" y="792"/>
                      <a:pt x="4323" y="1157"/>
                    </a:cubicBezTo>
                    <a:cubicBezTo>
                      <a:pt x="4111" y="1973"/>
                      <a:pt x="4106" y="2828"/>
                      <a:pt x="3844" y="3639"/>
                    </a:cubicBezTo>
                    <a:cubicBezTo>
                      <a:pt x="3556" y="4516"/>
                      <a:pt x="3485" y="5490"/>
                      <a:pt x="2712" y="6149"/>
                    </a:cubicBezTo>
                    <a:cubicBezTo>
                      <a:pt x="2657" y="6192"/>
                      <a:pt x="2652" y="6296"/>
                      <a:pt x="2625" y="6366"/>
                    </a:cubicBezTo>
                    <a:cubicBezTo>
                      <a:pt x="2574" y="6479"/>
                      <a:pt x="2521" y="6543"/>
                      <a:pt x="2460" y="6543"/>
                    </a:cubicBezTo>
                    <a:cubicBezTo>
                      <a:pt x="2408" y="6543"/>
                      <a:pt x="2352" y="6498"/>
                      <a:pt x="2287" y="6399"/>
                    </a:cubicBezTo>
                    <a:cubicBezTo>
                      <a:pt x="2124" y="6143"/>
                      <a:pt x="1950" y="5887"/>
                      <a:pt x="1776" y="5642"/>
                    </a:cubicBezTo>
                    <a:cubicBezTo>
                      <a:pt x="1741" y="5588"/>
                      <a:pt x="1686" y="5528"/>
                      <a:pt x="1622" y="5528"/>
                    </a:cubicBezTo>
                    <a:cubicBezTo>
                      <a:pt x="1596" y="5528"/>
                      <a:pt x="1569" y="5537"/>
                      <a:pt x="1541" y="5561"/>
                    </a:cubicBezTo>
                    <a:cubicBezTo>
                      <a:pt x="1454" y="5626"/>
                      <a:pt x="1520" y="5713"/>
                      <a:pt x="1558" y="5784"/>
                    </a:cubicBezTo>
                    <a:cubicBezTo>
                      <a:pt x="1732" y="6051"/>
                      <a:pt x="1863" y="6350"/>
                      <a:pt x="2124" y="6541"/>
                    </a:cubicBezTo>
                    <a:cubicBezTo>
                      <a:pt x="2353" y="6709"/>
                      <a:pt x="2287" y="6862"/>
                      <a:pt x="2146" y="7031"/>
                    </a:cubicBezTo>
                    <a:cubicBezTo>
                      <a:pt x="1362" y="7945"/>
                      <a:pt x="692" y="8925"/>
                      <a:pt x="458" y="10199"/>
                    </a:cubicBezTo>
                    <a:cubicBezTo>
                      <a:pt x="1" y="9377"/>
                      <a:pt x="725" y="8843"/>
                      <a:pt x="861" y="8114"/>
                    </a:cubicBezTo>
                    <a:lnTo>
                      <a:pt x="861" y="8114"/>
                    </a:lnTo>
                    <a:cubicBezTo>
                      <a:pt x="425" y="8511"/>
                      <a:pt x="170" y="8936"/>
                      <a:pt x="88" y="9426"/>
                    </a:cubicBezTo>
                    <a:cubicBezTo>
                      <a:pt x="33" y="9785"/>
                      <a:pt x="28" y="10172"/>
                      <a:pt x="415" y="10400"/>
                    </a:cubicBezTo>
                    <a:cubicBezTo>
                      <a:pt x="502" y="10449"/>
                      <a:pt x="507" y="10531"/>
                      <a:pt x="502" y="10613"/>
                    </a:cubicBezTo>
                    <a:cubicBezTo>
                      <a:pt x="480" y="10841"/>
                      <a:pt x="556" y="11054"/>
                      <a:pt x="638" y="11261"/>
                    </a:cubicBezTo>
                    <a:cubicBezTo>
                      <a:pt x="694" y="11319"/>
                      <a:pt x="753" y="11381"/>
                      <a:pt x="794" y="11381"/>
                    </a:cubicBezTo>
                    <a:cubicBezTo>
                      <a:pt x="830" y="11381"/>
                      <a:pt x="853" y="11336"/>
                      <a:pt x="850" y="11206"/>
                    </a:cubicBezTo>
                    <a:cubicBezTo>
                      <a:pt x="845" y="11032"/>
                      <a:pt x="807" y="10858"/>
                      <a:pt x="801" y="10684"/>
                    </a:cubicBezTo>
                    <a:cubicBezTo>
                      <a:pt x="768" y="9584"/>
                      <a:pt x="1079" y="8588"/>
                      <a:pt x="1830" y="7776"/>
                    </a:cubicBezTo>
                    <a:cubicBezTo>
                      <a:pt x="3044" y="6459"/>
                      <a:pt x="3910" y="4973"/>
                      <a:pt x="4214" y="3193"/>
                    </a:cubicBezTo>
                    <a:cubicBezTo>
                      <a:pt x="4356" y="2376"/>
                      <a:pt x="4476" y="1554"/>
                      <a:pt x="4612" y="732"/>
                    </a:cubicBezTo>
                    <a:cubicBezTo>
                      <a:pt x="4645" y="525"/>
                      <a:pt x="4710" y="324"/>
                      <a:pt x="4743" y="117"/>
                    </a:cubicBezTo>
                    <a:cubicBezTo>
                      <a:pt x="4757" y="28"/>
                      <a:pt x="4748" y="1"/>
                      <a:pt x="4728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0" name="Google Shape;1860;p36"/>
              <p:cNvSpPr/>
              <p:nvPr/>
            </p:nvSpPr>
            <p:spPr>
              <a:xfrm>
                <a:off x="6282812" y="2594873"/>
                <a:ext cx="244789" cy="627009"/>
              </a:xfrm>
              <a:custGeom>
                <a:rect b="b" l="l" r="r" t="t"/>
                <a:pathLst>
                  <a:path extrusionOk="0" h="10530" w="4111">
                    <a:moveTo>
                      <a:pt x="3902" y="0"/>
                    </a:moveTo>
                    <a:cubicBezTo>
                      <a:pt x="3819" y="0"/>
                      <a:pt x="3734" y="31"/>
                      <a:pt x="3648" y="66"/>
                    </a:cubicBezTo>
                    <a:cubicBezTo>
                      <a:pt x="3273" y="224"/>
                      <a:pt x="2941" y="447"/>
                      <a:pt x="2696" y="774"/>
                    </a:cubicBezTo>
                    <a:cubicBezTo>
                      <a:pt x="2461" y="1090"/>
                      <a:pt x="2162" y="1329"/>
                      <a:pt x="1857" y="1569"/>
                    </a:cubicBezTo>
                    <a:cubicBezTo>
                      <a:pt x="1732" y="1661"/>
                      <a:pt x="1623" y="1770"/>
                      <a:pt x="1520" y="1885"/>
                    </a:cubicBezTo>
                    <a:cubicBezTo>
                      <a:pt x="926" y="2560"/>
                      <a:pt x="480" y="3327"/>
                      <a:pt x="219" y="4193"/>
                    </a:cubicBezTo>
                    <a:cubicBezTo>
                      <a:pt x="126" y="4862"/>
                      <a:pt x="1" y="5527"/>
                      <a:pt x="186" y="6202"/>
                    </a:cubicBezTo>
                    <a:cubicBezTo>
                      <a:pt x="480" y="7258"/>
                      <a:pt x="1171" y="8053"/>
                      <a:pt x="1928" y="8793"/>
                    </a:cubicBezTo>
                    <a:cubicBezTo>
                      <a:pt x="2211" y="9071"/>
                      <a:pt x="2532" y="9316"/>
                      <a:pt x="2766" y="9637"/>
                    </a:cubicBezTo>
                    <a:cubicBezTo>
                      <a:pt x="3131" y="9833"/>
                      <a:pt x="3234" y="10285"/>
                      <a:pt x="3605" y="10530"/>
                    </a:cubicBezTo>
                    <a:cubicBezTo>
                      <a:pt x="3572" y="10127"/>
                      <a:pt x="3381" y="9860"/>
                      <a:pt x="3142" y="9604"/>
                    </a:cubicBezTo>
                    <a:cubicBezTo>
                      <a:pt x="2559" y="8989"/>
                      <a:pt x="1906" y="8455"/>
                      <a:pt x="1362" y="7797"/>
                    </a:cubicBezTo>
                    <a:cubicBezTo>
                      <a:pt x="404" y="6632"/>
                      <a:pt x="44" y="5407"/>
                      <a:pt x="643" y="3953"/>
                    </a:cubicBezTo>
                    <a:cubicBezTo>
                      <a:pt x="1030" y="3011"/>
                      <a:pt x="1525" y="2168"/>
                      <a:pt x="2336" y="1536"/>
                    </a:cubicBezTo>
                    <a:cubicBezTo>
                      <a:pt x="2494" y="1411"/>
                      <a:pt x="2647" y="1269"/>
                      <a:pt x="2761" y="1106"/>
                    </a:cubicBezTo>
                    <a:cubicBezTo>
                      <a:pt x="3098" y="616"/>
                      <a:pt x="3567" y="300"/>
                      <a:pt x="4111" y="83"/>
                    </a:cubicBezTo>
                    <a:cubicBezTo>
                      <a:pt x="4043" y="23"/>
                      <a:pt x="3974" y="0"/>
                      <a:pt x="3902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1" name="Google Shape;1861;p36"/>
              <p:cNvSpPr/>
              <p:nvPr/>
            </p:nvSpPr>
            <p:spPr>
              <a:xfrm>
                <a:off x="6666289" y="2931249"/>
                <a:ext cx="165059" cy="195665"/>
              </a:xfrm>
              <a:custGeom>
                <a:rect b="b" l="l" r="r" t="t"/>
                <a:pathLst>
                  <a:path extrusionOk="0" h="3286" w="2772">
                    <a:moveTo>
                      <a:pt x="1601" y="1"/>
                    </a:moveTo>
                    <a:cubicBezTo>
                      <a:pt x="1540" y="1"/>
                      <a:pt x="1480" y="21"/>
                      <a:pt x="1406" y="52"/>
                    </a:cubicBezTo>
                    <a:cubicBezTo>
                      <a:pt x="948" y="237"/>
                      <a:pt x="671" y="634"/>
                      <a:pt x="300" y="923"/>
                    </a:cubicBezTo>
                    <a:cubicBezTo>
                      <a:pt x="121" y="1064"/>
                      <a:pt x="1" y="1304"/>
                      <a:pt x="17" y="1543"/>
                    </a:cubicBezTo>
                    <a:cubicBezTo>
                      <a:pt x="50" y="2148"/>
                      <a:pt x="251" y="2719"/>
                      <a:pt x="458" y="3286"/>
                    </a:cubicBezTo>
                    <a:cubicBezTo>
                      <a:pt x="475" y="2502"/>
                      <a:pt x="921" y="1946"/>
                      <a:pt x="1416" y="1429"/>
                    </a:cubicBezTo>
                    <a:cubicBezTo>
                      <a:pt x="1519" y="1323"/>
                      <a:pt x="1642" y="1176"/>
                      <a:pt x="1803" y="1176"/>
                    </a:cubicBezTo>
                    <a:cubicBezTo>
                      <a:pt x="1864" y="1176"/>
                      <a:pt x="1931" y="1197"/>
                      <a:pt x="2004" y="1249"/>
                    </a:cubicBezTo>
                    <a:cubicBezTo>
                      <a:pt x="2298" y="1037"/>
                      <a:pt x="2418" y="656"/>
                      <a:pt x="2772" y="504"/>
                    </a:cubicBezTo>
                    <a:cubicBezTo>
                      <a:pt x="2429" y="351"/>
                      <a:pt x="2091" y="199"/>
                      <a:pt x="1754" y="41"/>
                    </a:cubicBezTo>
                    <a:cubicBezTo>
                      <a:pt x="1697" y="13"/>
                      <a:pt x="1649" y="1"/>
                      <a:pt x="1601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2" name="Google Shape;1862;p36"/>
              <p:cNvSpPr/>
              <p:nvPr/>
            </p:nvSpPr>
            <p:spPr>
              <a:xfrm>
                <a:off x="5855270" y="1799693"/>
                <a:ext cx="290461" cy="356079"/>
              </a:xfrm>
              <a:custGeom>
                <a:rect b="b" l="l" r="r" t="t"/>
                <a:pathLst>
                  <a:path extrusionOk="0" h="5980" w="4878">
                    <a:moveTo>
                      <a:pt x="185" y="1"/>
                    </a:moveTo>
                    <a:cubicBezTo>
                      <a:pt x="0" y="240"/>
                      <a:pt x="245" y="235"/>
                      <a:pt x="354" y="268"/>
                    </a:cubicBezTo>
                    <a:cubicBezTo>
                      <a:pt x="675" y="366"/>
                      <a:pt x="1018" y="333"/>
                      <a:pt x="1350" y="436"/>
                    </a:cubicBezTo>
                    <a:cubicBezTo>
                      <a:pt x="1301" y="513"/>
                      <a:pt x="1241" y="529"/>
                      <a:pt x="1192" y="562"/>
                    </a:cubicBezTo>
                    <a:cubicBezTo>
                      <a:pt x="1045" y="638"/>
                      <a:pt x="893" y="719"/>
                      <a:pt x="898" y="921"/>
                    </a:cubicBezTo>
                    <a:cubicBezTo>
                      <a:pt x="904" y="1128"/>
                      <a:pt x="1056" y="1220"/>
                      <a:pt x="1225" y="1291"/>
                    </a:cubicBezTo>
                    <a:cubicBezTo>
                      <a:pt x="1388" y="1367"/>
                      <a:pt x="1568" y="1405"/>
                      <a:pt x="1710" y="1509"/>
                    </a:cubicBezTo>
                    <a:cubicBezTo>
                      <a:pt x="1846" y="1607"/>
                      <a:pt x="2042" y="1689"/>
                      <a:pt x="2009" y="1901"/>
                    </a:cubicBezTo>
                    <a:cubicBezTo>
                      <a:pt x="1990" y="1914"/>
                      <a:pt x="1972" y="1920"/>
                      <a:pt x="1955" y="1920"/>
                    </a:cubicBezTo>
                    <a:cubicBezTo>
                      <a:pt x="1881" y="1920"/>
                      <a:pt x="1819" y="1820"/>
                      <a:pt x="1755" y="1820"/>
                    </a:cubicBezTo>
                    <a:cubicBezTo>
                      <a:pt x="1724" y="1820"/>
                      <a:pt x="1694" y="1842"/>
                      <a:pt x="1661" y="1906"/>
                    </a:cubicBezTo>
                    <a:cubicBezTo>
                      <a:pt x="2292" y="2658"/>
                      <a:pt x="2885" y="3441"/>
                      <a:pt x="3370" y="4307"/>
                    </a:cubicBezTo>
                    <a:cubicBezTo>
                      <a:pt x="3473" y="4389"/>
                      <a:pt x="3577" y="4465"/>
                      <a:pt x="3675" y="4547"/>
                    </a:cubicBezTo>
                    <a:cubicBezTo>
                      <a:pt x="3571" y="4209"/>
                      <a:pt x="3299" y="3975"/>
                      <a:pt x="3141" y="3583"/>
                    </a:cubicBezTo>
                    <a:lnTo>
                      <a:pt x="3141" y="3583"/>
                    </a:lnTo>
                    <a:cubicBezTo>
                      <a:pt x="3631" y="3921"/>
                      <a:pt x="3876" y="4411"/>
                      <a:pt x="4355" y="4655"/>
                    </a:cubicBezTo>
                    <a:cubicBezTo>
                      <a:pt x="4330" y="4662"/>
                      <a:pt x="4304" y="4663"/>
                      <a:pt x="4277" y="4663"/>
                    </a:cubicBezTo>
                    <a:cubicBezTo>
                      <a:pt x="4231" y="4663"/>
                      <a:pt x="4185" y="4658"/>
                      <a:pt x="4142" y="4658"/>
                    </a:cubicBezTo>
                    <a:cubicBezTo>
                      <a:pt x="4079" y="4658"/>
                      <a:pt x="4025" y="4671"/>
                      <a:pt x="3996" y="4737"/>
                    </a:cubicBezTo>
                    <a:cubicBezTo>
                      <a:pt x="3936" y="4862"/>
                      <a:pt x="4110" y="4917"/>
                      <a:pt x="4165" y="5009"/>
                    </a:cubicBezTo>
                    <a:cubicBezTo>
                      <a:pt x="4328" y="5282"/>
                      <a:pt x="4530" y="5532"/>
                      <a:pt x="4638" y="5831"/>
                    </a:cubicBezTo>
                    <a:cubicBezTo>
                      <a:pt x="4667" y="5897"/>
                      <a:pt x="4687" y="5979"/>
                      <a:pt x="4762" y="5979"/>
                    </a:cubicBezTo>
                    <a:cubicBezTo>
                      <a:pt x="4774" y="5979"/>
                      <a:pt x="4787" y="5977"/>
                      <a:pt x="4802" y="5973"/>
                    </a:cubicBezTo>
                    <a:cubicBezTo>
                      <a:pt x="4878" y="5946"/>
                      <a:pt x="4851" y="5853"/>
                      <a:pt x="4856" y="5782"/>
                    </a:cubicBezTo>
                    <a:cubicBezTo>
                      <a:pt x="4791" y="5478"/>
                      <a:pt x="4535" y="5260"/>
                      <a:pt x="4437" y="4944"/>
                    </a:cubicBezTo>
                    <a:cubicBezTo>
                      <a:pt x="4807" y="4939"/>
                      <a:pt x="4736" y="4792"/>
                      <a:pt x="4546" y="4601"/>
                    </a:cubicBezTo>
                    <a:cubicBezTo>
                      <a:pt x="4148" y="4215"/>
                      <a:pt x="3756" y="3817"/>
                      <a:pt x="3326" y="3392"/>
                    </a:cubicBezTo>
                    <a:cubicBezTo>
                      <a:pt x="3430" y="3392"/>
                      <a:pt x="3462" y="3392"/>
                      <a:pt x="3495" y="3387"/>
                    </a:cubicBezTo>
                    <a:cubicBezTo>
                      <a:pt x="3499" y="3387"/>
                      <a:pt x="3504" y="3387"/>
                      <a:pt x="3508" y="3387"/>
                    </a:cubicBezTo>
                    <a:cubicBezTo>
                      <a:pt x="3595" y="3387"/>
                      <a:pt x="3699" y="3449"/>
                      <a:pt x="3781" y="3449"/>
                    </a:cubicBezTo>
                    <a:cubicBezTo>
                      <a:pt x="3832" y="3449"/>
                      <a:pt x="3874" y="3425"/>
                      <a:pt x="3898" y="3349"/>
                    </a:cubicBezTo>
                    <a:cubicBezTo>
                      <a:pt x="3947" y="3191"/>
                      <a:pt x="3740" y="3109"/>
                      <a:pt x="3626" y="3022"/>
                    </a:cubicBezTo>
                    <a:cubicBezTo>
                      <a:pt x="3359" y="2826"/>
                      <a:pt x="3081" y="2652"/>
                      <a:pt x="2820" y="2462"/>
                    </a:cubicBezTo>
                    <a:cubicBezTo>
                      <a:pt x="2608" y="2309"/>
                      <a:pt x="2597" y="2244"/>
                      <a:pt x="2711" y="2064"/>
                    </a:cubicBezTo>
                    <a:cubicBezTo>
                      <a:pt x="2782" y="1961"/>
                      <a:pt x="2711" y="1901"/>
                      <a:pt x="2640" y="1868"/>
                    </a:cubicBezTo>
                    <a:cubicBezTo>
                      <a:pt x="2276" y="1672"/>
                      <a:pt x="2020" y="1335"/>
                      <a:pt x="1671" y="1122"/>
                    </a:cubicBezTo>
                    <a:cubicBezTo>
                      <a:pt x="1579" y="1019"/>
                      <a:pt x="1328" y="1084"/>
                      <a:pt x="1372" y="839"/>
                    </a:cubicBezTo>
                    <a:cubicBezTo>
                      <a:pt x="1399" y="768"/>
                      <a:pt x="1465" y="790"/>
                      <a:pt x="1514" y="768"/>
                    </a:cubicBezTo>
                    <a:cubicBezTo>
                      <a:pt x="1748" y="681"/>
                      <a:pt x="1818" y="464"/>
                      <a:pt x="1802" y="268"/>
                    </a:cubicBezTo>
                    <a:cubicBezTo>
                      <a:pt x="1789" y="136"/>
                      <a:pt x="1702" y="110"/>
                      <a:pt x="1601" y="110"/>
                    </a:cubicBezTo>
                    <a:cubicBezTo>
                      <a:pt x="1536" y="110"/>
                      <a:pt x="1465" y="121"/>
                      <a:pt x="1405" y="121"/>
                    </a:cubicBezTo>
                    <a:cubicBezTo>
                      <a:pt x="1378" y="121"/>
                      <a:pt x="1351" y="122"/>
                      <a:pt x="1324" y="122"/>
                    </a:cubicBezTo>
                    <a:cubicBezTo>
                      <a:pt x="938" y="122"/>
                      <a:pt x="562" y="52"/>
                      <a:pt x="185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3" name="Google Shape;1863;p36"/>
              <p:cNvSpPr/>
              <p:nvPr/>
            </p:nvSpPr>
            <p:spPr>
              <a:xfrm>
                <a:off x="5575462" y="1721270"/>
                <a:ext cx="353757" cy="393592"/>
              </a:xfrm>
              <a:custGeom>
                <a:rect b="b" l="l" r="r" t="t"/>
                <a:pathLst>
                  <a:path extrusionOk="0" h="6610" w="5941">
                    <a:moveTo>
                      <a:pt x="5635" y="0"/>
                    </a:moveTo>
                    <a:lnTo>
                      <a:pt x="5635" y="0"/>
                    </a:lnTo>
                    <a:cubicBezTo>
                      <a:pt x="5118" y="22"/>
                      <a:pt x="4792" y="354"/>
                      <a:pt x="4449" y="659"/>
                    </a:cubicBezTo>
                    <a:cubicBezTo>
                      <a:pt x="4483" y="677"/>
                      <a:pt x="4513" y="684"/>
                      <a:pt x="4540" y="684"/>
                    </a:cubicBezTo>
                    <a:cubicBezTo>
                      <a:pt x="4647" y="684"/>
                      <a:pt x="4708" y="570"/>
                      <a:pt x="4786" y="518"/>
                    </a:cubicBezTo>
                    <a:cubicBezTo>
                      <a:pt x="4917" y="436"/>
                      <a:pt x="4999" y="284"/>
                      <a:pt x="5222" y="278"/>
                    </a:cubicBezTo>
                    <a:lnTo>
                      <a:pt x="5222" y="278"/>
                    </a:lnTo>
                    <a:cubicBezTo>
                      <a:pt x="4498" y="920"/>
                      <a:pt x="4160" y="1726"/>
                      <a:pt x="3932" y="2608"/>
                    </a:cubicBezTo>
                    <a:cubicBezTo>
                      <a:pt x="3741" y="3327"/>
                      <a:pt x="3333" y="3915"/>
                      <a:pt x="2728" y="4377"/>
                    </a:cubicBezTo>
                    <a:cubicBezTo>
                      <a:pt x="2157" y="4807"/>
                      <a:pt x="1558" y="5199"/>
                      <a:pt x="943" y="5559"/>
                    </a:cubicBezTo>
                    <a:cubicBezTo>
                      <a:pt x="638" y="5738"/>
                      <a:pt x="360" y="5951"/>
                      <a:pt x="181" y="6266"/>
                    </a:cubicBezTo>
                    <a:cubicBezTo>
                      <a:pt x="121" y="6370"/>
                      <a:pt x="1" y="6473"/>
                      <a:pt x="126" y="6609"/>
                    </a:cubicBezTo>
                    <a:cubicBezTo>
                      <a:pt x="279" y="6544"/>
                      <a:pt x="404" y="6462"/>
                      <a:pt x="420" y="6283"/>
                    </a:cubicBezTo>
                    <a:cubicBezTo>
                      <a:pt x="475" y="6092"/>
                      <a:pt x="611" y="5978"/>
                      <a:pt x="769" y="5864"/>
                    </a:cubicBezTo>
                    <a:cubicBezTo>
                      <a:pt x="1101" y="5619"/>
                      <a:pt x="1465" y="5423"/>
                      <a:pt x="1814" y="5216"/>
                    </a:cubicBezTo>
                    <a:cubicBezTo>
                      <a:pt x="2304" y="4927"/>
                      <a:pt x="2728" y="4562"/>
                      <a:pt x="3202" y="4263"/>
                    </a:cubicBezTo>
                    <a:cubicBezTo>
                      <a:pt x="3910" y="3817"/>
                      <a:pt x="4775" y="3838"/>
                      <a:pt x="5494" y="3414"/>
                    </a:cubicBezTo>
                    <a:lnTo>
                      <a:pt x="5494" y="3414"/>
                    </a:lnTo>
                    <a:cubicBezTo>
                      <a:pt x="5260" y="3681"/>
                      <a:pt x="5086" y="3975"/>
                      <a:pt x="4819" y="4214"/>
                    </a:cubicBezTo>
                    <a:cubicBezTo>
                      <a:pt x="4367" y="4628"/>
                      <a:pt x="3812" y="4791"/>
                      <a:pt x="3256" y="4982"/>
                    </a:cubicBezTo>
                    <a:cubicBezTo>
                      <a:pt x="2973" y="5080"/>
                      <a:pt x="2690" y="5194"/>
                      <a:pt x="2413" y="5314"/>
                    </a:cubicBezTo>
                    <a:cubicBezTo>
                      <a:pt x="2364" y="5336"/>
                      <a:pt x="2266" y="5385"/>
                      <a:pt x="2342" y="5466"/>
                    </a:cubicBezTo>
                    <a:cubicBezTo>
                      <a:pt x="2364" y="5493"/>
                      <a:pt x="2434" y="5483"/>
                      <a:pt x="2478" y="5488"/>
                    </a:cubicBezTo>
                    <a:cubicBezTo>
                      <a:pt x="2799" y="5292"/>
                      <a:pt x="3158" y="5178"/>
                      <a:pt x="3518" y="5074"/>
                    </a:cubicBezTo>
                    <a:cubicBezTo>
                      <a:pt x="4008" y="4933"/>
                      <a:pt x="4465" y="4742"/>
                      <a:pt x="4846" y="4394"/>
                    </a:cubicBezTo>
                    <a:cubicBezTo>
                      <a:pt x="5320" y="3964"/>
                      <a:pt x="5821" y="3550"/>
                      <a:pt x="5940" y="2864"/>
                    </a:cubicBezTo>
                    <a:cubicBezTo>
                      <a:pt x="5924" y="2853"/>
                      <a:pt x="5913" y="2842"/>
                      <a:pt x="5897" y="2837"/>
                    </a:cubicBezTo>
                    <a:cubicBezTo>
                      <a:pt x="5879" y="2833"/>
                      <a:pt x="5862" y="2831"/>
                      <a:pt x="5845" y="2831"/>
                    </a:cubicBezTo>
                    <a:cubicBezTo>
                      <a:pt x="5741" y="2831"/>
                      <a:pt x="5660" y="2899"/>
                      <a:pt x="5576" y="2951"/>
                    </a:cubicBezTo>
                    <a:cubicBezTo>
                      <a:pt x="5118" y="3240"/>
                      <a:pt x="4634" y="3468"/>
                      <a:pt x="4100" y="3588"/>
                    </a:cubicBezTo>
                    <a:cubicBezTo>
                      <a:pt x="3964" y="3615"/>
                      <a:pt x="3839" y="3681"/>
                      <a:pt x="3692" y="3751"/>
                    </a:cubicBezTo>
                    <a:cubicBezTo>
                      <a:pt x="3834" y="3528"/>
                      <a:pt x="3953" y="3310"/>
                      <a:pt x="4046" y="3087"/>
                    </a:cubicBezTo>
                    <a:cubicBezTo>
                      <a:pt x="4258" y="2592"/>
                      <a:pt x="4340" y="2053"/>
                      <a:pt x="4574" y="1563"/>
                    </a:cubicBezTo>
                    <a:cubicBezTo>
                      <a:pt x="4628" y="1459"/>
                      <a:pt x="4634" y="1345"/>
                      <a:pt x="4666" y="1236"/>
                    </a:cubicBezTo>
                    <a:cubicBezTo>
                      <a:pt x="4993" y="833"/>
                      <a:pt x="5358" y="463"/>
                      <a:pt x="5635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4" name="Google Shape;1864;p36"/>
              <p:cNvSpPr/>
              <p:nvPr/>
            </p:nvSpPr>
            <p:spPr>
              <a:xfrm>
                <a:off x="5928512" y="1302661"/>
                <a:ext cx="374121" cy="443610"/>
              </a:xfrm>
              <a:custGeom>
                <a:rect b="b" l="l" r="r" t="t"/>
                <a:pathLst>
                  <a:path extrusionOk="0" h="7450" w="6283">
                    <a:moveTo>
                      <a:pt x="90" y="0"/>
                    </a:moveTo>
                    <a:cubicBezTo>
                      <a:pt x="63" y="0"/>
                      <a:pt x="35" y="18"/>
                      <a:pt x="6" y="68"/>
                    </a:cubicBezTo>
                    <a:cubicBezTo>
                      <a:pt x="0" y="176"/>
                      <a:pt x="93" y="220"/>
                      <a:pt x="153" y="291"/>
                    </a:cubicBezTo>
                    <a:cubicBezTo>
                      <a:pt x="844" y="1102"/>
                      <a:pt x="1694" y="1761"/>
                      <a:pt x="2434" y="2528"/>
                    </a:cubicBezTo>
                    <a:cubicBezTo>
                      <a:pt x="2951" y="3018"/>
                      <a:pt x="3452" y="3530"/>
                      <a:pt x="3926" y="4063"/>
                    </a:cubicBezTo>
                    <a:cubicBezTo>
                      <a:pt x="4557" y="4771"/>
                      <a:pt x="5123" y="5533"/>
                      <a:pt x="5608" y="6350"/>
                    </a:cubicBezTo>
                    <a:cubicBezTo>
                      <a:pt x="5766" y="6622"/>
                      <a:pt x="5934" y="6883"/>
                      <a:pt x="5973" y="7199"/>
                    </a:cubicBezTo>
                    <a:cubicBezTo>
                      <a:pt x="6060" y="7265"/>
                      <a:pt x="6038" y="7406"/>
                      <a:pt x="6174" y="7450"/>
                    </a:cubicBezTo>
                    <a:cubicBezTo>
                      <a:pt x="6283" y="7286"/>
                      <a:pt x="6239" y="7123"/>
                      <a:pt x="6196" y="6954"/>
                    </a:cubicBezTo>
                    <a:cubicBezTo>
                      <a:pt x="5885" y="5680"/>
                      <a:pt x="5074" y="4706"/>
                      <a:pt x="4241" y="3764"/>
                    </a:cubicBezTo>
                    <a:cubicBezTo>
                      <a:pt x="3022" y="2398"/>
                      <a:pt x="1487" y="1374"/>
                      <a:pt x="196" y="73"/>
                    </a:cubicBezTo>
                    <a:cubicBezTo>
                      <a:pt x="164" y="38"/>
                      <a:pt x="128" y="0"/>
                      <a:pt x="90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5" name="Google Shape;1865;p36"/>
              <p:cNvSpPr/>
              <p:nvPr/>
            </p:nvSpPr>
            <p:spPr>
              <a:xfrm>
                <a:off x="6551544" y="3303830"/>
                <a:ext cx="193581" cy="296355"/>
              </a:xfrm>
              <a:custGeom>
                <a:rect b="b" l="l" r="r" t="t"/>
                <a:pathLst>
                  <a:path extrusionOk="0" h="4977" w="3251">
                    <a:moveTo>
                      <a:pt x="2901" y="0"/>
                    </a:moveTo>
                    <a:cubicBezTo>
                      <a:pt x="2777" y="0"/>
                      <a:pt x="2777" y="113"/>
                      <a:pt x="2777" y="191"/>
                    </a:cubicBezTo>
                    <a:cubicBezTo>
                      <a:pt x="2788" y="567"/>
                      <a:pt x="2598" y="861"/>
                      <a:pt x="2423" y="1166"/>
                    </a:cubicBezTo>
                    <a:cubicBezTo>
                      <a:pt x="2086" y="1759"/>
                      <a:pt x="1639" y="2266"/>
                      <a:pt x="1209" y="2794"/>
                    </a:cubicBezTo>
                    <a:cubicBezTo>
                      <a:pt x="1253" y="2625"/>
                      <a:pt x="1335" y="2483"/>
                      <a:pt x="1416" y="2342"/>
                    </a:cubicBezTo>
                    <a:cubicBezTo>
                      <a:pt x="1558" y="2097"/>
                      <a:pt x="1699" y="1852"/>
                      <a:pt x="1765" y="1574"/>
                    </a:cubicBezTo>
                    <a:cubicBezTo>
                      <a:pt x="1797" y="1433"/>
                      <a:pt x="1857" y="1242"/>
                      <a:pt x="1596" y="1220"/>
                    </a:cubicBezTo>
                    <a:cubicBezTo>
                      <a:pt x="1433" y="1536"/>
                      <a:pt x="1275" y="1846"/>
                      <a:pt x="1111" y="2157"/>
                    </a:cubicBezTo>
                    <a:cubicBezTo>
                      <a:pt x="768" y="2815"/>
                      <a:pt x="583" y="3485"/>
                      <a:pt x="981" y="4193"/>
                    </a:cubicBezTo>
                    <a:cubicBezTo>
                      <a:pt x="1019" y="4264"/>
                      <a:pt x="1041" y="4334"/>
                      <a:pt x="948" y="4432"/>
                    </a:cubicBezTo>
                    <a:cubicBezTo>
                      <a:pt x="839" y="4242"/>
                      <a:pt x="719" y="4084"/>
                      <a:pt x="562" y="3964"/>
                    </a:cubicBezTo>
                    <a:cubicBezTo>
                      <a:pt x="499" y="3917"/>
                      <a:pt x="436" y="3889"/>
                      <a:pt x="371" y="3889"/>
                    </a:cubicBezTo>
                    <a:cubicBezTo>
                      <a:pt x="317" y="3889"/>
                      <a:pt x="262" y="3909"/>
                      <a:pt x="208" y="3953"/>
                    </a:cubicBezTo>
                    <a:cubicBezTo>
                      <a:pt x="23" y="4111"/>
                      <a:pt x="1" y="4601"/>
                      <a:pt x="170" y="4808"/>
                    </a:cubicBezTo>
                    <a:cubicBezTo>
                      <a:pt x="333" y="4634"/>
                      <a:pt x="257" y="4362"/>
                      <a:pt x="404" y="4171"/>
                    </a:cubicBezTo>
                    <a:cubicBezTo>
                      <a:pt x="627" y="4313"/>
                      <a:pt x="676" y="4530"/>
                      <a:pt x="719" y="4748"/>
                    </a:cubicBezTo>
                    <a:cubicBezTo>
                      <a:pt x="741" y="4841"/>
                      <a:pt x="741" y="4950"/>
                      <a:pt x="850" y="4971"/>
                    </a:cubicBezTo>
                    <a:cubicBezTo>
                      <a:pt x="867" y="4975"/>
                      <a:pt x="883" y="4977"/>
                      <a:pt x="898" y="4977"/>
                    </a:cubicBezTo>
                    <a:cubicBezTo>
                      <a:pt x="992" y="4977"/>
                      <a:pt x="1060" y="4909"/>
                      <a:pt x="1111" y="4830"/>
                    </a:cubicBezTo>
                    <a:cubicBezTo>
                      <a:pt x="1280" y="4547"/>
                      <a:pt x="1411" y="4258"/>
                      <a:pt x="1193" y="3948"/>
                    </a:cubicBezTo>
                    <a:cubicBezTo>
                      <a:pt x="997" y="3670"/>
                      <a:pt x="1041" y="3431"/>
                      <a:pt x="1269" y="3202"/>
                    </a:cubicBezTo>
                    <a:cubicBezTo>
                      <a:pt x="1384" y="3088"/>
                      <a:pt x="1487" y="2957"/>
                      <a:pt x="1596" y="2832"/>
                    </a:cubicBezTo>
                    <a:cubicBezTo>
                      <a:pt x="2162" y="2200"/>
                      <a:pt x="2690" y="1547"/>
                      <a:pt x="3082" y="790"/>
                    </a:cubicBezTo>
                    <a:cubicBezTo>
                      <a:pt x="3251" y="475"/>
                      <a:pt x="3229" y="213"/>
                      <a:pt x="2919" y="1"/>
                    </a:cubicBezTo>
                    <a:cubicBezTo>
                      <a:pt x="2913" y="0"/>
                      <a:pt x="2907" y="0"/>
                      <a:pt x="2901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6" name="Google Shape;1866;p36"/>
              <p:cNvSpPr/>
              <p:nvPr/>
            </p:nvSpPr>
            <p:spPr>
              <a:xfrm>
                <a:off x="5482749" y="1730381"/>
                <a:ext cx="264916" cy="140050"/>
              </a:xfrm>
              <a:custGeom>
                <a:rect b="b" l="l" r="r" t="t"/>
                <a:pathLst>
                  <a:path extrusionOk="0" h="2352" w="4449">
                    <a:moveTo>
                      <a:pt x="3618" y="859"/>
                    </a:moveTo>
                    <a:cubicBezTo>
                      <a:pt x="3624" y="859"/>
                      <a:pt x="3622" y="893"/>
                      <a:pt x="3609" y="893"/>
                    </a:cubicBezTo>
                    <a:cubicBezTo>
                      <a:pt x="3607" y="893"/>
                      <a:pt x="3604" y="892"/>
                      <a:pt x="3601" y="889"/>
                    </a:cubicBezTo>
                    <a:lnTo>
                      <a:pt x="3601" y="889"/>
                    </a:lnTo>
                    <a:cubicBezTo>
                      <a:pt x="3601" y="889"/>
                      <a:pt x="3601" y="889"/>
                      <a:pt x="3601" y="889"/>
                    </a:cubicBezTo>
                    <a:cubicBezTo>
                      <a:pt x="3605" y="889"/>
                      <a:pt x="3608" y="884"/>
                      <a:pt x="3610" y="871"/>
                    </a:cubicBezTo>
                    <a:cubicBezTo>
                      <a:pt x="3613" y="863"/>
                      <a:pt x="3616" y="859"/>
                      <a:pt x="3618" y="859"/>
                    </a:cubicBezTo>
                    <a:close/>
                    <a:moveTo>
                      <a:pt x="4084" y="1"/>
                    </a:moveTo>
                    <a:cubicBezTo>
                      <a:pt x="4008" y="1"/>
                      <a:pt x="3924" y="25"/>
                      <a:pt x="3855" y="43"/>
                    </a:cubicBezTo>
                    <a:cubicBezTo>
                      <a:pt x="3191" y="223"/>
                      <a:pt x="2516" y="370"/>
                      <a:pt x="1923" y="800"/>
                    </a:cubicBezTo>
                    <a:cubicBezTo>
                      <a:pt x="1912" y="555"/>
                      <a:pt x="1721" y="414"/>
                      <a:pt x="1683" y="190"/>
                    </a:cubicBezTo>
                    <a:cubicBezTo>
                      <a:pt x="1669" y="115"/>
                      <a:pt x="1633" y="86"/>
                      <a:pt x="1594" y="86"/>
                    </a:cubicBezTo>
                    <a:cubicBezTo>
                      <a:pt x="1545" y="86"/>
                      <a:pt x="1490" y="131"/>
                      <a:pt x="1460" y="185"/>
                    </a:cubicBezTo>
                    <a:cubicBezTo>
                      <a:pt x="1090" y="887"/>
                      <a:pt x="409" y="1350"/>
                      <a:pt x="61" y="2069"/>
                    </a:cubicBezTo>
                    <a:cubicBezTo>
                      <a:pt x="88" y="2172"/>
                      <a:pt x="1" y="2335"/>
                      <a:pt x="202" y="2352"/>
                    </a:cubicBezTo>
                    <a:cubicBezTo>
                      <a:pt x="295" y="2314"/>
                      <a:pt x="360" y="2248"/>
                      <a:pt x="404" y="2161"/>
                    </a:cubicBezTo>
                    <a:cubicBezTo>
                      <a:pt x="660" y="1644"/>
                      <a:pt x="1052" y="1230"/>
                      <a:pt x="1460" y="838"/>
                    </a:cubicBezTo>
                    <a:lnTo>
                      <a:pt x="1460" y="838"/>
                    </a:lnTo>
                    <a:cubicBezTo>
                      <a:pt x="1493" y="1007"/>
                      <a:pt x="1395" y="1230"/>
                      <a:pt x="1601" y="1312"/>
                    </a:cubicBezTo>
                    <a:cubicBezTo>
                      <a:pt x="1634" y="1325"/>
                      <a:pt x="1665" y="1331"/>
                      <a:pt x="1695" y="1331"/>
                    </a:cubicBezTo>
                    <a:cubicBezTo>
                      <a:pt x="1837" y="1331"/>
                      <a:pt x="1942" y="1196"/>
                      <a:pt x="2037" y="1083"/>
                    </a:cubicBezTo>
                    <a:cubicBezTo>
                      <a:pt x="2157" y="947"/>
                      <a:pt x="2315" y="882"/>
                      <a:pt x="2483" y="816"/>
                    </a:cubicBezTo>
                    <a:cubicBezTo>
                      <a:pt x="2886" y="664"/>
                      <a:pt x="3300" y="533"/>
                      <a:pt x="3714" y="430"/>
                    </a:cubicBezTo>
                    <a:lnTo>
                      <a:pt x="3714" y="430"/>
                    </a:lnTo>
                    <a:cubicBezTo>
                      <a:pt x="3605" y="550"/>
                      <a:pt x="3382" y="642"/>
                      <a:pt x="3578" y="871"/>
                    </a:cubicBezTo>
                    <a:cubicBezTo>
                      <a:pt x="3583" y="876"/>
                      <a:pt x="3587" y="880"/>
                      <a:pt x="3590" y="883"/>
                    </a:cubicBezTo>
                    <a:lnTo>
                      <a:pt x="3590" y="883"/>
                    </a:lnTo>
                    <a:cubicBezTo>
                      <a:pt x="3276" y="969"/>
                      <a:pt x="2950" y="1024"/>
                      <a:pt x="2658" y="1181"/>
                    </a:cubicBezTo>
                    <a:cubicBezTo>
                      <a:pt x="2532" y="1247"/>
                      <a:pt x="2407" y="1317"/>
                      <a:pt x="2353" y="1453"/>
                    </a:cubicBezTo>
                    <a:cubicBezTo>
                      <a:pt x="2316" y="1539"/>
                      <a:pt x="2319" y="1603"/>
                      <a:pt x="2384" y="1603"/>
                    </a:cubicBezTo>
                    <a:cubicBezTo>
                      <a:pt x="2406" y="1603"/>
                      <a:pt x="2435" y="1595"/>
                      <a:pt x="2473" y="1579"/>
                    </a:cubicBezTo>
                    <a:cubicBezTo>
                      <a:pt x="3059" y="1363"/>
                      <a:pt x="3641" y="1127"/>
                      <a:pt x="4285" y="1127"/>
                    </a:cubicBezTo>
                    <a:cubicBezTo>
                      <a:pt x="4293" y="1127"/>
                      <a:pt x="4300" y="1127"/>
                      <a:pt x="4307" y="1127"/>
                    </a:cubicBezTo>
                    <a:cubicBezTo>
                      <a:pt x="4405" y="1127"/>
                      <a:pt x="4411" y="1018"/>
                      <a:pt x="4449" y="953"/>
                    </a:cubicBezTo>
                    <a:cubicBezTo>
                      <a:pt x="4226" y="806"/>
                      <a:pt x="4264" y="474"/>
                      <a:pt x="4280" y="354"/>
                    </a:cubicBezTo>
                    <a:cubicBezTo>
                      <a:pt x="4314" y="70"/>
                      <a:pt x="4211" y="1"/>
                      <a:pt x="4084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7" name="Google Shape;1867;p36"/>
              <p:cNvSpPr/>
              <p:nvPr/>
            </p:nvSpPr>
            <p:spPr>
              <a:xfrm>
                <a:off x="6910726" y="6459"/>
                <a:ext cx="338156" cy="209777"/>
              </a:xfrm>
              <a:custGeom>
                <a:rect b="b" l="l" r="r" t="t"/>
                <a:pathLst>
                  <a:path extrusionOk="0" h="3523" w="5679">
                    <a:moveTo>
                      <a:pt x="3787" y="1"/>
                    </a:moveTo>
                    <a:cubicBezTo>
                      <a:pt x="3567" y="1"/>
                      <a:pt x="3388" y="113"/>
                      <a:pt x="3300" y="321"/>
                    </a:cubicBezTo>
                    <a:cubicBezTo>
                      <a:pt x="2973" y="1116"/>
                      <a:pt x="2494" y="1775"/>
                      <a:pt x="1819" y="2324"/>
                    </a:cubicBezTo>
                    <a:cubicBezTo>
                      <a:pt x="1258" y="2787"/>
                      <a:pt x="757" y="3299"/>
                      <a:pt x="1" y="3419"/>
                    </a:cubicBezTo>
                    <a:cubicBezTo>
                      <a:pt x="55" y="3498"/>
                      <a:pt x="122" y="3523"/>
                      <a:pt x="202" y="3523"/>
                    </a:cubicBezTo>
                    <a:cubicBezTo>
                      <a:pt x="226" y="3523"/>
                      <a:pt x="252" y="3520"/>
                      <a:pt x="278" y="3517"/>
                    </a:cubicBezTo>
                    <a:cubicBezTo>
                      <a:pt x="708" y="3457"/>
                      <a:pt x="1106" y="3342"/>
                      <a:pt x="1427" y="3032"/>
                    </a:cubicBezTo>
                    <a:cubicBezTo>
                      <a:pt x="1705" y="2776"/>
                      <a:pt x="1955" y="2471"/>
                      <a:pt x="2271" y="2286"/>
                    </a:cubicBezTo>
                    <a:cubicBezTo>
                      <a:pt x="2902" y="1911"/>
                      <a:pt x="3207" y="1312"/>
                      <a:pt x="3485" y="691"/>
                    </a:cubicBezTo>
                    <a:cubicBezTo>
                      <a:pt x="3602" y="435"/>
                      <a:pt x="3705" y="310"/>
                      <a:pt x="3852" y="310"/>
                    </a:cubicBezTo>
                    <a:cubicBezTo>
                      <a:pt x="3951" y="310"/>
                      <a:pt x="4069" y="367"/>
                      <a:pt x="4225" y="479"/>
                    </a:cubicBezTo>
                    <a:cubicBezTo>
                      <a:pt x="4356" y="571"/>
                      <a:pt x="4476" y="691"/>
                      <a:pt x="4585" y="811"/>
                    </a:cubicBezTo>
                    <a:cubicBezTo>
                      <a:pt x="4824" y="1078"/>
                      <a:pt x="5026" y="1388"/>
                      <a:pt x="5390" y="1508"/>
                    </a:cubicBezTo>
                    <a:cubicBezTo>
                      <a:pt x="5455" y="1521"/>
                      <a:pt x="5492" y="1635"/>
                      <a:pt x="5550" y="1635"/>
                    </a:cubicBezTo>
                    <a:cubicBezTo>
                      <a:pt x="5566" y="1635"/>
                      <a:pt x="5583" y="1627"/>
                      <a:pt x="5603" y="1606"/>
                    </a:cubicBezTo>
                    <a:cubicBezTo>
                      <a:pt x="5679" y="1524"/>
                      <a:pt x="5614" y="1377"/>
                      <a:pt x="5526" y="1334"/>
                    </a:cubicBezTo>
                    <a:cubicBezTo>
                      <a:pt x="5200" y="1176"/>
                      <a:pt x="5047" y="860"/>
                      <a:pt x="4840" y="599"/>
                    </a:cubicBezTo>
                    <a:cubicBezTo>
                      <a:pt x="4634" y="337"/>
                      <a:pt x="4372" y="174"/>
                      <a:pt x="4078" y="60"/>
                    </a:cubicBezTo>
                    <a:cubicBezTo>
                      <a:pt x="3976" y="20"/>
                      <a:pt x="3878" y="1"/>
                      <a:pt x="3787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8" name="Google Shape;1868;p36"/>
              <p:cNvSpPr/>
              <p:nvPr/>
            </p:nvSpPr>
            <p:spPr>
              <a:xfrm>
                <a:off x="5154411" y="1868350"/>
                <a:ext cx="204894" cy="179111"/>
              </a:xfrm>
              <a:custGeom>
                <a:rect b="b" l="l" r="r" t="t"/>
                <a:pathLst>
                  <a:path extrusionOk="0" h="3008" w="3441">
                    <a:moveTo>
                      <a:pt x="172" y="1"/>
                    </a:moveTo>
                    <a:cubicBezTo>
                      <a:pt x="141" y="1"/>
                      <a:pt x="112" y="11"/>
                      <a:pt x="87" y="40"/>
                    </a:cubicBezTo>
                    <a:cubicBezTo>
                      <a:pt x="0" y="149"/>
                      <a:pt x="104" y="242"/>
                      <a:pt x="180" y="301"/>
                    </a:cubicBezTo>
                    <a:cubicBezTo>
                      <a:pt x="964" y="927"/>
                      <a:pt x="1361" y="1875"/>
                      <a:pt x="2096" y="2533"/>
                    </a:cubicBezTo>
                    <a:cubicBezTo>
                      <a:pt x="2183" y="2702"/>
                      <a:pt x="2385" y="2795"/>
                      <a:pt x="2390" y="3007"/>
                    </a:cubicBezTo>
                    <a:cubicBezTo>
                      <a:pt x="2499" y="2964"/>
                      <a:pt x="2602" y="2915"/>
                      <a:pt x="2711" y="2876"/>
                    </a:cubicBezTo>
                    <a:cubicBezTo>
                      <a:pt x="3408" y="2604"/>
                      <a:pt x="3441" y="2474"/>
                      <a:pt x="2973" y="1875"/>
                    </a:cubicBezTo>
                    <a:lnTo>
                      <a:pt x="2973" y="1875"/>
                    </a:lnTo>
                    <a:cubicBezTo>
                      <a:pt x="2967" y="1918"/>
                      <a:pt x="2967" y="1962"/>
                      <a:pt x="2962" y="2005"/>
                    </a:cubicBezTo>
                    <a:cubicBezTo>
                      <a:pt x="2938" y="2031"/>
                      <a:pt x="2916" y="2040"/>
                      <a:pt x="2893" y="2040"/>
                    </a:cubicBezTo>
                    <a:cubicBezTo>
                      <a:pt x="2854" y="2040"/>
                      <a:pt x="2815" y="2010"/>
                      <a:pt x="2777" y="1989"/>
                    </a:cubicBezTo>
                    <a:cubicBezTo>
                      <a:pt x="2428" y="1804"/>
                      <a:pt x="2167" y="1515"/>
                      <a:pt x="1922" y="1216"/>
                    </a:cubicBezTo>
                    <a:cubicBezTo>
                      <a:pt x="1492" y="693"/>
                      <a:pt x="964" y="318"/>
                      <a:pt x="349" y="62"/>
                    </a:cubicBezTo>
                    <a:cubicBezTo>
                      <a:pt x="292" y="37"/>
                      <a:pt x="229" y="1"/>
                      <a:pt x="172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9" name="Google Shape;1869;p36"/>
              <p:cNvSpPr/>
              <p:nvPr/>
            </p:nvSpPr>
            <p:spPr>
              <a:xfrm>
                <a:off x="5658470" y="825934"/>
                <a:ext cx="242527" cy="446409"/>
              </a:xfrm>
              <a:custGeom>
                <a:rect b="b" l="l" r="r" t="t"/>
                <a:pathLst>
                  <a:path extrusionOk="0" h="7497" w="4073">
                    <a:moveTo>
                      <a:pt x="665" y="0"/>
                    </a:moveTo>
                    <a:cubicBezTo>
                      <a:pt x="1" y="1437"/>
                      <a:pt x="93" y="2815"/>
                      <a:pt x="1019" y="4110"/>
                    </a:cubicBezTo>
                    <a:cubicBezTo>
                      <a:pt x="1824" y="5248"/>
                      <a:pt x="2712" y="6310"/>
                      <a:pt x="3697" y="7295"/>
                    </a:cubicBezTo>
                    <a:cubicBezTo>
                      <a:pt x="3784" y="7377"/>
                      <a:pt x="3866" y="7464"/>
                      <a:pt x="3980" y="7497"/>
                    </a:cubicBezTo>
                    <a:cubicBezTo>
                      <a:pt x="4073" y="7284"/>
                      <a:pt x="3888" y="7181"/>
                      <a:pt x="3790" y="7061"/>
                    </a:cubicBezTo>
                    <a:cubicBezTo>
                      <a:pt x="2978" y="6097"/>
                      <a:pt x="2135" y="5167"/>
                      <a:pt x="1372" y="4159"/>
                    </a:cubicBezTo>
                    <a:cubicBezTo>
                      <a:pt x="540" y="3054"/>
                      <a:pt x="158" y="1895"/>
                      <a:pt x="621" y="534"/>
                    </a:cubicBezTo>
                    <a:cubicBezTo>
                      <a:pt x="676" y="376"/>
                      <a:pt x="795" y="191"/>
                      <a:pt x="665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0" name="Google Shape;1870;p36"/>
              <p:cNvSpPr/>
              <p:nvPr/>
            </p:nvSpPr>
            <p:spPr>
              <a:xfrm>
                <a:off x="5112550" y="1843697"/>
                <a:ext cx="221805" cy="175539"/>
              </a:xfrm>
              <a:custGeom>
                <a:rect b="b" l="l" r="r" t="t"/>
                <a:pathLst>
                  <a:path extrusionOk="0" h="2948" w="3725">
                    <a:moveTo>
                      <a:pt x="220" y="1"/>
                    </a:moveTo>
                    <a:cubicBezTo>
                      <a:pt x="167" y="1"/>
                      <a:pt x="124" y="17"/>
                      <a:pt x="99" y="62"/>
                    </a:cubicBezTo>
                    <a:cubicBezTo>
                      <a:pt x="1" y="236"/>
                      <a:pt x="240" y="345"/>
                      <a:pt x="377" y="443"/>
                    </a:cubicBezTo>
                    <a:cubicBezTo>
                      <a:pt x="926" y="841"/>
                      <a:pt x="1378" y="1325"/>
                      <a:pt x="1754" y="1886"/>
                    </a:cubicBezTo>
                    <a:cubicBezTo>
                      <a:pt x="2032" y="2305"/>
                      <a:pt x="2325" y="2724"/>
                      <a:pt x="2799" y="2947"/>
                    </a:cubicBezTo>
                    <a:cubicBezTo>
                      <a:pt x="2848" y="2915"/>
                      <a:pt x="2854" y="2871"/>
                      <a:pt x="2815" y="2833"/>
                    </a:cubicBezTo>
                    <a:cubicBezTo>
                      <a:pt x="2325" y="2387"/>
                      <a:pt x="1966" y="1831"/>
                      <a:pt x="1585" y="1298"/>
                    </a:cubicBezTo>
                    <a:cubicBezTo>
                      <a:pt x="1356" y="982"/>
                      <a:pt x="1013" y="786"/>
                      <a:pt x="785" y="470"/>
                    </a:cubicBezTo>
                    <a:lnTo>
                      <a:pt x="785" y="470"/>
                    </a:lnTo>
                    <a:cubicBezTo>
                      <a:pt x="1482" y="726"/>
                      <a:pt x="2086" y="1091"/>
                      <a:pt x="2554" y="1684"/>
                    </a:cubicBezTo>
                    <a:cubicBezTo>
                      <a:pt x="2826" y="2033"/>
                      <a:pt x="3148" y="2343"/>
                      <a:pt x="3556" y="2550"/>
                    </a:cubicBezTo>
                    <a:cubicBezTo>
                      <a:pt x="3589" y="2565"/>
                      <a:pt x="3628" y="2598"/>
                      <a:pt x="3663" y="2598"/>
                    </a:cubicBezTo>
                    <a:cubicBezTo>
                      <a:pt x="3679" y="2598"/>
                      <a:pt x="3695" y="2591"/>
                      <a:pt x="3708" y="2572"/>
                    </a:cubicBezTo>
                    <a:cubicBezTo>
                      <a:pt x="3725" y="2545"/>
                      <a:pt x="3681" y="2468"/>
                      <a:pt x="3665" y="2419"/>
                    </a:cubicBezTo>
                    <a:cubicBezTo>
                      <a:pt x="3403" y="2153"/>
                      <a:pt x="3104" y="1913"/>
                      <a:pt x="2881" y="1619"/>
                    </a:cubicBezTo>
                    <a:cubicBezTo>
                      <a:pt x="2287" y="835"/>
                      <a:pt x="1493" y="383"/>
                      <a:pt x="578" y="100"/>
                    </a:cubicBezTo>
                    <a:cubicBezTo>
                      <a:pt x="469" y="67"/>
                      <a:pt x="325" y="1"/>
                      <a:pt x="220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1" name="Google Shape;1871;p36"/>
              <p:cNvSpPr/>
              <p:nvPr/>
            </p:nvSpPr>
            <p:spPr>
              <a:xfrm>
                <a:off x="5985557" y="4690959"/>
                <a:ext cx="188698" cy="251161"/>
              </a:xfrm>
              <a:custGeom>
                <a:rect b="b" l="l" r="r" t="t"/>
                <a:pathLst>
                  <a:path extrusionOk="0" h="4218" w="3169">
                    <a:moveTo>
                      <a:pt x="77" y="1"/>
                    </a:moveTo>
                    <a:cubicBezTo>
                      <a:pt x="1" y="284"/>
                      <a:pt x="251" y="414"/>
                      <a:pt x="256" y="627"/>
                    </a:cubicBezTo>
                    <a:cubicBezTo>
                      <a:pt x="1242" y="1618"/>
                      <a:pt x="2184" y="2636"/>
                      <a:pt x="2597" y="4029"/>
                    </a:cubicBezTo>
                    <a:cubicBezTo>
                      <a:pt x="2635" y="4162"/>
                      <a:pt x="2700" y="4218"/>
                      <a:pt x="2774" y="4218"/>
                    </a:cubicBezTo>
                    <a:cubicBezTo>
                      <a:pt x="2850" y="4218"/>
                      <a:pt x="2934" y="4160"/>
                      <a:pt x="3011" y="4067"/>
                    </a:cubicBezTo>
                    <a:cubicBezTo>
                      <a:pt x="3169" y="3882"/>
                      <a:pt x="3136" y="3670"/>
                      <a:pt x="3066" y="3469"/>
                    </a:cubicBezTo>
                    <a:cubicBezTo>
                      <a:pt x="2940" y="3109"/>
                      <a:pt x="2804" y="2750"/>
                      <a:pt x="2668" y="2391"/>
                    </a:cubicBezTo>
                    <a:cubicBezTo>
                      <a:pt x="2325" y="1917"/>
                      <a:pt x="2080" y="1367"/>
                      <a:pt x="1645" y="959"/>
                    </a:cubicBezTo>
                    <a:lnTo>
                      <a:pt x="1645" y="959"/>
                    </a:lnTo>
                    <a:cubicBezTo>
                      <a:pt x="1960" y="1982"/>
                      <a:pt x="2772" y="2799"/>
                      <a:pt x="2880" y="4013"/>
                    </a:cubicBezTo>
                    <a:cubicBezTo>
                      <a:pt x="2663" y="3822"/>
                      <a:pt x="2635" y="3648"/>
                      <a:pt x="2592" y="3485"/>
                    </a:cubicBezTo>
                    <a:cubicBezTo>
                      <a:pt x="2472" y="3049"/>
                      <a:pt x="2276" y="2663"/>
                      <a:pt x="1988" y="2309"/>
                    </a:cubicBezTo>
                    <a:cubicBezTo>
                      <a:pt x="1367" y="1541"/>
                      <a:pt x="545" y="937"/>
                      <a:pt x="77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2" name="Google Shape;1872;p36"/>
              <p:cNvSpPr/>
              <p:nvPr/>
            </p:nvSpPr>
            <p:spPr>
              <a:xfrm>
                <a:off x="6616092" y="3297518"/>
                <a:ext cx="109265" cy="184709"/>
              </a:xfrm>
              <a:custGeom>
                <a:rect b="b" l="l" r="r" t="t"/>
                <a:pathLst>
                  <a:path extrusionOk="0" h="3102" w="1835">
                    <a:moveTo>
                      <a:pt x="1771" y="1"/>
                    </a:moveTo>
                    <a:cubicBezTo>
                      <a:pt x="1757" y="1"/>
                      <a:pt x="1738" y="5"/>
                      <a:pt x="1715" y="14"/>
                    </a:cubicBezTo>
                    <a:cubicBezTo>
                      <a:pt x="1640" y="45"/>
                      <a:pt x="1569" y="115"/>
                      <a:pt x="1482" y="115"/>
                    </a:cubicBezTo>
                    <a:cubicBezTo>
                      <a:pt x="1461" y="115"/>
                      <a:pt x="1439" y="111"/>
                      <a:pt x="1416" y="101"/>
                    </a:cubicBezTo>
                    <a:cubicBezTo>
                      <a:pt x="1312" y="281"/>
                      <a:pt x="1225" y="466"/>
                      <a:pt x="1105" y="635"/>
                    </a:cubicBezTo>
                    <a:cubicBezTo>
                      <a:pt x="1060" y="698"/>
                      <a:pt x="1007" y="747"/>
                      <a:pt x="959" y="747"/>
                    </a:cubicBezTo>
                    <a:cubicBezTo>
                      <a:pt x="915" y="747"/>
                      <a:pt x="875" y="706"/>
                      <a:pt x="849" y="597"/>
                    </a:cubicBezTo>
                    <a:cubicBezTo>
                      <a:pt x="735" y="842"/>
                      <a:pt x="572" y="1060"/>
                      <a:pt x="512" y="1326"/>
                    </a:cubicBezTo>
                    <a:cubicBezTo>
                      <a:pt x="675" y="1397"/>
                      <a:pt x="648" y="1528"/>
                      <a:pt x="604" y="1658"/>
                    </a:cubicBezTo>
                    <a:cubicBezTo>
                      <a:pt x="517" y="1952"/>
                      <a:pt x="376" y="2219"/>
                      <a:pt x="212" y="2481"/>
                    </a:cubicBezTo>
                    <a:cubicBezTo>
                      <a:pt x="93" y="2666"/>
                      <a:pt x="0" y="2862"/>
                      <a:pt x="17" y="3101"/>
                    </a:cubicBezTo>
                    <a:cubicBezTo>
                      <a:pt x="55" y="3090"/>
                      <a:pt x="87" y="3090"/>
                      <a:pt x="98" y="3074"/>
                    </a:cubicBezTo>
                    <a:cubicBezTo>
                      <a:pt x="795" y="2154"/>
                      <a:pt x="1710" y="1359"/>
                      <a:pt x="1835" y="107"/>
                    </a:cubicBezTo>
                    <a:cubicBezTo>
                      <a:pt x="1822" y="56"/>
                      <a:pt x="1823" y="1"/>
                      <a:pt x="1771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3" name="Google Shape;1873;p36"/>
              <p:cNvSpPr/>
              <p:nvPr/>
            </p:nvSpPr>
            <p:spPr>
              <a:xfrm>
                <a:off x="5844254" y="1794870"/>
                <a:ext cx="146898" cy="126593"/>
              </a:xfrm>
              <a:custGeom>
                <a:rect b="b" l="l" r="r" t="t"/>
                <a:pathLst>
                  <a:path extrusionOk="0" h="2126" w="2467">
                    <a:moveTo>
                      <a:pt x="152" y="0"/>
                    </a:moveTo>
                    <a:cubicBezTo>
                      <a:pt x="60" y="71"/>
                      <a:pt x="33" y="169"/>
                      <a:pt x="11" y="278"/>
                    </a:cubicBezTo>
                    <a:cubicBezTo>
                      <a:pt x="0" y="458"/>
                      <a:pt x="93" y="583"/>
                      <a:pt x="207" y="708"/>
                    </a:cubicBezTo>
                    <a:cubicBezTo>
                      <a:pt x="561" y="1089"/>
                      <a:pt x="1007" y="1345"/>
                      <a:pt x="1432" y="1633"/>
                    </a:cubicBezTo>
                    <a:lnTo>
                      <a:pt x="1426" y="1628"/>
                    </a:lnTo>
                    <a:lnTo>
                      <a:pt x="1426" y="1628"/>
                    </a:lnTo>
                    <a:cubicBezTo>
                      <a:pt x="1562" y="1748"/>
                      <a:pt x="1704" y="1868"/>
                      <a:pt x="1846" y="1987"/>
                    </a:cubicBezTo>
                    <a:cubicBezTo>
                      <a:pt x="1872" y="1961"/>
                      <a:pt x="1894" y="1951"/>
                      <a:pt x="1913" y="1951"/>
                    </a:cubicBezTo>
                    <a:cubicBezTo>
                      <a:pt x="1958" y="1951"/>
                      <a:pt x="1986" y="2006"/>
                      <a:pt x="2009" y="2036"/>
                    </a:cubicBezTo>
                    <a:cubicBezTo>
                      <a:pt x="2056" y="2101"/>
                      <a:pt x="2095" y="2125"/>
                      <a:pt x="2133" y="2125"/>
                    </a:cubicBezTo>
                    <a:cubicBezTo>
                      <a:pt x="2188" y="2125"/>
                      <a:pt x="2239" y="2075"/>
                      <a:pt x="2303" y="2020"/>
                    </a:cubicBezTo>
                    <a:cubicBezTo>
                      <a:pt x="2466" y="1884"/>
                      <a:pt x="2297" y="1846"/>
                      <a:pt x="2254" y="1780"/>
                    </a:cubicBezTo>
                    <a:cubicBezTo>
                      <a:pt x="2042" y="1486"/>
                      <a:pt x="1704" y="1394"/>
                      <a:pt x="1388" y="1274"/>
                    </a:cubicBezTo>
                    <a:cubicBezTo>
                      <a:pt x="1258" y="1225"/>
                      <a:pt x="1160" y="1149"/>
                      <a:pt x="1149" y="1002"/>
                    </a:cubicBezTo>
                    <a:cubicBezTo>
                      <a:pt x="1138" y="855"/>
                      <a:pt x="1252" y="806"/>
                      <a:pt x="1356" y="746"/>
                    </a:cubicBezTo>
                    <a:cubicBezTo>
                      <a:pt x="1486" y="664"/>
                      <a:pt x="1666" y="643"/>
                      <a:pt x="1742" y="436"/>
                    </a:cubicBezTo>
                    <a:cubicBezTo>
                      <a:pt x="1350" y="387"/>
                      <a:pt x="974" y="338"/>
                      <a:pt x="599" y="278"/>
                    </a:cubicBezTo>
                    <a:cubicBezTo>
                      <a:pt x="495" y="262"/>
                      <a:pt x="299" y="311"/>
                      <a:pt x="370" y="82"/>
                    </a:cubicBezTo>
                    <a:cubicBezTo>
                      <a:pt x="357" y="74"/>
                      <a:pt x="341" y="71"/>
                      <a:pt x="325" y="71"/>
                    </a:cubicBezTo>
                    <a:cubicBezTo>
                      <a:pt x="294" y="71"/>
                      <a:pt x="261" y="80"/>
                      <a:pt x="231" y="80"/>
                    </a:cubicBezTo>
                    <a:cubicBezTo>
                      <a:pt x="195" y="80"/>
                      <a:pt x="165" y="66"/>
                      <a:pt x="152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4" name="Google Shape;1874;p36"/>
              <p:cNvSpPr/>
              <p:nvPr/>
            </p:nvSpPr>
            <p:spPr>
              <a:xfrm>
                <a:off x="6028013" y="4533400"/>
                <a:ext cx="133619" cy="235739"/>
              </a:xfrm>
              <a:custGeom>
                <a:rect b="b" l="l" r="r" t="t"/>
                <a:pathLst>
                  <a:path extrusionOk="0" h="3959" w="2244">
                    <a:moveTo>
                      <a:pt x="93" y="1"/>
                    </a:moveTo>
                    <a:cubicBezTo>
                      <a:pt x="61" y="23"/>
                      <a:pt x="33" y="39"/>
                      <a:pt x="1" y="61"/>
                    </a:cubicBezTo>
                    <a:cubicBezTo>
                      <a:pt x="453" y="1498"/>
                      <a:pt x="1721" y="2489"/>
                      <a:pt x="2118" y="3959"/>
                    </a:cubicBezTo>
                    <a:cubicBezTo>
                      <a:pt x="2151" y="3942"/>
                      <a:pt x="2184" y="3926"/>
                      <a:pt x="2216" y="3915"/>
                    </a:cubicBezTo>
                    <a:cubicBezTo>
                      <a:pt x="2227" y="3812"/>
                      <a:pt x="2233" y="3714"/>
                      <a:pt x="2244" y="3616"/>
                    </a:cubicBezTo>
                    <a:cubicBezTo>
                      <a:pt x="2151" y="3191"/>
                      <a:pt x="1988" y="2794"/>
                      <a:pt x="1770" y="2413"/>
                    </a:cubicBezTo>
                    <a:cubicBezTo>
                      <a:pt x="1384" y="1743"/>
                      <a:pt x="899" y="1139"/>
                      <a:pt x="447" y="513"/>
                    </a:cubicBezTo>
                    <a:cubicBezTo>
                      <a:pt x="327" y="344"/>
                      <a:pt x="213" y="170"/>
                      <a:pt x="93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5" name="Google Shape;1875;p36"/>
              <p:cNvSpPr/>
              <p:nvPr/>
            </p:nvSpPr>
            <p:spPr>
              <a:xfrm>
                <a:off x="6025453" y="4347675"/>
                <a:ext cx="64249" cy="208169"/>
              </a:xfrm>
              <a:custGeom>
                <a:rect b="b" l="l" r="r" t="t"/>
                <a:pathLst>
                  <a:path extrusionOk="0" h="3496" w="1079">
                    <a:moveTo>
                      <a:pt x="365" y="1"/>
                    </a:moveTo>
                    <a:lnTo>
                      <a:pt x="365" y="1"/>
                    </a:lnTo>
                    <a:cubicBezTo>
                      <a:pt x="0" y="670"/>
                      <a:pt x="44" y="1498"/>
                      <a:pt x="452" y="2276"/>
                    </a:cubicBezTo>
                    <a:cubicBezTo>
                      <a:pt x="632" y="2614"/>
                      <a:pt x="751" y="2962"/>
                      <a:pt x="566" y="3343"/>
                    </a:cubicBezTo>
                    <a:cubicBezTo>
                      <a:pt x="504" y="3475"/>
                      <a:pt x="563" y="3485"/>
                      <a:pt x="631" y="3485"/>
                    </a:cubicBezTo>
                    <a:cubicBezTo>
                      <a:pt x="644" y="3485"/>
                      <a:pt x="657" y="3485"/>
                      <a:pt x="670" y="3485"/>
                    </a:cubicBezTo>
                    <a:cubicBezTo>
                      <a:pt x="695" y="3485"/>
                      <a:pt x="719" y="3486"/>
                      <a:pt x="735" y="3496"/>
                    </a:cubicBezTo>
                    <a:cubicBezTo>
                      <a:pt x="882" y="3457"/>
                      <a:pt x="915" y="3338"/>
                      <a:pt x="953" y="3207"/>
                    </a:cubicBezTo>
                    <a:cubicBezTo>
                      <a:pt x="1078" y="2804"/>
                      <a:pt x="1018" y="2412"/>
                      <a:pt x="817" y="2058"/>
                    </a:cubicBezTo>
                    <a:cubicBezTo>
                      <a:pt x="566" y="1623"/>
                      <a:pt x="474" y="1149"/>
                      <a:pt x="425" y="659"/>
                    </a:cubicBezTo>
                    <a:cubicBezTo>
                      <a:pt x="311" y="458"/>
                      <a:pt x="398" y="235"/>
                      <a:pt x="365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6" name="Google Shape;1876;p36"/>
              <p:cNvSpPr/>
              <p:nvPr/>
            </p:nvSpPr>
            <p:spPr>
              <a:xfrm>
                <a:off x="6073388" y="1453193"/>
                <a:ext cx="189710" cy="227581"/>
              </a:xfrm>
              <a:custGeom>
                <a:rect b="b" l="l" r="r" t="t"/>
                <a:pathLst>
                  <a:path extrusionOk="0" h="3822" w="3186">
                    <a:moveTo>
                      <a:pt x="1" y="0"/>
                    </a:moveTo>
                    <a:cubicBezTo>
                      <a:pt x="34" y="44"/>
                      <a:pt x="61" y="98"/>
                      <a:pt x="99" y="142"/>
                    </a:cubicBezTo>
                    <a:cubicBezTo>
                      <a:pt x="1024" y="1291"/>
                      <a:pt x="2070" y="2330"/>
                      <a:pt x="2919" y="3539"/>
                    </a:cubicBezTo>
                    <a:cubicBezTo>
                      <a:pt x="2990" y="3642"/>
                      <a:pt x="3088" y="3729"/>
                      <a:pt x="3175" y="3822"/>
                    </a:cubicBezTo>
                    <a:cubicBezTo>
                      <a:pt x="3186" y="3670"/>
                      <a:pt x="3099" y="3555"/>
                      <a:pt x="3028" y="3435"/>
                    </a:cubicBezTo>
                    <a:cubicBezTo>
                      <a:pt x="2554" y="2679"/>
                      <a:pt x="2015" y="1966"/>
                      <a:pt x="1405" y="1312"/>
                    </a:cubicBezTo>
                    <a:cubicBezTo>
                      <a:pt x="970" y="844"/>
                      <a:pt x="540" y="365"/>
                      <a:pt x="1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7" name="Google Shape;1877;p36"/>
              <p:cNvSpPr/>
              <p:nvPr/>
            </p:nvSpPr>
            <p:spPr>
              <a:xfrm>
                <a:off x="5157984" y="1697571"/>
                <a:ext cx="138442" cy="189710"/>
              </a:xfrm>
              <a:custGeom>
                <a:rect b="b" l="l" r="r" t="t"/>
                <a:pathLst>
                  <a:path extrusionOk="0" h="3186" w="2325">
                    <a:moveTo>
                      <a:pt x="114" y="0"/>
                    </a:moveTo>
                    <a:cubicBezTo>
                      <a:pt x="75" y="0"/>
                      <a:pt x="37" y="20"/>
                      <a:pt x="0" y="77"/>
                    </a:cubicBezTo>
                    <a:cubicBezTo>
                      <a:pt x="1094" y="867"/>
                      <a:pt x="1867" y="1896"/>
                      <a:pt x="2281" y="3186"/>
                    </a:cubicBezTo>
                    <a:cubicBezTo>
                      <a:pt x="2292" y="3153"/>
                      <a:pt x="2325" y="3120"/>
                      <a:pt x="2319" y="3093"/>
                    </a:cubicBezTo>
                    <a:cubicBezTo>
                      <a:pt x="2118" y="1759"/>
                      <a:pt x="1405" y="769"/>
                      <a:pt x="272" y="66"/>
                    </a:cubicBezTo>
                    <a:cubicBezTo>
                      <a:pt x="222" y="38"/>
                      <a:pt x="168" y="0"/>
                      <a:pt x="114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8" name="Google Shape;1878;p36"/>
              <p:cNvSpPr/>
              <p:nvPr/>
            </p:nvSpPr>
            <p:spPr>
              <a:xfrm>
                <a:off x="5254865" y="2025671"/>
                <a:ext cx="104442" cy="76575"/>
              </a:xfrm>
              <a:custGeom>
                <a:rect b="b" l="l" r="r" t="t"/>
                <a:pathLst>
                  <a:path extrusionOk="0" h="1286" w="1754">
                    <a:moveTo>
                      <a:pt x="1754" y="0"/>
                    </a:moveTo>
                    <a:lnTo>
                      <a:pt x="1754" y="0"/>
                    </a:lnTo>
                    <a:cubicBezTo>
                      <a:pt x="1618" y="158"/>
                      <a:pt x="1482" y="294"/>
                      <a:pt x="1291" y="365"/>
                    </a:cubicBezTo>
                    <a:cubicBezTo>
                      <a:pt x="1046" y="469"/>
                      <a:pt x="785" y="545"/>
                      <a:pt x="545" y="670"/>
                    </a:cubicBezTo>
                    <a:cubicBezTo>
                      <a:pt x="295" y="801"/>
                      <a:pt x="12" y="931"/>
                      <a:pt x="1" y="1285"/>
                    </a:cubicBezTo>
                    <a:cubicBezTo>
                      <a:pt x="137" y="1225"/>
                      <a:pt x="284" y="1182"/>
                      <a:pt x="409" y="1100"/>
                    </a:cubicBezTo>
                    <a:cubicBezTo>
                      <a:pt x="556" y="1004"/>
                      <a:pt x="694" y="950"/>
                      <a:pt x="823" y="950"/>
                    </a:cubicBezTo>
                    <a:cubicBezTo>
                      <a:pt x="986" y="950"/>
                      <a:pt x="1136" y="1036"/>
                      <a:pt x="1269" y="1231"/>
                    </a:cubicBezTo>
                    <a:cubicBezTo>
                      <a:pt x="1547" y="866"/>
                      <a:pt x="1656" y="441"/>
                      <a:pt x="1754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9" name="Google Shape;1879;p36"/>
              <p:cNvSpPr/>
              <p:nvPr/>
            </p:nvSpPr>
            <p:spPr>
              <a:xfrm>
                <a:off x="6543148" y="3607516"/>
                <a:ext cx="86936" cy="80267"/>
              </a:xfrm>
              <a:custGeom>
                <a:rect b="b" l="l" r="r" t="t"/>
                <a:pathLst>
                  <a:path extrusionOk="0" h="1348" w="1460">
                    <a:moveTo>
                      <a:pt x="318" y="0"/>
                    </a:moveTo>
                    <a:cubicBezTo>
                      <a:pt x="299" y="0"/>
                      <a:pt x="279" y="8"/>
                      <a:pt x="256" y="29"/>
                    </a:cubicBezTo>
                    <a:cubicBezTo>
                      <a:pt x="76" y="198"/>
                      <a:pt x="0" y="878"/>
                      <a:pt x="142" y="1085"/>
                    </a:cubicBezTo>
                    <a:cubicBezTo>
                      <a:pt x="240" y="1233"/>
                      <a:pt x="581" y="1347"/>
                      <a:pt x="838" y="1347"/>
                    </a:cubicBezTo>
                    <a:cubicBezTo>
                      <a:pt x="922" y="1347"/>
                      <a:pt x="996" y="1335"/>
                      <a:pt x="1051" y="1308"/>
                    </a:cubicBezTo>
                    <a:cubicBezTo>
                      <a:pt x="1274" y="1194"/>
                      <a:pt x="1459" y="791"/>
                      <a:pt x="1367" y="628"/>
                    </a:cubicBezTo>
                    <a:cubicBezTo>
                      <a:pt x="1364" y="628"/>
                      <a:pt x="1362" y="628"/>
                      <a:pt x="1359" y="628"/>
                    </a:cubicBezTo>
                    <a:cubicBezTo>
                      <a:pt x="1144" y="628"/>
                      <a:pt x="1159" y="852"/>
                      <a:pt x="1046" y="955"/>
                    </a:cubicBezTo>
                    <a:cubicBezTo>
                      <a:pt x="937" y="1055"/>
                      <a:pt x="838" y="1185"/>
                      <a:pt x="689" y="1185"/>
                    </a:cubicBezTo>
                    <a:cubicBezTo>
                      <a:pt x="644" y="1185"/>
                      <a:pt x="595" y="1173"/>
                      <a:pt x="539" y="1145"/>
                    </a:cubicBezTo>
                    <a:cubicBezTo>
                      <a:pt x="300" y="1025"/>
                      <a:pt x="294" y="835"/>
                      <a:pt x="349" y="612"/>
                    </a:cubicBezTo>
                    <a:cubicBezTo>
                      <a:pt x="392" y="432"/>
                      <a:pt x="490" y="263"/>
                      <a:pt x="441" y="67"/>
                    </a:cubicBezTo>
                    <a:cubicBezTo>
                      <a:pt x="399" y="44"/>
                      <a:pt x="363" y="0"/>
                      <a:pt x="318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0" name="Google Shape;1880;p36"/>
              <p:cNvSpPr/>
              <p:nvPr/>
            </p:nvSpPr>
            <p:spPr>
              <a:xfrm>
                <a:off x="5272074" y="1765037"/>
                <a:ext cx="121591" cy="150768"/>
              </a:xfrm>
              <a:custGeom>
                <a:rect b="b" l="l" r="r" t="t"/>
                <a:pathLst>
                  <a:path extrusionOk="0" h="2532" w="2042">
                    <a:moveTo>
                      <a:pt x="77" y="0"/>
                    </a:moveTo>
                    <a:cubicBezTo>
                      <a:pt x="0" y="185"/>
                      <a:pt x="158" y="267"/>
                      <a:pt x="256" y="365"/>
                    </a:cubicBezTo>
                    <a:cubicBezTo>
                      <a:pt x="447" y="567"/>
                      <a:pt x="670" y="746"/>
                      <a:pt x="757" y="1029"/>
                    </a:cubicBezTo>
                    <a:cubicBezTo>
                      <a:pt x="882" y="1448"/>
                      <a:pt x="1144" y="1802"/>
                      <a:pt x="1345" y="2183"/>
                    </a:cubicBezTo>
                    <a:cubicBezTo>
                      <a:pt x="1454" y="2389"/>
                      <a:pt x="1627" y="2531"/>
                      <a:pt x="1860" y="2531"/>
                    </a:cubicBezTo>
                    <a:cubicBezTo>
                      <a:pt x="1917" y="2531"/>
                      <a:pt x="1978" y="2523"/>
                      <a:pt x="2042" y="2505"/>
                    </a:cubicBezTo>
                    <a:cubicBezTo>
                      <a:pt x="1465" y="2249"/>
                      <a:pt x="1252" y="1693"/>
                      <a:pt x="980" y="1198"/>
                    </a:cubicBezTo>
                    <a:cubicBezTo>
                      <a:pt x="735" y="752"/>
                      <a:pt x="485" y="316"/>
                      <a:pt x="77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1" name="Google Shape;1881;p36"/>
              <p:cNvSpPr/>
              <p:nvPr/>
            </p:nvSpPr>
            <p:spPr>
              <a:xfrm>
                <a:off x="6338904" y="3696776"/>
                <a:ext cx="75563" cy="48351"/>
              </a:xfrm>
              <a:custGeom>
                <a:rect b="b" l="l" r="r" t="t"/>
                <a:pathLst>
                  <a:path extrusionOk="0" h="812" w="1269">
                    <a:moveTo>
                      <a:pt x="665" y="0"/>
                    </a:moveTo>
                    <a:lnTo>
                      <a:pt x="665" y="0"/>
                    </a:lnTo>
                    <a:cubicBezTo>
                      <a:pt x="496" y="82"/>
                      <a:pt x="360" y="142"/>
                      <a:pt x="229" y="218"/>
                    </a:cubicBezTo>
                    <a:cubicBezTo>
                      <a:pt x="66" y="316"/>
                      <a:pt x="1" y="474"/>
                      <a:pt x="88" y="637"/>
                    </a:cubicBezTo>
                    <a:cubicBezTo>
                      <a:pt x="147" y="756"/>
                      <a:pt x="242" y="812"/>
                      <a:pt x="363" y="812"/>
                    </a:cubicBezTo>
                    <a:cubicBezTo>
                      <a:pt x="407" y="812"/>
                      <a:pt x="455" y="804"/>
                      <a:pt x="507" y="789"/>
                    </a:cubicBezTo>
                    <a:cubicBezTo>
                      <a:pt x="719" y="730"/>
                      <a:pt x="877" y="593"/>
                      <a:pt x="1051" y="479"/>
                    </a:cubicBezTo>
                    <a:cubicBezTo>
                      <a:pt x="1089" y="370"/>
                      <a:pt x="1269" y="338"/>
                      <a:pt x="1204" y="180"/>
                    </a:cubicBezTo>
                    <a:lnTo>
                      <a:pt x="1204" y="180"/>
                    </a:lnTo>
                    <a:cubicBezTo>
                      <a:pt x="910" y="201"/>
                      <a:pt x="692" y="457"/>
                      <a:pt x="387" y="463"/>
                    </a:cubicBezTo>
                    <a:cubicBezTo>
                      <a:pt x="420" y="272"/>
                      <a:pt x="648" y="223"/>
                      <a:pt x="665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2" name="Google Shape;1882;p36"/>
              <p:cNvSpPr/>
              <p:nvPr/>
            </p:nvSpPr>
            <p:spPr>
              <a:xfrm>
                <a:off x="5393310" y="1850605"/>
                <a:ext cx="47041" cy="62939"/>
              </a:xfrm>
              <a:custGeom>
                <a:rect b="b" l="l" r="r" t="t"/>
                <a:pathLst>
                  <a:path extrusionOk="0" h="1057" w="790">
                    <a:moveTo>
                      <a:pt x="271" y="1"/>
                    </a:moveTo>
                    <a:cubicBezTo>
                      <a:pt x="231" y="1"/>
                      <a:pt x="195" y="41"/>
                      <a:pt x="153" y="104"/>
                    </a:cubicBezTo>
                    <a:cubicBezTo>
                      <a:pt x="0" y="349"/>
                      <a:pt x="22" y="823"/>
                      <a:pt x="213" y="1057"/>
                    </a:cubicBezTo>
                    <a:cubicBezTo>
                      <a:pt x="409" y="861"/>
                      <a:pt x="115" y="578"/>
                      <a:pt x="343" y="382"/>
                    </a:cubicBezTo>
                    <a:lnTo>
                      <a:pt x="343" y="382"/>
                    </a:lnTo>
                    <a:cubicBezTo>
                      <a:pt x="447" y="452"/>
                      <a:pt x="485" y="594"/>
                      <a:pt x="621" y="638"/>
                    </a:cubicBezTo>
                    <a:cubicBezTo>
                      <a:pt x="658" y="651"/>
                      <a:pt x="692" y="662"/>
                      <a:pt x="719" y="662"/>
                    </a:cubicBezTo>
                    <a:cubicBezTo>
                      <a:pt x="760" y="662"/>
                      <a:pt x="787" y="637"/>
                      <a:pt x="790" y="556"/>
                    </a:cubicBezTo>
                    <a:cubicBezTo>
                      <a:pt x="654" y="403"/>
                      <a:pt x="512" y="251"/>
                      <a:pt x="387" y="88"/>
                    </a:cubicBezTo>
                    <a:cubicBezTo>
                      <a:pt x="341" y="27"/>
                      <a:pt x="304" y="1"/>
                      <a:pt x="271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3" name="Google Shape;1883;p36"/>
              <p:cNvSpPr/>
              <p:nvPr/>
            </p:nvSpPr>
            <p:spPr>
              <a:xfrm>
                <a:off x="6636814" y="3651520"/>
                <a:ext cx="27629" cy="68953"/>
              </a:xfrm>
              <a:custGeom>
                <a:rect b="b" l="l" r="r" t="t"/>
                <a:pathLst>
                  <a:path extrusionOk="0" h="1158" w="464">
                    <a:moveTo>
                      <a:pt x="124" y="0"/>
                    </a:moveTo>
                    <a:cubicBezTo>
                      <a:pt x="111" y="0"/>
                      <a:pt x="97" y="3"/>
                      <a:pt x="82" y="9"/>
                    </a:cubicBezTo>
                    <a:cubicBezTo>
                      <a:pt x="6" y="41"/>
                      <a:pt x="1" y="118"/>
                      <a:pt x="28" y="188"/>
                    </a:cubicBezTo>
                    <a:cubicBezTo>
                      <a:pt x="137" y="504"/>
                      <a:pt x="44" y="836"/>
                      <a:pt x="82" y="1157"/>
                    </a:cubicBezTo>
                    <a:cubicBezTo>
                      <a:pt x="387" y="983"/>
                      <a:pt x="463" y="608"/>
                      <a:pt x="295" y="101"/>
                    </a:cubicBezTo>
                    <a:cubicBezTo>
                      <a:pt x="235" y="78"/>
                      <a:pt x="194" y="0"/>
                      <a:pt x="124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4" name="Google Shape;1884;p36"/>
              <p:cNvSpPr/>
              <p:nvPr/>
            </p:nvSpPr>
            <p:spPr>
              <a:xfrm>
                <a:off x="5456787" y="1857274"/>
                <a:ext cx="32869" cy="45016"/>
              </a:xfrm>
              <a:custGeom>
                <a:rect b="b" l="l" r="r" t="t"/>
                <a:pathLst>
                  <a:path extrusionOk="0" h="756" w="552">
                    <a:moveTo>
                      <a:pt x="103" y="1"/>
                    </a:moveTo>
                    <a:cubicBezTo>
                      <a:pt x="34" y="1"/>
                      <a:pt x="0" y="73"/>
                      <a:pt x="7" y="232"/>
                    </a:cubicBezTo>
                    <a:cubicBezTo>
                      <a:pt x="12" y="346"/>
                      <a:pt x="12" y="466"/>
                      <a:pt x="12" y="580"/>
                    </a:cubicBezTo>
                    <a:cubicBezTo>
                      <a:pt x="86" y="584"/>
                      <a:pt x="137" y="755"/>
                      <a:pt x="189" y="755"/>
                    </a:cubicBezTo>
                    <a:cubicBezTo>
                      <a:pt x="206" y="755"/>
                      <a:pt x="223" y="736"/>
                      <a:pt x="241" y="683"/>
                    </a:cubicBezTo>
                    <a:cubicBezTo>
                      <a:pt x="283" y="566"/>
                      <a:pt x="335" y="537"/>
                      <a:pt x="394" y="537"/>
                    </a:cubicBezTo>
                    <a:cubicBezTo>
                      <a:pt x="442" y="537"/>
                      <a:pt x="495" y="556"/>
                      <a:pt x="551" y="564"/>
                    </a:cubicBezTo>
                    <a:cubicBezTo>
                      <a:pt x="475" y="302"/>
                      <a:pt x="475" y="302"/>
                      <a:pt x="290" y="95"/>
                    </a:cubicBezTo>
                    <a:cubicBezTo>
                      <a:pt x="213" y="34"/>
                      <a:pt x="150" y="1"/>
                      <a:pt x="103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5" name="Google Shape;1885;p36"/>
              <p:cNvSpPr/>
              <p:nvPr/>
            </p:nvSpPr>
            <p:spPr>
              <a:xfrm>
                <a:off x="7282235" y="259947"/>
                <a:ext cx="45433" cy="47338"/>
              </a:xfrm>
              <a:custGeom>
                <a:rect b="b" l="l" r="r" t="t"/>
                <a:pathLst>
                  <a:path extrusionOk="0" h="795" w="763">
                    <a:moveTo>
                      <a:pt x="763" y="0"/>
                    </a:moveTo>
                    <a:cubicBezTo>
                      <a:pt x="507" y="267"/>
                      <a:pt x="251" y="528"/>
                      <a:pt x="1" y="795"/>
                    </a:cubicBezTo>
                    <a:cubicBezTo>
                      <a:pt x="409" y="724"/>
                      <a:pt x="665" y="457"/>
                      <a:pt x="763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6" name="Google Shape;1886;p36"/>
              <p:cNvSpPr/>
              <p:nvPr/>
            </p:nvSpPr>
            <p:spPr>
              <a:xfrm>
                <a:off x="8214252" y="3561248"/>
                <a:ext cx="23699" cy="49661"/>
              </a:xfrm>
              <a:custGeom>
                <a:rect b="b" l="l" r="r" t="t"/>
                <a:pathLst>
                  <a:path extrusionOk="0" h="834" w="398">
                    <a:moveTo>
                      <a:pt x="397" y="0"/>
                    </a:moveTo>
                    <a:lnTo>
                      <a:pt x="397" y="0"/>
                    </a:lnTo>
                    <a:cubicBezTo>
                      <a:pt x="142" y="218"/>
                      <a:pt x="87" y="490"/>
                      <a:pt x="0" y="833"/>
                    </a:cubicBezTo>
                    <a:cubicBezTo>
                      <a:pt x="251" y="567"/>
                      <a:pt x="354" y="322"/>
                      <a:pt x="397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7" name="Google Shape;1887;p36"/>
              <p:cNvSpPr/>
              <p:nvPr/>
            </p:nvSpPr>
            <p:spPr>
              <a:xfrm>
                <a:off x="5927559" y="1849652"/>
                <a:ext cx="27272" cy="16911"/>
              </a:xfrm>
              <a:custGeom>
                <a:rect b="b" l="l" r="r" t="t"/>
                <a:pathLst>
                  <a:path extrusionOk="0" h="284" w="458">
                    <a:moveTo>
                      <a:pt x="158" y="0"/>
                    </a:moveTo>
                    <a:cubicBezTo>
                      <a:pt x="109" y="38"/>
                      <a:pt x="16" y="76"/>
                      <a:pt x="11" y="120"/>
                    </a:cubicBezTo>
                    <a:cubicBezTo>
                      <a:pt x="0" y="202"/>
                      <a:pt x="98" y="207"/>
                      <a:pt x="163" y="218"/>
                    </a:cubicBezTo>
                    <a:cubicBezTo>
                      <a:pt x="261" y="245"/>
                      <a:pt x="359" y="262"/>
                      <a:pt x="457" y="283"/>
                    </a:cubicBezTo>
                    <a:cubicBezTo>
                      <a:pt x="414" y="125"/>
                      <a:pt x="202" y="158"/>
                      <a:pt x="158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8" name="Google Shape;1888;p36"/>
              <p:cNvSpPr/>
              <p:nvPr/>
            </p:nvSpPr>
            <p:spPr>
              <a:xfrm>
                <a:off x="6766505" y="578936"/>
                <a:ext cx="1788791" cy="2144335"/>
              </a:xfrm>
              <a:custGeom>
                <a:rect b="b" l="l" r="r" t="t"/>
                <a:pathLst>
                  <a:path extrusionOk="0" h="36012" w="30041">
                    <a:moveTo>
                      <a:pt x="15832" y="1"/>
                    </a:moveTo>
                    <a:cubicBezTo>
                      <a:pt x="15774" y="1"/>
                      <a:pt x="15736" y="72"/>
                      <a:pt x="15695" y="109"/>
                    </a:cubicBezTo>
                    <a:cubicBezTo>
                      <a:pt x="15211" y="506"/>
                      <a:pt x="14650" y="735"/>
                      <a:pt x="14035" y="827"/>
                    </a:cubicBezTo>
                    <a:cubicBezTo>
                      <a:pt x="13458" y="920"/>
                      <a:pt x="12875" y="1002"/>
                      <a:pt x="12298" y="1094"/>
                    </a:cubicBezTo>
                    <a:cubicBezTo>
                      <a:pt x="12021" y="1143"/>
                      <a:pt x="11770" y="1219"/>
                      <a:pt x="11536" y="1415"/>
                    </a:cubicBezTo>
                    <a:cubicBezTo>
                      <a:pt x="11237" y="1671"/>
                      <a:pt x="10992" y="2009"/>
                      <a:pt x="10567" y="2096"/>
                    </a:cubicBezTo>
                    <a:cubicBezTo>
                      <a:pt x="10330" y="2141"/>
                      <a:pt x="10098" y="2168"/>
                      <a:pt x="9869" y="2168"/>
                    </a:cubicBezTo>
                    <a:cubicBezTo>
                      <a:pt x="9486" y="2168"/>
                      <a:pt x="9113" y="2092"/>
                      <a:pt x="8749" y="1894"/>
                    </a:cubicBezTo>
                    <a:cubicBezTo>
                      <a:pt x="7987" y="1475"/>
                      <a:pt x="7181" y="1154"/>
                      <a:pt x="6315" y="985"/>
                    </a:cubicBezTo>
                    <a:cubicBezTo>
                      <a:pt x="6187" y="960"/>
                      <a:pt x="6070" y="947"/>
                      <a:pt x="5962" y="947"/>
                    </a:cubicBezTo>
                    <a:cubicBezTo>
                      <a:pt x="5580" y="947"/>
                      <a:pt x="5304" y="1111"/>
                      <a:pt x="5041" y="1497"/>
                    </a:cubicBezTo>
                    <a:cubicBezTo>
                      <a:pt x="4938" y="1649"/>
                      <a:pt x="4840" y="1813"/>
                      <a:pt x="4715" y="1954"/>
                    </a:cubicBezTo>
                    <a:cubicBezTo>
                      <a:pt x="4268" y="2477"/>
                      <a:pt x="3642" y="2466"/>
                      <a:pt x="3032" y="2510"/>
                    </a:cubicBezTo>
                    <a:cubicBezTo>
                      <a:pt x="3022" y="2510"/>
                      <a:pt x="3011" y="2511"/>
                      <a:pt x="3000" y="2511"/>
                    </a:cubicBezTo>
                    <a:cubicBezTo>
                      <a:pt x="2957" y="2511"/>
                      <a:pt x="2909" y="2505"/>
                      <a:pt x="2863" y="2505"/>
                    </a:cubicBezTo>
                    <a:cubicBezTo>
                      <a:pt x="2785" y="2505"/>
                      <a:pt x="2715" y="2522"/>
                      <a:pt x="2690" y="2613"/>
                    </a:cubicBezTo>
                    <a:cubicBezTo>
                      <a:pt x="2651" y="2771"/>
                      <a:pt x="2777" y="2918"/>
                      <a:pt x="2924" y="2967"/>
                    </a:cubicBezTo>
                    <a:cubicBezTo>
                      <a:pt x="3669" y="3250"/>
                      <a:pt x="4415" y="3544"/>
                      <a:pt x="5216" y="3647"/>
                    </a:cubicBezTo>
                    <a:cubicBezTo>
                      <a:pt x="5771" y="3718"/>
                      <a:pt x="6332" y="3783"/>
                      <a:pt x="6887" y="3876"/>
                    </a:cubicBezTo>
                    <a:cubicBezTo>
                      <a:pt x="7045" y="3898"/>
                      <a:pt x="7203" y="3990"/>
                      <a:pt x="7235" y="4181"/>
                    </a:cubicBezTo>
                    <a:cubicBezTo>
                      <a:pt x="7257" y="4301"/>
                      <a:pt x="7186" y="4388"/>
                      <a:pt x="7094" y="4448"/>
                    </a:cubicBezTo>
                    <a:cubicBezTo>
                      <a:pt x="7047" y="4480"/>
                      <a:pt x="7005" y="4493"/>
                      <a:pt x="6965" y="4493"/>
                    </a:cubicBezTo>
                    <a:cubicBezTo>
                      <a:pt x="6877" y="4493"/>
                      <a:pt x="6800" y="4431"/>
                      <a:pt x="6718" y="4371"/>
                    </a:cubicBezTo>
                    <a:cubicBezTo>
                      <a:pt x="6639" y="4307"/>
                      <a:pt x="6549" y="4263"/>
                      <a:pt x="6463" y="4263"/>
                    </a:cubicBezTo>
                    <a:cubicBezTo>
                      <a:pt x="6388" y="4263"/>
                      <a:pt x="6316" y="4296"/>
                      <a:pt x="6255" y="4377"/>
                    </a:cubicBezTo>
                    <a:cubicBezTo>
                      <a:pt x="6114" y="4556"/>
                      <a:pt x="6152" y="4774"/>
                      <a:pt x="6310" y="4921"/>
                    </a:cubicBezTo>
                    <a:cubicBezTo>
                      <a:pt x="6462" y="5063"/>
                      <a:pt x="6631" y="5193"/>
                      <a:pt x="6860" y="5215"/>
                    </a:cubicBezTo>
                    <a:cubicBezTo>
                      <a:pt x="6983" y="5226"/>
                      <a:pt x="7106" y="5231"/>
                      <a:pt x="7227" y="5231"/>
                    </a:cubicBezTo>
                    <a:cubicBezTo>
                      <a:pt x="7798" y="5231"/>
                      <a:pt x="8352" y="5118"/>
                      <a:pt x="8890" y="4916"/>
                    </a:cubicBezTo>
                    <a:cubicBezTo>
                      <a:pt x="9373" y="4732"/>
                      <a:pt x="9827" y="4485"/>
                      <a:pt x="10342" y="4485"/>
                    </a:cubicBezTo>
                    <a:cubicBezTo>
                      <a:pt x="10558" y="4485"/>
                      <a:pt x="10785" y="4529"/>
                      <a:pt x="11030" y="4638"/>
                    </a:cubicBezTo>
                    <a:cubicBezTo>
                      <a:pt x="11814" y="4987"/>
                      <a:pt x="11966" y="5346"/>
                      <a:pt x="11394" y="5977"/>
                    </a:cubicBezTo>
                    <a:cubicBezTo>
                      <a:pt x="10850" y="6576"/>
                      <a:pt x="10458" y="7208"/>
                      <a:pt x="10828" y="8101"/>
                    </a:cubicBezTo>
                    <a:cubicBezTo>
                      <a:pt x="11128" y="8825"/>
                      <a:pt x="11171" y="9630"/>
                      <a:pt x="10954" y="10382"/>
                    </a:cubicBezTo>
                    <a:cubicBezTo>
                      <a:pt x="10752" y="11095"/>
                      <a:pt x="10703" y="11753"/>
                      <a:pt x="11003" y="12439"/>
                    </a:cubicBezTo>
                    <a:cubicBezTo>
                      <a:pt x="11122" y="12706"/>
                      <a:pt x="11149" y="13006"/>
                      <a:pt x="11139" y="13305"/>
                    </a:cubicBezTo>
                    <a:cubicBezTo>
                      <a:pt x="11126" y="13645"/>
                      <a:pt x="11063" y="13777"/>
                      <a:pt x="10836" y="13777"/>
                    </a:cubicBezTo>
                    <a:cubicBezTo>
                      <a:pt x="10766" y="13777"/>
                      <a:pt x="10679" y="13764"/>
                      <a:pt x="10572" y="13740"/>
                    </a:cubicBezTo>
                    <a:cubicBezTo>
                      <a:pt x="10164" y="13648"/>
                      <a:pt x="9756" y="13561"/>
                      <a:pt x="9353" y="13474"/>
                    </a:cubicBezTo>
                    <a:cubicBezTo>
                      <a:pt x="9331" y="13501"/>
                      <a:pt x="9309" y="13528"/>
                      <a:pt x="9288" y="13555"/>
                    </a:cubicBezTo>
                    <a:cubicBezTo>
                      <a:pt x="9957" y="14013"/>
                      <a:pt x="10317" y="14731"/>
                      <a:pt x="10850" y="15308"/>
                    </a:cubicBezTo>
                    <a:cubicBezTo>
                      <a:pt x="11258" y="15744"/>
                      <a:pt x="11716" y="16136"/>
                      <a:pt x="12048" y="16642"/>
                    </a:cubicBezTo>
                    <a:cubicBezTo>
                      <a:pt x="12500" y="17339"/>
                      <a:pt x="12821" y="18101"/>
                      <a:pt x="13104" y="18874"/>
                    </a:cubicBezTo>
                    <a:cubicBezTo>
                      <a:pt x="13333" y="19506"/>
                      <a:pt x="13436" y="20164"/>
                      <a:pt x="13403" y="20845"/>
                    </a:cubicBezTo>
                    <a:cubicBezTo>
                      <a:pt x="13392" y="21003"/>
                      <a:pt x="13354" y="21133"/>
                      <a:pt x="13196" y="21177"/>
                    </a:cubicBezTo>
                    <a:cubicBezTo>
                      <a:pt x="13173" y="21184"/>
                      <a:pt x="13153" y="21188"/>
                      <a:pt x="13134" y="21188"/>
                    </a:cubicBezTo>
                    <a:cubicBezTo>
                      <a:pt x="13016" y="21188"/>
                      <a:pt x="12977" y="21053"/>
                      <a:pt x="12930" y="20959"/>
                    </a:cubicBezTo>
                    <a:cubicBezTo>
                      <a:pt x="12755" y="20622"/>
                      <a:pt x="12521" y="20328"/>
                      <a:pt x="12266" y="20050"/>
                    </a:cubicBezTo>
                    <a:cubicBezTo>
                      <a:pt x="12138" y="19908"/>
                      <a:pt x="11989" y="19801"/>
                      <a:pt x="11816" y="19801"/>
                    </a:cubicBezTo>
                    <a:cubicBezTo>
                      <a:pt x="11724" y="19801"/>
                      <a:pt x="11626" y="19831"/>
                      <a:pt x="11520" y="19903"/>
                    </a:cubicBezTo>
                    <a:cubicBezTo>
                      <a:pt x="11322" y="20033"/>
                      <a:pt x="11099" y="20074"/>
                      <a:pt x="10865" y="20074"/>
                    </a:cubicBezTo>
                    <a:cubicBezTo>
                      <a:pt x="10835" y="20074"/>
                      <a:pt x="10804" y="20073"/>
                      <a:pt x="10774" y="20072"/>
                    </a:cubicBezTo>
                    <a:cubicBezTo>
                      <a:pt x="10661" y="20067"/>
                      <a:pt x="10546" y="20057"/>
                      <a:pt x="10433" y="20057"/>
                    </a:cubicBezTo>
                    <a:cubicBezTo>
                      <a:pt x="10311" y="20057"/>
                      <a:pt x="10190" y="20068"/>
                      <a:pt x="10072" y="20104"/>
                    </a:cubicBezTo>
                    <a:cubicBezTo>
                      <a:pt x="9990" y="20128"/>
                      <a:pt x="9911" y="20139"/>
                      <a:pt x="9835" y="20139"/>
                    </a:cubicBezTo>
                    <a:cubicBezTo>
                      <a:pt x="9606" y="20139"/>
                      <a:pt x="9402" y="20041"/>
                      <a:pt x="9222" y="19881"/>
                    </a:cubicBezTo>
                    <a:cubicBezTo>
                      <a:pt x="8274" y="19053"/>
                      <a:pt x="7224" y="18667"/>
                      <a:pt x="6080" y="18667"/>
                    </a:cubicBezTo>
                    <a:cubicBezTo>
                      <a:pt x="5661" y="18667"/>
                      <a:pt x="5229" y="18719"/>
                      <a:pt x="4785" y="18820"/>
                    </a:cubicBezTo>
                    <a:cubicBezTo>
                      <a:pt x="4399" y="18907"/>
                      <a:pt x="4323" y="19037"/>
                      <a:pt x="4426" y="19429"/>
                    </a:cubicBezTo>
                    <a:cubicBezTo>
                      <a:pt x="4459" y="19538"/>
                      <a:pt x="4513" y="19647"/>
                      <a:pt x="4568" y="19751"/>
                    </a:cubicBezTo>
                    <a:cubicBezTo>
                      <a:pt x="4726" y="20050"/>
                      <a:pt x="4894" y="20349"/>
                      <a:pt x="5052" y="20654"/>
                    </a:cubicBezTo>
                    <a:cubicBezTo>
                      <a:pt x="5172" y="20872"/>
                      <a:pt x="5139" y="21041"/>
                      <a:pt x="4916" y="21193"/>
                    </a:cubicBezTo>
                    <a:cubicBezTo>
                      <a:pt x="4535" y="21455"/>
                      <a:pt x="4404" y="21896"/>
                      <a:pt x="4519" y="22342"/>
                    </a:cubicBezTo>
                    <a:cubicBezTo>
                      <a:pt x="4660" y="22886"/>
                      <a:pt x="5079" y="23202"/>
                      <a:pt x="5471" y="23534"/>
                    </a:cubicBezTo>
                    <a:cubicBezTo>
                      <a:pt x="6043" y="24019"/>
                      <a:pt x="6631" y="24481"/>
                      <a:pt x="7213" y="24961"/>
                    </a:cubicBezTo>
                    <a:cubicBezTo>
                      <a:pt x="6955" y="25006"/>
                      <a:pt x="6708" y="25025"/>
                      <a:pt x="6464" y="25025"/>
                    </a:cubicBezTo>
                    <a:cubicBezTo>
                      <a:pt x="6357" y="25025"/>
                      <a:pt x="6252" y="25022"/>
                      <a:pt x="6146" y="25015"/>
                    </a:cubicBezTo>
                    <a:cubicBezTo>
                      <a:pt x="6128" y="25014"/>
                      <a:pt x="6110" y="25013"/>
                      <a:pt x="6092" y="25013"/>
                    </a:cubicBezTo>
                    <a:cubicBezTo>
                      <a:pt x="5874" y="25013"/>
                      <a:pt x="5709" y="25106"/>
                      <a:pt x="5613" y="25287"/>
                    </a:cubicBezTo>
                    <a:cubicBezTo>
                      <a:pt x="5286" y="25875"/>
                      <a:pt x="4747" y="26153"/>
                      <a:pt x="4149" y="26376"/>
                    </a:cubicBezTo>
                    <a:cubicBezTo>
                      <a:pt x="3169" y="26735"/>
                      <a:pt x="2793" y="27301"/>
                      <a:pt x="2782" y="28358"/>
                    </a:cubicBezTo>
                    <a:cubicBezTo>
                      <a:pt x="2777" y="29065"/>
                      <a:pt x="2548" y="29381"/>
                      <a:pt x="1867" y="29533"/>
                    </a:cubicBezTo>
                    <a:cubicBezTo>
                      <a:pt x="1432" y="29631"/>
                      <a:pt x="986" y="29664"/>
                      <a:pt x="550" y="29746"/>
                    </a:cubicBezTo>
                    <a:cubicBezTo>
                      <a:pt x="76" y="29833"/>
                      <a:pt x="0" y="29942"/>
                      <a:pt x="142" y="30421"/>
                    </a:cubicBezTo>
                    <a:cubicBezTo>
                      <a:pt x="370" y="31210"/>
                      <a:pt x="762" y="31945"/>
                      <a:pt x="1345" y="32506"/>
                    </a:cubicBezTo>
                    <a:cubicBezTo>
                      <a:pt x="1971" y="33105"/>
                      <a:pt x="2499" y="33763"/>
                      <a:pt x="2945" y="34498"/>
                    </a:cubicBezTo>
                    <a:cubicBezTo>
                      <a:pt x="3103" y="34520"/>
                      <a:pt x="3174" y="34656"/>
                      <a:pt x="3277" y="34743"/>
                    </a:cubicBezTo>
                    <a:cubicBezTo>
                      <a:pt x="3724" y="35124"/>
                      <a:pt x="4132" y="35538"/>
                      <a:pt x="4649" y="35832"/>
                    </a:cubicBezTo>
                    <a:cubicBezTo>
                      <a:pt x="4832" y="35935"/>
                      <a:pt x="5004" y="36012"/>
                      <a:pt x="5169" y="36012"/>
                    </a:cubicBezTo>
                    <a:cubicBezTo>
                      <a:pt x="5327" y="36012"/>
                      <a:pt x="5480" y="35940"/>
                      <a:pt x="5629" y="35750"/>
                    </a:cubicBezTo>
                    <a:cubicBezTo>
                      <a:pt x="5733" y="35614"/>
                      <a:pt x="5901" y="35533"/>
                      <a:pt x="6038" y="35424"/>
                    </a:cubicBezTo>
                    <a:cubicBezTo>
                      <a:pt x="5809" y="34335"/>
                      <a:pt x="5569" y="33241"/>
                      <a:pt x="5074" y="32234"/>
                    </a:cubicBezTo>
                    <a:cubicBezTo>
                      <a:pt x="4720" y="31520"/>
                      <a:pt x="4508" y="30780"/>
                      <a:pt x="4388" y="29991"/>
                    </a:cubicBezTo>
                    <a:cubicBezTo>
                      <a:pt x="4192" y="28619"/>
                      <a:pt x="4524" y="27470"/>
                      <a:pt x="5635" y="26605"/>
                    </a:cubicBezTo>
                    <a:cubicBezTo>
                      <a:pt x="6034" y="26295"/>
                      <a:pt x="6472" y="26126"/>
                      <a:pt x="6930" y="26126"/>
                    </a:cubicBezTo>
                    <a:cubicBezTo>
                      <a:pt x="7189" y="26126"/>
                      <a:pt x="7456" y="26180"/>
                      <a:pt x="7725" y="26294"/>
                    </a:cubicBezTo>
                    <a:cubicBezTo>
                      <a:pt x="9478" y="27040"/>
                      <a:pt x="10850" y="28270"/>
                      <a:pt x="12026" y="29746"/>
                    </a:cubicBezTo>
                    <a:cubicBezTo>
                      <a:pt x="12129" y="29882"/>
                      <a:pt x="12195" y="30067"/>
                      <a:pt x="12429" y="30170"/>
                    </a:cubicBezTo>
                    <a:cubicBezTo>
                      <a:pt x="12276" y="29648"/>
                      <a:pt x="12053" y="29223"/>
                      <a:pt x="11835" y="28799"/>
                    </a:cubicBezTo>
                    <a:cubicBezTo>
                      <a:pt x="11487" y="28123"/>
                      <a:pt x="11035" y="27497"/>
                      <a:pt x="10817" y="26752"/>
                    </a:cubicBezTo>
                    <a:cubicBezTo>
                      <a:pt x="10725" y="26436"/>
                      <a:pt x="10545" y="26153"/>
                      <a:pt x="10338" y="25891"/>
                    </a:cubicBezTo>
                    <a:cubicBezTo>
                      <a:pt x="9402" y="24677"/>
                      <a:pt x="8934" y="23208"/>
                      <a:pt x="8139" y="21912"/>
                    </a:cubicBezTo>
                    <a:cubicBezTo>
                      <a:pt x="7987" y="21656"/>
                      <a:pt x="8134" y="21406"/>
                      <a:pt x="8422" y="21313"/>
                    </a:cubicBezTo>
                    <a:cubicBezTo>
                      <a:pt x="8526" y="21279"/>
                      <a:pt x="8627" y="21264"/>
                      <a:pt x="8727" y="21264"/>
                    </a:cubicBezTo>
                    <a:cubicBezTo>
                      <a:pt x="8929" y="21264"/>
                      <a:pt x="9123" y="21327"/>
                      <a:pt x="9309" y="21422"/>
                    </a:cubicBezTo>
                    <a:cubicBezTo>
                      <a:pt x="10360" y="21955"/>
                      <a:pt x="11509" y="22211"/>
                      <a:pt x="12576" y="22723"/>
                    </a:cubicBezTo>
                    <a:cubicBezTo>
                      <a:pt x="13550" y="23191"/>
                      <a:pt x="14345" y="23812"/>
                      <a:pt x="15058" y="24579"/>
                    </a:cubicBezTo>
                    <a:cubicBezTo>
                      <a:pt x="15222" y="24759"/>
                      <a:pt x="15390" y="24922"/>
                      <a:pt x="15619" y="24988"/>
                    </a:cubicBezTo>
                    <a:cubicBezTo>
                      <a:pt x="16806" y="25331"/>
                      <a:pt x="18003" y="25592"/>
                      <a:pt x="19212" y="25837"/>
                    </a:cubicBezTo>
                    <a:cubicBezTo>
                      <a:pt x="19247" y="25844"/>
                      <a:pt x="19276" y="25848"/>
                      <a:pt x="19301" y="25848"/>
                    </a:cubicBezTo>
                    <a:cubicBezTo>
                      <a:pt x="19426" y="25848"/>
                      <a:pt x="19438" y="25762"/>
                      <a:pt x="19397" y="25630"/>
                    </a:cubicBezTo>
                    <a:cubicBezTo>
                      <a:pt x="19364" y="25532"/>
                      <a:pt x="19294" y="25450"/>
                      <a:pt x="19239" y="25358"/>
                    </a:cubicBezTo>
                    <a:cubicBezTo>
                      <a:pt x="18777" y="24612"/>
                      <a:pt x="18216" y="23921"/>
                      <a:pt x="17802" y="23142"/>
                    </a:cubicBezTo>
                    <a:cubicBezTo>
                      <a:pt x="17334" y="22271"/>
                      <a:pt x="17094" y="21324"/>
                      <a:pt x="16773" y="20404"/>
                    </a:cubicBezTo>
                    <a:cubicBezTo>
                      <a:pt x="16463" y="19500"/>
                      <a:pt x="16376" y="18548"/>
                      <a:pt x="16653" y="17600"/>
                    </a:cubicBezTo>
                    <a:cubicBezTo>
                      <a:pt x="16795" y="17116"/>
                      <a:pt x="16768" y="16620"/>
                      <a:pt x="16648" y="16136"/>
                    </a:cubicBezTo>
                    <a:cubicBezTo>
                      <a:pt x="16414" y="15134"/>
                      <a:pt x="16038" y="14247"/>
                      <a:pt x="14988" y="13795"/>
                    </a:cubicBezTo>
                    <a:cubicBezTo>
                      <a:pt x="14416" y="13550"/>
                      <a:pt x="14280" y="12510"/>
                      <a:pt x="14547" y="12042"/>
                    </a:cubicBezTo>
                    <a:cubicBezTo>
                      <a:pt x="14628" y="11907"/>
                      <a:pt x="14719" y="11823"/>
                      <a:pt x="14840" y="11823"/>
                    </a:cubicBezTo>
                    <a:cubicBezTo>
                      <a:pt x="14905" y="11823"/>
                      <a:pt x="14978" y="11847"/>
                      <a:pt x="15064" y="11900"/>
                    </a:cubicBezTo>
                    <a:cubicBezTo>
                      <a:pt x="15434" y="12134"/>
                      <a:pt x="15706" y="12450"/>
                      <a:pt x="15929" y="12815"/>
                    </a:cubicBezTo>
                    <a:cubicBezTo>
                      <a:pt x="16163" y="13196"/>
                      <a:pt x="16501" y="13436"/>
                      <a:pt x="16931" y="13539"/>
                    </a:cubicBezTo>
                    <a:cubicBezTo>
                      <a:pt x="16981" y="13552"/>
                      <a:pt x="17029" y="13563"/>
                      <a:pt x="17070" y="13563"/>
                    </a:cubicBezTo>
                    <a:cubicBezTo>
                      <a:pt x="17161" y="13563"/>
                      <a:pt x="17214" y="13510"/>
                      <a:pt x="17165" y="13321"/>
                    </a:cubicBezTo>
                    <a:cubicBezTo>
                      <a:pt x="17122" y="13136"/>
                      <a:pt x="17056" y="12940"/>
                      <a:pt x="17078" y="12733"/>
                    </a:cubicBezTo>
                    <a:cubicBezTo>
                      <a:pt x="17105" y="12516"/>
                      <a:pt x="17203" y="12379"/>
                      <a:pt x="17426" y="12363"/>
                    </a:cubicBezTo>
                    <a:cubicBezTo>
                      <a:pt x="17938" y="12330"/>
                      <a:pt x="18156" y="12053"/>
                      <a:pt x="18052" y="11547"/>
                    </a:cubicBezTo>
                    <a:cubicBezTo>
                      <a:pt x="17987" y="11236"/>
                      <a:pt x="17916" y="10931"/>
                      <a:pt x="17818" y="10627"/>
                    </a:cubicBezTo>
                    <a:cubicBezTo>
                      <a:pt x="17720" y="10305"/>
                      <a:pt x="17824" y="9979"/>
                      <a:pt x="18058" y="9755"/>
                    </a:cubicBezTo>
                    <a:cubicBezTo>
                      <a:pt x="18133" y="9685"/>
                      <a:pt x="18208" y="9658"/>
                      <a:pt x="18282" y="9658"/>
                    </a:cubicBezTo>
                    <a:cubicBezTo>
                      <a:pt x="18448" y="9658"/>
                      <a:pt x="18608" y="9796"/>
                      <a:pt x="18755" y="9886"/>
                    </a:cubicBezTo>
                    <a:cubicBezTo>
                      <a:pt x="19392" y="10262"/>
                      <a:pt x="20110" y="10327"/>
                      <a:pt x="20813" y="10441"/>
                    </a:cubicBezTo>
                    <a:cubicBezTo>
                      <a:pt x="20829" y="10444"/>
                      <a:pt x="20845" y="10446"/>
                      <a:pt x="20861" y="10446"/>
                    </a:cubicBezTo>
                    <a:cubicBezTo>
                      <a:pt x="20961" y="10446"/>
                      <a:pt x="21052" y="10393"/>
                      <a:pt x="21150" y="10360"/>
                    </a:cubicBezTo>
                    <a:cubicBezTo>
                      <a:pt x="21733" y="10169"/>
                      <a:pt x="22233" y="9815"/>
                      <a:pt x="22805" y="9587"/>
                    </a:cubicBezTo>
                    <a:cubicBezTo>
                      <a:pt x="23409" y="9347"/>
                      <a:pt x="23986" y="9075"/>
                      <a:pt x="24204" y="8324"/>
                    </a:cubicBezTo>
                    <a:cubicBezTo>
                      <a:pt x="24479" y="7375"/>
                      <a:pt x="25644" y="6682"/>
                      <a:pt x="26675" y="6682"/>
                    </a:cubicBezTo>
                    <a:cubicBezTo>
                      <a:pt x="26809" y="6682"/>
                      <a:pt x="26940" y="6693"/>
                      <a:pt x="27068" y="6718"/>
                    </a:cubicBezTo>
                    <a:cubicBezTo>
                      <a:pt x="27638" y="6828"/>
                      <a:pt x="28215" y="6875"/>
                      <a:pt x="28796" y="6875"/>
                    </a:cubicBezTo>
                    <a:cubicBezTo>
                      <a:pt x="29130" y="6875"/>
                      <a:pt x="29465" y="6860"/>
                      <a:pt x="29801" y="6832"/>
                    </a:cubicBezTo>
                    <a:cubicBezTo>
                      <a:pt x="29964" y="6816"/>
                      <a:pt x="30040" y="6778"/>
                      <a:pt x="29910" y="6593"/>
                    </a:cubicBezTo>
                    <a:cubicBezTo>
                      <a:pt x="29643" y="6228"/>
                      <a:pt x="29332" y="5912"/>
                      <a:pt x="28919" y="5711"/>
                    </a:cubicBezTo>
                    <a:cubicBezTo>
                      <a:pt x="28347" y="5438"/>
                      <a:pt x="27781" y="5144"/>
                      <a:pt x="27198" y="4889"/>
                    </a:cubicBezTo>
                    <a:cubicBezTo>
                      <a:pt x="26621" y="4633"/>
                      <a:pt x="26022" y="4431"/>
                      <a:pt x="25386" y="4350"/>
                    </a:cubicBezTo>
                    <a:cubicBezTo>
                      <a:pt x="24280" y="4203"/>
                      <a:pt x="23192" y="3958"/>
                      <a:pt x="22135" y="3631"/>
                    </a:cubicBezTo>
                    <a:cubicBezTo>
                      <a:pt x="21368" y="3391"/>
                      <a:pt x="20682" y="2912"/>
                      <a:pt x="19909" y="2657"/>
                    </a:cubicBezTo>
                    <a:cubicBezTo>
                      <a:pt x="18880" y="2308"/>
                      <a:pt x="17944" y="1845"/>
                      <a:pt x="17279" y="920"/>
                    </a:cubicBezTo>
                    <a:cubicBezTo>
                      <a:pt x="16947" y="463"/>
                      <a:pt x="16332" y="365"/>
                      <a:pt x="15897" y="27"/>
                    </a:cubicBezTo>
                    <a:cubicBezTo>
                      <a:pt x="15873" y="8"/>
                      <a:pt x="15851" y="1"/>
                      <a:pt x="15832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9" name="Google Shape;1889;p36"/>
              <p:cNvSpPr/>
              <p:nvPr/>
            </p:nvSpPr>
            <p:spPr>
              <a:xfrm>
                <a:off x="5943398" y="1002369"/>
                <a:ext cx="608550" cy="1353279"/>
              </a:xfrm>
              <a:custGeom>
                <a:rect b="b" l="l" r="r" t="t"/>
                <a:pathLst>
                  <a:path extrusionOk="0" h="22727" w="10220">
                    <a:moveTo>
                      <a:pt x="366" y="1"/>
                    </a:moveTo>
                    <a:cubicBezTo>
                      <a:pt x="282" y="1"/>
                      <a:pt x="204" y="76"/>
                      <a:pt x="137" y="162"/>
                    </a:cubicBezTo>
                    <a:cubicBezTo>
                      <a:pt x="1" y="336"/>
                      <a:pt x="17" y="532"/>
                      <a:pt x="115" y="728"/>
                    </a:cubicBezTo>
                    <a:cubicBezTo>
                      <a:pt x="377" y="1256"/>
                      <a:pt x="654" y="1773"/>
                      <a:pt x="1117" y="2171"/>
                    </a:cubicBezTo>
                    <a:cubicBezTo>
                      <a:pt x="1378" y="2394"/>
                      <a:pt x="1585" y="2661"/>
                      <a:pt x="1765" y="2955"/>
                    </a:cubicBezTo>
                    <a:cubicBezTo>
                      <a:pt x="2042" y="3412"/>
                      <a:pt x="2369" y="3826"/>
                      <a:pt x="2826" y="4125"/>
                    </a:cubicBezTo>
                    <a:cubicBezTo>
                      <a:pt x="3022" y="4250"/>
                      <a:pt x="3186" y="4430"/>
                      <a:pt x="3327" y="4615"/>
                    </a:cubicBezTo>
                    <a:cubicBezTo>
                      <a:pt x="3583" y="4942"/>
                      <a:pt x="3882" y="5225"/>
                      <a:pt x="4220" y="5464"/>
                    </a:cubicBezTo>
                    <a:cubicBezTo>
                      <a:pt x="4764" y="5846"/>
                      <a:pt x="5243" y="6292"/>
                      <a:pt x="5733" y="6738"/>
                    </a:cubicBezTo>
                    <a:cubicBezTo>
                      <a:pt x="6468" y="7413"/>
                      <a:pt x="7035" y="8225"/>
                      <a:pt x="7666" y="8987"/>
                    </a:cubicBezTo>
                    <a:cubicBezTo>
                      <a:pt x="7987" y="9379"/>
                      <a:pt x="8200" y="9831"/>
                      <a:pt x="8303" y="10342"/>
                    </a:cubicBezTo>
                    <a:cubicBezTo>
                      <a:pt x="8401" y="10854"/>
                      <a:pt x="8423" y="11366"/>
                      <a:pt x="8461" y="11883"/>
                    </a:cubicBezTo>
                    <a:cubicBezTo>
                      <a:pt x="8564" y="13228"/>
                      <a:pt x="8553" y="14567"/>
                      <a:pt x="8428" y="15906"/>
                    </a:cubicBezTo>
                    <a:cubicBezTo>
                      <a:pt x="8265" y="17605"/>
                      <a:pt x="7944" y="19287"/>
                      <a:pt x="7671" y="20969"/>
                    </a:cubicBezTo>
                    <a:cubicBezTo>
                      <a:pt x="7617" y="21323"/>
                      <a:pt x="7677" y="21622"/>
                      <a:pt x="7878" y="21900"/>
                    </a:cubicBezTo>
                    <a:cubicBezTo>
                      <a:pt x="8042" y="22123"/>
                      <a:pt x="8210" y="22330"/>
                      <a:pt x="8330" y="22575"/>
                    </a:cubicBezTo>
                    <a:cubicBezTo>
                      <a:pt x="8444" y="22674"/>
                      <a:pt x="8703" y="22727"/>
                      <a:pt x="8948" y="22727"/>
                    </a:cubicBezTo>
                    <a:cubicBezTo>
                      <a:pt x="9158" y="22727"/>
                      <a:pt x="9358" y="22688"/>
                      <a:pt x="9446" y="22608"/>
                    </a:cubicBezTo>
                    <a:cubicBezTo>
                      <a:pt x="9484" y="22569"/>
                      <a:pt x="9528" y="22504"/>
                      <a:pt x="9522" y="22455"/>
                    </a:cubicBezTo>
                    <a:cubicBezTo>
                      <a:pt x="9484" y="22172"/>
                      <a:pt x="9397" y="21845"/>
                      <a:pt x="9163" y="21726"/>
                    </a:cubicBezTo>
                    <a:cubicBezTo>
                      <a:pt x="8880" y="21579"/>
                      <a:pt x="8853" y="21361"/>
                      <a:pt x="8831" y="21132"/>
                    </a:cubicBezTo>
                    <a:cubicBezTo>
                      <a:pt x="8787" y="20729"/>
                      <a:pt x="8847" y="20332"/>
                      <a:pt x="8962" y="19951"/>
                    </a:cubicBezTo>
                    <a:cubicBezTo>
                      <a:pt x="9332" y="18693"/>
                      <a:pt x="9806" y="17463"/>
                      <a:pt x="9904" y="16135"/>
                    </a:cubicBezTo>
                    <a:cubicBezTo>
                      <a:pt x="9974" y="15204"/>
                      <a:pt x="10094" y="14273"/>
                      <a:pt x="10159" y="13336"/>
                    </a:cubicBezTo>
                    <a:cubicBezTo>
                      <a:pt x="10219" y="12482"/>
                      <a:pt x="10105" y="11632"/>
                      <a:pt x="9963" y="10783"/>
                    </a:cubicBezTo>
                    <a:cubicBezTo>
                      <a:pt x="9724" y="9319"/>
                      <a:pt x="9011" y="8110"/>
                      <a:pt x="7955" y="7114"/>
                    </a:cubicBezTo>
                    <a:cubicBezTo>
                      <a:pt x="6931" y="6150"/>
                      <a:pt x="5772" y="5339"/>
                      <a:pt x="4688" y="4446"/>
                    </a:cubicBezTo>
                    <a:cubicBezTo>
                      <a:pt x="3828" y="3739"/>
                      <a:pt x="2952" y="3047"/>
                      <a:pt x="2178" y="2236"/>
                    </a:cubicBezTo>
                    <a:cubicBezTo>
                      <a:pt x="1982" y="2035"/>
                      <a:pt x="1748" y="1882"/>
                      <a:pt x="1514" y="1719"/>
                    </a:cubicBezTo>
                    <a:cubicBezTo>
                      <a:pt x="959" y="1343"/>
                      <a:pt x="698" y="772"/>
                      <a:pt x="551" y="135"/>
                    </a:cubicBezTo>
                    <a:cubicBezTo>
                      <a:pt x="488" y="38"/>
                      <a:pt x="426" y="1"/>
                      <a:pt x="366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0" name="Google Shape;1890;p36"/>
              <p:cNvSpPr/>
              <p:nvPr/>
            </p:nvSpPr>
            <p:spPr>
              <a:xfrm>
                <a:off x="5786851" y="-61007"/>
                <a:ext cx="845122" cy="1034118"/>
              </a:xfrm>
              <a:custGeom>
                <a:rect b="b" l="l" r="r" t="t"/>
                <a:pathLst>
                  <a:path extrusionOk="0" h="17367" w="14193">
                    <a:moveTo>
                      <a:pt x="14193" y="0"/>
                    </a:moveTo>
                    <a:lnTo>
                      <a:pt x="14193" y="0"/>
                    </a:lnTo>
                    <a:cubicBezTo>
                      <a:pt x="13981" y="17"/>
                      <a:pt x="13839" y="109"/>
                      <a:pt x="13719" y="245"/>
                    </a:cubicBezTo>
                    <a:cubicBezTo>
                      <a:pt x="13529" y="648"/>
                      <a:pt x="13175" y="915"/>
                      <a:pt x="12903" y="1247"/>
                    </a:cubicBezTo>
                    <a:cubicBezTo>
                      <a:pt x="12304" y="1960"/>
                      <a:pt x="11672" y="2641"/>
                      <a:pt x="11123" y="3398"/>
                    </a:cubicBezTo>
                    <a:cubicBezTo>
                      <a:pt x="10758" y="3904"/>
                      <a:pt x="10486" y="4475"/>
                      <a:pt x="10094" y="4954"/>
                    </a:cubicBezTo>
                    <a:cubicBezTo>
                      <a:pt x="9261" y="5989"/>
                      <a:pt x="8488" y="7072"/>
                      <a:pt x="7475" y="7954"/>
                    </a:cubicBezTo>
                    <a:cubicBezTo>
                      <a:pt x="7382" y="8036"/>
                      <a:pt x="7306" y="8150"/>
                      <a:pt x="7219" y="8243"/>
                    </a:cubicBezTo>
                    <a:cubicBezTo>
                      <a:pt x="6816" y="8646"/>
                      <a:pt x="6364" y="8999"/>
                      <a:pt x="5929" y="9370"/>
                    </a:cubicBezTo>
                    <a:cubicBezTo>
                      <a:pt x="5869" y="9468"/>
                      <a:pt x="5826" y="9582"/>
                      <a:pt x="5744" y="9658"/>
                    </a:cubicBezTo>
                    <a:cubicBezTo>
                      <a:pt x="5303" y="10094"/>
                      <a:pt x="4900" y="10578"/>
                      <a:pt x="4350" y="10899"/>
                    </a:cubicBezTo>
                    <a:cubicBezTo>
                      <a:pt x="4187" y="10997"/>
                      <a:pt x="4045" y="11117"/>
                      <a:pt x="3953" y="11286"/>
                    </a:cubicBezTo>
                    <a:cubicBezTo>
                      <a:pt x="3975" y="11340"/>
                      <a:pt x="3947" y="11373"/>
                      <a:pt x="3909" y="11406"/>
                    </a:cubicBezTo>
                    <a:cubicBezTo>
                      <a:pt x="3163" y="12032"/>
                      <a:pt x="2505" y="12739"/>
                      <a:pt x="1846" y="13469"/>
                    </a:cubicBezTo>
                    <a:cubicBezTo>
                      <a:pt x="1258" y="14117"/>
                      <a:pt x="773" y="14835"/>
                      <a:pt x="235" y="15516"/>
                    </a:cubicBezTo>
                    <a:cubicBezTo>
                      <a:pt x="0" y="15815"/>
                      <a:pt x="60" y="16077"/>
                      <a:pt x="371" y="16305"/>
                    </a:cubicBezTo>
                    <a:cubicBezTo>
                      <a:pt x="654" y="16512"/>
                      <a:pt x="942" y="16719"/>
                      <a:pt x="1334" y="16850"/>
                    </a:cubicBezTo>
                    <a:cubicBezTo>
                      <a:pt x="1193" y="16871"/>
                      <a:pt x="1100" y="16866"/>
                      <a:pt x="1046" y="16953"/>
                    </a:cubicBezTo>
                    <a:cubicBezTo>
                      <a:pt x="1176" y="17133"/>
                      <a:pt x="1367" y="17236"/>
                      <a:pt x="1574" y="17318"/>
                    </a:cubicBezTo>
                    <a:cubicBezTo>
                      <a:pt x="1656" y="17349"/>
                      <a:pt x="1731" y="17366"/>
                      <a:pt x="1796" y="17366"/>
                    </a:cubicBezTo>
                    <a:cubicBezTo>
                      <a:pt x="1945" y="17366"/>
                      <a:pt x="2047" y="17277"/>
                      <a:pt x="2096" y="17073"/>
                    </a:cubicBezTo>
                    <a:cubicBezTo>
                      <a:pt x="2068" y="17054"/>
                      <a:pt x="2042" y="17046"/>
                      <a:pt x="2017" y="17046"/>
                    </a:cubicBezTo>
                    <a:cubicBezTo>
                      <a:pt x="1965" y="17046"/>
                      <a:pt x="1919" y="17080"/>
                      <a:pt x="1879" y="17105"/>
                    </a:cubicBezTo>
                    <a:cubicBezTo>
                      <a:pt x="1933" y="16860"/>
                      <a:pt x="2271" y="16850"/>
                      <a:pt x="2325" y="16588"/>
                    </a:cubicBezTo>
                    <a:cubicBezTo>
                      <a:pt x="2145" y="16376"/>
                      <a:pt x="2064" y="16087"/>
                      <a:pt x="1830" y="15913"/>
                    </a:cubicBezTo>
                    <a:cubicBezTo>
                      <a:pt x="1661" y="15793"/>
                      <a:pt x="1683" y="15674"/>
                      <a:pt x="1802" y="15499"/>
                    </a:cubicBezTo>
                    <a:cubicBezTo>
                      <a:pt x="2341" y="14716"/>
                      <a:pt x="3082" y="14122"/>
                      <a:pt x="3740" y="13447"/>
                    </a:cubicBezTo>
                    <a:cubicBezTo>
                      <a:pt x="4192" y="12984"/>
                      <a:pt x="4639" y="12516"/>
                      <a:pt x="5129" y="12092"/>
                    </a:cubicBezTo>
                    <a:cubicBezTo>
                      <a:pt x="6054" y="11302"/>
                      <a:pt x="7094" y="10638"/>
                      <a:pt x="7823" y="9636"/>
                    </a:cubicBezTo>
                    <a:cubicBezTo>
                      <a:pt x="7938" y="9473"/>
                      <a:pt x="8036" y="9293"/>
                      <a:pt x="8172" y="9152"/>
                    </a:cubicBezTo>
                    <a:cubicBezTo>
                      <a:pt x="8939" y="8341"/>
                      <a:pt x="9484" y="7382"/>
                      <a:pt x="10066" y="6441"/>
                    </a:cubicBezTo>
                    <a:cubicBezTo>
                      <a:pt x="10567" y="5630"/>
                      <a:pt x="10976" y="4775"/>
                      <a:pt x="11449" y="3947"/>
                    </a:cubicBezTo>
                    <a:cubicBezTo>
                      <a:pt x="11721" y="3474"/>
                      <a:pt x="12108" y="3060"/>
                      <a:pt x="12386" y="2592"/>
                    </a:cubicBezTo>
                    <a:cubicBezTo>
                      <a:pt x="12739" y="2004"/>
                      <a:pt x="13104" y="1438"/>
                      <a:pt x="13551" y="915"/>
                    </a:cubicBezTo>
                    <a:cubicBezTo>
                      <a:pt x="13790" y="643"/>
                      <a:pt x="14089" y="398"/>
                      <a:pt x="14193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1" name="Google Shape;1891;p36"/>
              <p:cNvSpPr/>
              <p:nvPr/>
            </p:nvSpPr>
            <p:spPr>
              <a:xfrm>
                <a:off x="6772639" y="2814658"/>
                <a:ext cx="494104" cy="998808"/>
              </a:xfrm>
              <a:custGeom>
                <a:rect b="b" l="l" r="r" t="t"/>
                <a:pathLst>
                  <a:path extrusionOk="0" h="16774" w="8298">
                    <a:moveTo>
                      <a:pt x="1334" y="1"/>
                    </a:moveTo>
                    <a:cubicBezTo>
                      <a:pt x="1231" y="839"/>
                      <a:pt x="540" y="1259"/>
                      <a:pt x="1" y="1803"/>
                    </a:cubicBezTo>
                    <a:cubicBezTo>
                      <a:pt x="88" y="1846"/>
                      <a:pt x="137" y="1879"/>
                      <a:pt x="191" y="1901"/>
                    </a:cubicBezTo>
                    <a:cubicBezTo>
                      <a:pt x="1999" y="2630"/>
                      <a:pt x="3648" y="3594"/>
                      <a:pt x="4998" y="5037"/>
                    </a:cubicBezTo>
                    <a:cubicBezTo>
                      <a:pt x="5978" y="6087"/>
                      <a:pt x="6664" y="7307"/>
                      <a:pt x="7072" y="8679"/>
                    </a:cubicBezTo>
                    <a:cubicBezTo>
                      <a:pt x="7301" y="9457"/>
                      <a:pt x="7437" y="10252"/>
                      <a:pt x="7513" y="11063"/>
                    </a:cubicBezTo>
                    <a:cubicBezTo>
                      <a:pt x="7617" y="12168"/>
                      <a:pt x="7573" y="13268"/>
                      <a:pt x="7350" y="14351"/>
                    </a:cubicBezTo>
                    <a:cubicBezTo>
                      <a:pt x="7170" y="15195"/>
                      <a:pt x="6844" y="15990"/>
                      <a:pt x="6506" y="16774"/>
                    </a:cubicBezTo>
                    <a:cubicBezTo>
                      <a:pt x="6713" y="16632"/>
                      <a:pt x="6746" y="16382"/>
                      <a:pt x="6871" y="16186"/>
                    </a:cubicBezTo>
                    <a:cubicBezTo>
                      <a:pt x="7786" y="14700"/>
                      <a:pt x="8020" y="13028"/>
                      <a:pt x="8194" y="11341"/>
                    </a:cubicBezTo>
                    <a:cubicBezTo>
                      <a:pt x="8297" y="10372"/>
                      <a:pt x="8031" y="9435"/>
                      <a:pt x="7856" y="8488"/>
                    </a:cubicBezTo>
                    <a:cubicBezTo>
                      <a:pt x="7481" y="6496"/>
                      <a:pt x="6501" y="4830"/>
                      <a:pt x="5151" y="3360"/>
                    </a:cubicBezTo>
                    <a:cubicBezTo>
                      <a:pt x="4470" y="2614"/>
                      <a:pt x="3790" y="1868"/>
                      <a:pt x="3022" y="1210"/>
                    </a:cubicBezTo>
                    <a:cubicBezTo>
                      <a:pt x="2489" y="758"/>
                      <a:pt x="1982" y="290"/>
                      <a:pt x="1334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2" name="Google Shape;1892;p36"/>
              <p:cNvSpPr/>
              <p:nvPr/>
            </p:nvSpPr>
            <p:spPr>
              <a:xfrm>
                <a:off x="6230292" y="1031189"/>
                <a:ext cx="977431" cy="457365"/>
              </a:xfrm>
              <a:custGeom>
                <a:rect b="b" l="l" r="r" t="t"/>
                <a:pathLst>
                  <a:path extrusionOk="0" h="7681" w="16415">
                    <a:moveTo>
                      <a:pt x="706" y="1"/>
                    </a:moveTo>
                    <a:cubicBezTo>
                      <a:pt x="592" y="1"/>
                      <a:pt x="478" y="28"/>
                      <a:pt x="376" y="97"/>
                    </a:cubicBezTo>
                    <a:cubicBezTo>
                      <a:pt x="224" y="206"/>
                      <a:pt x="17" y="320"/>
                      <a:pt x="6" y="500"/>
                    </a:cubicBezTo>
                    <a:cubicBezTo>
                      <a:pt x="1" y="696"/>
                      <a:pt x="257" y="712"/>
                      <a:pt x="404" y="789"/>
                    </a:cubicBezTo>
                    <a:cubicBezTo>
                      <a:pt x="643" y="799"/>
                      <a:pt x="861" y="887"/>
                      <a:pt x="1090" y="936"/>
                    </a:cubicBezTo>
                    <a:cubicBezTo>
                      <a:pt x="2750" y="1279"/>
                      <a:pt x="4400" y="1665"/>
                      <a:pt x="6038" y="2090"/>
                    </a:cubicBezTo>
                    <a:cubicBezTo>
                      <a:pt x="7448" y="2454"/>
                      <a:pt x="8826" y="2901"/>
                      <a:pt x="10148" y="3511"/>
                    </a:cubicBezTo>
                    <a:cubicBezTo>
                      <a:pt x="11964" y="4351"/>
                      <a:pt x="13673" y="5367"/>
                      <a:pt x="15275" y="6565"/>
                    </a:cubicBezTo>
                    <a:lnTo>
                      <a:pt x="15275" y="6565"/>
                    </a:lnTo>
                    <a:cubicBezTo>
                      <a:pt x="14588" y="6052"/>
                      <a:pt x="13865" y="5590"/>
                      <a:pt x="13132" y="5144"/>
                    </a:cubicBezTo>
                    <a:cubicBezTo>
                      <a:pt x="13041" y="5086"/>
                      <a:pt x="12950" y="5000"/>
                      <a:pt x="12835" y="5000"/>
                    </a:cubicBezTo>
                    <a:cubicBezTo>
                      <a:pt x="12799" y="5000"/>
                      <a:pt x="12760" y="5008"/>
                      <a:pt x="12718" y="5029"/>
                    </a:cubicBezTo>
                    <a:cubicBezTo>
                      <a:pt x="12745" y="5073"/>
                      <a:pt x="12762" y="5122"/>
                      <a:pt x="12794" y="5144"/>
                    </a:cubicBezTo>
                    <a:cubicBezTo>
                      <a:pt x="13671" y="5775"/>
                      <a:pt x="14542" y="6412"/>
                      <a:pt x="15424" y="7033"/>
                    </a:cubicBezTo>
                    <a:cubicBezTo>
                      <a:pt x="15745" y="7261"/>
                      <a:pt x="16082" y="7463"/>
                      <a:pt x="16414" y="7681"/>
                    </a:cubicBezTo>
                    <a:cubicBezTo>
                      <a:pt x="16338" y="7506"/>
                      <a:pt x="16218" y="7398"/>
                      <a:pt x="16126" y="7261"/>
                    </a:cubicBezTo>
                    <a:cubicBezTo>
                      <a:pt x="15435" y="6265"/>
                      <a:pt x="14694" y="5323"/>
                      <a:pt x="13790" y="4507"/>
                    </a:cubicBezTo>
                    <a:cubicBezTo>
                      <a:pt x="13056" y="3843"/>
                      <a:pt x="12255" y="3304"/>
                      <a:pt x="11401" y="2836"/>
                    </a:cubicBezTo>
                    <a:cubicBezTo>
                      <a:pt x="9522" y="1801"/>
                      <a:pt x="7503" y="1170"/>
                      <a:pt x="5434" y="647"/>
                    </a:cubicBezTo>
                    <a:cubicBezTo>
                      <a:pt x="4309" y="360"/>
                      <a:pt x="3198" y="68"/>
                      <a:pt x="2037" y="68"/>
                    </a:cubicBezTo>
                    <a:cubicBezTo>
                      <a:pt x="1900" y="68"/>
                      <a:pt x="1762" y="72"/>
                      <a:pt x="1623" y="81"/>
                    </a:cubicBezTo>
                    <a:cubicBezTo>
                      <a:pt x="1552" y="86"/>
                      <a:pt x="1481" y="89"/>
                      <a:pt x="1410" y="89"/>
                    </a:cubicBezTo>
                    <a:cubicBezTo>
                      <a:pt x="1249" y="89"/>
                      <a:pt x="1089" y="73"/>
                      <a:pt x="926" y="32"/>
                    </a:cubicBezTo>
                    <a:cubicBezTo>
                      <a:pt x="855" y="13"/>
                      <a:pt x="781" y="1"/>
                      <a:pt x="706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3" name="Google Shape;1893;p36"/>
              <p:cNvSpPr/>
              <p:nvPr/>
            </p:nvSpPr>
            <p:spPr>
              <a:xfrm>
                <a:off x="6156097" y="443230"/>
                <a:ext cx="848040" cy="441705"/>
              </a:xfrm>
              <a:custGeom>
                <a:rect b="b" l="l" r="r" t="t"/>
                <a:pathLst>
                  <a:path extrusionOk="0" h="7418" w="14242">
                    <a:moveTo>
                      <a:pt x="14091" y="0"/>
                    </a:moveTo>
                    <a:cubicBezTo>
                      <a:pt x="14030" y="0"/>
                      <a:pt x="13968" y="21"/>
                      <a:pt x="13910" y="36"/>
                    </a:cubicBezTo>
                    <a:cubicBezTo>
                      <a:pt x="12979" y="254"/>
                      <a:pt x="12048" y="466"/>
                      <a:pt x="11188" y="907"/>
                    </a:cubicBezTo>
                    <a:cubicBezTo>
                      <a:pt x="10643" y="1185"/>
                      <a:pt x="10088" y="1441"/>
                      <a:pt x="9549" y="1729"/>
                    </a:cubicBezTo>
                    <a:cubicBezTo>
                      <a:pt x="7932" y="2584"/>
                      <a:pt x="6408" y="3596"/>
                      <a:pt x="4873" y="4582"/>
                    </a:cubicBezTo>
                    <a:cubicBezTo>
                      <a:pt x="3669" y="5349"/>
                      <a:pt x="2439" y="6073"/>
                      <a:pt x="1154" y="6694"/>
                    </a:cubicBezTo>
                    <a:cubicBezTo>
                      <a:pt x="879" y="6827"/>
                      <a:pt x="599" y="7000"/>
                      <a:pt x="270" y="7000"/>
                    </a:cubicBezTo>
                    <a:cubicBezTo>
                      <a:pt x="235" y="7000"/>
                      <a:pt x="200" y="6998"/>
                      <a:pt x="163" y="6993"/>
                    </a:cubicBezTo>
                    <a:cubicBezTo>
                      <a:pt x="0" y="7097"/>
                      <a:pt x="0" y="7097"/>
                      <a:pt x="27" y="7124"/>
                    </a:cubicBezTo>
                    <a:cubicBezTo>
                      <a:pt x="255" y="7310"/>
                      <a:pt x="495" y="7418"/>
                      <a:pt x="750" y="7418"/>
                    </a:cubicBezTo>
                    <a:cubicBezTo>
                      <a:pt x="898" y="7418"/>
                      <a:pt x="1051" y="7382"/>
                      <a:pt x="1209" y="7304"/>
                    </a:cubicBezTo>
                    <a:cubicBezTo>
                      <a:pt x="1465" y="7184"/>
                      <a:pt x="1704" y="7026"/>
                      <a:pt x="1960" y="6923"/>
                    </a:cubicBezTo>
                    <a:cubicBezTo>
                      <a:pt x="3049" y="6471"/>
                      <a:pt x="4105" y="5959"/>
                      <a:pt x="5107" y="5338"/>
                    </a:cubicBezTo>
                    <a:cubicBezTo>
                      <a:pt x="6059" y="4740"/>
                      <a:pt x="7012" y="4141"/>
                      <a:pt x="7986" y="3575"/>
                    </a:cubicBezTo>
                    <a:cubicBezTo>
                      <a:pt x="9582" y="2649"/>
                      <a:pt x="11226" y="1811"/>
                      <a:pt x="12853" y="945"/>
                    </a:cubicBezTo>
                    <a:cubicBezTo>
                      <a:pt x="13332" y="689"/>
                      <a:pt x="13844" y="455"/>
                      <a:pt x="14242" y="63"/>
                    </a:cubicBezTo>
                    <a:cubicBezTo>
                      <a:pt x="14194" y="16"/>
                      <a:pt x="14143" y="0"/>
                      <a:pt x="14091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4" name="Google Shape;1894;p36"/>
              <p:cNvSpPr/>
              <p:nvPr/>
            </p:nvSpPr>
            <p:spPr>
              <a:xfrm>
                <a:off x="5888616" y="915312"/>
                <a:ext cx="568655" cy="1431640"/>
              </a:xfrm>
              <a:custGeom>
                <a:rect b="b" l="l" r="r" t="t"/>
                <a:pathLst>
                  <a:path extrusionOk="0" h="24043" w="9550">
                    <a:moveTo>
                      <a:pt x="1467" y="1"/>
                    </a:moveTo>
                    <a:cubicBezTo>
                      <a:pt x="1190" y="1"/>
                      <a:pt x="905" y="59"/>
                      <a:pt x="616" y="192"/>
                    </a:cubicBezTo>
                    <a:cubicBezTo>
                      <a:pt x="360" y="361"/>
                      <a:pt x="99" y="519"/>
                      <a:pt x="1" y="846"/>
                    </a:cubicBezTo>
                    <a:cubicBezTo>
                      <a:pt x="4" y="846"/>
                      <a:pt x="7" y="846"/>
                      <a:pt x="9" y="846"/>
                    </a:cubicBezTo>
                    <a:cubicBezTo>
                      <a:pt x="177" y="846"/>
                      <a:pt x="248" y="687"/>
                      <a:pt x="387" y="677"/>
                    </a:cubicBezTo>
                    <a:cubicBezTo>
                      <a:pt x="654" y="388"/>
                      <a:pt x="1008" y="274"/>
                      <a:pt x="1373" y="268"/>
                    </a:cubicBezTo>
                    <a:cubicBezTo>
                      <a:pt x="1385" y="268"/>
                      <a:pt x="1398" y="268"/>
                      <a:pt x="1411" y="268"/>
                    </a:cubicBezTo>
                    <a:cubicBezTo>
                      <a:pt x="2493" y="268"/>
                      <a:pt x="3144" y="959"/>
                      <a:pt x="3774" y="1804"/>
                    </a:cubicBezTo>
                    <a:cubicBezTo>
                      <a:pt x="3659" y="1793"/>
                      <a:pt x="3616" y="1798"/>
                      <a:pt x="3572" y="1787"/>
                    </a:cubicBezTo>
                    <a:cubicBezTo>
                      <a:pt x="2881" y="1575"/>
                      <a:pt x="2184" y="1368"/>
                      <a:pt x="1465" y="1238"/>
                    </a:cubicBezTo>
                    <a:cubicBezTo>
                      <a:pt x="1374" y="1222"/>
                      <a:pt x="1281" y="1206"/>
                      <a:pt x="1194" y="1206"/>
                    </a:cubicBezTo>
                    <a:cubicBezTo>
                      <a:pt x="1072" y="1206"/>
                      <a:pt x="962" y="1236"/>
                      <a:pt x="883" y="1341"/>
                    </a:cubicBezTo>
                    <a:cubicBezTo>
                      <a:pt x="719" y="1553"/>
                      <a:pt x="578" y="1842"/>
                      <a:pt x="709" y="2103"/>
                    </a:cubicBezTo>
                    <a:cubicBezTo>
                      <a:pt x="948" y="2571"/>
                      <a:pt x="1128" y="3088"/>
                      <a:pt x="1514" y="3464"/>
                    </a:cubicBezTo>
                    <a:cubicBezTo>
                      <a:pt x="1950" y="3894"/>
                      <a:pt x="2374" y="4335"/>
                      <a:pt x="2696" y="4858"/>
                    </a:cubicBezTo>
                    <a:cubicBezTo>
                      <a:pt x="3011" y="5364"/>
                      <a:pt x="3567" y="5614"/>
                      <a:pt x="3953" y="6039"/>
                    </a:cubicBezTo>
                    <a:cubicBezTo>
                      <a:pt x="4465" y="6600"/>
                      <a:pt x="5069" y="7035"/>
                      <a:pt x="5679" y="7487"/>
                    </a:cubicBezTo>
                    <a:cubicBezTo>
                      <a:pt x="6686" y="8233"/>
                      <a:pt x="7503" y="9175"/>
                      <a:pt x="8276" y="10160"/>
                    </a:cubicBezTo>
                    <a:cubicBezTo>
                      <a:pt x="8847" y="10884"/>
                      <a:pt x="9234" y="11652"/>
                      <a:pt x="9234" y="12561"/>
                    </a:cubicBezTo>
                    <a:cubicBezTo>
                      <a:pt x="9245" y="14134"/>
                      <a:pt x="9272" y="15713"/>
                      <a:pt x="9130" y="17292"/>
                    </a:cubicBezTo>
                    <a:cubicBezTo>
                      <a:pt x="8978" y="18941"/>
                      <a:pt x="8613" y="20558"/>
                      <a:pt x="8423" y="22202"/>
                    </a:cubicBezTo>
                    <a:cubicBezTo>
                      <a:pt x="8368" y="22703"/>
                      <a:pt x="8368" y="23166"/>
                      <a:pt x="8755" y="23547"/>
                    </a:cubicBezTo>
                    <a:cubicBezTo>
                      <a:pt x="8891" y="23737"/>
                      <a:pt x="9054" y="23906"/>
                      <a:pt x="9250" y="24042"/>
                    </a:cubicBezTo>
                    <a:lnTo>
                      <a:pt x="9250" y="24037"/>
                    </a:lnTo>
                    <a:cubicBezTo>
                      <a:pt x="9332" y="23776"/>
                      <a:pt x="9103" y="23650"/>
                      <a:pt x="8994" y="23476"/>
                    </a:cubicBezTo>
                    <a:cubicBezTo>
                      <a:pt x="8836" y="23231"/>
                      <a:pt x="8613" y="23019"/>
                      <a:pt x="8651" y="22698"/>
                    </a:cubicBezTo>
                    <a:cubicBezTo>
                      <a:pt x="8787" y="21522"/>
                      <a:pt x="9060" y="20368"/>
                      <a:pt x="9207" y="19197"/>
                    </a:cubicBezTo>
                    <a:cubicBezTo>
                      <a:pt x="9337" y="18136"/>
                      <a:pt x="9506" y="17085"/>
                      <a:pt x="9528" y="16012"/>
                    </a:cubicBezTo>
                    <a:cubicBezTo>
                      <a:pt x="9539" y="15310"/>
                      <a:pt x="9550" y="14597"/>
                      <a:pt x="9517" y="13895"/>
                    </a:cubicBezTo>
                    <a:cubicBezTo>
                      <a:pt x="9484" y="13274"/>
                      <a:pt x="9468" y="12654"/>
                      <a:pt x="9365" y="12038"/>
                    </a:cubicBezTo>
                    <a:cubicBezTo>
                      <a:pt x="9223" y="11216"/>
                      <a:pt x="8766" y="10585"/>
                      <a:pt x="8265" y="9948"/>
                    </a:cubicBezTo>
                    <a:cubicBezTo>
                      <a:pt x="7492" y="8946"/>
                      <a:pt x="6648" y="8021"/>
                      <a:pt x="5679" y="7215"/>
                    </a:cubicBezTo>
                    <a:cubicBezTo>
                      <a:pt x="5260" y="6872"/>
                      <a:pt x="4775" y="6600"/>
                      <a:pt x="4443" y="6170"/>
                    </a:cubicBezTo>
                    <a:cubicBezTo>
                      <a:pt x="4193" y="5832"/>
                      <a:pt x="3893" y="5560"/>
                      <a:pt x="3556" y="5315"/>
                    </a:cubicBezTo>
                    <a:cubicBezTo>
                      <a:pt x="3392" y="5195"/>
                      <a:pt x="3267" y="5048"/>
                      <a:pt x="3137" y="4901"/>
                    </a:cubicBezTo>
                    <a:cubicBezTo>
                      <a:pt x="2788" y="4498"/>
                      <a:pt x="2614" y="3970"/>
                      <a:pt x="2184" y="3638"/>
                    </a:cubicBezTo>
                    <a:cubicBezTo>
                      <a:pt x="1661" y="3235"/>
                      <a:pt x="1389" y="2658"/>
                      <a:pt x="1084" y="2098"/>
                    </a:cubicBezTo>
                    <a:cubicBezTo>
                      <a:pt x="992" y="1929"/>
                      <a:pt x="1035" y="1776"/>
                      <a:pt x="1133" y="1635"/>
                    </a:cubicBezTo>
                    <a:cubicBezTo>
                      <a:pt x="1184" y="1566"/>
                      <a:pt x="1243" y="1533"/>
                      <a:pt x="1307" y="1533"/>
                    </a:cubicBezTo>
                    <a:cubicBezTo>
                      <a:pt x="1359" y="1533"/>
                      <a:pt x="1414" y="1555"/>
                      <a:pt x="1471" y="1597"/>
                    </a:cubicBezTo>
                    <a:cubicBezTo>
                      <a:pt x="2178" y="1689"/>
                      <a:pt x="2870" y="1885"/>
                      <a:pt x="3561" y="2054"/>
                    </a:cubicBezTo>
                    <a:cubicBezTo>
                      <a:pt x="3746" y="2103"/>
                      <a:pt x="3904" y="2141"/>
                      <a:pt x="3964" y="2375"/>
                    </a:cubicBezTo>
                    <a:cubicBezTo>
                      <a:pt x="3991" y="2482"/>
                      <a:pt x="4044" y="2531"/>
                      <a:pt x="4104" y="2531"/>
                    </a:cubicBezTo>
                    <a:cubicBezTo>
                      <a:pt x="4164" y="2531"/>
                      <a:pt x="4231" y="2484"/>
                      <a:pt x="4291" y="2397"/>
                    </a:cubicBezTo>
                    <a:cubicBezTo>
                      <a:pt x="4400" y="2228"/>
                      <a:pt x="4378" y="2076"/>
                      <a:pt x="4214" y="1967"/>
                    </a:cubicBezTo>
                    <a:cubicBezTo>
                      <a:pt x="4078" y="1874"/>
                      <a:pt x="4013" y="1744"/>
                      <a:pt x="3931" y="1613"/>
                    </a:cubicBezTo>
                    <a:cubicBezTo>
                      <a:pt x="3420" y="822"/>
                      <a:pt x="2505" y="1"/>
                      <a:pt x="1467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5" name="Google Shape;1895;p36"/>
              <p:cNvSpPr/>
              <p:nvPr/>
            </p:nvSpPr>
            <p:spPr>
              <a:xfrm>
                <a:off x="6124955" y="407681"/>
                <a:ext cx="685006" cy="405144"/>
              </a:xfrm>
              <a:custGeom>
                <a:rect b="b" l="l" r="r" t="t"/>
                <a:pathLst>
                  <a:path extrusionOk="0" h="6804" w="11504">
                    <a:moveTo>
                      <a:pt x="11359" y="1"/>
                    </a:moveTo>
                    <a:cubicBezTo>
                      <a:pt x="11300" y="1"/>
                      <a:pt x="11226" y="24"/>
                      <a:pt x="11172" y="40"/>
                    </a:cubicBezTo>
                    <a:cubicBezTo>
                      <a:pt x="10769" y="165"/>
                      <a:pt x="10371" y="295"/>
                      <a:pt x="9985" y="481"/>
                    </a:cubicBezTo>
                    <a:cubicBezTo>
                      <a:pt x="8907" y="998"/>
                      <a:pt x="7856" y="1586"/>
                      <a:pt x="6784" y="2119"/>
                    </a:cubicBezTo>
                    <a:cubicBezTo>
                      <a:pt x="4933" y="3045"/>
                      <a:pt x="3136" y="4057"/>
                      <a:pt x="1498" y="5337"/>
                    </a:cubicBezTo>
                    <a:cubicBezTo>
                      <a:pt x="1024" y="5707"/>
                      <a:pt x="561" y="6088"/>
                      <a:pt x="148" y="6523"/>
                    </a:cubicBezTo>
                    <a:cubicBezTo>
                      <a:pt x="88" y="6589"/>
                      <a:pt x="1" y="6665"/>
                      <a:pt x="77" y="6763"/>
                    </a:cubicBezTo>
                    <a:cubicBezTo>
                      <a:pt x="98" y="6792"/>
                      <a:pt x="121" y="6804"/>
                      <a:pt x="145" y="6804"/>
                    </a:cubicBezTo>
                    <a:cubicBezTo>
                      <a:pt x="183" y="6804"/>
                      <a:pt x="223" y="6775"/>
                      <a:pt x="256" y="6741"/>
                    </a:cubicBezTo>
                    <a:cubicBezTo>
                      <a:pt x="300" y="6621"/>
                      <a:pt x="414" y="6572"/>
                      <a:pt x="512" y="6512"/>
                    </a:cubicBezTo>
                    <a:cubicBezTo>
                      <a:pt x="1813" y="5750"/>
                      <a:pt x="3104" y="4977"/>
                      <a:pt x="4416" y="4237"/>
                    </a:cubicBezTo>
                    <a:cubicBezTo>
                      <a:pt x="6642" y="2968"/>
                      <a:pt x="8891" y="1727"/>
                      <a:pt x="11030" y="312"/>
                    </a:cubicBezTo>
                    <a:cubicBezTo>
                      <a:pt x="11068" y="284"/>
                      <a:pt x="11106" y="257"/>
                      <a:pt x="11146" y="257"/>
                    </a:cubicBezTo>
                    <a:cubicBezTo>
                      <a:pt x="11170" y="257"/>
                      <a:pt x="11195" y="266"/>
                      <a:pt x="11221" y="290"/>
                    </a:cubicBezTo>
                    <a:cubicBezTo>
                      <a:pt x="11357" y="274"/>
                      <a:pt x="11504" y="214"/>
                      <a:pt x="11460" y="61"/>
                    </a:cubicBezTo>
                    <a:cubicBezTo>
                      <a:pt x="11446" y="16"/>
                      <a:pt x="11407" y="1"/>
                      <a:pt x="11359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6" name="Google Shape;1896;p36"/>
              <p:cNvSpPr/>
              <p:nvPr/>
            </p:nvSpPr>
            <p:spPr>
              <a:xfrm>
                <a:off x="6165803" y="421853"/>
                <a:ext cx="907049" cy="442062"/>
              </a:xfrm>
              <a:custGeom>
                <a:rect b="b" l="l" r="r" t="t"/>
                <a:pathLst>
                  <a:path extrusionOk="0" h="7424" w="15233">
                    <a:moveTo>
                      <a:pt x="15106" y="0"/>
                    </a:moveTo>
                    <a:cubicBezTo>
                      <a:pt x="14967" y="0"/>
                      <a:pt x="14849" y="62"/>
                      <a:pt x="14726" y="62"/>
                    </a:cubicBezTo>
                    <a:cubicBezTo>
                      <a:pt x="14699" y="62"/>
                      <a:pt x="14672" y="59"/>
                      <a:pt x="14645" y="52"/>
                    </a:cubicBezTo>
                    <a:cubicBezTo>
                      <a:pt x="14592" y="27"/>
                      <a:pt x="14538" y="18"/>
                      <a:pt x="14483" y="18"/>
                    </a:cubicBezTo>
                    <a:cubicBezTo>
                      <a:pt x="14410" y="18"/>
                      <a:pt x="14336" y="34"/>
                      <a:pt x="14264" y="47"/>
                    </a:cubicBezTo>
                    <a:cubicBezTo>
                      <a:pt x="13180" y="232"/>
                      <a:pt x="12108" y="471"/>
                      <a:pt x="11112" y="950"/>
                    </a:cubicBezTo>
                    <a:cubicBezTo>
                      <a:pt x="9070" y="1925"/>
                      <a:pt x="7121" y="3063"/>
                      <a:pt x="5232" y="4304"/>
                    </a:cubicBezTo>
                    <a:cubicBezTo>
                      <a:pt x="3735" y="5289"/>
                      <a:pt x="2184" y="6176"/>
                      <a:pt x="632" y="7069"/>
                    </a:cubicBezTo>
                    <a:cubicBezTo>
                      <a:pt x="441" y="7200"/>
                      <a:pt x="229" y="7298"/>
                      <a:pt x="0" y="7352"/>
                    </a:cubicBezTo>
                    <a:cubicBezTo>
                      <a:pt x="49" y="7406"/>
                      <a:pt x="102" y="7424"/>
                      <a:pt x="157" y="7424"/>
                    </a:cubicBezTo>
                    <a:cubicBezTo>
                      <a:pt x="213" y="7424"/>
                      <a:pt x="272" y="7404"/>
                      <a:pt x="327" y="7385"/>
                    </a:cubicBezTo>
                    <a:cubicBezTo>
                      <a:pt x="648" y="7276"/>
                      <a:pt x="980" y="7189"/>
                      <a:pt x="1280" y="7026"/>
                    </a:cubicBezTo>
                    <a:cubicBezTo>
                      <a:pt x="2521" y="6351"/>
                      <a:pt x="3746" y="5654"/>
                      <a:pt x="4933" y="4892"/>
                    </a:cubicBezTo>
                    <a:cubicBezTo>
                      <a:pt x="6326" y="3999"/>
                      <a:pt x="7715" y="3090"/>
                      <a:pt x="9174" y="2295"/>
                    </a:cubicBezTo>
                    <a:cubicBezTo>
                      <a:pt x="10731" y="1451"/>
                      <a:pt x="12315" y="700"/>
                      <a:pt x="14079" y="422"/>
                    </a:cubicBezTo>
                    <a:cubicBezTo>
                      <a:pt x="14454" y="292"/>
                      <a:pt x="14830" y="161"/>
                      <a:pt x="15233" y="19"/>
                    </a:cubicBezTo>
                    <a:cubicBezTo>
                      <a:pt x="15188" y="6"/>
                      <a:pt x="15146" y="0"/>
                      <a:pt x="15106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7" name="Google Shape;1897;p36"/>
              <p:cNvSpPr/>
              <p:nvPr/>
            </p:nvSpPr>
            <p:spPr>
              <a:xfrm>
                <a:off x="6203377" y="404466"/>
                <a:ext cx="853935" cy="438370"/>
              </a:xfrm>
              <a:custGeom>
                <a:rect b="b" l="l" r="r" t="t"/>
                <a:pathLst>
                  <a:path extrusionOk="0" h="7362" w="14341">
                    <a:moveTo>
                      <a:pt x="14235" y="0"/>
                    </a:moveTo>
                    <a:cubicBezTo>
                      <a:pt x="14232" y="0"/>
                      <a:pt x="14229" y="1"/>
                      <a:pt x="14226" y="1"/>
                    </a:cubicBezTo>
                    <a:cubicBezTo>
                      <a:pt x="13371" y="115"/>
                      <a:pt x="12511" y="230"/>
                      <a:pt x="11700" y="551"/>
                    </a:cubicBezTo>
                    <a:cubicBezTo>
                      <a:pt x="10698" y="943"/>
                      <a:pt x="9795" y="1531"/>
                      <a:pt x="8842" y="2010"/>
                    </a:cubicBezTo>
                    <a:cubicBezTo>
                      <a:pt x="7911" y="2483"/>
                      <a:pt x="7007" y="3012"/>
                      <a:pt x="6109" y="3540"/>
                    </a:cubicBezTo>
                    <a:cubicBezTo>
                      <a:pt x="4427" y="4530"/>
                      <a:pt x="2843" y="5674"/>
                      <a:pt x="1122" y="6594"/>
                    </a:cubicBezTo>
                    <a:cubicBezTo>
                      <a:pt x="725" y="6806"/>
                      <a:pt x="300" y="6997"/>
                      <a:pt x="1" y="7361"/>
                    </a:cubicBezTo>
                    <a:cubicBezTo>
                      <a:pt x="192" y="7361"/>
                      <a:pt x="344" y="7263"/>
                      <a:pt x="491" y="7176"/>
                    </a:cubicBezTo>
                    <a:cubicBezTo>
                      <a:pt x="1732" y="6441"/>
                      <a:pt x="2995" y="5734"/>
                      <a:pt x="4215" y="4950"/>
                    </a:cubicBezTo>
                    <a:cubicBezTo>
                      <a:pt x="5891" y="3866"/>
                      <a:pt x="7557" y="2756"/>
                      <a:pt x="9359" y="1874"/>
                    </a:cubicBezTo>
                    <a:cubicBezTo>
                      <a:pt x="10339" y="1389"/>
                      <a:pt x="11324" y="926"/>
                      <a:pt x="12402" y="687"/>
                    </a:cubicBezTo>
                    <a:cubicBezTo>
                      <a:pt x="12941" y="567"/>
                      <a:pt x="13486" y="486"/>
                      <a:pt x="14014" y="344"/>
                    </a:cubicBezTo>
                    <a:cubicBezTo>
                      <a:pt x="14101" y="230"/>
                      <a:pt x="14275" y="202"/>
                      <a:pt x="14340" y="39"/>
                    </a:cubicBezTo>
                    <a:cubicBezTo>
                      <a:pt x="14296" y="24"/>
                      <a:pt x="14265" y="0"/>
                      <a:pt x="14235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8" name="Google Shape;1898;p36"/>
              <p:cNvSpPr/>
              <p:nvPr/>
            </p:nvSpPr>
            <p:spPr>
              <a:xfrm>
                <a:off x="6139841" y="-46418"/>
                <a:ext cx="469810" cy="549541"/>
              </a:xfrm>
              <a:custGeom>
                <a:rect b="b" l="l" r="r" t="t"/>
                <a:pathLst>
                  <a:path extrusionOk="0" h="9229" w="7890">
                    <a:moveTo>
                      <a:pt x="7791" y="0"/>
                    </a:moveTo>
                    <a:lnTo>
                      <a:pt x="7791" y="0"/>
                    </a:lnTo>
                    <a:cubicBezTo>
                      <a:pt x="7688" y="109"/>
                      <a:pt x="7595" y="235"/>
                      <a:pt x="7476" y="327"/>
                    </a:cubicBezTo>
                    <a:cubicBezTo>
                      <a:pt x="6583" y="1035"/>
                      <a:pt x="5902" y="1933"/>
                      <a:pt x="5195" y="2815"/>
                    </a:cubicBezTo>
                    <a:cubicBezTo>
                      <a:pt x="4715" y="3414"/>
                      <a:pt x="4416" y="4132"/>
                      <a:pt x="3926" y="4720"/>
                    </a:cubicBezTo>
                    <a:cubicBezTo>
                      <a:pt x="3115" y="5689"/>
                      <a:pt x="2375" y="6718"/>
                      <a:pt x="1444" y="7595"/>
                    </a:cubicBezTo>
                    <a:cubicBezTo>
                      <a:pt x="1155" y="7862"/>
                      <a:pt x="905" y="8177"/>
                      <a:pt x="600" y="8439"/>
                    </a:cubicBezTo>
                    <a:cubicBezTo>
                      <a:pt x="366" y="8635"/>
                      <a:pt x="132" y="8836"/>
                      <a:pt x="1" y="9125"/>
                    </a:cubicBezTo>
                    <a:cubicBezTo>
                      <a:pt x="22" y="9202"/>
                      <a:pt x="44" y="9229"/>
                      <a:pt x="66" y="9229"/>
                    </a:cubicBezTo>
                    <a:cubicBezTo>
                      <a:pt x="105" y="9229"/>
                      <a:pt x="144" y="9144"/>
                      <a:pt x="175" y="9119"/>
                    </a:cubicBezTo>
                    <a:cubicBezTo>
                      <a:pt x="937" y="8477"/>
                      <a:pt x="1623" y="7753"/>
                      <a:pt x="2326" y="7050"/>
                    </a:cubicBezTo>
                    <a:cubicBezTo>
                      <a:pt x="3197" y="6174"/>
                      <a:pt x="3932" y="5189"/>
                      <a:pt x="4617" y="4171"/>
                    </a:cubicBezTo>
                    <a:cubicBezTo>
                      <a:pt x="4993" y="3615"/>
                      <a:pt x="5352" y="3049"/>
                      <a:pt x="5777" y="2532"/>
                    </a:cubicBezTo>
                    <a:cubicBezTo>
                      <a:pt x="6430" y="1748"/>
                      <a:pt x="7094" y="975"/>
                      <a:pt x="7753" y="202"/>
                    </a:cubicBezTo>
                    <a:cubicBezTo>
                      <a:pt x="7802" y="142"/>
                      <a:pt x="7889" y="88"/>
                      <a:pt x="7791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9" name="Google Shape;1899;p36"/>
              <p:cNvSpPr/>
              <p:nvPr/>
            </p:nvSpPr>
            <p:spPr>
              <a:xfrm>
                <a:off x="6254289" y="1078112"/>
                <a:ext cx="903834" cy="359235"/>
              </a:xfrm>
              <a:custGeom>
                <a:rect b="b" l="l" r="r" t="t"/>
                <a:pathLst>
                  <a:path extrusionOk="0" h="6033" w="15179">
                    <a:moveTo>
                      <a:pt x="1" y="1"/>
                    </a:moveTo>
                    <a:cubicBezTo>
                      <a:pt x="235" y="71"/>
                      <a:pt x="469" y="158"/>
                      <a:pt x="703" y="213"/>
                    </a:cubicBezTo>
                    <a:cubicBezTo>
                      <a:pt x="2358" y="621"/>
                      <a:pt x="4013" y="1002"/>
                      <a:pt x="5657" y="1427"/>
                    </a:cubicBezTo>
                    <a:cubicBezTo>
                      <a:pt x="8014" y="2031"/>
                      <a:pt x="10268" y="2902"/>
                      <a:pt x="12315" y="4241"/>
                    </a:cubicBezTo>
                    <a:cubicBezTo>
                      <a:pt x="12435" y="4263"/>
                      <a:pt x="12527" y="4329"/>
                      <a:pt x="12631" y="4394"/>
                    </a:cubicBezTo>
                    <a:cubicBezTo>
                      <a:pt x="13464" y="4933"/>
                      <a:pt x="14302" y="5466"/>
                      <a:pt x="15179" y="6033"/>
                    </a:cubicBezTo>
                    <a:cubicBezTo>
                      <a:pt x="15146" y="5956"/>
                      <a:pt x="15140" y="5918"/>
                      <a:pt x="15119" y="5902"/>
                    </a:cubicBezTo>
                    <a:cubicBezTo>
                      <a:pt x="14830" y="5684"/>
                      <a:pt x="14547" y="5455"/>
                      <a:pt x="14253" y="5243"/>
                    </a:cubicBezTo>
                    <a:cubicBezTo>
                      <a:pt x="12320" y="3844"/>
                      <a:pt x="10235" y="2728"/>
                      <a:pt x="7987" y="1922"/>
                    </a:cubicBezTo>
                    <a:cubicBezTo>
                      <a:pt x="6060" y="1236"/>
                      <a:pt x="4062" y="828"/>
                      <a:pt x="2080" y="354"/>
                    </a:cubicBezTo>
                    <a:cubicBezTo>
                      <a:pt x="1394" y="197"/>
                      <a:pt x="708" y="50"/>
                      <a:pt x="1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0" name="Google Shape;1900;p36"/>
              <p:cNvSpPr/>
              <p:nvPr/>
            </p:nvSpPr>
            <p:spPr>
              <a:xfrm>
                <a:off x="6137936" y="418042"/>
                <a:ext cx="655174" cy="391092"/>
              </a:xfrm>
              <a:custGeom>
                <a:rect b="b" l="l" r="r" t="t"/>
                <a:pathLst>
                  <a:path extrusionOk="0" h="6568" w="11003">
                    <a:moveTo>
                      <a:pt x="10921" y="1"/>
                    </a:moveTo>
                    <a:cubicBezTo>
                      <a:pt x="10865" y="1"/>
                      <a:pt x="10804" y="96"/>
                      <a:pt x="10779" y="111"/>
                    </a:cubicBezTo>
                    <a:cubicBezTo>
                      <a:pt x="9783" y="660"/>
                      <a:pt x="8825" y="1281"/>
                      <a:pt x="7845" y="1858"/>
                    </a:cubicBezTo>
                    <a:cubicBezTo>
                      <a:pt x="6517" y="2642"/>
                      <a:pt x="5178" y="3404"/>
                      <a:pt x="3838" y="4155"/>
                    </a:cubicBezTo>
                    <a:cubicBezTo>
                      <a:pt x="2630" y="4836"/>
                      <a:pt x="1443" y="5549"/>
                      <a:pt x="262" y="6279"/>
                    </a:cubicBezTo>
                    <a:cubicBezTo>
                      <a:pt x="158" y="6338"/>
                      <a:pt x="0" y="6382"/>
                      <a:pt x="38" y="6567"/>
                    </a:cubicBezTo>
                    <a:cubicBezTo>
                      <a:pt x="1742" y="5685"/>
                      <a:pt x="3376" y="4678"/>
                      <a:pt x="5058" y="3758"/>
                    </a:cubicBezTo>
                    <a:cubicBezTo>
                      <a:pt x="6522" y="2958"/>
                      <a:pt x="7965" y="2114"/>
                      <a:pt x="9386" y="1243"/>
                    </a:cubicBezTo>
                    <a:cubicBezTo>
                      <a:pt x="9946" y="900"/>
                      <a:pt x="10464" y="492"/>
                      <a:pt x="11003" y="116"/>
                    </a:cubicBezTo>
                    <a:cubicBezTo>
                      <a:pt x="10981" y="29"/>
                      <a:pt x="10952" y="1"/>
                      <a:pt x="10921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1" name="Google Shape;1901;p36"/>
              <p:cNvSpPr/>
              <p:nvPr/>
            </p:nvSpPr>
            <p:spPr>
              <a:xfrm>
                <a:off x="6603111" y="2452260"/>
                <a:ext cx="318030" cy="269441"/>
              </a:xfrm>
              <a:custGeom>
                <a:rect b="b" l="l" r="r" t="t"/>
                <a:pathLst>
                  <a:path extrusionOk="0" h="4525" w="5341">
                    <a:moveTo>
                      <a:pt x="360" y="1"/>
                    </a:moveTo>
                    <a:cubicBezTo>
                      <a:pt x="28" y="158"/>
                      <a:pt x="0" y="295"/>
                      <a:pt x="235" y="599"/>
                    </a:cubicBezTo>
                    <a:cubicBezTo>
                      <a:pt x="338" y="725"/>
                      <a:pt x="485" y="768"/>
                      <a:pt x="616" y="850"/>
                    </a:cubicBezTo>
                    <a:cubicBezTo>
                      <a:pt x="1677" y="1503"/>
                      <a:pt x="2521" y="2407"/>
                      <a:pt x="3392" y="3278"/>
                    </a:cubicBezTo>
                    <a:cubicBezTo>
                      <a:pt x="3947" y="3833"/>
                      <a:pt x="4611" y="4203"/>
                      <a:pt x="5341" y="4525"/>
                    </a:cubicBezTo>
                    <a:cubicBezTo>
                      <a:pt x="5303" y="4405"/>
                      <a:pt x="5270" y="4323"/>
                      <a:pt x="5243" y="4236"/>
                    </a:cubicBezTo>
                    <a:cubicBezTo>
                      <a:pt x="5167" y="4024"/>
                      <a:pt x="4954" y="3991"/>
                      <a:pt x="4791" y="3893"/>
                    </a:cubicBezTo>
                    <a:cubicBezTo>
                      <a:pt x="4448" y="3686"/>
                      <a:pt x="4078" y="3501"/>
                      <a:pt x="3855" y="3158"/>
                    </a:cubicBezTo>
                    <a:cubicBezTo>
                      <a:pt x="3201" y="2173"/>
                      <a:pt x="2320" y="1411"/>
                      <a:pt x="1394" y="703"/>
                    </a:cubicBezTo>
                    <a:cubicBezTo>
                      <a:pt x="1067" y="447"/>
                      <a:pt x="784" y="115"/>
                      <a:pt x="360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2" name="Google Shape;1902;p36"/>
              <p:cNvSpPr/>
              <p:nvPr/>
            </p:nvSpPr>
            <p:spPr>
              <a:xfrm>
                <a:off x="6282157" y="1238887"/>
                <a:ext cx="367988" cy="299333"/>
              </a:xfrm>
              <a:custGeom>
                <a:rect b="b" l="l" r="r" t="t"/>
                <a:pathLst>
                  <a:path extrusionOk="0" h="5027" w="6180">
                    <a:moveTo>
                      <a:pt x="703" y="425"/>
                    </a:moveTo>
                    <a:lnTo>
                      <a:pt x="703" y="425"/>
                    </a:lnTo>
                    <a:cubicBezTo>
                      <a:pt x="769" y="490"/>
                      <a:pt x="839" y="550"/>
                      <a:pt x="912" y="606"/>
                    </a:cubicBezTo>
                    <a:lnTo>
                      <a:pt x="912" y="606"/>
                    </a:lnTo>
                    <a:cubicBezTo>
                      <a:pt x="828" y="556"/>
                      <a:pt x="745" y="508"/>
                      <a:pt x="703" y="425"/>
                    </a:cubicBezTo>
                    <a:close/>
                    <a:moveTo>
                      <a:pt x="321" y="1"/>
                    </a:moveTo>
                    <a:cubicBezTo>
                      <a:pt x="262" y="1"/>
                      <a:pt x="203" y="13"/>
                      <a:pt x="142" y="44"/>
                    </a:cubicBezTo>
                    <a:cubicBezTo>
                      <a:pt x="50" y="88"/>
                      <a:pt x="1" y="164"/>
                      <a:pt x="99" y="229"/>
                    </a:cubicBezTo>
                    <a:cubicBezTo>
                      <a:pt x="447" y="458"/>
                      <a:pt x="725" y="801"/>
                      <a:pt x="1155" y="915"/>
                    </a:cubicBezTo>
                    <a:cubicBezTo>
                      <a:pt x="1149" y="831"/>
                      <a:pt x="1117" y="770"/>
                      <a:pt x="1072" y="722"/>
                    </a:cubicBezTo>
                    <a:lnTo>
                      <a:pt x="1072" y="722"/>
                    </a:lnTo>
                    <a:cubicBezTo>
                      <a:pt x="1397" y="946"/>
                      <a:pt x="1758" y="1125"/>
                      <a:pt x="2080" y="1362"/>
                    </a:cubicBezTo>
                    <a:cubicBezTo>
                      <a:pt x="3474" y="2402"/>
                      <a:pt x="4704" y="3610"/>
                      <a:pt x="5908" y="4851"/>
                    </a:cubicBezTo>
                    <a:cubicBezTo>
                      <a:pt x="5972" y="4916"/>
                      <a:pt x="6013" y="5027"/>
                      <a:pt x="6116" y="5027"/>
                    </a:cubicBezTo>
                    <a:cubicBezTo>
                      <a:pt x="6135" y="5027"/>
                      <a:pt x="6156" y="5023"/>
                      <a:pt x="6180" y="5015"/>
                    </a:cubicBezTo>
                    <a:cubicBezTo>
                      <a:pt x="6163" y="4879"/>
                      <a:pt x="6087" y="4775"/>
                      <a:pt x="6011" y="4672"/>
                    </a:cubicBezTo>
                    <a:cubicBezTo>
                      <a:pt x="5184" y="3474"/>
                      <a:pt x="4193" y="2429"/>
                      <a:pt x="3055" y="1520"/>
                    </a:cubicBezTo>
                    <a:cubicBezTo>
                      <a:pt x="2293" y="915"/>
                      <a:pt x="1503" y="344"/>
                      <a:pt x="551" y="44"/>
                    </a:cubicBezTo>
                    <a:cubicBezTo>
                      <a:pt x="472" y="20"/>
                      <a:pt x="396" y="1"/>
                      <a:pt x="321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3" name="Google Shape;1903;p36"/>
              <p:cNvSpPr/>
              <p:nvPr/>
            </p:nvSpPr>
            <p:spPr>
              <a:xfrm>
                <a:off x="6624488" y="2447913"/>
                <a:ext cx="298618" cy="256639"/>
              </a:xfrm>
              <a:custGeom>
                <a:rect b="b" l="l" r="r" t="t"/>
                <a:pathLst>
                  <a:path extrusionOk="0" h="4310" w="5015">
                    <a:moveTo>
                      <a:pt x="47" y="0"/>
                    </a:moveTo>
                    <a:cubicBezTo>
                      <a:pt x="25" y="0"/>
                      <a:pt x="7" y="17"/>
                      <a:pt x="1" y="74"/>
                    </a:cubicBezTo>
                    <a:cubicBezTo>
                      <a:pt x="311" y="313"/>
                      <a:pt x="616" y="547"/>
                      <a:pt x="921" y="781"/>
                    </a:cubicBezTo>
                    <a:cubicBezTo>
                      <a:pt x="1699" y="1380"/>
                      <a:pt x="2494" y="1984"/>
                      <a:pt x="3049" y="2779"/>
                    </a:cubicBezTo>
                    <a:cubicBezTo>
                      <a:pt x="3539" y="3482"/>
                      <a:pt x="4160" y="3939"/>
                      <a:pt x="4884" y="4309"/>
                    </a:cubicBezTo>
                    <a:cubicBezTo>
                      <a:pt x="5015" y="4140"/>
                      <a:pt x="4824" y="4091"/>
                      <a:pt x="4753" y="4020"/>
                    </a:cubicBezTo>
                    <a:cubicBezTo>
                      <a:pt x="4421" y="3661"/>
                      <a:pt x="3959" y="3416"/>
                      <a:pt x="3703" y="2992"/>
                    </a:cubicBezTo>
                    <a:cubicBezTo>
                      <a:pt x="3256" y="2224"/>
                      <a:pt x="2603" y="1658"/>
                      <a:pt x="1955" y="1081"/>
                    </a:cubicBezTo>
                    <a:cubicBezTo>
                      <a:pt x="1422" y="613"/>
                      <a:pt x="817" y="253"/>
                      <a:pt x="137" y="41"/>
                    </a:cubicBezTo>
                    <a:cubicBezTo>
                      <a:pt x="114" y="35"/>
                      <a:pt x="77" y="0"/>
                      <a:pt x="47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4" name="Google Shape;1904;p36"/>
              <p:cNvSpPr/>
              <p:nvPr/>
            </p:nvSpPr>
            <p:spPr>
              <a:xfrm>
                <a:off x="5772560" y="610972"/>
                <a:ext cx="256163" cy="337203"/>
              </a:xfrm>
              <a:custGeom>
                <a:rect b="b" l="l" r="r" t="t"/>
                <a:pathLst>
                  <a:path extrusionOk="0" h="5663" w="4302">
                    <a:moveTo>
                      <a:pt x="4193" y="1"/>
                    </a:moveTo>
                    <a:lnTo>
                      <a:pt x="4193" y="1"/>
                    </a:lnTo>
                    <a:cubicBezTo>
                      <a:pt x="3539" y="567"/>
                      <a:pt x="2783" y="992"/>
                      <a:pt x="2222" y="1694"/>
                    </a:cubicBezTo>
                    <a:cubicBezTo>
                      <a:pt x="1612" y="2451"/>
                      <a:pt x="948" y="3158"/>
                      <a:pt x="387" y="3959"/>
                    </a:cubicBezTo>
                    <a:cubicBezTo>
                      <a:pt x="28" y="4476"/>
                      <a:pt x="1" y="4884"/>
                      <a:pt x="458" y="5200"/>
                    </a:cubicBezTo>
                    <a:cubicBezTo>
                      <a:pt x="714" y="5379"/>
                      <a:pt x="981" y="5559"/>
                      <a:pt x="1286" y="5663"/>
                    </a:cubicBezTo>
                    <a:cubicBezTo>
                      <a:pt x="1316" y="5655"/>
                      <a:pt x="1349" y="5654"/>
                      <a:pt x="1382" y="5654"/>
                    </a:cubicBezTo>
                    <a:cubicBezTo>
                      <a:pt x="1414" y="5654"/>
                      <a:pt x="1446" y="5655"/>
                      <a:pt x="1479" y="5655"/>
                    </a:cubicBezTo>
                    <a:cubicBezTo>
                      <a:pt x="1573" y="5655"/>
                      <a:pt x="1671" y="5643"/>
                      <a:pt x="1759" y="5548"/>
                    </a:cubicBezTo>
                    <a:cubicBezTo>
                      <a:pt x="1346" y="5412"/>
                      <a:pt x="1008" y="5200"/>
                      <a:pt x="681" y="4971"/>
                    </a:cubicBezTo>
                    <a:cubicBezTo>
                      <a:pt x="371" y="4753"/>
                      <a:pt x="311" y="4519"/>
                      <a:pt x="567" y="4242"/>
                    </a:cubicBezTo>
                    <a:cubicBezTo>
                      <a:pt x="807" y="3975"/>
                      <a:pt x="997" y="3681"/>
                      <a:pt x="1177" y="3382"/>
                    </a:cubicBezTo>
                    <a:cubicBezTo>
                      <a:pt x="1596" y="2685"/>
                      <a:pt x="2320" y="2255"/>
                      <a:pt x="2734" y="1558"/>
                    </a:cubicBezTo>
                    <a:cubicBezTo>
                      <a:pt x="2924" y="1237"/>
                      <a:pt x="3207" y="1008"/>
                      <a:pt x="3512" y="801"/>
                    </a:cubicBezTo>
                    <a:cubicBezTo>
                      <a:pt x="3757" y="632"/>
                      <a:pt x="3942" y="404"/>
                      <a:pt x="4155" y="197"/>
                    </a:cubicBezTo>
                    <a:cubicBezTo>
                      <a:pt x="4209" y="148"/>
                      <a:pt x="4302" y="88"/>
                      <a:pt x="4193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5" name="Google Shape;1905;p36"/>
              <p:cNvSpPr/>
              <p:nvPr/>
            </p:nvSpPr>
            <p:spPr>
              <a:xfrm>
                <a:off x="6311691" y="1257167"/>
                <a:ext cx="372156" cy="325294"/>
              </a:xfrm>
              <a:custGeom>
                <a:rect b="b" l="l" r="r" t="t"/>
                <a:pathLst>
                  <a:path extrusionOk="0" h="5463" w="6250">
                    <a:moveTo>
                      <a:pt x="61" y="1"/>
                    </a:moveTo>
                    <a:cubicBezTo>
                      <a:pt x="42" y="1"/>
                      <a:pt x="22" y="6"/>
                      <a:pt x="0" y="20"/>
                    </a:cubicBezTo>
                    <a:cubicBezTo>
                      <a:pt x="223" y="222"/>
                      <a:pt x="441" y="412"/>
                      <a:pt x="659" y="608"/>
                    </a:cubicBezTo>
                    <a:cubicBezTo>
                      <a:pt x="1350" y="1082"/>
                      <a:pt x="2036" y="1572"/>
                      <a:pt x="2641" y="2160"/>
                    </a:cubicBezTo>
                    <a:cubicBezTo>
                      <a:pt x="3452" y="2895"/>
                      <a:pt x="4214" y="3679"/>
                      <a:pt x="4982" y="4457"/>
                    </a:cubicBezTo>
                    <a:cubicBezTo>
                      <a:pt x="5286" y="4773"/>
                      <a:pt x="5640" y="5029"/>
                      <a:pt x="5951" y="5339"/>
                    </a:cubicBezTo>
                    <a:cubicBezTo>
                      <a:pt x="5998" y="5386"/>
                      <a:pt x="6061" y="5462"/>
                      <a:pt x="6128" y="5462"/>
                    </a:cubicBezTo>
                    <a:cubicBezTo>
                      <a:pt x="6169" y="5462"/>
                      <a:pt x="6210" y="5433"/>
                      <a:pt x="6250" y="5350"/>
                    </a:cubicBezTo>
                    <a:cubicBezTo>
                      <a:pt x="6065" y="5132"/>
                      <a:pt x="5874" y="4920"/>
                      <a:pt x="5684" y="4708"/>
                    </a:cubicBezTo>
                    <a:cubicBezTo>
                      <a:pt x="4987" y="4011"/>
                      <a:pt x="4296" y="3314"/>
                      <a:pt x="3588" y="2628"/>
                    </a:cubicBezTo>
                    <a:cubicBezTo>
                      <a:pt x="2553" y="1643"/>
                      <a:pt x="1416" y="810"/>
                      <a:pt x="202" y="69"/>
                    </a:cubicBezTo>
                    <a:cubicBezTo>
                      <a:pt x="162" y="45"/>
                      <a:pt x="115" y="1"/>
                      <a:pt x="61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6" name="Google Shape;1906;p36"/>
              <p:cNvSpPr/>
              <p:nvPr/>
            </p:nvSpPr>
            <p:spPr>
              <a:xfrm>
                <a:off x="6855944" y="-91316"/>
                <a:ext cx="167976" cy="120936"/>
              </a:xfrm>
              <a:custGeom>
                <a:rect b="b" l="l" r="r" t="t"/>
                <a:pathLst>
                  <a:path extrusionOk="0" h="2031" w="2821">
                    <a:moveTo>
                      <a:pt x="1995" y="0"/>
                    </a:moveTo>
                    <a:cubicBezTo>
                      <a:pt x="1777" y="0"/>
                      <a:pt x="1562" y="59"/>
                      <a:pt x="1422" y="183"/>
                    </a:cubicBezTo>
                    <a:cubicBezTo>
                      <a:pt x="1552" y="401"/>
                      <a:pt x="1792" y="362"/>
                      <a:pt x="1988" y="417"/>
                    </a:cubicBezTo>
                    <a:cubicBezTo>
                      <a:pt x="2140" y="460"/>
                      <a:pt x="2216" y="531"/>
                      <a:pt x="2064" y="646"/>
                    </a:cubicBezTo>
                    <a:cubicBezTo>
                      <a:pt x="1634" y="950"/>
                      <a:pt x="1198" y="1250"/>
                      <a:pt x="790" y="1587"/>
                    </a:cubicBezTo>
                    <a:cubicBezTo>
                      <a:pt x="743" y="1629"/>
                      <a:pt x="679" y="1656"/>
                      <a:pt x="615" y="1656"/>
                    </a:cubicBezTo>
                    <a:cubicBezTo>
                      <a:pt x="561" y="1656"/>
                      <a:pt x="508" y="1637"/>
                      <a:pt x="463" y="1593"/>
                    </a:cubicBezTo>
                    <a:cubicBezTo>
                      <a:pt x="349" y="1478"/>
                      <a:pt x="458" y="1375"/>
                      <a:pt x="518" y="1277"/>
                    </a:cubicBezTo>
                    <a:cubicBezTo>
                      <a:pt x="649" y="1076"/>
                      <a:pt x="866" y="923"/>
                      <a:pt x="926" y="667"/>
                    </a:cubicBezTo>
                    <a:cubicBezTo>
                      <a:pt x="887" y="643"/>
                      <a:pt x="852" y="633"/>
                      <a:pt x="820" y="633"/>
                    </a:cubicBezTo>
                    <a:cubicBezTo>
                      <a:pt x="731" y="633"/>
                      <a:pt x="665" y="711"/>
                      <a:pt x="605" y="771"/>
                    </a:cubicBezTo>
                    <a:cubicBezTo>
                      <a:pt x="463" y="907"/>
                      <a:pt x="333" y="1065"/>
                      <a:pt x="213" y="1223"/>
                    </a:cubicBezTo>
                    <a:cubicBezTo>
                      <a:pt x="72" y="1397"/>
                      <a:pt x="1" y="1609"/>
                      <a:pt x="131" y="1805"/>
                    </a:cubicBezTo>
                    <a:cubicBezTo>
                      <a:pt x="230" y="1960"/>
                      <a:pt x="377" y="2031"/>
                      <a:pt x="539" y="2031"/>
                    </a:cubicBezTo>
                    <a:cubicBezTo>
                      <a:pt x="610" y="2031"/>
                      <a:pt x="684" y="2017"/>
                      <a:pt x="757" y="1990"/>
                    </a:cubicBezTo>
                    <a:cubicBezTo>
                      <a:pt x="1482" y="1740"/>
                      <a:pt x="2091" y="1304"/>
                      <a:pt x="2663" y="809"/>
                    </a:cubicBezTo>
                    <a:cubicBezTo>
                      <a:pt x="2821" y="673"/>
                      <a:pt x="2821" y="471"/>
                      <a:pt x="2706" y="297"/>
                    </a:cubicBezTo>
                    <a:cubicBezTo>
                      <a:pt x="2579" y="104"/>
                      <a:pt x="2285" y="0"/>
                      <a:pt x="1995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7" name="Google Shape;1907;p36"/>
              <p:cNvSpPr/>
              <p:nvPr/>
            </p:nvSpPr>
            <p:spPr>
              <a:xfrm>
                <a:off x="6468893" y="1385728"/>
                <a:ext cx="272359" cy="251339"/>
              </a:xfrm>
              <a:custGeom>
                <a:rect b="b" l="l" r="r" t="t"/>
                <a:pathLst>
                  <a:path extrusionOk="0" h="4221" w="4574">
                    <a:moveTo>
                      <a:pt x="1" y="1"/>
                    </a:moveTo>
                    <a:lnTo>
                      <a:pt x="1" y="1"/>
                    </a:lnTo>
                    <a:cubicBezTo>
                      <a:pt x="33" y="50"/>
                      <a:pt x="60" y="104"/>
                      <a:pt x="99" y="142"/>
                    </a:cubicBezTo>
                    <a:cubicBezTo>
                      <a:pt x="654" y="687"/>
                      <a:pt x="1177" y="1253"/>
                      <a:pt x="1672" y="1846"/>
                    </a:cubicBezTo>
                    <a:cubicBezTo>
                      <a:pt x="2146" y="2413"/>
                      <a:pt x="2652" y="2946"/>
                      <a:pt x="3164" y="3485"/>
                    </a:cubicBezTo>
                    <a:cubicBezTo>
                      <a:pt x="3264" y="3590"/>
                      <a:pt x="3338" y="3643"/>
                      <a:pt x="3398" y="3643"/>
                    </a:cubicBezTo>
                    <a:cubicBezTo>
                      <a:pt x="3478" y="3643"/>
                      <a:pt x="3532" y="3549"/>
                      <a:pt x="3588" y="3360"/>
                    </a:cubicBezTo>
                    <a:cubicBezTo>
                      <a:pt x="3991" y="3578"/>
                      <a:pt x="4220" y="4002"/>
                      <a:pt x="4574" y="4220"/>
                    </a:cubicBezTo>
                    <a:cubicBezTo>
                      <a:pt x="4263" y="3888"/>
                      <a:pt x="3937" y="3540"/>
                      <a:pt x="3610" y="3191"/>
                    </a:cubicBezTo>
                    <a:cubicBezTo>
                      <a:pt x="3569" y="3228"/>
                      <a:pt x="3536" y="3242"/>
                      <a:pt x="3507" y="3242"/>
                    </a:cubicBezTo>
                    <a:cubicBezTo>
                      <a:pt x="3429" y="3242"/>
                      <a:pt x="3388" y="3136"/>
                      <a:pt x="3332" y="3088"/>
                    </a:cubicBezTo>
                    <a:cubicBezTo>
                      <a:pt x="2576" y="2429"/>
                      <a:pt x="1901" y="1694"/>
                      <a:pt x="1160" y="1014"/>
                    </a:cubicBezTo>
                    <a:cubicBezTo>
                      <a:pt x="785" y="671"/>
                      <a:pt x="458" y="257"/>
                      <a:pt x="1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8" name="Google Shape;1908;p36"/>
              <p:cNvSpPr/>
              <p:nvPr/>
            </p:nvSpPr>
            <p:spPr>
              <a:xfrm>
                <a:off x="5705154" y="2055503"/>
                <a:ext cx="154996" cy="89675"/>
              </a:xfrm>
              <a:custGeom>
                <a:rect b="b" l="l" r="r" t="t"/>
                <a:pathLst>
                  <a:path extrusionOk="0" h="1506" w="2603">
                    <a:moveTo>
                      <a:pt x="235" y="0"/>
                    </a:moveTo>
                    <a:cubicBezTo>
                      <a:pt x="175" y="11"/>
                      <a:pt x="120" y="17"/>
                      <a:pt x="1" y="38"/>
                    </a:cubicBezTo>
                    <a:cubicBezTo>
                      <a:pt x="828" y="349"/>
                      <a:pt x="1503" y="784"/>
                      <a:pt x="2205" y="1269"/>
                    </a:cubicBezTo>
                    <a:cubicBezTo>
                      <a:pt x="2154" y="1280"/>
                      <a:pt x="2106" y="1285"/>
                      <a:pt x="2061" y="1285"/>
                    </a:cubicBezTo>
                    <a:cubicBezTo>
                      <a:pt x="1875" y="1285"/>
                      <a:pt x="1733" y="1201"/>
                      <a:pt x="1585" y="1149"/>
                    </a:cubicBezTo>
                    <a:cubicBezTo>
                      <a:pt x="1247" y="1036"/>
                      <a:pt x="925" y="860"/>
                      <a:pt x="556" y="860"/>
                    </a:cubicBezTo>
                    <a:cubicBezTo>
                      <a:pt x="551" y="860"/>
                      <a:pt x="545" y="860"/>
                      <a:pt x="539" y="860"/>
                    </a:cubicBezTo>
                    <a:cubicBezTo>
                      <a:pt x="387" y="866"/>
                      <a:pt x="256" y="893"/>
                      <a:pt x="436" y="1067"/>
                    </a:cubicBezTo>
                    <a:cubicBezTo>
                      <a:pt x="817" y="1089"/>
                      <a:pt x="1176" y="1187"/>
                      <a:pt x="1525" y="1329"/>
                    </a:cubicBezTo>
                    <a:cubicBezTo>
                      <a:pt x="1739" y="1417"/>
                      <a:pt x="1953" y="1505"/>
                      <a:pt x="2187" y="1505"/>
                    </a:cubicBezTo>
                    <a:cubicBezTo>
                      <a:pt x="2227" y="1505"/>
                      <a:pt x="2268" y="1503"/>
                      <a:pt x="2309" y="1497"/>
                    </a:cubicBezTo>
                    <a:cubicBezTo>
                      <a:pt x="2328" y="1495"/>
                      <a:pt x="2350" y="1495"/>
                      <a:pt x="2372" y="1495"/>
                    </a:cubicBezTo>
                    <a:cubicBezTo>
                      <a:pt x="2377" y="1495"/>
                      <a:pt x="2382" y="1495"/>
                      <a:pt x="2388" y="1495"/>
                    </a:cubicBezTo>
                    <a:cubicBezTo>
                      <a:pt x="2470" y="1495"/>
                      <a:pt x="2555" y="1492"/>
                      <a:pt x="2576" y="1394"/>
                    </a:cubicBezTo>
                    <a:cubicBezTo>
                      <a:pt x="2603" y="1274"/>
                      <a:pt x="2472" y="1209"/>
                      <a:pt x="2385" y="1165"/>
                    </a:cubicBezTo>
                    <a:cubicBezTo>
                      <a:pt x="1998" y="986"/>
                      <a:pt x="1677" y="708"/>
                      <a:pt x="1318" y="485"/>
                    </a:cubicBezTo>
                    <a:cubicBezTo>
                      <a:pt x="980" y="272"/>
                      <a:pt x="616" y="109"/>
                      <a:pt x="235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9" name="Google Shape;1909;p36"/>
              <p:cNvSpPr/>
              <p:nvPr/>
            </p:nvSpPr>
            <p:spPr>
              <a:xfrm>
                <a:off x="6409883" y="2317388"/>
                <a:ext cx="29594" cy="29594"/>
              </a:xfrm>
              <a:custGeom>
                <a:rect b="b" l="l" r="r" t="t"/>
                <a:pathLst>
                  <a:path extrusionOk="0" h="497" w="497">
                    <a:moveTo>
                      <a:pt x="1" y="1"/>
                    </a:moveTo>
                    <a:cubicBezTo>
                      <a:pt x="82" y="251"/>
                      <a:pt x="246" y="415"/>
                      <a:pt x="496" y="496"/>
                    </a:cubicBezTo>
                    <a:cubicBezTo>
                      <a:pt x="355" y="306"/>
                      <a:pt x="191" y="137"/>
                      <a:pt x="1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0" name="Google Shape;1910;p36"/>
              <p:cNvSpPr/>
              <p:nvPr/>
            </p:nvSpPr>
            <p:spPr>
              <a:xfrm>
                <a:off x="5493169" y="1747828"/>
                <a:ext cx="225021" cy="153745"/>
              </a:xfrm>
              <a:custGeom>
                <a:rect b="b" l="l" r="r" t="t"/>
                <a:pathLst>
                  <a:path extrusionOk="0" h="2582" w="3779">
                    <a:moveTo>
                      <a:pt x="3718" y="1"/>
                    </a:moveTo>
                    <a:cubicBezTo>
                      <a:pt x="3446" y="72"/>
                      <a:pt x="3169" y="121"/>
                      <a:pt x="2913" y="224"/>
                    </a:cubicBezTo>
                    <a:cubicBezTo>
                      <a:pt x="2483" y="398"/>
                      <a:pt x="1960" y="398"/>
                      <a:pt x="1677" y="866"/>
                    </a:cubicBezTo>
                    <a:cubicBezTo>
                      <a:pt x="1644" y="920"/>
                      <a:pt x="1575" y="973"/>
                      <a:pt x="1503" y="973"/>
                    </a:cubicBezTo>
                    <a:cubicBezTo>
                      <a:pt x="1479" y="973"/>
                      <a:pt x="1455" y="967"/>
                      <a:pt x="1432" y="954"/>
                    </a:cubicBezTo>
                    <a:cubicBezTo>
                      <a:pt x="1350" y="910"/>
                      <a:pt x="1394" y="807"/>
                      <a:pt x="1383" y="730"/>
                    </a:cubicBezTo>
                    <a:cubicBezTo>
                      <a:pt x="1367" y="605"/>
                      <a:pt x="1416" y="474"/>
                      <a:pt x="1350" y="349"/>
                    </a:cubicBezTo>
                    <a:cubicBezTo>
                      <a:pt x="822" y="856"/>
                      <a:pt x="327" y="1378"/>
                      <a:pt x="27" y="2059"/>
                    </a:cubicBezTo>
                    <a:cubicBezTo>
                      <a:pt x="109" y="2064"/>
                      <a:pt x="185" y="2075"/>
                      <a:pt x="272" y="2086"/>
                    </a:cubicBezTo>
                    <a:cubicBezTo>
                      <a:pt x="207" y="2260"/>
                      <a:pt x="0" y="2369"/>
                      <a:pt x="65" y="2581"/>
                    </a:cubicBezTo>
                    <a:cubicBezTo>
                      <a:pt x="197" y="2567"/>
                      <a:pt x="250" y="2333"/>
                      <a:pt x="373" y="2333"/>
                    </a:cubicBezTo>
                    <a:cubicBezTo>
                      <a:pt x="434" y="2333"/>
                      <a:pt x="513" y="2390"/>
                      <a:pt x="626" y="2560"/>
                    </a:cubicBezTo>
                    <a:cubicBezTo>
                      <a:pt x="517" y="2059"/>
                      <a:pt x="790" y="1955"/>
                      <a:pt x="1056" y="1841"/>
                    </a:cubicBezTo>
                    <a:cubicBezTo>
                      <a:pt x="1470" y="1661"/>
                      <a:pt x="1911" y="1531"/>
                      <a:pt x="2298" y="1286"/>
                    </a:cubicBezTo>
                    <a:cubicBezTo>
                      <a:pt x="2134" y="1090"/>
                      <a:pt x="2368" y="1057"/>
                      <a:pt x="2445" y="1008"/>
                    </a:cubicBezTo>
                    <a:cubicBezTo>
                      <a:pt x="2787" y="790"/>
                      <a:pt x="3207" y="763"/>
                      <a:pt x="3561" y="627"/>
                    </a:cubicBezTo>
                    <a:cubicBezTo>
                      <a:pt x="3109" y="284"/>
                      <a:pt x="3778" y="251"/>
                      <a:pt x="3718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1" name="Google Shape;1911;p36"/>
              <p:cNvSpPr/>
              <p:nvPr/>
            </p:nvSpPr>
            <p:spPr>
              <a:xfrm>
                <a:off x="5549857" y="2080096"/>
                <a:ext cx="79493" cy="237049"/>
              </a:xfrm>
              <a:custGeom>
                <a:rect b="b" l="l" r="r" t="t"/>
                <a:pathLst>
                  <a:path extrusionOk="0" h="3981" w="1335">
                    <a:moveTo>
                      <a:pt x="1335" y="1"/>
                    </a:moveTo>
                    <a:lnTo>
                      <a:pt x="1335" y="1"/>
                    </a:lnTo>
                    <a:cubicBezTo>
                      <a:pt x="1150" y="12"/>
                      <a:pt x="1062" y="126"/>
                      <a:pt x="986" y="240"/>
                    </a:cubicBezTo>
                    <a:cubicBezTo>
                      <a:pt x="872" y="344"/>
                      <a:pt x="845" y="475"/>
                      <a:pt x="834" y="622"/>
                    </a:cubicBezTo>
                    <a:cubicBezTo>
                      <a:pt x="823" y="752"/>
                      <a:pt x="796" y="877"/>
                      <a:pt x="736" y="992"/>
                    </a:cubicBezTo>
                    <a:cubicBezTo>
                      <a:pt x="684" y="1093"/>
                      <a:pt x="634" y="1141"/>
                      <a:pt x="587" y="1141"/>
                    </a:cubicBezTo>
                    <a:cubicBezTo>
                      <a:pt x="536" y="1141"/>
                      <a:pt x="487" y="1084"/>
                      <a:pt x="442" y="975"/>
                    </a:cubicBezTo>
                    <a:cubicBezTo>
                      <a:pt x="251" y="1106"/>
                      <a:pt x="197" y="1324"/>
                      <a:pt x="159" y="1520"/>
                    </a:cubicBezTo>
                    <a:cubicBezTo>
                      <a:pt x="1" y="2347"/>
                      <a:pt x="39" y="3169"/>
                      <a:pt x="289" y="3980"/>
                    </a:cubicBezTo>
                    <a:cubicBezTo>
                      <a:pt x="485" y="3877"/>
                      <a:pt x="447" y="3686"/>
                      <a:pt x="420" y="3540"/>
                    </a:cubicBezTo>
                    <a:cubicBezTo>
                      <a:pt x="317" y="3028"/>
                      <a:pt x="382" y="2511"/>
                      <a:pt x="355" y="1999"/>
                    </a:cubicBezTo>
                    <a:cubicBezTo>
                      <a:pt x="338" y="1759"/>
                      <a:pt x="409" y="1591"/>
                      <a:pt x="627" y="1493"/>
                    </a:cubicBezTo>
                    <a:cubicBezTo>
                      <a:pt x="932" y="1346"/>
                      <a:pt x="1090" y="1079"/>
                      <a:pt x="1122" y="769"/>
                    </a:cubicBezTo>
                    <a:cubicBezTo>
                      <a:pt x="1150" y="502"/>
                      <a:pt x="1193" y="251"/>
                      <a:pt x="1335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2" name="Google Shape;1912;p36"/>
              <p:cNvSpPr/>
              <p:nvPr/>
            </p:nvSpPr>
            <p:spPr>
              <a:xfrm>
                <a:off x="5586181" y="1831669"/>
                <a:ext cx="113195" cy="115577"/>
              </a:xfrm>
              <a:custGeom>
                <a:rect b="b" l="l" r="r" t="t"/>
                <a:pathLst>
                  <a:path extrusionOk="0" h="1941" w="1901">
                    <a:moveTo>
                      <a:pt x="1697" y="0"/>
                    </a:moveTo>
                    <a:cubicBezTo>
                      <a:pt x="1637" y="0"/>
                      <a:pt x="1575" y="26"/>
                      <a:pt x="1525" y="57"/>
                    </a:cubicBezTo>
                    <a:cubicBezTo>
                      <a:pt x="1144" y="308"/>
                      <a:pt x="757" y="558"/>
                      <a:pt x="398" y="836"/>
                    </a:cubicBezTo>
                    <a:cubicBezTo>
                      <a:pt x="240" y="956"/>
                      <a:pt x="66" y="1092"/>
                      <a:pt x="1" y="1326"/>
                    </a:cubicBezTo>
                    <a:cubicBezTo>
                      <a:pt x="469" y="956"/>
                      <a:pt x="953" y="618"/>
                      <a:pt x="1476" y="335"/>
                    </a:cubicBezTo>
                    <a:lnTo>
                      <a:pt x="1476" y="335"/>
                    </a:lnTo>
                    <a:cubicBezTo>
                      <a:pt x="1106" y="852"/>
                      <a:pt x="518" y="1217"/>
                      <a:pt x="501" y="1941"/>
                    </a:cubicBezTo>
                    <a:cubicBezTo>
                      <a:pt x="746" y="1478"/>
                      <a:pt x="1079" y="1092"/>
                      <a:pt x="1454" y="732"/>
                    </a:cubicBezTo>
                    <a:cubicBezTo>
                      <a:pt x="1579" y="613"/>
                      <a:pt x="1672" y="455"/>
                      <a:pt x="1759" y="302"/>
                    </a:cubicBezTo>
                    <a:cubicBezTo>
                      <a:pt x="1808" y="231"/>
                      <a:pt x="1901" y="139"/>
                      <a:pt x="1819" y="52"/>
                    </a:cubicBezTo>
                    <a:cubicBezTo>
                      <a:pt x="1784" y="15"/>
                      <a:pt x="1741" y="0"/>
                      <a:pt x="1697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3" name="Google Shape;1913;p36"/>
              <p:cNvSpPr/>
              <p:nvPr/>
            </p:nvSpPr>
            <p:spPr>
              <a:xfrm>
                <a:off x="5623456" y="1799693"/>
                <a:ext cx="174765" cy="151482"/>
              </a:xfrm>
              <a:custGeom>
                <a:rect b="b" l="l" r="r" t="t"/>
                <a:pathLst>
                  <a:path extrusionOk="0" h="2544" w="2935">
                    <a:moveTo>
                      <a:pt x="2935" y="1"/>
                    </a:moveTo>
                    <a:cubicBezTo>
                      <a:pt x="2369" y="1329"/>
                      <a:pt x="1160" y="1912"/>
                      <a:pt x="1" y="2543"/>
                    </a:cubicBezTo>
                    <a:cubicBezTo>
                      <a:pt x="1705" y="1890"/>
                      <a:pt x="2674" y="1041"/>
                      <a:pt x="2935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4" name="Google Shape;1914;p36"/>
              <p:cNvSpPr/>
              <p:nvPr/>
            </p:nvSpPr>
            <p:spPr>
              <a:xfrm>
                <a:off x="5572544" y="2094387"/>
                <a:ext cx="36084" cy="65857"/>
              </a:xfrm>
              <a:custGeom>
                <a:rect b="b" l="l" r="r" t="t"/>
                <a:pathLst>
                  <a:path extrusionOk="0" h="1106" w="606">
                    <a:moveTo>
                      <a:pt x="605" y="0"/>
                    </a:moveTo>
                    <a:lnTo>
                      <a:pt x="605" y="0"/>
                    </a:lnTo>
                    <a:cubicBezTo>
                      <a:pt x="562" y="6"/>
                      <a:pt x="513" y="11"/>
                      <a:pt x="469" y="17"/>
                    </a:cubicBezTo>
                    <a:cubicBezTo>
                      <a:pt x="377" y="131"/>
                      <a:pt x="235" y="202"/>
                      <a:pt x="175" y="343"/>
                    </a:cubicBezTo>
                    <a:cubicBezTo>
                      <a:pt x="137" y="474"/>
                      <a:pt x="99" y="605"/>
                      <a:pt x="61" y="735"/>
                    </a:cubicBezTo>
                    <a:cubicBezTo>
                      <a:pt x="72" y="861"/>
                      <a:pt x="1" y="986"/>
                      <a:pt x="83" y="1106"/>
                    </a:cubicBezTo>
                    <a:cubicBezTo>
                      <a:pt x="377" y="969"/>
                      <a:pt x="496" y="812"/>
                      <a:pt x="540" y="518"/>
                    </a:cubicBezTo>
                    <a:cubicBezTo>
                      <a:pt x="567" y="343"/>
                      <a:pt x="583" y="175"/>
                      <a:pt x="605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5" name="Google Shape;1915;p36"/>
              <p:cNvSpPr/>
              <p:nvPr/>
            </p:nvSpPr>
            <p:spPr>
              <a:xfrm>
                <a:off x="5473579" y="2116360"/>
                <a:ext cx="31618" cy="39538"/>
              </a:xfrm>
              <a:custGeom>
                <a:rect b="b" l="l" r="r" t="t"/>
                <a:pathLst>
                  <a:path extrusionOk="0" h="664" w="531">
                    <a:moveTo>
                      <a:pt x="328" y="1"/>
                    </a:moveTo>
                    <a:cubicBezTo>
                      <a:pt x="321" y="1"/>
                      <a:pt x="314" y="1"/>
                      <a:pt x="307" y="2"/>
                    </a:cubicBezTo>
                    <a:cubicBezTo>
                      <a:pt x="84" y="18"/>
                      <a:pt x="68" y="258"/>
                      <a:pt x="24" y="432"/>
                    </a:cubicBezTo>
                    <a:cubicBezTo>
                      <a:pt x="0" y="523"/>
                      <a:pt x="90" y="664"/>
                      <a:pt x="130" y="664"/>
                    </a:cubicBezTo>
                    <a:cubicBezTo>
                      <a:pt x="136" y="664"/>
                      <a:pt x="141" y="661"/>
                      <a:pt x="144" y="655"/>
                    </a:cubicBezTo>
                    <a:cubicBezTo>
                      <a:pt x="231" y="502"/>
                      <a:pt x="531" y="600"/>
                      <a:pt x="498" y="279"/>
                    </a:cubicBezTo>
                    <a:cubicBezTo>
                      <a:pt x="477" y="211"/>
                      <a:pt x="507" y="1"/>
                      <a:pt x="328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6" name="Google Shape;1916;p36"/>
              <p:cNvSpPr/>
              <p:nvPr/>
            </p:nvSpPr>
            <p:spPr>
              <a:xfrm>
                <a:off x="5558611" y="1867873"/>
                <a:ext cx="39002" cy="44361"/>
              </a:xfrm>
              <a:custGeom>
                <a:rect b="b" l="l" r="r" t="t"/>
                <a:pathLst>
                  <a:path extrusionOk="0" h="745" w="655">
                    <a:moveTo>
                      <a:pt x="424" y="0"/>
                    </a:moveTo>
                    <a:cubicBezTo>
                      <a:pt x="412" y="0"/>
                      <a:pt x="400" y="2"/>
                      <a:pt x="387" y="5"/>
                    </a:cubicBezTo>
                    <a:cubicBezTo>
                      <a:pt x="273" y="37"/>
                      <a:pt x="110" y="92"/>
                      <a:pt x="115" y="201"/>
                    </a:cubicBezTo>
                    <a:cubicBezTo>
                      <a:pt x="132" y="386"/>
                      <a:pt x="1" y="549"/>
                      <a:pt x="66" y="745"/>
                    </a:cubicBezTo>
                    <a:cubicBezTo>
                      <a:pt x="273" y="669"/>
                      <a:pt x="311" y="456"/>
                      <a:pt x="442" y="331"/>
                    </a:cubicBezTo>
                    <a:cubicBezTo>
                      <a:pt x="507" y="271"/>
                      <a:pt x="654" y="222"/>
                      <a:pt x="567" y="86"/>
                    </a:cubicBezTo>
                    <a:cubicBezTo>
                      <a:pt x="535" y="32"/>
                      <a:pt x="481" y="0"/>
                      <a:pt x="424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7" name="Google Shape;1917;p36"/>
              <p:cNvSpPr/>
              <p:nvPr/>
            </p:nvSpPr>
            <p:spPr>
              <a:xfrm>
                <a:off x="5508711" y="2307324"/>
                <a:ext cx="29534" cy="41681"/>
              </a:xfrm>
              <a:custGeom>
                <a:rect b="b" l="l" r="r" t="t"/>
                <a:pathLst>
                  <a:path extrusionOk="0" h="700" w="496">
                    <a:moveTo>
                      <a:pt x="413" y="0"/>
                    </a:moveTo>
                    <a:cubicBezTo>
                      <a:pt x="375" y="0"/>
                      <a:pt x="324" y="20"/>
                      <a:pt x="300" y="45"/>
                    </a:cubicBezTo>
                    <a:cubicBezTo>
                      <a:pt x="164" y="197"/>
                      <a:pt x="66" y="371"/>
                      <a:pt x="17" y="562"/>
                    </a:cubicBezTo>
                    <a:cubicBezTo>
                      <a:pt x="1" y="629"/>
                      <a:pt x="22" y="699"/>
                      <a:pt x="77" y="699"/>
                    </a:cubicBezTo>
                    <a:cubicBezTo>
                      <a:pt x="98" y="699"/>
                      <a:pt x="123" y="689"/>
                      <a:pt x="153" y="665"/>
                    </a:cubicBezTo>
                    <a:cubicBezTo>
                      <a:pt x="322" y="529"/>
                      <a:pt x="458" y="371"/>
                      <a:pt x="490" y="154"/>
                    </a:cubicBezTo>
                    <a:cubicBezTo>
                      <a:pt x="485" y="88"/>
                      <a:pt x="496" y="17"/>
                      <a:pt x="425" y="1"/>
                    </a:cubicBezTo>
                    <a:cubicBezTo>
                      <a:pt x="421" y="1"/>
                      <a:pt x="417" y="0"/>
                      <a:pt x="413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8" name="Google Shape;1918;p36"/>
              <p:cNvSpPr/>
              <p:nvPr/>
            </p:nvSpPr>
            <p:spPr>
              <a:xfrm>
                <a:off x="5401111" y="2111536"/>
                <a:ext cx="18816" cy="50971"/>
              </a:xfrm>
              <a:custGeom>
                <a:rect b="b" l="l" r="r" t="t"/>
                <a:pathLst>
                  <a:path extrusionOk="0" h="856" w="316">
                    <a:moveTo>
                      <a:pt x="153" y="1"/>
                    </a:moveTo>
                    <a:cubicBezTo>
                      <a:pt x="104" y="279"/>
                      <a:pt x="0" y="578"/>
                      <a:pt x="316" y="856"/>
                    </a:cubicBezTo>
                    <a:cubicBezTo>
                      <a:pt x="256" y="535"/>
                      <a:pt x="201" y="268"/>
                      <a:pt x="153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9" name="Google Shape;1919;p36"/>
              <p:cNvSpPr/>
              <p:nvPr/>
            </p:nvSpPr>
            <p:spPr>
              <a:xfrm>
                <a:off x="5783933" y="1811364"/>
                <a:ext cx="145588" cy="141717"/>
              </a:xfrm>
              <a:custGeom>
                <a:rect b="b" l="l" r="r" t="t"/>
                <a:pathLst>
                  <a:path extrusionOk="0" h="2380" w="2445">
                    <a:moveTo>
                      <a:pt x="1024" y="1"/>
                    </a:moveTo>
                    <a:cubicBezTo>
                      <a:pt x="997" y="50"/>
                      <a:pt x="959" y="99"/>
                      <a:pt x="937" y="153"/>
                    </a:cubicBezTo>
                    <a:cubicBezTo>
                      <a:pt x="626" y="888"/>
                      <a:pt x="550" y="1727"/>
                      <a:pt x="0" y="2380"/>
                    </a:cubicBezTo>
                    <a:cubicBezTo>
                      <a:pt x="659" y="2070"/>
                      <a:pt x="1416" y="2031"/>
                      <a:pt x="2015" y="1580"/>
                    </a:cubicBezTo>
                    <a:cubicBezTo>
                      <a:pt x="2132" y="1489"/>
                      <a:pt x="2255" y="1356"/>
                      <a:pt x="2434" y="1356"/>
                    </a:cubicBezTo>
                    <a:cubicBezTo>
                      <a:pt x="2438" y="1356"/>
                      <a:pt x="2441" y="1356"/>
                      <a:pt x="2445" y="1356"/>
                    </a:cubicBezTo>
                    <a:cubicBezTo>
                      <a:pt x="2369" y="1231"/>
                      <a:pt x="2265" y="1144"/>
                      <a:pt x="2145" y="1062"/>
                    </a:cubicBezTo>
                    <a:cubicBezTo>
                      <a:pt x="1715" y="768"/>
                      <a:pt x="1269" y="485"/>
                      <a:pt x="1024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0" name="Google Shape;1920;p36"/>
              <p:cNvSpPr/>
              <p:nvPr/>
            </p:nvSpPr>
            <p:spPr>
              <a:xfrm>
                <a:off x="7496840" y="777820"/>
                <a:ext cx="462665" cy="34417"/>
              </a:xfrm>
              <a:custGeom>
                <a:rect b="b" l="l" r="r" t="t"/>
                <a:pathLst>
                  <a:path extrusionOk="0" h="578" w="7770">
                    <a:moveTo>
                      <a:pt x="2862" y="0"/>
                    </a:moveTo>
                    <a:cubicBezTo>
                      <a:pt x="1911" y="0"/>
                      <a:pt x="958" y="102"/>
                      <a:pt x="1" y="378"/>
                    </a:cubicBezTo>
                    <a:cubicBezTo>
                      <a:pt x="133" y="417"/>
                      <a:pt x="264" y="432"/>
                      <a:pt x="396" y="432"/>
                    </a:cubicBezTo>
                    <a:cubicBezTo>
                      <a:pt x="633" y="432"/>
                      <a:pt x="867" y="384"/>
                      <a:pt x="1095" y="345"/>
                    </a:cubicBezTo>
                    <a:cubicBezTo>
                      <a:pt x="1507" y="270"/>
                      <a:pt x="1919" y="244"/>
                      <a:pt x="2330" y="244"/>
                    </a:cubicBezTo>
                    <a:cubicBezTo>
                      <a:pt x="2963" y="244"/>
                      <a:pt x="3595" y="306"/>
                      <a:pt x="4225" y="345"/>
                    </a:cubicBezTo>
                    <a:cubicBezTo>
                      <a:pt x="4492" y="362"/>
                      <a:pt x="4764" y="351"/>
                      <a:pt x="5031" y="394"/>
                    </a:cubicBezTo>
                    <a:cubicBezTo>
                      <a:pt x="5693" y="498"/>
                      <a:pt x="6356" y="578"/>
                      <a:pt x="7023" y="578"/>
                    </a:cubicBezTo>
                    <a:cubicBezTo>
                      <a:pt x="7271" y="578"/>
                      <a:pt x="7520" y="567"/>
                      <a:pt x="7769" y="541"/>
                    </a:cubicBezTo>
                    <a:cubicBezTo>
                      <a:pt x="6136" y="304"/>
                      <a:pt x="4502" y="0"/>
                      <a:pt x="2862" y="0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1" name="Google Shape;1921;p36"/>
              <p:cNvSpPr/>
              <p:nvPr/>
            </p:nvSpPr>
            <p:spPr>
              <a:xfrm>
                <a:off x="7551920" y="712617"/>
                <a:ext cx="261343" cy="47874"/>
              </a:xfrm>
              <a:custGeom>
                <a:rect b="b" l="l" r="r" t="t"/>
                <a:pathLst>
                  <a:path extrusionOk="0" h="804" w="4389">
                    <a:moveTo>
                      <a:pt x="644" y="1"/>
                    </a:moveTo>
                    <a:cubicBezTo>
                      <a:pt x="431" y="1"/>
                      <a:pt x="217" y="9"/>
                      <a:pt x="1" y="25"/>
                    </a:cubicBezTo>
                    <a:cubicBezTo>
                      <a:pt x="1482" y="194"/>
                      <a:pt x="2930" y="515"/>
                      <a:pt x="4389" y="804"/>
                    </a:cubicBezTo>
                    <a:cubicBezTo>
                      <a:pt x="3187" y="294"/>
                      <a:pt x="1941" y="1"/>
                      <a:pt x="644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2" name="Google Shape;1922;p36"/>
              <p:cNvSpPr/>
              <p:nvPr/>
            </p:nvSpPr>
            <p:spPr>
              <a:xfrm>
                <a:off x="7526017" y="1618494"/>
                <a:ext cx="110277" cy="189710"/>
              </a:xfrm>
              <a:custGeom>
                <a:rect b="b" l="l" r="r" t="t"/>
                <a:pathLst>
                  <a:path extrusionOk="0" h="3186" w="1852">
                    <a:moveTo>
                      <a:pt x="0" y="1"/>
                    </a:moveTo>
                    <a:cubicBezTo>
                      <a:pt x="0" y="246"/>
                      <a:pt x="1334" y="2543"/>
                      <a:pt x="1851" y="3185"/>
                    </a:cubicBezTo>
                    <a:cubicBezTo>
                      <a:pt x="1519" y="1901"/>
                      <a:pt x="817" y="932"/>
                      <a:pt x="0" y="1"/>
                    </a:cubicBezTo>
                    <a:close/>
                  </a:path>
                </a:pathLst>
              </a:custGeom>
              <a:solidFill>
                <a:srgbClr val="362715">
                  <a:alpha val="30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23" name="Google Shape;1923;p36"/>
            <p:cNvGrpSpPr/>
            <p:nvPr/>
          </p:nvGrpSpPr>
          <p:grpSpPr>
            <a:xfrm>
              <a:off x="5234850" y="71375"/>
              <a:ext cx="3462813" cy="5436445"/>
              <a:chOff x="5112550" y="-494325"/>
              <a:chExt cx="3462813" cy="5436445"/>
            </a:xfrm>
          </p:grpSpPr>
          <p:sp>
            <p:nvSpPr>
              <p:cNvPr id="1924" name="Google Shape;1924;p36"/>
              <p:cNvSpPr/>
              <p:nvPr/>
            </p:nvSpPr>
            <p:spPr>
              <a:xfrm>
                <a:off x="5669188" y="-379996"/>
                <a:ext cx="2350539" cy="5307544"/>
              </a:xfrm>
              <a:custGeom>
                <a:rect b="b" l="l" r="r" t="t"/>
                <a:pathLst>
                  <a:path extrusionOk="0" h="89135" w="39475">
                    <a:moveTo>
                      <a:pt x="21935" y="51897"/>
                    </a:moveTo>
                    <a:lnTo>
                      <a:pt x="21935" y="51897"/>
                    </a:lnTo>
                    <a:cubicBezTo>
                      <a:pt x="22076" y="52153"/>
                      <a:pt x="22229" y="52404"/>
                      <a:pt x="22386" y="52655"/>
                    </a:cubicBezTo>
                    <a:cubicBezTo>
                      <a:pt x="22329" y="52617"/>
                      <a:pt x="22267" y="52611"/>
                      <a:pt x="22207" y="52611"/>
                    </a:cubicBezTo>
                    <a:cubicBezTo>
                      <a:pt x="22180" y="52611"/>
                      <a:pt x="22154" y="52612"/>
                      <a:pt x="22128" y="52612"/>
                    </a:cubicBezTo>
                    <a:cubicBezTo>
                      <a:pt x="22082" y="52612"/>
                      <a:pt x="22039" y="52608"/>
                      <a:pt x="22005" y="52584"/>
                    </a:cubicBezTo>
                    <a:cubicBezTo>
                      <a:pt x="22310" y="52573"/>
                      <a:pt x="22146" y="52366"/>
                      <a:pt x="22097" y="52252"/>
                    </a:cubicBezTo>
                    <a:cubicBezTo>
                      <a:pt x="22044" y="52133"/>
                      <a:pt x="21990" y="52014"/>
                      <a:pt x="21935" y="51897"/>
                    </a:cubicBezTo>
                    <a:close/>
                    <a:moveTo>
                      <a:pt x="5243" y="85542"/>
                    </a:moveTo>
                    <a:lnTo>
                      <a:pt x="5243" y="85542"/>
                    </a:lnTo>
                    <a:cubicBezTo>
                      <a:pt x="5239" y="85623"/>
                      <a:pt x="5228" y="85709"/>
                      <a:pt x="5232" y="85792"/>
                    </a:cubicBezTo>
                    <a:lnTo>
                      <a:pt x="5232" y="85792"/>
                    </a:lnTo>
                    <a:cubicBezTo>
                      <a:pt x="5216" y="85705"/>
                      <a:pt x="5207" y="85619"/>
                      <a:pt x="5243" y="85542"/>
                    </a:cubicBezTo>
                    <a:close/>
                    <a:moveTo>
                      <a:pt x="21625" y="0"/>
                    </a:moveTo>
                    <a:cubicBezTo>
                      <a:pt x="21548" y="0"/>
                      <a:pt x="21482" y="82"/>
                      <a:pt x="21422" y="137"/>
                    </a:cubicBezTo>
                    <a:cubicBezTo>
                      <a:pt x="21194" y="360"/>
                      <a:pt x="20960" y="572"/>
                      <a:pt x="20780" y="839"/>
                    </a:cubicBezTo>
                    <a:cubicBezTo>
                      <a:pt x="20530" y="1220"/>
                      <a:pt x="20197" y="1525"/>
                      <a:pt x="19795" y="1737"/>
                    </a:cubicBezTo>
                    <a:cubicBezTo>
                      <a:pt x="19468" y="1906"/>
                      <a:pt x="19185" y="2140"/>
                      <a:pt x="18913" y="2380"/>
                    </a:cubicBezTo>
                    <a:cubicBezTo>
                      <a:pt x="18651" y="2603"/>
                      <a:pt x="18379" y="2815"/>
                      <a:pt x="18074" y="2968"/>
                    </a:cubicBezTo>
                    <a:cubicBezTo>
                      <a:pt x="16828" y="3577"/>
                      <a:pt x="15744" y="4427"/>
                      <a:pt x="14639" y="5254"/>
                    </a:cubicBezTo>
                    <a:cubicBezTo>
                      <a:pt x="14449" y="5396"/>
                      <a:pt x="14285" y="5559"/>
                      <a:pt x="14133" y="5744"/>
                    </a:cubicBezTo>
                    <a:cubicBezTo>
                      <a:pt x="13431" y="6599"/>
                      <a:pt x="12679" y="7415"/>
                      <a:pt x="12124" y="8384"/>
                    </a:cubicBezTo>
                    <a:cubicBezTo>
                      <a:pt x="12080" y="8466"/>
                      <a:pt x="12015" y="8537"/>
                      <a:pt x="11955" y="8608"/>
                    </a:cubicBezTo>
                    <a:cubicBezTo>
                      <a:pt x="11057" y="9609"/>
                      <a:pt x="10366" y="10774"/>
                      <a:pt x="9397" y="11716"/>
                    </a:cubicBezTo>
                    <a:cubicBezTo>
                      <a:pt x="8711" y="12380"/>
                      <a:pt x="8085" y="13104"/>
                      <a:pt x="7404" y="13774"/>
                    </a:cubicBezTo>
                    <a:cubicBezTo>
                      <a:pt x="6979" y="14193"/>
                      <a:pt x="6500" y="14563"/>
                      <a:pt x="6049" y="14955"/>
                    </a:cubicBezTo>
                    <a:cubicBezTo>
                      <a:pt x="4611" y="16191"/>
                      <a:pt x="3076" y="17307"/>
                      <a:pt x="1661" y="18575"/>
                    </a:cubicBezTo>
                    <a:cubicBezTo>
                      <a:pt x="1427" y="18782"/>
                      <a:pt x="1225" y="19000"/>
                      <a:pt x="1116" y="19299"/>
                    </a:cubicBezTo>
                    <a:cubicBezTo>
                      <a:pt x="1046" y="19490"/>
                      <a:pt x="980" y="19691"/>
                      <a:pt x="909" y="19893"/>
                    </a:cubicBezTo>
                    <a:cubicBezTo>
                      <a:pt x="937" y="19697"/>
                      <a:pt x="1105" y="19534"/>
                      <a:pt x="969" y="19327"/>
                    </a:cubicBezTo>
                    <a:lnTo>
                      <a:pt x="969" y="19327"/>
                    </a:lnTo>
                    <a:cubicBezTo>
                      <a:pt x="779" y="19621"/>
                      <a:pt x="566" y="19904"/>
                      <a:pt x="485" y="20252"/>
                    </a:cubicBezTo>
                    <a:cubicBezTo>
                      <a:pt x="501" y="20459"/>
                      <a:pt x="409" y="20639"/>
                      <a:pt x="349" y="20829"/>
                    </a:cubicBezTo>
                    <a:cubicBezTo>
                      <a:pt x="0" y="21978"/>
                      <a:pt x="120" y="23050"/>
                      <a:pt x="839" y="24041"/>
                    </a:cubicBezTo>
                    <a:cubicBezTo>
                      <a:pt x="1427" y="24847"/>
                      <a:pt x="2009" y="25658"/>
                      <a:pt x="2690" y="26393"/>
                    </a:cubicBezTo>
                    <a:cubicBezTo>
                      <a:pt x="3087" y="26823"/>
                      <a:pt x="3517" y="27226"/>
                      <a:pt x="3800" y="27749"/>
                    </a:cubicBezTo>
                    <a:cubicBezTo>
                      <a:pt x="3985" y="27939"/>
                      <a:pt x="4176" y="28135"/>
                      <a:pt x="4361" y="28326"/>
                    </a:cubicBezTo>
                    <a:cubicBezTo>
                      <a:pt x="4481" y="28353"/>
                      <a:pt x="4557" y="28451"/>
                      <a:pt x="4639" y="28532"/>
                    </a:cubicBezTo>
                    <a:cubicBezTo>
                      <a:pt x="5379" y="29240"/>
                      <a:pt x="6152" y="29910"/>
                      <a:pt x="6941" y="30563"/>
                    </a:cubicBezTo>
                    <a:cubicBezTo>
                      <a:pt x="8057" y="31499"/>
                      <a:pt x="9048" y="32550"/>
                      <a:pt x="9843" y="33780"/>
                    </a:cubicBezTo>
                    <a:cubicBezTo>
                      <a:pt x="10148" y="34249"/>
                      <a:pt x="10355" y="34760"/>
                      <a:pt x="10485" y="35299"/>
                    </a:cubicBezTo>
                    <a:cubicBezTo>
                      <a:pt x="10510" y="35410"/>
                      <a:pt x="10510" y="35483"/>
                      <a:pt x="10433" y="35483"/>
                    </a:cubicBezTo>
                    <a:cubicBezTo>
                      <a:pt x="10407" y="35483"/>
                      <a:pt x="10372" y="35475"/>
                      <a:pt x="10328" y="35457"/>
                    </a:cubicBezTo>
                    <a:cubicBezTo>
                      <a:pt x="10306" y="35811"/>
                      <a:pt x="10213" y="36165"/>
                      <a:pt x="10235" y="36524"/>
                    </a:cubicBezTo>
                    <a:cubicBezTo>
                      <a:pt x="10311" y="36573"/>
                      <a:pt x="10279" y="36644"/>
                      <a:pt x="10268" y="36715"/>
                    </a:cubicBezTo>
                    <a:cubicBezTo>
                      <a:pt x="10208" y="37036"/>
                      <a:pt x="10093" y="37346"/>
                      <a:pt x="10061" y="37678"/>
                    </a:cubicBezTo>
                    <a:cubicBezTo>
                      <a:pt x="9936" y="38849"/>
                      <a:pt x="9691" y="39997"/>
                      <a:pt x="9342" y="41124"/>
                    </a:cubicBezTo>
                    <a:cubicBezTo>
                      <a:pt x="9173" y="41663"/>
                      <a:pt x="8939" y="42159"/>
                      <a:pt x="8618" y="42611"/>
                    </a:cubicBezTo>
                    <a:cubicBezTo>
                      <a:pt x="8308" y="43041"/>
                      <a:pt x="7976" y="43449"/>
                      <a:pt x="7638" y="43857"/>
                    </a:cubicBezTo>
                    <a:cubicBezTo>
                      <a:pt x="7181" y="44413"/>
                      <a:pt x="6724" y="44968"/>
                      <a:pt x="6533" y="45686"/>
                    </a:cubicBezTo>
                    <a:cubicBezTo>
                      <a:pt x="6381" y="46258"/>
                      <a:pt x="6266" y="46835"/>
                      <a:pt x="6359" y="47429"/>
                    </a:cubicBezTo>
                    <a:cubicBezTo>
                      <a:pt x="6375" y="47525"/>
                      <a:pt x="6417" y="47652"/>
                      <a:pt x="6250" y="47652"/>
                    </a:cubicBezTo>
                    <a:cubicBezTo>
                      <a:pt x="6246" y="47652"/>
                      <a:pt x="6243" y="47652"/>
                      <a:pt x="6239" y="47652"/>
                    </a:cubicBezTo>
                    <a:cubicBezTo>
                      <a:pt x="6207" y="47658"/>
                      <a:pt x="6177" y="47661"/>
                      <a:pt x="6149" y="47661"/>
                    </a:cubicBezTo>
                    <a:cubicBezTo>
                      <a:pt x="6027" y="47661"/>
                      <a:pt x="5937" y="47601"/>
                      <a:pt x="5880" y="47456"/>
                    </a:cubicBezTo>
                    <a:cubicBezTo>
                      <a:pt x="5755" y="47135"/>
                      <a:pt x="5629" y="46813"/>
                      <a:pt x="5613" y="46470"/>
                    </a:cubicBezTo>
                    <a:cubicBezTo>
                      <a:pt x="5531" y="44772"/>
                      <a:pt x="5744" y="43128"/>
                      <a:pt x="6549" y="41603"/>
                    </a:cubicBezTo>
                    <a:cubicBezTo>
                      <a:pt x="6669" y="41375"/>
                      <a:pt x="6718" y="41168"/>
                      <a:pt x="6587" y="40939"/>
                    </a:cubicBezTo>
                    <a:cubicBezTo>
                      <a:pt x="6125" y="40030"/>
                      <a:pt x="5510" y="39230"/>
                      <a:pt x="4845" y="38468"/>
                    </a:cubicBezTo>
                    <a:cubicBezTo>
                      <a:pt x="4696" y="38376"/>
                      <a:pt x="4628" y="38157"/>
                      <a:pt x="4429" y="38157"/>
                    </a:cubicBezTo>
                    <a:cubicBezTo>
                      <a:pt x="4403" y="38157"/>
                      <a:pt x="4375" y="38160"/>
                      <a:pt x="4345" y="38168"/>
                    </a:cubicBezTo>
                    <a:cubicBezTo>
                      <a:pt x="4192" y="38381"/>
                      <a:pt x="4116" y="38626"/>
                      <a:pt x="3958" y="38838"/>
                    </a:cubicBezTo>
                    <a:cubicBezTo>
                      <a:pt x="3397" y="39578"/>
                      <a:pt x="2695" y="40095"/>
                      <a:pt x="1791" y="40330"/>
                    </a:cubicBezTo>
                    <a:cubicBezTo>
                      <a:pt x="1465" y="40411"/>
                      <a:pt x="1127" y="40498"/>
                      <a:pt x="866" y="40738"/>
                    </a:cubicBezTo>
                    <a:cubicBezTo>
                      <a:pt x="822" y="40798"/>
                      <a:pt x="784" y="40858"/>
                      <a:pt x="833" y="40934"/>
                    </a:cubicBezTo>
                    <a:cubicBezTo>
                      <a:pt x="1612" y="41277"/>
                      <a:pt x="2319" y="41740"/>
                      <a:pt x="3043" y="42257"/>
                    </a:cubicBezTo>
                    <a:cubicBezTo>
                      <a:pt x="2948" y="42288"/>
                      <a:pt x="2859" y="42301"/>
                      <a:pt x="2775" y="42301"/>
                    </a:cubicBezTo>
                    <a:cubicBezTo>
                      <a:pt x="2540" y="42301"/>
                      <a:pt x="2344" y="42201"/>
                      <a:pt x="2140" y="42137"/>
                    </a:cubicBezTo>
                    <a:cubicBezTo>
                      <a:pt x="1866" y="42054"/>
                      <a:pt x="1599" y="41908"/>
                      <a:pt x="1309" y="41908"/>
                    </a:cubicBezTo>
                    <a:cubicBezTo>
                      <a:pt x="1218" y="41908"/>
                      <a:pt x="1125" y="41922"/>
                      <a:pt x="1029" y="41957"/>
                    </a:cubicBezTo>
                    <a:cubicBezTo>
                      <a:pt x="915" y="42317"/>
                      <a:pt x="1105" y="42578"/>
                      <a:pt x="1329" y="42823"/>
                    </a:cubicBezTo>
                    <a:cubicBezTo>
                      <a:pt x="1546" y="42872"/>
                      <a:pt x="1470" y="43182"/>
                      <a:pt x="1682" y="43237"/>
                    </a:cubicBezTo>
                    <a:cubicBezTo>
                      <a:pt x="1819" y="43013"/>
                      <a:pt x="1639" y="42866"/>
                      <a:pt x="1568" y="42714"/>
                    </a:cubicBezTo>
                    <a:lnTo>
                      <a:pt x="1568" y="42714"/>
                    </a:lnTo>
                    <a:cubicBezTo>
                      <a:pt x="1650" y="42801"/>
                      <a:pt x="1693" y="42932"/>
                      <a:pt x="1753" y="43057"/>
                    </a:cubicBezTo>
                    <a:cubicBezTo>
                      <a:pt x="2156" y="43982"/>
                      <a:pt x="2238" y="44973"/>
                      <a:pt x="2287" y="45959"/>
                    </a:cubicBezTo>
                    <a:cubicBezTo>
                      <a:pt x="2319" y="46704"/>
                      <a:pt x="2385" y="47439"/>
                      <a:pt x="2581" y="48158"/>
                    </a:cubicBezTo>
                    <a:cubicBezTo>
                      <a:pt x="3185" y="50401"/>
                      <a:pt x="4464" y="52094"/>
                      <a:pt x="6571" y="53117"/>
                    </a:cubicBezTo>
                    <a:cubicBezTo>
                      <a:pt x="7109" y="53378"/>
                      <a:pt x="7658" y="53619"/>
                      <a:pt x="8278" y="53619"/>
                    </a:cubicBezTo>
                    <a:cubicBezTo>
                      <a:pt x="8291" y="53619"/>
                      <a:pt x="8305" y="53619"/>
                      <a:pt x="8319" y="53618"/>
                    </a:cubicBezTo>
                    <a:cubicBezTo>
                      <a:pt x="8830" y="52992"/>
                      <a:pt x="9348" y="52383"/>
                      <a:pt x="9941" y="51822"/>
                    </a:cubicBezTo>
                    <a:cubicBezTo>
                      <a:pt x="10621" y="51190"/>
                      <a:pt x="11346" y="50646"/>
                      <a:pt x="12157" y="50210"/>
                    </a:cubicBezTo>
                    <a:cubicBezTo>
                      <a:pt x="12739" y="49906"/>
                      <a:pt x="13376" y="49786"/>
                      <a:pt x="14024" y="49715"/>
                    </a:cubicBezTo>
                    <a:cubicBezTo>
                      <a:pt x="14055" y="49712"/>
                      <a:pt x="14089" y="49709"/>
                      <a:pt x="14122" y="49709"/>
                    </a:cubicBezTo>
                    <a:cubicBezTo>
                      <a:pt x="14247" y="49709"/>
                      <a:pt x="14366" y="49750"/>
                      <a:pt x="14323" y="49960"/>
                    </a:cubicBezTo>
                    <a:cubicBezTo>
                      <a:pt x="13779" y="50210"/>
                      <a:pt x="13305" y="50548"/>
                      <a:pt x="12957" y="51043"/>
                    </a:cubicBezTo>
                    <a:cubicBezTo>
                      <a:pt x="12870" y="51169"/>
                      <a:pt x="12756" y="51277"/>
                      <a:pt x="12636" y="51370"/>
                    </a:cubicBezTo>
                    <a:cubicBezTo>
                      <a:pt x="11787" y="52040"/>
                      <a:pt x="11237" y="52905"/>
                      <a:pt x="10845" y="53901"/>
                    </a:cubicBezTo>
                    <a:cubicBezTo>
                      <a:pt x="10284" y="55328"/>
                      <a:pt x="10600" y="56564"/>
                      <a:pt x="11525" y="57723"/>
                    </a:cubicBezTo>
                    <a:cubicBezTo>
                      <a:pt x="12075" y="58414"/>
                      <a:pt x="12756" y="58981"/>
                      <a:pt x="13365" y="59623"/>
                    </a:cubicBezTo>
                    <a:cubicBezTo>
                      <a:pt x="13539" y="59803"/>
                      <a:pt x="13703" y="59988"/>
                      <a:pt x="13774" y="60282"/>
                    </a:cubicBezTo>
                    <a:cubicBezTo>
                      <a:pt x="13686" y="60135"/>
                      <a:pt x="13610" y="60031"/>
                      <a:pt x="13523" y="59933"/>
                    </a:cubicBezTo>
                    <a:cubicBezTo>
                      <a:pt x="13404" y="59798"/>
                      <a:pt x="13329" y="59594"/>
                      <a:pt x="13105" y="59594"/>
                    </a:cubicBezTo>
                    <a:cubicBezTo>
                      <a:pt x="13094" y="59594"/>
                      <a:pt x="13083" y="59595"/>
                      <a:pt x="13071" y="59596"/>
                    </a:cubicBezTo>
                    <a:cubicBezTo>
                      <a:pt x="13425" y="60260"/>
                      <a:pt x="13779" y="60924"/>
                      <a:pt x="14133" y="61583"/>
                    </a:cubicBezTo>
                    <a:cubicBezTo>
                      <a:pt x="14204" y="61545"/>
                      <a:pt x="14166" y="61441"/>
                      <a:pt x="14236" y="61387"/>
                    </a:cubicBezTo>
                    <a:cubicBezTo>
                      <a:pt x="14400" y="61779"/>
                      <a:pt x="14405" y="62154"/>
                      <a:pt x="14285" y="62541"/>
                    </a:cubicBezTo>
                    <a:cubicBezTo>
                      <a:pt x="14122" y="63096"/>
                      <a:pt x="13997" y="63657"/>
                      <a:pt x="13768" y="64191"/>
                    </a:cubicBezTo>
                    <a:cubicBezTo>
                      <a:pt x="13387" y="65083"/>
                      <a:pt x="13137" y="66014"/>
                      <a:pt x="12952" y="66967"/>
                    </a:cubicBezTo>
                    <a:cubicBezTo>
                      <a:pt x="12826" y="67588"/>
                      <a:pt x="12859" y="68203"/>
                      <a:pt x="12973" y="68823"/>
                    </a:cubicBezTo>
                    <a:cubicBezTo>
                      <a:pt x="13006" y="68987"/>
                      <a:pt x="13050" y="69155"/>
                      <a:pt x="13186" y="69259"/>
                    </a:cubicBezTo>
                    <a:cubicBezTo>
                      <a:pt x="13496" y="69498"/>
                      <a:pt x="13714" y="69825"/>
                      <a:pt x="13970" y="70114"/>
                    </a:cubicBezTo>
                    <a:cubicBezTo>
                      <a:pt x="14215" y="70387"/>
                      <a:pt x="14520" y="70518"/>
                      <a:pt x="14816" y="70518"/>
                    </a:cubicBezTo>
                    <a:cubicBezTo>
                      <a:pt x="15209" y="70518"/>
                      <a:pt x="15587" y="70285"/>
                      <a:pt x="15782" y="69847"/>
                    </a:cubicBezTo>
                    <a:cubicBezTo>
                      <a:pt x="15815" y="69771"/>
                      <a:pt x="15853" y="69700"/>
                      <a:pt x="15891" y="69624"/>
                    </a:cubicBezTo>
                    <a:cubicBezTo>
                      <a:pt x="15940" y="69515"/>
                      <a:pt x="16006" y="69400"/>
                      <a:pt x="15902" y="69297"/>
                    </a:cubicBezTo>
                    <a:cubicBezTo>
                      <a:pt x="15870" y="69267"/>
                      <a:pt x="15837" y="69256"/>
                      <a:pt x="15803" y="69256"/>
                    </a:cubicBezTo>
                    <a:cubicBezTo>
                      <a:pt x="15737" y="69256"/>
                      <a:pt x="15669" y="69297"/>
                      <a:pt x="15608" y="69330"/>
                    </a:cubicBezTo>
                    <a:cubicBezTo>
                      <a:pt x="15439" y="69416"/>
                      <a:pt x="15277" y="69459"/>
                      <a:pt x="15119" y="69459"/>
                    </a:cubicBezTo>
                    <a:cubicBezTo>
                      <a:pt x="14891" y="69459"/>
                      <a:pt x="14672" y="69370"/>
                      <a:pt x="14460" y="69199"/>
                    </a:cubicBezTo>
                    <a:cubicBezTo>
                      <a:pt x="14313" y="69079"/>
                      <a:pt x="14155" y="68976"/>
                      <a:pt x="14002" y="68812"/>
                    </a:cubicBezTo>
                    <a:lnTo>
                      <a:pt x="14002" y="68812"/>
                    </a:lnTo>
                    <a:cubicBezTo>
                      <a:pt x="14215" y="68916"/>
                      <a:pt x="14372" y="69041"/>
                      <a:pt x="14536" y="69155"/>
                    </a:cubicBezTo>
                    <a:cubicBezTo>
                      <a:pt x="14720" y="69287"/>
                      <a:pt x="14908" y="69346"/>
                      <a:pt x="15111" y="69346"/>
                    </a:cubicBezTo>
                    <a:cubicBezTo>
                      <a:pt x="15226" y="69346"/>
                      <a:pt x="15346" y="69327"/>
                      <a:pt x="15472" y="69292"/>
                    </a:cubicBezTo>
                    <a:cubicBezTo>
                      <a:pt x="15777" y="69204"/>
                      <a:pt x="16016" y="69019"/>
                      <a:pt x="16278" y="68872"/>
                    </a:cubicBezTo>
                    <a:lnTo>
                      <a:pt x="16310" y="68883"/>
                    </a:lnTo>
                    <a:lnTo>
                      <a:pt x="16332" y="68861"/>
                    </a:lnTo>
                    <a:cubicBezTo>
                      <a:pt x="16501" y="68567"/>
                      <a:pt x="16430" y="68252"/>
                      <a:pt x="16392" y="67947"/>
                    </a:cubicBezTo>
                    <a:cubicBezTo>
                      <a:pt x="16376" y="67822"/>
                      <a:pt x="16414" y="67801"/>
                      <a:pt x="16474" y="67801"/>
                    </a:cubicBezTo>
                    <a:cubicBezTo>
                      <a:pt x="16495" y="67801"/>
                      <a:pt x="16519" y="67804"/>
                      <a:pt x="16545" y="67805"/>
                    </a:cubicBezTo>
                    <a:cubicBezTo>
                      <a:pt x="16508" y="67610"/>
                      <a:pt x="16408" y="67566"/>
                      <a:pt x="16288" y="67566"/>
                    </a:cubicBezTo>
                    <a:cubicBezTo>
                      <a:pt x="16210" y="67566"/>
                      <a:pt x="16125" y="67584"/>
                      <a:pt x="16044" y="67593"/>
                    </a:cubicBezTo>
                    <a:cubicBezTo>
                      <a:pt x="16022" y="67773"/>
                      <a:pt x="15946" y="67931"/>
                      <a:pt x="15826" y="68067"/>
                    </a:cubicBezTo>
                    <a:cubicBezTo>
                      <a:pt x="15718" y="68188"/>
                      <a:pt x="15600" y="68231"/>
                      <a:pt x="15478" y="68231"/>
                    </a:cubicBezTo>
                    <a:cubicBezTo>
                      <a:pt x="15359" y="68231"/>
                      <a:pt x="15236" y="68191"/>
                      <a:pt x="15113" y="68143"/>
                    </a:cubicBezTo>
                    <a:cubicBezTo>
                      <a:pt x="14900" y="68061"/>
                      <a:pt x="14786" y="67892"/>
                      <a:pt x="14808" y="67675"/>
                    </a:cubicBezTo>
                    <a:cubicBezTo>
                      <a:pt x="14835" y="67435"/>
                      <a:pt x="14879" y="67179"/>
                      <a:pt x="15118" y="67032"/>
                    </a:cubicBezTo>
                    <a:cubicBezTo>
                      <a:pt x="15151" y="66885"/>
                      <a:pt x="14955" y="66820"/>
                      <a:pt x="14988" y="66673"/>
                    </a:cubicBezTo>
                    <a:cubicBezTo>
                      <a:pt x="14944" y="66504"/>
                      <a:pt x="14928" y="66330"/>
                      <a:pt x="14982" y="66156"/>
                    </a:cubicBezTo>
                    <a:cubicBezTo>
                      <a:pt x="15034" y="65981"/>
                      <a:pt x="15103" y="65895"/>
                      <a:pt x="15198" y="65895"/>
                    </a:cubicBezTo>
                    <a:cubicBezTo>
                      <a:pt x="15262" y="65895"/>
                      <a:pt x="15338" y="65935"/>
                      <a:pt x="15429" y="66014"/>
                    </a:cubicBezTo>
                    <a:cubicBezTo>
                      <a:pt x="15510" y="66085"/>
                      <a:pt x="15570" y="66178"/>
                      <a:pt x="15646" y="66243"/>
                    </a:cubicBezTo>
                    <a:cubicBezTo>
                      <a:pt x="15686" y="66279"/>
                      <a:pt x="15727" y="66321"/>
                      <a:pt x="15775" y="66321"/>
                    </a:cubicBezTo>
                    <a:cubicBezTo>
                      <a:pt x="15793" y="66321"/>
                      <a:pt x="15811" y="66316"/>
                      <a:pt x="15831" y="66303"/>
                    </a:cubicBezTo>
                    <a:cubicBezTo>
                      <a:pt x="15897" y="66259"/>
                      <a:pt x="15897" y="66183"/>
                      <a:pt x="15891" y="66112"/>
                    </a:cubicBezTo>
                    <a:cubicBezTo>
                      <a:pt x="15886" y="66052"/>
                      <a:pt x="15870" y="65992"/>
                      <a:pt x="15842" y="65943"/>
                    </a:cubicBezTo>
                    <a:cubicBezTo>
                      <a:pt x="15521" y="65339"/>
                      <a:pt x="15690" y="64757"/>
                      <a:pt x="15940" y="64191"/>
                    </a:cubicBezTo>
                    <a:cubicBezTo>
                      <a:pt x="16104" y="63826"/>
                      <a:pt x="16300" y="63472"/>
                      <a:pt x="16474" y="63118"/>
                    </a:cubicBezTo>
                    <a:cubicBezTo>
                      <a:pt x="16577" y="62862"/>
                      <a:pt x="16713" y="62623"/>
                      <a:pt x="16833" y="62372"/>
                    </a:cubicBezTo>
                    <a:cubicBezTo>
                      <a:pt x="16920" y="62231"/>
                      <a:pt x="16996" y="62089"/>
                      <a:pt x="17062" y="61937"/>
                    </a:cubicBezTo>
                    <a:cubicBezTo>
                      <a:pt x="17437" y="61071"/>
                      <a:pt x="17710" y="60195"/>
                      <a:pt x="17143" y="59302"/>
                    </a:cubicBezTo>
                    <a:cubicBezTo>
                      <a:pt x="16860" y="58850"/>
                      <a:pt x="16746" y="58344"/>
                      <a:pt x="16670" y="57832"/>
                    </a:cubicBezTo>
                    <a:cubicBezTo>
                      <a:pt x="16594" y="57337"/>
                      <a:pt x="16523" y="56798"/>
                      <a:pt x="16953" y="56406"/>
                    </a:cubicBezTo>
                    <a:cubicBezTo>
                      <a:pt x="17280" y="56101"/>
                      <a:pt x="17606" y="55796"/>
                      <a:pt x="17993" y="55562"/>
                    </a:cubicBezTo>
                    <a:cubicBezTo>
                      <a:pt x="18657" y="55164"/>
                      <a:pt x="19228" y="54653"/>
                      <a:pt x="19604" y="53961"/>
                    </a:cubicBezTo>
                    <a:cubicBezTo>
                      <a:pt x="19654" y="53871"/>
                      <a:pt x="19700" y="53757"/>
                      <a:pt x="19826" y="53757"/>
                    </a:cubicBezTo>
                    <a:cubicBezTo>
                      <a:pt x="19837" y="53757"/>
                      <a:pt x="19848" y="53758"/>
                      <a:pt x="19860" y="53760"/>
                    </a:cubicBezTo>
                    <a:cubicBezTo>
                      <a:pt x="20442" y="53989"/>
                      <a:pt x="20894" y="54408"/>
                      <a:pt x="21352" y="54811"/>
                    </a:cubicBezTo>
                    <a:cubicBezTo>
                      <a:pt x="22081" y="55447"/>
                      <a:pt x="22751" y="56139"/>
                      <a:pt x="23404" y="56847"/>
                    </a:cubicBezTo>
                    <a:cubicBezTo>
                      <a:pt x="24765" y="58322"/>
                      <a:pt x="25854" y="59928"/>
                      <a:pt x="26235" y="61937"/>
                    </a:cubicBezTo>
                    <a:cubicBezTo>
                      <a:pt x="26382" y="62721"/>
                      <a:pt x="26621" y="63488"/>
                      <a:pt x="26643" y="64299"/>
                    </a:cubicBezTo>
                    <a:cubicBezTo>
                      <a:pt x="26681" y="65807"/>
                      <a:pt x="26333" y="67250"/>
                      <a:pt x="25876" y="68665"/>
                    </a:cubicBezTo>
                    <a:cubicBezTo>
                      <a:pt x="25680" y="69281"/>
                      <a:pt x="25348" y="69847"/>
                      <a:pt x="24966" y="70375"/>
                    </a:cubicBezTo>
                    <a:cubicBezTo>
                      <a:pt x="24705" y="70723"/>
                      <a:pt x="24525" y="71121"/>
                      <a:pt x="24286" y="71491"/>
                    </a:cubicBezTo>
                    <a:cubicBezTo>
                      <a:pt x="23132" y="73309"/>
                      <a:pt x="21482" y="74414"/>
                      <a:pt x="19403" y="74899"/>
                    </a:cubicBezTo>
                    <a:cubicBezTo>
                      <a:pt x="17296" y="75383"/>
                      <a:pt x="15145" y="75541"/>
                      <a:pt x="12995" y="75699"/>
                    </a:cubicBezTo>
                    <a:cubicBezTo>
                      <a:pt x="11514" y="75808"/>
                      <a:pt x="10110" y="76167"/>
                      <a:pt x="8776" y="76793"/>
                    </a:cubicBezTo>
                    <a:cubicBezTo>
                      <a:pt x="7181" y="77545"/>
                      <a:pt x="5989" y="78748"/>
                      <a:pt x="5183" y="80321"/>
                    </a:cubicBezTo>
                    <a:cubicBezTo>
                      <a:pt x="4851" y="80963"/>
                      <a:pt x="4639" y="81644"/>
                      <a:pt x="4840" y="82384"/>
                    </a:cubicBezTo>
                    <a:cubicBezTo>
                      <a:pt x="4824" y="82335"/>
                      <a:pt x="4807" y="82281"/>
                      <a:pt x="4796" y="82226"/>
                    </a:cubicBezTo>
                    <a:cubicBezTo>
                      <a:pt x="4780" y="82150"/>
                      <a:pt x="4796" y="82041"/>
                      <a:pt x="4682" y="82041"/>
                    </a:cubicBezTo>
                    <a:cubicBezTo>
                      <a:pt x="4584" y="82047"/>
                      <a:pt x="4546" y="82145"/>
                      <a:pt x="4535" y="82221"/>
                    </a:cubicBezTo>
                    <a:cubicBezTo>
                      <a:pt x="4486" y="82607"/>
                      <a:pt x="4056" y="82950"/>
                      <a:pt x="4410" y="83381"/>
                    </a:cubicBezTo>
                    <a:cubicBezTo>
                      <a:pt x="4426" y="83397"/>
                      <a:pt x="4415" y="83430"/>
                      <a:pt x="4415" y="83451"/>
                    </a:cubicBezTo>
                    <a:cubicBezTo>
                      <a:pt x="4399" y="83696"/>
                      <a:pt x="4437" y="83947"/>
                      <a:pt x="4443" y="84192"/>
                    </a:cubicBezTo>
                    <a:cubicBezTo>
                      <a:pt x="4448" y="84872"/>
                      <a:pt x="4666" y="85487"/>
                      <a:pt x="5014" y="86059"/>
                    </a:cubicBezTo>
                    <a:cubicBezTo>
                      <a:pt x="5051" y="86119"/>
                      <a:pt x="5092" y="86198"/>
                      <a:pt x="5159" y="86198"/>
                    </a:cubicBezTo>
                    <a:cubicBezTo>
                      <a:pt x="5172" y="86198"/>
                      <a:pt x="5185" y="86195"/>
                      <a:pt x="5199" y="86190"/>
                    </a:cubicBezTo>
                    <a:cubicBezTo>
                      <a:pt x="5292" y="86157"/>
                      <a:pt x="5275" y="86054"/>
                      <a:pt x="5265" y="85972"/>
                    </a:cubicBezTo>
                    <a:cubicBezTo>
                      <a:pt x="5264" y="85964"/>
                      <a:pt x="5263" y="85955"/>
                      <a:pt x="5261" y="85947"/>
                    </a:cubicBezTo>
                    <a:lnTo>
                      <a:pt x="5261" y="85947"/>
                    </a:lnTo>
                    <a:cubicBezTo>
                      <a:pt x="5288" y="86018"/>
                      <a:pt x="5337" y="86084"/>
                      <a:pt x="5422" y="86141"/>
                    </a:cubicBezTo>
                    <a:cubicBezTo>
                      <a:pt x="5433" y="86005"/>
                      <a:pt x="5401" y="85852"/>
                      <a:pt x="5569" y="85787"/>
                    </a:cubicBezTo>
                    <a:cubicBezTo>
                      <a:pt x="5678" y="85629"/>
                      <a:pt x="5482" y="85564"/>
                      <a:pt x="5471" y="85444"/>
                    </a:cubicBezTo>
                    <a:lnTo>
                      <a:pt x="5471" y="85444"/>
                    </a:lnTo>
                    <a:cubicBezTo>
                      <a:pt x="5814" y="86043"/>
                      <a:pt x="6332" y="86494"/>
                      <a:pt x="6789" y="86995"/>
                    </a:cubicBezTo>
                    <a:cubicBezTo>
                      <a:pt x="7252" y="87507"/>
                      <a:pt x="7687" y="88024"/>
                      <a:pt x="7829" y="88727"/>
                    </a:cubicBezTo>
                    <a:cubicBezTo>
                      <a:pt x="7851" y="88841"/>
                      <a:pt x="7899" y="88950"/>
                      <a:pt x="7970" y="89042"/>
                    </a:cubicBezTo>
                    <a:cubicBezTo>
                      <a:pt x="8011" y="89092"/>
                      <a:pt x="8052" y="89135"/>
                      <a:pt x="8112" y="89135"/>
                    </a:cubicBezTo>
                    <a:cubicBezTo>
                      <a:pt x="8124" y="89135"/>
                      <a:pt x="8136" y="89133"/>
                      <a:pt x="8150" y="89129"/>
                    </a:cubicBezTo>
                    <a:cubicBezTo>
                      <a:pt x="8232" y="89102"/>
                      <a:pt x="8248" y="89031"/>
                      <a:pt x="8259" y="88961"/>
                    </a:cubicBezTo>
                    <a:cubicBezTo>
                      <a:pt x="8275" y="88792"/>
                      <a:pt x="8199" y="88639"/>
                      <a:pt x="8150" y="88482"/>
                    </a:cubicBezTo>
                    <a:cubicBezTo>
                      <a:pt x="7905" y="87703"/>
                      <a:pt x="7410" y="87044"/>
                      <a:pt x="7077" y="86304"/>
                    </a:cubicBezTo>
                    <a:lnTo>
                      <a:pt x="7077" y="86304"/>
                    </a:lnTo>
                    <a:cubicBezTo>
                      <a:pt x="7295" y="86690"/>
                      <a:pt x="7584" y="87039"/>
                      <a:pt x="7796" y="87431"/>
                    </a:cubicBezTo>
                    <a:cubicBezTo>
                      <a:pt x="7828" y="87486"/>
                      <a:pt x="7860" y="87560"/>
                      <a:pt x="7934" y="87560"/>
                    </a:cubicBezTo>
                    <a:cubicBezTo>
                      <a:pt x="7948" y="87560"/>
                      <a:pt x="7964" y="87557"/>
                      <a:pt x="7981" y="87551"/>
                    </a:cubicBezTo>
                    <a:cubicBezTo>
                      <a:pt x="7932" y="87104"/>
                      <a:pt x="7638" y="86772"/>
                      <a:pt x="7442" y="86391"/>
                    </a:cubicBezTo>
                    <a:lnTo>
                      <a:pt x="7442" y="86391"/>
                    </a:lnTo>
                    <a:cubicBezTo>
                      <a:pt x="7649" y="86701"/>
                      <a:pt x="8041" y="86701"/>
                      <a:pt x="8286" y="86952"/>
                    </a:cubicBezTo>
                    <a:cubicBezTo>
                      <a:pt x="8362" y="86788"/>
                      <a:pt x="8063" y="86690"/>
                      <a:pt x="8215" y="86576"/>
                    </a:cubicBezTo>
                    <a:cubicBezTo>
                      <a:pt x="8422" y="86424"/>
                      <a:pt x="8319" y="86282"/>
                      <a:pt x="8270" y="86130"/>
                    </a:cubicBezTo>
                    <a:cubicBezTo>
                      <a:pt x="8268" y="86129"/>
                      <a:pt x="8267" y="86129"/>
                      <a:pt x="8265" y="86129"/>
                    </a:cubicBezTo>
                    <a:cubicBezTo>
                      <a:pt x="8231" y="86129"/>
                      <a:pt x="8221" y="86249"/>
                      <a:pt x="8186" y="86249"/>
                    </a:cubicBezTo>
                    <a:cubicBezTo>
                      <a:pt x="8170" y="86249"/>
                      <a:pt x="8149" y="86224"/>
                      <a:pt x="8117" y="86152"/>
                    </a:cubicBezTo>
                    <a:cubicBezTo>
                      <a:pt x="7899" y="85656"/>
                      <a:pt x="7665" y="85172"/>
                      <a:pt x="7377" y="84714"/>
                    </a:cubicBezTo>
                    <a:cubicBezTo>
                      <a:pt x="6930" y="84017"/>
                      <a:pt x="6310" y="83424"/>
                      <a:pt x="6147" y="82635"/>
                    </a:cubicBezTo>
                    <a:lnTo>
                      <a:pt x="6147" y="82635"/>
                    </a:lnTo>
                    <a:cubicBezTo>
                      <a:pt x="6223" y="82738"/>
                      <a:pt x="6239" y="82972"/>
                      <a:pt x="6473" y="83027"/>
                    </a:cubicBezTo>
                    <a:cubicBezTo>
                      <a:pt x="6484" y="82953"/>
                      <a:pt x="6536" y="82950"/>
                      <a:pt x="6590" y="82950"/>
                    </a:cubicBezTo>
                    <a:cubicBezTo>
                      <a:pt x="6594" y="82950"/>
                      <a:pt x="6598" y="82950"/>
                      <a:pt x="6602" y="82950"/>
                    </a:cubicBezTo>
                    <a:cubicBezTo>
                      <a:pt x="6652" y="82950"/>
                      <a:pt x="6701" y="82948"/>
                      <a:pt x="6718" y="82891"/>
                    </a:cubicBezTo>
                    <a:cubicBezTo>
                      <a:pt x="6773" y="82292"/>
                      <a:pt x="6598" y="81747"/>
                      <a:pt x="6359" y="81197"/>
                    </a:cubicBezTo>
                    <a:cubicBezTo>
                      <a:pt x="6114" y="80637"/>
                      <a:pt x="6147" y="80049"/>
                      <a:pt x="6332" y="79526"/>
                    </a:cubicBezTo>
                    <a:lnTo>
                      <a:pt x="6332" y="79526"/>
                    </a:lnTo>
                    <a:cubicBezTo>
                      <a:pt x="6332" y="79673"/>
                      <a:pt x="6130" y="79880"/>
                      <a:pt x="6408" y="80054"/>
                    </a:cubicBezTo>
                    <a:cubicBezTo>
                      <a:pt x="6430" y="79760"/>
                      <a:pt x="6620" y="79537"/>
                      <a:pt x="6713" y="79276"/>
                    </a:cubicBezTo>
                    <a:cubicBezTo>
                      <a:pt x="6653" y="79156"/>
                      <a:pt x="6767" y="79151"/>
                      <a:pt x="6822" y="79112"/>
                    </a:cubicBezTo>
                    <a:cubicBezTo>
                      <a:pt x="7720" y="78427"/>
                      <a:pt x="8760" y="78029"/>
                      <a:pt x="9843" y="77790"/>
                    </a:cubicBezTo>
                    <a:cubicBezTo>
                      <a:pt x="11912" y="77318"/>
                      <a:pt x="14003" y="77008"/>
                      <a:pt x="16125" y="77008"/>
                    </a:cubicBezTo>
                    <a:cubicBezTo>
                      <a:pt x="16425" y="77008"/>
                      <a:pt x="16727" y="77015"/>
                      <a:pt x="17029" y="77027"/>
                    </a:cubicBezTo>
                    <a:cubicBezTo>
                      <a:pt x="17168" y="77033"/>
                      <a:pt x="17306" y="77036"/>
                      <a:pt x="17445" y="77036"/>
                    </a:cubicBezTo>
                    <a:cubicBezTo>
                      <a:pt x="18311" y="77036"/>
                      <a:pt x="19168" y="76923"/>
                      <a:pt x="20018" y="76744"/>
                    </a:cubicBezTo>
                    <a:cubicBezTo>
                      <a:pt x="21989" y="76336"/>
                      <a:pt x="23791" y="75558"/>
                      <a:pt x="25326" y="74235"/>
                    </a:cubicBezTo>
                    <a:cubicBezTo>
                      <a:pt x="26480" y="73244"/>
                      <a:pt x="27335" y="72019"/>
                      <a:pt x="28080" y="70712"/>
                    </a:cubicBezTo>
                    <a:cubicBezTo>
                      <a:pt x="28712" y="69596"/>
                      <a:pt x="29213" y="68431"/>
                      <a:pt x="29425" y="67157"/>
                    </a:cubicBezTo>
                    <a:cubicBezTo>
                      <a:pt x="29637" y="65889"/>
                      <a:pt x="29768" y="64621"/>
                      <a:pt x="29675" y="63325"/>
                    </a:cubicBezTo>
                    <a:cubicBezTo>
                      <a:pt x="29539" y="61485"/>
                      <a:pt x="29300" y="59683"/>
                      <a:pt x="28668" y="57930"/>
                    </a:cubicBezTo>
                    <a:cubicBezTo>
                      <a:pt x="28037" y="56172"/>
                      <a:pt x="27242" y="54517"/>
                      <a:pt x="26180" y="52987"/>
                    </a:cubicBezTo>
                    <a:cubicBezTo>
                      <a:pt x="25935" y="52633"/>
                      <a:pt x="25625" y="52366"/>
                      <a:pt x="25250" y="52165"/>
                    </a:cubicBezTo>
                    <a:cubicBezTo>
                      <a:pt x="24945" y="52050"/>
                      <a:pt x="24770" y="51827"/>
                      <a:pt x="24694" y="51517"/>
                    </a:cubicBezTo>
                    <a:cubicBezTo>
                      <a:pt x="24663" y="51571"/>
                      <a:pt x="24635" y="51589"/>
                      <a:pt x="24607" y="51589"/>
                    </a:cubicBezTo>
                    <a:cubicBezTo>
                      <a:pt x="24556" y="51589"/>
                      <a:pt x="24509" y="51527"/>
                      <a:pt x="24460" y="51506"/>
                    </a:cubicBezTo>
                    <a:cubicBezTo>
                      <a:pt x="24253" y="51522"/>
                      <a:pt x="24123" y="51675"/>
                      <a:pt x="23997" y="51800"/>
                    </a:cubicBezTo>
                    <a:cubicBezTo>
                      <a:pt x="23852" y="51948"/>
                      <a:pt x="23713" y="52011"/>
                      <a:pt x="23566" y="52011"/>
                    </a:cubicBezTo>
                    <a:cubicBezTo>
                      <a:pt x="23438" y="52011"/>
                      <a:pt x="23303" y="51963"/>
                      <a:pt x="23154" y="51882"/>
                    </a:cubicBezTo>
                    <a:cubicBezTo>
                      <a:pt x="22626" y="51588"/>
                      <a:pt x="22212" y="51158"/>
                      <a:pt x="21749" y="50782"/>
                    </a:cubicBezTo>
                    <a:cubicBezTo>
                      <a:pt x="21677" y="50722"/>
                      <a:pt x="21619" y="50596"/>
                      <a:pt x="21517" y="50596"/>
                    </a:cubicBezTo>
                    <a:cubicBezTo>
                      <a:pt x="21481" y="50596"/>
                      <a:pt x="21439" y="50612"/>
                      <a:pt x="21390" y="50651"/>
                    </a:cubicBezTo>
                    <a:cubicBezTo>
                      <a:pt x="21451" y="50849"/>
                      <a:pt x="21524" y="51041"/>
                      <a:pt x="21605" y="51228"/>
                    </a:cubicBezTo>
                    <a:lnTo>
                      <a:pt x="21605" y="51228"/>
                    </a:lnTo>
                    <a:cubicBezTo>
                      <a:pt x="21099" y="50263"/>
                      <a:pt x="20491" y="49368"/>
                      <a:pt x="19669" y="48599"/>
                    </a:cubicBezTo>
                    <a:cubicBezTo>
                      <a:pt x="19060" y="48022"/>
                      <a:pt x="18679" y="47249"/>
                      <a:pt x="18417" y="46449"/>
                    </a:cubicBezTo>
                    <a:cubicBezTo>
                      <a:pt x="18249" y="45953"/>
                      <a:pt x="18428" y="45714"/>
                      <a:pt x="18951" y="45637"/>
                    </a:cubicBezTo>
                    <a:cubicBezTo>
                      <a:pt x="19332" y="45583"/>
                      <a:pt x="19718" y="45523"/>
                      <a:pt x="20099" y="45441"/>
                    </a:cubicBezTo>
                    <a:cubicBezTo>
                      <a:pt x="20796" y="45294"/>
                      <a:pt x="20965" y="45098"/>
                      <a:pt x="21020" y="44396"/>
                    </a:cubicBezTo>
                    <a:cubicBezTo>
                      <a:pt x="21030" y="44271"/>
                      <a:pt x="21047" y="44140"/>
                      <a:pt x="21063" y="44010"/>
                    </a:cubicBezTo>
                    <a:cubicBezTo>
                      <a:pt x="21167" y="43182"/>
                      <a:pt x="21613" y="42627"/>
                      <a:pt x="22391" y="42338"/>
                    </a:cubicBezTo>
                    <a:cubicBezTo>
                      <a:pt x="22604" y="42262"/>
                      <a:pt x="22811" y="42175"/>
                      <a:pt x="23017" y="42088"/>
                    </a:cubicBezTo>
                    <a:cubicBezTo>
                      <a:pt x="23306" y="41963"/>
                      <a:pt x="23556" y="41794"/>
                      <a:pt x="23731" y="41533"/>
                    </a:cubicBezTo>
                    <a:cubicBezTo>
                      <a:pt x="23963" y="41179"/>
                      <a:pt x="24252" y="40922"/>
                      <a:pt x="24697" y="40922"/>
                    </a:cubicBezTo>
                    <a:cubicBezTo>
                      <a:pt x="24710" y="40922"/>
                      <a:pt x="24724" y="40922"/>
                      <a:pt x="24738" y="40923"/>
                    </a:cubicBezTo>
                    <a:cubicBezTo>
                      <a:pt x="24747" y="40924"/>
                      <a:pt x="24756" y="40924"/>
                      <a:pt x="24765" y="40924"/>
                    </a:cubicBezTo>
                    <a:cubicBezTo>
                      <a:pt x="24840" y="40924"/>
                      <a:pt x="24921" y="40902"/>
                      <a:pt x="24950" y="40825"/>
                    </a:cubicBezTo>
                    <a:cubicBezTo>
                      <a:pt x="24994" y="40722"/>
                      <a:pt x="24912" y="40651"/>
                      <a:pt x="24841" y="40591"/>
                    </a:cubicBezTo>
                    <a:cubicBezTo>
                      <a:pt x="24602" y="40379"/>
                      <a:pt x="24340" y="40193"/>
                      <a:pt x="24101" y="39987"/>
                    </a:cubicBezTo>
                    <a:cubicBezTo>
                      <a:pt x="23698" y="39644"/>
                      <a:pt x="23252" y="39339"/>
                      <a:pt x="22968" y="38876"/>
                    </a:cubicBezTo>
                    <a:cubicBezTo>
                      <a:pt x="22685" y="38419"/>
                      <a:pt x="22724" y="37678"/>
                      <a:pt x="23039" y="37314"/>
                    </a:cubicBezTo>
                    <a:cubicBezTo>
                      <a:pt x="23366" y="36938"/>
                      <a:pt x="23366" y="36943"/>
                      <a:pt x="23137" y="36486"/>
                    </a:cubicBezTo>
                    <a:cubicBezTo>
                      <a:pt x="22963" y="36138"/>
                      <a:pt x="22745" y="35811"/>
                      <a:pt x="22675" y="35419"/>
                    </a:cubicBezTo>
                    <a:cubicBezTo>
                      <a:pt x="22598" y="35027"/>
                      <a:pt x="22691" y="34886"/>
                      <a:pt x="23077" y="34777"/>
                    </a:cubicBezTo>
                    <a:cubicBezTo>
                      <a:pt x="23513" y="34660"/>
                      <a:pt x="23948" y="34602"/>
                      <a:pt x="24392" y="34602"/>
                    </a:cubicBezTo>
                    <a:cubicBezTo>
                      <a:pt x="24569" y="34602"/>
                      <a:pt x="24748" y="34611"/>
                      <a:pt x="24928" y="34630"/>
                    </a:cubicBezTo>
                    <a:cubicBezTo>
                      <a:pt x="25919" y="34733"/>
                      <a:pt x="26807" y="35054"/>
                      <a:pt x="27580" y="35691"/>
                    </a:cubicBezTo>
                    <a:cubicBezTo>
                      <a:pt x="27748" y="35833"/>
                      <a:pt x="27928" y="36007"/>
                      <a:pt x="28151" y="36023"/>
                    </a:cubicBezTo>
                    <a:cubicBezTo>
                      <a:pt x="28424" y="36039"/>
                      <a:pt x="28696" y="36065"/>
                      <a:pt x="28967" y="36065"/>
                    </a:cubicBezTo>
                    <a:cubicBezTo>
                      <a:pt x="29270" y="36065"/>
                      <a:pt x="29570" y="36032"/>
                      <a:pt x="29866" y="35915"/>
                    </a:cubicBezTo>
                    <a:cubicBezTo>
                      <a:pt x="30018" y="35851"/>
                      <a:pt x="30147" y="35818"/>
                      <a:pt x="30264" y="35818"/>
                    </a:cubicBezTo>
                    <a:cubicBezTo>
                      <a:pt x="30469" y="35818"/>
                      <a:pt x="30638" y="35919"/>
                      <a:pt x="30835" y="36138"/>
                    </a:cubicBezTo>
                    <a:cubicBezTo>
                      <a:pt x="31009" y="36328"/>
                      <a:pt x="31173" y="36530"/>
                      <a:pt x="31320" y="36742"/>
                    </a:cubicBezTo>
                    <a:cubicBezTo>
                      <a:pt x="31382" y="36823"/>
                      <a:pt x="31444" y="36946"/>
                      <a:pt x="31542" y="36946"/>
                    </a:cubicBezTo>
                    <a:cubicBezTo>
                      <a:pt x="31556" y="36946"/>
                      <a:pt x="31571" y="36943"/>
                      <a:pt x="31586" y="36938"/>
                    </a:cubicBezTo>
                    <a:cubicBezTo>
                      <a:pt x="31733" y="36894"/>
                      <a:pt x="31706" y="36726"/>
                      <a:pt x="31706" y="36600"/>
                    </a:cubicBezTo>
                    <a:cubicBezTo>
                      <a:pt x="31695" y="36317"/>
                      <a:pt x="31668" y="36029"/>
                      <a:pt x="31592" y="35762"/>
                    </a:cubicBezTo>
                    <a:cubicBezTo>
                      <a:pt x="31200" y="34412"/>
                      <a:pt x="30775" y="33095"/>
                      <a:pt x="29703" y="32077"/>
                    </a:cubicBezTo>
                    <a:cubicBezTo>
                      <a:pt x="28957" y="31363"/>
                      <a:pt x="28412" y="30454"/>
                      <a:pt x="27678" y="29719"/>
                    </a:cubicBezTo>
                    <a:cubicBezTo>
                      <a:pt x="27656" y="29692"/>
                      <a:pt x="27634" y="29665"/>
                      <a:pt x="27618" y="29632"/>
                    </a:cubicBezTo>
                    <a:cubicBezTo>
                      <a:pt x="27590" y="29572"/>
                      <a:pt x="27525" y="29507"/>
                      <a:pt x="27574" y="29436"/>
                    </a:cubicBezTo>
                    <a:cubicBezTo>
                      <a:pt x="27598" y="29405"/>
                      <a:pt x="27629" y="29395"/>
                      <a:pt x="27663" y="29395"/>
                    </a:cubicBezTo>
                    <a:cubicBezTo>
                      <a:pt x="27698" y="29395"/>
                      <a:pt x="27736" y="29406"/>
                      <a:pt x="27770" y="29414"/>
                    </a:cubicBezTo>
                    <a:cubicBezTo>
                      <a:pt x="28168" y="29518"/>
                      <a:pt x="28576" y="29599"/>
                      <a:pt x="28973" y="29692"/>
                    </a:cubicBezTo>
                    <a:cubicBezTo>
                      <a:pt x="29032" y="29705"/>
                      <a:pt x="29085" y="29711"/>
                      <a:pt x="29132" y="29711"/>
                    </a:cubicBezTo>
                    <a:cubicBezTo>
                      <a:pt x="29349" y="29711"/>
                      <a:pt x="29448" y="29578"/>
                      <a:pt x="29431" y="29306"/>
                    </a:cubicBezTo>
                    <a:cubicBezTo>
                      <a:pt x="29414" y="28984"/>
                      <a:pt x="29376" y="28663"/>
                      <a:pt x="29240" y="28375"/>
                    </a:cubicBezTo>
                    <a:cubicBezTo>
                      <a:pt x="28990" y="27825"/>
                      <a:pt x="29049" y="27275"/>
                      <a:pt x="29196" y="26714"/>
                    </a:cubicBezTo>
                    <a:cubicBezTo>
                      <a:pt x="29338" y="26153"/>
                      <a:pt x="29425" y="25587"/>
                      <a:pt x="29311" y="25005"/>
                    </a:cubicBezTo>
                    <a:cubicBezTo>
                      <a:pt x="29229" y="24575"/>
                      <a:pt x="29137" y="24150"/>
                      <a:pt x="29011" y="23736"/>
                    </a:cubicBezTo>
                    <a:cubicBezTo>
                      <a:pt x="28919" y="23442"/>
                      <a:pt x="28957" y="23170"/>
                      <a:pt x="29109" y="22920"/>
                    </a:cubicBezTo>
                    <a:cubicBezTo>
                      <a:pt x="29349" y="22528"/>
                      <a:pt x="29545" y="22114"/>
                      <a:pt x="29882" y="21782"/>
                    </a:cubicBezTo>
                    <a:cubicBezTo>
                      <a:pt x="30138" y="21532"/>
                      <a:pt x="30089" y="21167"/>
                      <a:pt x="29768" y="21014"/>
                    </a:cubicBezTo>
                    <a:cubicBezTo>
                      <a:pt x="29414" y="20848"/>
                      <a:pt x="29055" y="20696"/>
                      <a:pt x="28678" y="20696"/>
                    </a:cubicBezTo>
                    <a:cubicBezTo>
                      <a:pt x="28464" y="20696"/>
                      <a:pt x="28244" y="20745"/>
                      <a:pt x="28015" y="20867"/>
                    </a:cubicBezTo>
                    <a:cubicBezTo>
                      <a:pt x="27324" y="21238"/>
                      <a:pt x="26572" y="21439"/>
                      <a:pt x="25783" y="21477"/>
                    </a:cubicBezTo>
                    <a:cubicBezTo>
                      <a:pt x="25743" y="21479"/>
                      <a:pt x="25703" y="21480"/>
                      <a:pt x="25664" y="21480"/>
                    </a:cubicBezTo>
                    <a:cubicBezTo>
                      <a:pt x="25333" y="21480"/>
                      <a:pt x="25021" y="21414"/>
                      <a:pt x="24749" y="21199"/>
                    </a:cubicBezTo>
                    <a:cubicBezTo>
                      <a:pt x="24547" y="21036"/>
                      <a:pt x="24471" y="20835"/>
                      <a:pt x="24498" y="20579"/>
                    </a:cubicBezTo>
                    <a:cubicBezTo>
                      <a:pt x="24564" y="20062"/>
                      <a:pt x="24558" y="20062"/>
                      <a:pt x="24030" y="19969"/>
                    </a:cubicBezTo>
                    <a:cubicBezTo>
                      <a:pt x="23910" y="19947"/>
                      <a:pt x="23796" y="19931"/>
                      <a:pt x="23676" y="19915"/>
                    </a:cubicBezTo>
                    <a:cubicBezTo>
                      <a:pt x="22865" y="19795"/>
                      <a:pt x="22103" y="19523"/>
                      <a:pt x="21335" y="19240"/>
                    </a:cubicBezTo>
                    <a:cubicBezTo>
                      <a:pt x="21085" y="19147"/>
                      <a:pt x="20916" y="18946"/>
                      <a:pt x="20954" y="18668"/>
                    </a:cubicBezTo>
                    <a:cubicBezTo>
                      <a:pt x="20988" y="18440"/>
                      <a:pt x="21159" y="18431"/>
                      <a:pt x="21328" y="18431"/>
                    </a:cubicBezTo>
                    <a:cubicBezTo>
                      <a:pt x="21342" y="18431"/>
                      <a:pt x="21356" y="18431"/>
                      <a:pt x="21370" y="18431"/>
                    </a:cubicBezTo>
                    <a:cubicBezTo>
                      <a:pt x="21405" y="18431"/>
                      <a:pt x="21439" y="18431"/>
                      <a:pt x="21471" y="18428"/>
                    </a:cubicBezTo>
                    <a:cubicBezTo>
                      <a:pt x="21836" y="18401"/>
                      <a:pt x="22201" y="18385"/>
                      <a:pt x="22544" y="18238"/>
                    </a:cubicBezTo>
                    <a:cubicBezTo>
                      <a:pt x="22914" y="18080"/>
                      <a:pt x="23132" y="17770"/>
                      <a:pt x="23344" y="17465"/>
                    </a:cubicBezTo>
                    <a:cubicBezTo>
                      <a:pt x="23627" y="17053"/>
                      <a:pt x="23992" y="16864"/>
                      <a:pt x="24430" y="16864"/>
                    </a:cubicBezTo>
                    <a:cubicBezTo>
                      <a:pt x="24547" y="16864"/>
                      <a:pt x="24670" y="16878"/>
                      <a:pt x="24798" y="16904"/>
                    </a:cubicBezTo>
                    <a:cubicBezTo>
                      <a:pt x="25467" y="17046"/>
                      <a:pt x="26121" y="17247"/>
                      <a:pt x="26736" y="17557"/>
                    </a:cubicBezTo>
                    <a:cubicBezTo>
                      <a:pt x="27051" y="17715"/>
                      <a:pt x="27356" y="17900"/>
                      <a:pt x="27699" y="17987"/>
                    </a:cubicBezTo>
                    <a:cubicBezTo>
                      <a:pt x="27941" y="18051"/>
                      <a:pt x="28178" y="18088"/>
                      <a:pt x="28406" y="18088"/>
                    </a:cubicBezTo>
                    <a:cubicBezTo>
                      <a:pt x="28866" y="18088"/>
                      <a:pt x="29293" y="17938"/>
                      <a:pt x="29665" y="17552"/>
                    </a:cubicBezTo>
                    <a:cubicBezTo>
                      <a:pt x="29948" y="17258"/>
                      <a:pt x="30291" y="17089"/>
                      <a:pt x="30688" y="17040"/>
                    </a:cubicBezTo>
                    <a:cubicBezTo>
                      <a:pt x="31216" y="16980"/>
                      <a:pt x="31733" y="16855"/>
                      <a:pt x="32261" y="16790"/>
                    </a:cubicBezTo>
                    <a:cubicBezTo>
                      <a:pt x="33334" y="16648"/>
                      <a:pt x="34161" y="16153"/>
                      <a:pt x="34613" y="15108"/>
                    </a:cubicBezTo>
                    <a:cubicBezTo>
                      <a:pt x="34934" y="14367"/>
                      <a:pt x="35245" y="13611"/>
                      <a:pt x="35724" y="12941"/>
                    </a:cubicBezTo>
                    <a:cubicBezTo>
                      <a:pt x="35811" y="12821"/>
                      <a:pt x="35893" y="12674"/>
                      <a:pt x="35909" y="12527"/>
                    </a:cubicBezTo>
                    <a:cubicBezTo>
                      <a:pt x="35985" y="11836"/>
                      <a:pt x="36350" y="11237"/>
                      <a:pt x="36546" y="10584"/>
                    </a:cubicBezTo>
                    <a:cubicBezTo>
                      <a:pt x="36666" y="10181"/>
                      <a:pt x="36911" y="9865"/>
                      <a:pt x="37297" y="9642"/>
                    </a:cubicBezTo>
                    <a:cubicBezTo>
                      <a:pt x="37885" y="9310"/>
                      <a:pt x="38489" y="9021"/>
                      <a:pt x="39121" y="8798"/>
                    </a:cubicBezTo>
                    <a:cubicBezTo>
                      <a:pt x="39213" y="8765"/>
                      <a:pt x="39300" y="8738"/>
                      <a:pt x="39377" y="8678"/>
                    </a:cubicBezTo>
                    <a:cubicBezTo>
                      <a:pt x="39426" y="8646"/>
                      <a:pt x="39475" y="8602"/>
                      <a:pt x="39464" y="8537"/>
                    </a:cubicBezTo>
                    <a:cubicBezTo>
                      <a:pt x="39458" y="8466"/>
                      <a:pt x="39398" y="8450"/>
                      <a:pt x="39339" y="8433"/>
                    </a:cubicBezTo>
                    <a:cubicBezTo>
                      <a:pt x="39273" y="8412"/>
                      <a:pt x="39202" y="8412"/>
                      <a:pt x="39132" y="8406"/>
                    </a:cubicBezTo>
                    <a:cubicBezTo>
                      <a:pt x="38157" y="8330"/>
                      <a:pt x="37177" y="8373"/>
                      <a:pt x="36203" y="8319"/>
                    </a:cubicBezTo>
                    <a:cubicBezTo>
                      <a:pt x="36105" y="8314"/>
                      <a:pt x="36008" y="8311"/>
                      <a:pt x="35912" y="8311"/>
                    </a:cubicBezTo>
                    <a:cubicBezTo>
                      <a:pt x="34976" y="8311"/>
                      <a:pt x="34095" y="8544"/>
                      <a:pt x="33236" y="8880"/>
                    </a:cubicBezTo>
                    <a:cubicBezTo>
                      <a:pt x="32962" y="8987"/>
                      <a:pt x="32701" y="9055"/>
                      <a:pt x="32444" y="9055"/>
                    </a:cubicBezTo>
                    <a:cubicBezTo>
                      <a:pt x="32180" y="9055"/>
                      <a:pt x="31922" y="8983"/>
                      <a:pt x="31663" y="8809"/>
                    </a:cubicBezTo>
                    <a:cubicBezTo>
                      <a:pt x="31482" y="8688"/>
                      <a:pt x="31212" y="8631"/>
                      <a:pt x="30918" y="8631"/>
                    </a:cubicBezTo>
                    <a:cubicBezTo>
                      <a:pt x="30341" y="8631"/>
                      <a:pt x="29672" y="8848"/>
                      <a:pt x="29409" y="9212"/>
                    </a:cubicBezTo>
                    <a:cubicBezTo>
                      <a:pt x="28957" y="9832"/>
                      <a:pt x="28255" y="10252"/>
                      <a:pt x="27993" y="11036"/>
                    </a:cubicBezTo>
                    <a:cubicBezTo>
                      <a:pt x="27863" y="11428"/>
                      <a:pt x="27536" y="11711"/>
                      <a:pt x="27084" y="11721"/>
                    </a:cubicBezTo>
                    <a:cubicBezTo>
                      <a:pt x="26594" y="11732"/>
                      <a:pt x="26164" y="11907"/>
                      <a:pt x="25756" y="12152"/>
                    </a:cubicBezTo>
                    <a:cubicBezTo>
                      <a:pt x="25467" y="12326"/>
                      <a:pt x="25152" y="12418"/>
                      <a:pt x="24825" y="12473"/>
                    </a:cubicBezTo>
                    <a:cubicBezTo>
                      <a:pt x="24794" y="12479"/>
                      <a:pt x="24763" y="12482"/>
                      <a:pt x="24733" y="12482"/>
                    </a:cubicBezTo>
                    <a:cubicBezTo>
                      <a:pt x="24622" y="12482"/>
                      <a:pt x="24516" y="12441"/>
                      <a:pt x="24444" y="12348"/>
                    </a:cubicBezTo>
                    <a:cubicBezTo>
                      <a:pt x="24335" y="12211"/>
                      <a:pt x="24400" y="12075"/>
                      <a:pt x="24466" y="11950"/>
                    </a:cubicBezTo>
                    <a:cubicBezTo>
                      <a:pt x="24602" y="11694"/>
                      <a:pt x="24814" y="11509"/>
                      <a:pt x="25032" y="11324"/>
                    </a:cubicBezTo>
                    <a:cubicBezTo>
                      <a:pt x="25375" y="11030"/>
                      <a:pt x="25614" y="10682"/>
                      <a:pt x="25625" y="10208"/>
                    </a:cubicBezTo>
                    <a:cubicBezTo>
                      <a:pt x="25636" y="9522"/>
                      <a:pt x="25919" y="8907"/>
                      <a:pt x="26170" y="8292"/>
                    </a:cubicBezTo>
                    <a:cubicBezTo>
                      <a:pt x="26289" y="8216"/>
                      <a:pt x="26093" y="8069"/>
                      <a:pt x="26240" y="7998"/>
                    </a:cubicBezTo>
                    <a:cubicBezTo>
                      <a:pt x="25859" y="7693"/>
                      <a:pt x="25582" y="7290"/>
                      <a:pt x="25211" y="6969"/>
                    </a:cubicBezTo>
                    <a:cubicBezTo>
                      <a:pt x="25152" y="6914"/>
                      <a:pt x="25081" y="6871"/>
                      <a:pt x="25010" y="6833"/>
                    </a:cubicBezTo>
                    <a:cubicBezTo>
                      <a:pt x="24881" y="6766"/>
                      <a:pt x="24775" y="6731"/>
                      <a:pt x="24682" y="6731"/>
                    </a:cubicBezTo>
                    <a:cubicBezTo>
                      <a:pt x="24521" y="6731"/>
                      <a:pt x="24404" y="6838"/>
                      <a:pt x="24297" y="7067"/>
                    </a:cubicBezTo>
                    <a:cubicBezTo>
                      <a:pt x="24182" y="7312"/>
                      <a:pt x="24068" y="7557"/>
                      <a:pt x="23932" y="7791"/>
                    </a:cubicBezTo>
                    <a:cubicBezTo>
                      <a:pt x="23769" y="8079"/>
                      <a:pt x="23584" y="8346"/>
                      <a:pt x="23295" y="8537"/>
                    </a:cubicBezTo>
                    <a:cubicBezTo>
                      <a:pt x="22936" y="8782"/>
                      <a:pt x="22604" y="9065"/>
                      <a:pt x="22299" y="9375"/>
                    </a:cubicBezTo>
                    <a:cubicBezTo>
                      <a:pt x="21930" y="9749"/>
                      <a:pt x="21482" y="9912"/>
                      <a:pt x="20972" y="9912"/>
                    </a:cubicBezTo>
                    <a:cubicBezTo>
                      <a:pt x="20932" y="9912"/>
                      <a:pt x="20892" y="9911"/>
                      <a:pt x="20851" y="9909"/>
                    </a:cubicBezTo>
                    <a:cubicBezTo>
                      <a:pt x="20426" y="9979"/>
                      <a:pt x="20002" y="10045"/>
                      <a:pt x="19577" y="10116"/>
                    </a:cubicBezTo>
                    <a:cubicBezTo>
                      <a:pt x="19408" y="10306"/>
                      <a:pt x="19201" y="10448"/>
                      <a:pt x="18967" y="10529"/>
                    </a:cubicBezTo>
                    <a:cubicBezTo>
                      <a:pt x="18455" y="10709"/>
                      <a:pt x="18036" y="11019"/>
                      <a:pt x="17655" y="11400"/>
                    </a:cubicBezTo>
                    <a:cubicBezTo>
                      <a:pt x="17307" y="11743"/>
                      <a:pt x="16860" y="11917"/>
                      <a:pt x="16398" y="11999"/>
                    </a:cubicBezTo>
                    <a:cubicBezTo>
                      <a:pt x="16344" y="12009"/>
                      <a:pt x="16293" y="12013"/>
                      <a:pt x="16244" y="12013"/>
                    </a:cubicBezTo>
                    <a:cubicBezTo>
                      <a:pt x="15839" y="12013"/>
                      <a:pt x="15553" y="11716"/>
                      <a:pt x="15233" y="11493"/>
                    </a:cubicBezTo>
                    <a:cubicBezTo>
                      <a:pt x="15848" y="11389"/>
                      <a:pt x="16289" y="11057"/>
                      <a:pt x="16686" y="10638"/>
                    </a:cubicBezTo>
                    <a:cubicBezTo>
                      <a:pt x="16833" y="10480"/>
                      <a:pt x="17007" y="10355"/>
                      <a:pt x="17198" y="10257"/>
                    </a:cubicBezTo>
                    <a:cubicBezTo>
                      <a:pt x="17655" y="10012"/>
                      <a:pt x="18080" y="9718"/>
                      <a:pt x="18499" y="9408"/>
                    </a:cubicBezTo>
                    <a:cubicBezTo>
                      <a:pt x="19081" y="8983"/>
                      <a:pt x="19686" y="8575"/>
                      <a:pt x="20415" y="8461"/>
                    </a:cubicBezTo>
                    <a:cubicBezTo>
                      <a:pt x="21025" y="8363"/>
                      <a:pt x="21373" y="8014"/>
                      <a:pt x="21575" y="7453"/>
                    </a:cubicBezTo>
                    <a:cubicBezTo>
                      <a:pt x="21695" y="7110"/>
                      <a:pt x="21907" y="6827"/>
                      <a:pt x="22223" y="6642"/>
                    </a:cubicBezTo>
                    <a:cubicBezTo>
                      <a:pt x="22745" y="6337"/>
                      <a:pt x="23213" y="5962"/>
                      <a:pt x="23654" y="5553"/>
                    </a:cubicBezTo>
                    <a:cubicBezTo>
                      <a:pt x="24025" y="5205"/>
                      <a:pt x="24471" y="4944"/>
                      <a:pt x="24809" y="4563"/>
                    </a:cubicBezTo>
                    <a:cubicBezTo>
                      <a:pt x="25135" y="4192"/>
                      <a:pt x="25086" y="3931"/>
                      <a:pt x="24629" y="3757"/>
                    </a:cubicBezTo>
                    <a:cubicBezTo>
                      <a:pt x="24155" y="3583"/>
                      <a:pt x="23682" y="3370"/>
                      <a:pt x="23186" y="3289"/>
                    </a:cubicBezTo>
                    <a:cubicBezTo>
                      <a:pt x="22315" y="3153"/>
                      <a:pt x="21667" y="2679"/>
                      <a:pt x="21063" y="2091"/>
                    </a:cubicBezTo>
                    <a:lnTo>
                      <a:pt x="21063" y="2091"/>
                    </a:lnTo>
                    <a:cubicBezTo>
                      <a:pt x="21183" y="2151"/>
                      <a:pt x="21268" y="2285"/>
                      <a:pt x="21407" y="2285"/>
                    </a:cubicBezTo>
                    <a:cubicBezTo>
                      <a:pt x="21432" y="2285"/>
                      <a:pt x="21459" y="2281"/>
                      <a:pt x="21488" y="2271"/>
                    </a:cubicBezTo>
                    <a:cubicBezTo>
                      <a:pt x="21412" y="1993"/>
                      <a:pt x="21270" y="1764"/>
                      <a:pt x="20998" y="1634"/>
                    </a:cubicBezTo>
                    <a:cubicBezTo>
                      <a:pt x="20969" y="1623"/>
                      <a:pt x="20942" y="1619"/>
                      <a:pt x="20918" y="1619"/>
                    </a:cubicBezTo>
                    <a:cubicBezTo>
                      <a:pt x="20812" y="1619"/>
                      <a:pt x="20738" y="1701"/>
                      <a:pt x="20649" y="1754"/>
                    </a:cubicBezTo>
                    <a:cubicBezTo>
                      <a:pt x="20268" y="1988"/>
                      <a:pt x="19974" y="2320"/>
                      <a:pt x="19708" y="2516"/>
                    </a:cubicBezTo>
                    <a:cubicBezTo>
                      <a:pt x="20018" y="2254"/>
                      <a:pt x="20393" y="1901"/>
                      <a:pt x="20791" y="1568"/>
                    </a:cubicBezTo>
                    <a:cubicBezTo>
                      <a:pt x="21205" y="1231"/>
                      <a:pt x="21428" y="757"/>
                      <a:pt x="21684" y="305"/>
                    </a:cubicBezTo>
                    <a:cubicBezTo>
                      <a:pt x="21733" y="218"/>
                      <a:pt x="21803" y="93"/>
                      <a:pt x="21695" y="22"/>
                    </a:cubicBezTo>
                    <a:cubicBezTo>
                      <a:pt x="21670" y="7"/>
                      <a:pt x="21647" y="0"/>
                      <a:pt x="216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5" name="Google Shape;1925;p36"/>
              <p:cNvSpPr/>
              <p:nvPr/>
            </p:nvSpPr>
            <p:spPr>
              <a:xfrm>
                <a:off x="5751540" y="2150777"/>
                <a:ext cx="516077" cy="680957"/>
              </a:xfrm>
              <a:custGeom>
                <a:rect b="b" l="l" r="r" t="t"/>
                <a:pathLst>
                  <a:path extrusionOk="0" h="11436" w="8667">
                    <a:moveTo>
                      <a:pt x="0" y="1"/>
                    </a:moveTo>
                    <a:lnTo>
                      <a:pt x="0" y="1"/>
                    </a:lnTo>
                    <a:cubicBezTo>
                      <a:pt x="109" y="251"/>
                      <a:pt x="272" y="469"/>
                      <a:pt x="299" y="736"/>
                    </a:cubicBezTo>
                    <a:cubicBezTo>
                      <a:pt x="713" y="1650"/>
                      <a:pt x="746" y="2630"/>
                      <a:pt x="779" y="3599"/>
                    </a:cubicBezTo>
                    <a:cubicBezTo>
                      <a:pt x="817" y="4998"/>
                      <a:pt x="1138" y="6321"/>
                      <a:pt x="1802" y="7541"/>
                    </a:cubicBezTo>
                    <a:cubicBezTo>
                      <a:pt x="2722" y="9245"/>
                      <a:pt x="4072" y="10486"/>
                      <a:pt x="5950" y="11085"/>
                    </a:cubicBezTo>
                    <a:cubicBezTo>
                      <a:pt x="6021" y="11096"/>
                      <a:pt x="6092" y="11090"/>
                      <a:pt x="6157" y="11112"/>
                    </a:cubicBezTo>
                    <a:cubicBezTo>
                      <a:pt x="6870" y="11319"/>
                      <a:pt x="7600" y="11417"/>
                      <a:pt x="8340" y="11428"/>
                    </a:cubicBezTo>
                    <a:cubicBezTo>
                      <a:pt x="8382" y="11428"/>
                      <a:pt x="8427" y="11435"/>
                      <a:pt x="8473" y="11435"/>
                    </a:cubicBezTo>
                    <a:cubicBezTo>
                      <a:pt x="8542" y="11435"/>
                      <a:pt x="8611" y="11418"/>
                      <a:pt x="8667" y="11330"/>
                    </a:cubicBezTo>
                    <a:cubicBezTo>
                      <a:pt x="8084" y="11243"/>
                      <a:pt x="7513" y="11155"/>
                      <a:pt x="6941" y="11068"/>
                    </a:cubicBezTo>
                    <a:cubicBezTo>
                      <a:pt x="6680" y="11008"/>
                      <a:pt x="6413" y="10970"/>
                      <a:pt x="6157" y="10889"/>
                    </a:cubicBezTo>
                    <a:cubicBezTo>
                      <a:pt x="3669" y="10083"/>
                      <a:pt x="2140" y="8357"/>
                      <a:pt x="1356" y="5897"/>
                    </a:cubicBezTo>
                    <a:cubicBezTo>
                      <a:pt x="953" y="4644"/>
                      <a:pt x="1062" y="3338"/>
                      <a:pt x="866" y="2069"/>
                    </a:cubicBezTo>
                    <a:cubicBezTo>
                      <a:pt x="768" y="1460"/>
                      <a:pt x="610" y="877"/>
                      <a:pt x="354" y="322"/>
                    </a:cubicBezTo>
                    <a:cubicBezTo>
                      <a:pt x="289" y="180"/>
                      <a:pt x="212" y="22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6" name="Google Shape;1926;p36"/>
              <p:cNvSpPr/>
              <p:nvPr/>
            </p:nvSpPr>
            <p:spPr>
              <a:xfrm>
                <a:off x="6751559" y="103043"/>
                <a:ext cx="1823804" cy="2664162"/>
              </a:xfrm>
              <a:custGeom>
                <a:rect b="b" l="l" r="r" t="t"/>
                <a:pathLst>
                  <a:path extrusionOk="0" h="44742" w="30629">
                    <a:moveTo>
                      <a:pt x="17805" y="0"/>
                    </a:moveTo>
                    <a:cubicBezTo>
                      <a:pt x="17367" y="0"/>
                      <a:pt x="16931" y="22"/>
                      <a:pt x="16502" y="114"/>
                    </a:cubicBezTo>
                    <a:cubicBezTo>
                      <a:pt x="15886" y="251"/>
                      <a:pt x="15298" y="490"/>
                      <a:pt x="14694" y="681"/>
                    </a:cubicBezTo>
                    <a:cubicBezTo>
                      <a:pt x="14559" y="725"/>
                      <a:pt x="14422" y="766"/>
                      <a:pt x="14288" y="766"/>
                    </a:cubicBezTo>
                    <a:cubicBezTo>
                      <a:pt x="14174" y="766"/>
                      <a:pt x="14061" y="736"/>
                      <a:pt x="13954" y="653"/>
                    </a:cubicBezTo>
                    <a:cubicBezTo>
                      <a:pt x="13580" y="372"/>
                      <a:pt x="13189" y="254"/>
                      <a:pt x="12803" y="254"/>
                    </a:cubicBezTo>
                    <a:cubicBezTo>
                      <a:pt x="12390" y="254"/>
                      <a:pt x="11981" y="388"/>
                      <a:pt x="11602" y="599"/>
                    </a:cubicBezTo>
                    <a:cubicBezTo>
                      <a:pt x="10774" y="1062"/>
                      <a:pt x="10176" y="1824"/>
                      <a:pt x="9675" y="2635"/>
                    </a:cubicBezTo>
                    <a:cubicBezTo>
                      <a:pt x="9495" y="2973"/>
                      <a:pt x="9256" y="3256"/>
                      <a:pt x="8913" y="3430"/>
                    </a:cubicBezTo>
                    <a:cubicBezTo>
                      <a:pt x="8314" y="3462"/>
                      <a:pt x="7791" y="3740"/>
                      <a:pt x="7247" y="3947"/>
                    </a:cubicBezTo>
                    <a:cubicBezTo>
                      <a:pt x="7029" y="4029"/>
                      <a:pt x="6800" y="4089"/>
                      <a:pt x="6577" y="4159"/>
                    </a:cubicBezTo>
                    <a:cubicBezTo>
                      <a:pt x="6525" y="4177"/>
                      <a:pt x="6484" y="4185"/>
                      <a:pt x="6451" y="4185"/>
                    </a:cubicBezTo>
                    <a:cubicBezTo>
                      <a:pt x="6345" y="4185"/>
                      <a:pt x="6339" y="4095"/>
                      <a:pt x="6397" y="3952"/>
                    </a:cubicBezTo>
                    <a:cubicBezTo>
                      <a:pt x="6501" y="3686"/>
                      <a:pt x="6724" y="3528"/>
                      <a:pt x="6926" y="3348"/>
                    </a:cubicBezTo>
                    <a:cubicBezTo>
                      <a:pt x="7285" y="3032"/>
                      <a:pt x="7611" y="2679"/>
                      <a:pt x="7617" y="2172"/>
                    </a:cubicBezTo>
                    <a:cubicBezTo>
                      <a:pt x="7622" y="1742"/>
                      <a:pt x="7704" y="1334"/>
                      <a:pt x="7818" y="926"/>
                    </a:cubicBezTo>
                    <a:cubicBezTo>
                      <a:pt x="7889" y="681"/>
                      <a:pt x="8003" y="441"/>
                      <a:pt x="7993" y="180"/>
                    </a:cubicBezTo>
                    <a:cubicBezTo>
                      <a:pt x="7972" y="161"/>
                      <a:pt x="7951" y="152"/>
                      <a:pt x="7932" y="152"/>
                    </a:cubicBezTo>
                    <a:cubicBezTo>
                      <a:pt x="7908" y="152"/>
                      <a:pt x="7888" y="168"/>
                      <a:pt x="7878" y="196"/>
                    </a:cubicBezTo>
                    <a:cubicBezTo>
                      <a:pt x="7671" y="757"/>
                      <a:pt x="7366" y="1301"/>
                      <a:pt x="7366" y="1906"/>
                    </a:cubicBezTo>
                    <a:cubicBezTo>
                      <a:pt x="7372" y="2461"/>
                      <a:pt x="7149" y="2847"/>
                      <a:pt x="6746" y="3179"/>
                    </a:cubicBezTo>
                    <a:cubicBezTo>
                      <a:pt x="6555" y="3332"/>
                      <a:pt x="6354" y="3490"/>
                      <a:pt x="6240" y="3718"/>
                    </a:cubicBezTo>
                    <a:cubicBezTo>
                      <a:pt x="6147" y="3898"/>
                      <a:pt x="5978" y="4094"/>
                      <a:pt x="6152" y="4301"/>
                    </a:cubicBezTo>
                    <a:cubicBezTo>
                      <a:pt x="6260" y="4423"/>
                      <a:pt x="6395" y="4475"/>
                      <a:pt x="6546" y="4475"/>
                    </a:cubicBezTo>
                    <a:cubicBezTo>
                      <a:pt x="6617" y="4475"/>
                      <a:pt x="6691" y="4463"/>
                      <a:pt x="6768" y="4442"/>
                    </a:cubicBezTo>
                    <a:cubicBezTo>
                      <a:pt x="7633" y="4208"/>
                      <a:pt x="8385" y="3680"/>
                      <a:pt x="9315" y="3582"/>
                    </a:cubicBezTo>
                    <a:cubicBezTo>
                      <a:pt x="9740" y="3544"/>
                      <a:pt x="9914" y="3016"/>
                      <a:pt x="10072" y="2624"/>
                    </a:cubicBezTo>
                    <a:cubicBezTo>
                      <a:pt x="10192" y="2325"/>
                      <a:pt x="10377" y="2091"/>
                      <a:pt x="10627" y="1911"/>
                    </a:cubicBezTo>
                    <a:cubicBezTo>
                      <a:pt x="10807" y="1786"/>
                      <a:pt x="10960" y="1639"/>
                      <a:pt x="11052" y="1448"/>
                    </a:cubicBezTo>
                    <a:cubicBezTo>
                      <a:pt x="11302" y="940"/>
                      <a:pt x="12057" y="614"/>
                      <a:pt x="12732" y="614"/>
                    </a:cubicBezTo>
                    <a:cubicBezTo>
                      <a:pt x="13040" y="614"/>
                      <a:pt x="13332" y="683"/>
                      <a:pt x="13551" y="833"/>
                    </a:cubicBezTo>
                    <a:cubicBezTo>
                      <a:pt x="13786" y="991"/>
                      <a:pt x="14023" y="1057"/>
                      <a:pt x="14267" y="1057"/>
                    </a:cubicBezTo>
                    <a:cubicBezTo>
                      <a:pt x="14492" y="1057"/>
                      <a:pt x="14723" y="1001"/>
                      <a:pt x="14961" y="909"/>
                    </a:cubicBezTo>
                    <a:cubicBezTo>
                      <a:pt x="15494" y="702"/>
                      <a:pt x="16044" y="512"/>
                      <a:pt x="16605" y="398"/>
                    </a:cubicBezTo>
                    <a:cubicBezTo>
                      <a:pt x="17016" y="312"/>
                      <a:pt x="17431" y="289"/>
                      <a:pt x="17848" y="289"/>
                    </a:cubicBezTo>
                    <a:cubicBezTo>
                      <a:pt x="18302" y="289"/>
                      <a:pt x="18758" y="316"/>
                      <a:pt x="19213" y="316"/>
                    </a:cubicBezTo>
                    <a:cubicBezTo>
                      <a:pt x="19888" y="321"/>
                      <a:pt x="20557" y="376"/>
                      <a:pt x="21232" y="403"/>
                    </a:cubicBezTo>
                    <a:cubicBezTo>
                      <a:pt x="21221" y="539"/>
                      <a:pt x="21129" y="523"/>
                      <a:pt x="21069" y="545"/>
                    </a:cubicBezTo>
                    <a:cubicBezTo>
                      <a:pt x="20356" y="784"/>
                      <a:pt x="19675" y="1105"/>
                      <a:pt x="19017" y="1475"/>
                    </a:cubicBezTo>
                    <a:cubicBezTo>
                      <a:pt x="18744" y="1628"/>
                      <a:pt x="18538" y="1835"/>
                      <a:pt x="18418" y="2101"/>
                    </a:cubicBezTo>
                    <a:cubicBezTo>
                      <a:pt x="18205" y="2591"/>
                      <a:pt x="17971" y="3098"/>
                      <a:pt x="17846" y="3609"/>
                    </a:cubicBezTo>
                    <a:cubicBezTo>
                      <a:pt x="17677" y="4295"/>
                      <a:pt x="17449" y="4927"/>
                      <a:pt x="17024" y="5493"/>
                    </a:cubicBezTo>
                    <a:cubicBezTo>
                      <a:pt x="16904" y="5651"/>
                      <a:pt x="16834" y="5847"/>
                      <a:pt x="16763" y="6032"/>
                    </a:cubicBezTo>
                    <a:cubicBezTo>
                      <a:pt x="16600" y="6462"/>
                      <a:pt x="16382" y="6870"/>
                      <a:pt x="16180" y="7279"/>
                    </a:cubicBezTo>
                    <a:cubicBezTo>
                      <a:pt x="15854" y="7921"/>
                      <a:pt x="15320" y="8297"/>
                      <a:pt x="14629" y="8455"/>
                    </a:cubicBezTo>
                    <a:cubicBezTo>
                      <a:pt x="14139" y="8563"/>
                      <a:pt x="13643" y="8667"/>
                      <a:pt x="13148" y="8732"/>
                    </a:cubicBezTo>
                    <a:cubicBezTo>
                      <a:pt x="12408" y="8825"/>
                      <a:pt x="11716" y="8961"/>
                      <a:pt x="11194" y="9565"/>
                    </a:cubicBezTo>
                    <a:cubicBezTo>
                      <a:pt x="10987" y="9799"/>
                      <a:pt x="10666" y="9848"/>
                      <a:pt x="10350" y="9875"/>
                    </a:cubicBezTo>
                    <a:cubicBezTo>
                      <a:pt x="10291" y="9880"/>
                      <a:pt x="10233" y="9883"/>
                      <a:pt x="10175" y="9883"/>
                    </a:cubicBezTo>
                    <a:cubicBezTo>
                      <a:pt x="9718" y="9883"/>
                      <a:pt x="9303" y="9733"/>
                      <a:pt x="8902" y="9511"/>
                    </a:cubicBezTo>
                    <a:cubicBezTo>
                      <a:pt x="8281" y="9162"/>
                      <a:pt x="7611" y="8945"/>
                      <a:pt x="6931" y="8754"/>
                    </a:cubicBezTo>
                    <a:cubicBezTo>
                      <a:pt x="6704" y="8692"/>
                      <a:pt x="6487" y="8657"/>
                      <a:pt x="6283" y="8657"/>
                    </a:cubicBezTo>
                    <a:cubicBezTo>
                      <a:pt x="5757" y="8657"/>
                      <a:pt x="5313" y="8885"/>
                      <a:pt x="4987" y="9445"/>
                    </a:cubicBezTo>
                    <a:cubicBezTo>
                      <a:pt x="4971" y="9467"/>
                      <a:pt x="4955" y="9484"/>
                      <a:pt x="4938" y="9500"/>
                    </a:cubicBezTo>
                    <a:cubicBezTo>
                      <a:pt x="4666" y="9903"/>
                      <a:pt x="4312" y="10142"/>
                      <a:pt x="3801" y="10169"/>
                    </a:cubicBezTo>
                    <a:cubicBezTo>
                      <a:pt x="3545" y="10186"/>
                      <a:pt x="3289" y="10218"/>
                      <a:pt x="3033" y="10235"/>
                    </a:cubicBezTo>
                    <a:cubicBezTo>
                      <a:pt x="2701" y="10251"/>
                      <a:pt x="2608" y="10404"/>
                      <a:pt x="2679" y="10725"/>
                    </a:cubicBezTo>
                    <a:cubicBezTo>
                      <a:pt x="2755" y="11062"/>
                      <a:pt x="3011" y="11187"/>
                      <a:pt x="3294" y="11291"/>
                    </a:cubicBezTo>
                    <a:cubicBezTo>
                      <a:pt x="4280" y="11645"/>
                      <a:pt x="5281" y="11922"/>
                      <a:pt x="6332" y="12015"/>
                    </a:cubicBezTo>
                    <a:cubicBezTo>
                      <a:pt x="6098" y="12810"/>
                      <a:pt x="6234" y="13147"/>
                      <a:pt x="6860" y="13365"/>
                    </a:cubicBezTo>
                    <a:cubicBezTo>
                      <a:pt x="7058" y="13433"/>
                      <a:pt x="7265" y="13470"/>
                      <a:pt x="7476" y="13470"/>
                    </a:cubicBezTo>
                    <a:cubicBezTo>
                      <a:pt x="7503" y="13470"/>
                      <a:pt x="7530" y="13470"/>
                      <a:pt x="7557" y="13469"/>
                    </a:cubicBezTo>
                    <a:cubicBezTo>
                      <a:pt x="8341" y="13420"/>
                      <a:pt x="9103" y="13267"/>
                      <a:pt x="9784" y="12881"/>
                    </a:cubicBezTo>
                    <a:cubicBezTo>
                      <a:pt x="10030" y="12742"/>
                      <a:pt x="10265" y="12687"/>
                      <a:pt x="10494" y="12687"/>
                    </a:cubicBezTo>
                    <a:cubicBezTo>
                      <a:pt x="10848" y="12687"/>
                      <a:pt x="11187" y="12817"/>
                      <a:pt x="11531" y="12962"/>
                    </a:cubicBezTo>
                    <a:cubicBezTo>
                      <a:pt x="11798" y="13077"/>
                      <a:pt x="11885" y="13398"/>
                      <a:pt x="11700" y="13561"/>
                    </a:cubicBezTo>
                    <a:cubicBezTo>
                      <a:pt x="11303" y="13899"/>
                      <a:pt x="11101" y="14372"/>
                      <a:pt x="10829" y="14791"/>
                    </a:cubicBezTo>
                    <a:cubicBezTo>
                      <a:pt x="10687" y="15015"/>
                      <a:pt x="10633" y="15265"/>
                      <a:pt x="10720" y="15537"/>
                    </a:cubicBezTo>
                    <a:cubicBezTo>
                      <a:pt x="11079" y="16664"/>
                      <a:pt x="11232" y="17791"/>
                      <a:pt x="10845" y="18956"/>
                    </a:cubicBezTo>
                    <a:cubicBezTo>
                      <a:pt x="10704" y="19375"/>
                      <a:pt x="10758" y="19838"/>
                      <a:pt x="10965" y="20263"/>
                    </a:cubicBezTo>
                    <a:cubicBezTo>
                      <a:pt x="11123" y="20584"/>
                      <a:pt x="11150" y="20943"/>
                      <a:pt x="11161" y="21297"/>
                    </a:cubicBezTo>
                    <a:cubicBezTo>
                      <a:pt x="11165" y="21447"/>
                      <a:pt x="11125" y="21533"/>
                      <a:pt x="10999" y="21533"/>
                    </a:cubicBezTo>
                    <a:cubicBezTo>
                      <a:pt x="10965" y="21533"/>
                      <a:pt x="10925" y="21527"/>
                      <a:pt x="10878" y="21515"/>
                    </a:cubicBezTo>
                    <a:cubicBezTo>
                      <a:pt x="10426" y="21390"/>
                      <a:pt x="9969" y="21292"/>
                      <a:pt x="9511" y="21188"/>
                    </a:cubicBezTo>
                    <a:cubicBezTo>
                      <a:pt x="9456" y="21174"/>
                      <a:pt x="9397" y="21135"/>
                      <a:pt x="9341" y="21135"/>
                    </a:cubicBezTo>
                    <a:cubicBezTo>
                      <a:pt x="9310" y="21135"/>
                      <a:pt x="9279" y="21148"/>
                      <a:pt x="9250" y="21183"/>
                    </a:cubicBezTo>
                    <a:cubicBezTo>
                      <a:pt x="9158" y="21286"/>
                      <a:pt x="9256" y="21379"/>
                      <a:pt x="9294" y="21471"/>
                    </a:cubicBezTo>
                    <a:cubicBezTo>
                      <a:pt x="9315" y="21536"/>
                      <a:pt x="9354" y="21602"/>
                      <a:pt x="9408" y="21651"/>
                    </a:cubicBezTo>
                    <a:cubicBezTo>
                      <a:pt x="9925" y="22135"/>
                      <a:pt x="10323" y="22723"/>
                      <a:pt x="10785" y="23257"/>
                    </a:cubicBezTo>
                    <a:cubicBezTo>
                      <a:pt x="11172" y="23709"/>
                      <a:pt x="11640" y="24106"/>
                      <a:pt x="11988" y="24580"/>
                    </a:cubicBezTo>
                    <a:cubicBezTo>
                      <a:pt x="12604" y="25418"/>
                      <a:pt x="12985" y="26393"/>
                      <a:pt x="13268" y="27394"/>
                    </a:cubicBezTo>
                    <a:cubicBezTo>
                      <a:pt x="13388" y="27835"/>
                      <a:pt x="13486" y="28309"/>
                      <a:pt x="13415" y="28853"/>
                    </a:cubicBezTo>
                    <a:cubicBezTo>
                      <a:pt x="13143" y="28472"/>
                      <a:pt x="12930" y="28140"/>
                      <a:pt x="12642" y="27884"/>
                    </a:cubicBezTo>
                    <a:cubicBezTo>
                      <a:pt x="12484" y="27739"/>
                      <a:pt x="12307" y="27575"/>
                      <a:pt x="12097" y="27575"/>
                    </a:cubicBezTo>
                    <a:cubicBezTo>
                      <a:pt x="12032" y="27575"/>
                      <a:pt x="11963" y="27591"/>
                      <a:pt x="11890" y="27628"/>
                    </a:cubicBezTo>
                    <a:cubicBezTo>
                      <a:pt x="11368" y="27895"/>
                      <a:pt x="10818" y="27830"/>
                      <a:pt x="10268" y="27851"/>
                    </a:cubicBezTo>
                    <a:cubicBezTo>
                      <a:pt x="10252" y="27852"/>
                      <a:pt x="10237" y="27852"/>
                      <a:pt x="10221" y="27852"/>
                    </a:cubicBezTo>
                    <a:cubicBezTo>
                      <a:pt x="9976" y="27852"/>
                      <a:pt x="9772" y="27771"/>
                      <a:pt x="9588" y="27617"/>
                    </a:cubicBezTo>
                    <a:cubicBezTo>
                      <a:pt x="9359" y="27416"/>
                      <a:pt x="9125" y="27220"/>
                      <a:pt x="8853" y="27068"/>
                    </a:cubicBezTo>
                    <a:cubicBezTo>
                      <a:pt x="8016" y="26613"/>
                      <a:pt x="7155" y="26392"/>
                      <a:pt x="6268" y="26392"/>
                    </a:cubicBezTo>
                    <a:cubicBezTo>
                      <a:pt x="5775" y="26392"/>
                      <a:pt x="5274" y="26460"/>
                      <a:pt x="4764" y="26594"/>
                    </a:cubicBezTo>
                    <a:cubicBezTo>
                      <a:pt x="4498" y="26659"/>
                      <a:pt x="4356" y="26790"/>
                      <a:pt x="4372" y="27084"/>
                    </a:cubicBezTo>
                    <a:cubicBezTo>
                      <a:pt x="4389" y="27302"/>
                      <a:pt x="4427" y="27509"/>
                      <a:pt x="4519" y="27699"/>
                    </a:cubicBezTo>
                    <a:cubicBezTo>
                      <a:pt x="4672" y="28020"/>
                      <a:pt x="4835" y="28331"/>
                      <a:pt x="5004" y="28641"/>
                    </a:cubicBezTo>
                    <a:cubicBezTo>
                      <a:pt x="5091" y="28804"/>
                      <a:pt x="5091" y="28913"/>
                      <a:pt x="4922" y="29022"/>
                    </a:cubicBezTo>
                    <a:cubicBezTo>
                      <a:pt x="4644" y="29207"/>
                      <a:pt x="4563" y="29490"/>
                      <a:pt x="4514" y="29806"/>
                    </a:cubicBezTo>
                    <a:cubicBezTo>
                      <a:pt x="4400" y="30612"/>
                      <a:pt x="4846" y="31118"/>
                      <a:pt x="5407" y="31575"/>
                    </a:cubicBezTo>
                    <a:cubicBezTo>
                      <a:pt x="5859" y="31940"/>
                      <a:pt x="6310" y="32305"/>
                      <a:pt x="6822" y="32724"/>
                    </a:cubicBezTo>
                    <a:cubicBezTo>
                      <a:pt x="6754" y="32724"/>
                      <a:pt x="6688" y="32723"/>
                      <a:pt x="6622" y="32723"/>
                    </a:cubicBezTo>
                    <a:cubicBezTo>
                      <a:pt x="6235" y="32723"/>
                      <a:pt x="5896" y="32747"/>
                      <a:pt x="5701" y="33078"/>
                    </a:cubicBezTo>
                    <a:cubicBezTo>
                      <a:pt x="5374" y="33644"/>
                      <a:pt x="4857" y="33905"/>
                      <a:pt x="4274" y="34101"/>
                    </a:cubicBezTo>
                    <a:cubicBezTo>
                      <a:pt x="3735" y="34281"/>
                      <a:pt x="3300" y="34597"/>
                      <a:pt x="3017" y="35114"/>
                    </a:cubicBezTo>
                    <a:cubicBezTo>
                      <a:pt x="2821" y="35484"/>
                      <a:pt x="2772" y="35870"/>
                      <a:pt x="2755" y="36268"/>
                    </a:cubicBezTo>
                    <a:cubicBezTo>
                      <a:pt x="2723" y="36899"/>
                      <a:pt x="2603" y="37052"/>
                      <a:pt x="2015" y="37210"/>
                    </a:cubicBezTo>
                    <a:cubicBezTo>
                      <a:pt x="1552" y="37335"/>
                      <a:pt x="1068" y="37373"/>
                      <a:pt x="600" y="37466"/>
                    </a:cubicBezTo>
                    <a:cubicBezTo>
                      <a:pt x="180" y="37547"/>
                      <a:pt x="1" y="37798"/>
                      <a:pt x="110" y="38200"/>
                    </a:cubicBezTo>
                    <a:cubicBezTo>
                      <a:pt x="366" y="39121"/>
                      <a:pt x="828" y="39943"/>
                      <a:pt x="1492" y="40623"/>
                    </a:cubicBezTo>
                    <a:cubicBezTo>
                      <a:pt x="2118" y="41255"/>
                      <a:pt x="2701" y="41913"/>
                      <a:pt x="3120" y="42697"/>
                    </a:cubicBezTo>
                    <a:cubicBezTo>
                      <a:pt x="3414" y="43258"/>
                      <a:pt x="3670" y="43840"/>
                      <a:pt x="3948" y="44418"/>
                    </a:cubicBezTo>
                    <a:cubicBezTo>
                      <a:pt x="3928" y="44422"/>
                      <a:pt x="3910" y="44424"/>
                      <a:pt x="3893" y="44424"/>
                    </a:cubicBezTo>
                    <a:cubicBezTo>
                      <a:pt x="3798" y="44424"/>
                      <a:pt x="3733" y="44361"/>
                      <a:pt x="3654" y="44361"/>
                    </a:cubicBezTo>
                    <a:cubicBezTo>
                      <a:pt x="3635" y="44361"/>
                      <a:pt x="3615" y="44365"/>
                      <a:pt x="3594" y="44374"/>
                    </a:cubicBezTo>
                    <a:cubicBezTo>
                      <a:pt x="3790" y="44548"/>
                      <a:pt x="4084" y="44521"/>
                      <a:pt x="4263" y="44722"/>
                    </a:cubicBezTo>
                    <a:cubicBezTo>
                      <a:pt x="4274" y="44735"/>
                      <a:pt x="4291" y="44741"/>
                      <a:pt x="4309" y="44741"/>
                    </a:cubicBezTo>
                    <a:cubicBezTo>
                      <a:pt x="4336" y="44741"/>
                      <a:pt x="4367" y="44727"/>
                      <a:pt x="4383" y="44701"/>
                    </a:cubicBezTo>
                    <a:cubicBezTo>
                      <a:pt x="4438" y="44624"/>
                      <a:pt x="4394" y="44559"/>
                      <a:pt x="4351" y="44510"/>
                    </a:cubicBezTo>
                    <a:cubicBezTo>
                      <a:pt x="3833" y="43911"/>
                      <a:pt x="3594" y="43155"/>
                      <a:pt x="3196" y="42490"/>
                    </a:cubicBezTo>
                    <a:cubicBezTo>
                      <a:pt x="3224" y="42387"/>
                      <a:pt x="3186" y="42300"/>
                      <a:pt x="3137" y="42218"/>
                    </a:cubicBezTo>
                    <a:cubicBezTo>
                      <a:pt x="2794" y="41641"/>
                      <a:pt x="2396" y="41091"/>
                      <a:pt x="1890" y="40645"/>
                    </a:cubicBezTo>
                    <a:cubicBezTo>
                      <a:pt x="1226" y="40068"/>
                      <a:pt x="839" y="39322"/>
                      <a:pt x="523" y="38527"/>
                    </a:cubicBezTo>
                    <a:cubicBezTo>
                      <a:pt x="322" y="38015"/>
                      <a:pt x="458" y="37847"/>
                      <a:pt x="1013" y="37792"/>
                    </a:cubicBezTo>
                    <a:cubicBezTo>
                      <a:pt x="1433" y="37754"/>
                      <a:pt x="1857" y="37705"/>
                      <a:pt x="2265" y="37574"/>
                    </a:cubicBezTo>
                    <a:cubicBezTo>
                      <a:pt x="2859" y="37384"/>
                      <a:pt x="3120" y="37090"/>
                      <a:pt x="3115" y="36469"/>
                    </a:cubicBezTo>
                    <a:cubicBezTo>
                      <a:pt x="3104" y="35370"/>
                      <a:pt x="3599" y="34678"/>
                      <a:pt x="4639" y="34368"/>
                    </a:cubicBezTo>
                    <a:cubicBezTo>
                      <a:pt x="4677" y="34357"/>
                      <a:pt x="4704" y="34341"/>
                      <a:pt x="4742" y="34330"/>
                    </a:cubicBezTo>
                    <a:cubicBezTo>
                      <a:pt x="5194" y="34156"/>
                      <a:pt x="5575" y="33894"/>
                      <a:pt x="5837" y="33475"/>
                    </a:cubicBezTo>
                    <a:cubicBezTo>
                      <a:pt x="5988" y="33233"/>
                      <a:pt x="6192" y="33103"/>
                      <a:pt x="6477" y="33103"/>
                    </a:cubicBezTo>
                    <a:cubicBezTo>
                      <a:pt x="6499" y="33103"/>
                      <a:pt x="6521" y="33103"/>
                      <a:pt x="6544" y="33105"/>
                    </a:cubicBezTo>
                    <a:cubicBezTo>
                      <a:pt x="6625" y="33111"/>
                      <a:pt x="6705" y="33114"/>
                      <a:pt x="6785" y="33114"/>
                    </a:cubicBezTo>
                    <a:cubicBezTo>
                      <a:pt x="6928" y="33114"/>
                      <a:pt x="7071" y="33104"/>
                      <a:pt x="7214" y="33083"/>
                    </a:cubicBezTo>
                    <a:cubicBezTo>
                      <a:pt x="7312" y="33067"/>
                      <a:pt x="7454" y="33105"/>
                      <a:pt x="7486" y="32980"/>
                    </a:cubicBezTo>
                    <a:cubicBezTo>
                      <a:pt x="7519" y="32860"/>
                      <a:pt x="7410" y="32789"/>
                      <a:pt x="7328" y="32724"/>
                    </a:cubicBezTo>
                    <a:cubicBezTo>
                      <a:pt x="6806" y="32321"/>
                      <a:pt x="6327" y="31864"/>
                      <a:pt x="5799" y="31466"/>
                    </a:cubicBezTo>
                    <a:cubicBezTo>
                      <a:pt x="5543" y="31270"/>
                      <a:pt x="5314" y="31047"/>
                      <a:pt x="5113" y="30802"/>
                    </a:cubicBezTo>
                    <a:cubicBezTo>
                      <a:pt x="4737" y="30334"/>
                      <a:pt x="4742" y="29719"/>
                      <a:pt x="5118" y="29349"/>
                    </a:cubicBezTo>
                    <a:cubicBezTo>
                      <a:pt x="5526" y="28951"/>
                      <a:pt x="5537" y="28842"/>
                      <a:pt x="5249" y="28352"/>
                    </a:cubicBezTo>
                    <a:cubicBezTo>
                      <a:pt x="5080" y="28053"/>
                      <a:pt x="4906" y="27759"/>
                      <a:pt x="4797" y="27432"/>
                    </a:cubicBezTo>
                    <a:cubicBezTo>
                      <a:pt x="4688" y="27100"/>
                      <a:pt x="4764" y="26980"/>
                      <a:pt x="5096" y="26899"/>
                    </a:cubicBezTo>
                    <a:cubicBezTo>
                      <a:pt x="5524" y="26791"/>
                      <a:pt x="5947" y="26735"/>
                      <a:pt x="6360" y="26735"/>
                    </a:cubicBezTo>
                    <a:cubicBezTo>
                      <a:pt x="7257" y="26735"/>
                      <a:pt x="8109" y="26997"/>
                      <a:pt x="8869" y="27552"/>
                    </a:cubicBezTo>
                    <a:cubicBezTo>
                      <a:pt x="9425" y="27960"/>
                      <a:pt x="9948" y="28195"/>
                      <a:pt x="10565" y="28195"/>
                    </a:cubicBezTo>
                    <a:cubicBezTo>
                      <a:pt x="10697" y="28195"/>
                      <a:pt x="10834" y="28184"/>
                      <a:pt x="10976" y="28162"/>
                    </a:cubicBezTo>
                    <a:cubicBezTo>
                      <a:pt x="11232" y="28118"/>
                      <a:pt x="11493" y="28124"/>
                      <a:pt x="11738" y="28020"/>
                    </a:cubicBezTo>
                    <a:cubicBezTo>
                      <a:pt x="11886" y="27957"/>
                      <a:pt x="11995" y="27923"/>
                      <a:pt x="12089" y="27923"/>
                    </a:cubicBezTo>
                    <a:cubicBezTo>
                      <a:pt x="12244" y="27923"/>
                      <a:pt x="12357" y="28014"/>
                      <a:pt x="12533" y="28211"/>
                    </a:cubicBezTo>
                    <a:cubicBezTo>
                      <a:pt x="12767" y="28467"/>
                      <a:pt x="12952" y="28755"/>
                      <a:pt x="13126" y="29049"/>
                    </a:cubicBezTo>
                    <a:cubicBezTo>
                      <a:pt x="13190" y="29154"/>
                      <a:pt x="13274" y="29244"/>
                      <a:pt x="13399" y="29244"/>
                    </a:cubicBezTo>
                    <a:cubicBezTo>
                      <a:pt x="13423" y="29244"/>
                      <a:pt x="13448" y="29241"/>
                      <a:pt x="13475" y="29234"/>
                    </a:cubicBezTo>
                    <a:cubicBezTo>
                      <a:pt x="13622" y="29191"/>
                      <a:pt x="13698" y="29071"/>
                      <a:pt x="13725" y="28919"/>
                    </a:cubicBezTo>
                    <a:cubicBezTo>
                      <a:pt x="13747" y="28826"/>
                      <a:pt x="13741" y="28733"/>
                      <a:pt x="13747" y="28641"/>
                    </a:cubicBezTo>
                    <a:cubicBezTo>
                      <a:pt x="13774" y="27465"/>
                      <a:pt x="13328" y="26425"/>
                      <a:pt x="12832" y="25407"/>
                    </a:cubicBezTo>
                    <a:cubicBezTo>
                      <a:pt x="12625" y="24983"/>
                      <a:pt x="12435" y="24542"/>
                      <a:pt x="12086" y="24209"/>
                    </a:cubicBezTo>
                    <a:cubicBezTo>
                      <a:pt x="11264" y="23415"/>
                      <a:pt x="10595" y="22489"/>
                      <a:pt x="9811" y="21607"/>
                    </a:cubicBezTo>
                    <a:lnTo>
                      <a:pt x="9811" y="21607"/>
                    </a:lnTo>
                    <a:cubicBezTo>
                      <a:pt x="10197" y="21673"/>
                      <a:pt x="10546" y="21787"/>
                      <a:pt x="10900" y="21836"/>
                    </a:cubicBezTo>
                    <a:cubicBezTo>
                      <a:pt x="10956" y="21843"/>
                      <a:pt x="11007" y="21846"/>
                      <a:pt x="11053" y="21846"/>
                    </a:cubicBezTo>
                    <a:cubicBezTo>
                      <a:pt x="11341" y="21846"/>
                      <a:pt x="11453" y="21710"/>
                      <a:pt x="11477" y="21368"/>
                    </a:cubicBezTo>
                    <a:cubicBezTo>
                      <a:pt x="11509" y="20954"/>
                      <a:pt x="11433" y="20567"/>
                      <a:pt x="11270" y="20192"/>
                    </a:cubicBezTo>
                    <a:cubicBezTo>
                      <a:pt x="11068" y="19724"/>
                      <a:pt x="11058" y="19239"/>
                      <a:pt x="11199" y="18771"/>
                    </a:cubicBezTo>
                    <a:cubicBezTo>
                      <a:pt x="11466" y="17867"/>
                      <a:pt x="11493" y="16969"/>
                      <a:pt x="11166" y="16098"/>
                    </a:cubicBezTo>
                    <a:cubicBezTo>
                      <a:pt x="10911" y="15401"/>
                      <a:pt x="11068" y="14835"/>
                      <a:pt x="11493" y="14285"/>
                    </a:cubicBezTo>
                    <a:cubicBezTo>
                      <a:pt x="11596" y="14144"/>
                      <a:pt x="11727" y="14024"/>
                      <a:pt x="11847" y="13893"/>
                    </a:cubicBezTo>
                    <a:cubicBezTo>
                      <a:pt x="12228" y="13496"/>
                      <a:pt x="12184" y="12946"/>
                      <a:pt x="11689" y="12717"/>
                    </a:cubicBezTo>
                    <a:cubicBezTo>
                      <a:pt x="11298" y="12534"/>
                      <a:pt x="10900" y="12358"/>
                      <a:pt x="10480" y="12358"/>
                    </a:cubicBezTo>
                    <a:cubicBezTo>
                      <a:pt x="10250" y="12358"/>
                      <a:pt x="10013" y="12410"/>
                      <a:pt x="9767" y="12543"/>
                    </a:cubicBezTo>
                    <a:cubicBezTo>
                      <a:pt x="9087" y="12908"/>
                      <a:pt x="8336" y="13087"/>
                      <a:pt x="7562" y="13136"/>
                    </a:cubicBezTo>
                    <a:cubicBezTo>
                      <a:pt x="7525" y="13138"/>
                      <a:pt x="7487" y="13140"/>
                      <a:pt x="7450" y="13140"/>
                    </a:cubicBezTo>
                    <a:cubicBezTo>
                      <a:pt x="7187" y="13140"/>
                      <a:pt x="6939" y="13085"/>
                      <a:pt x="6730" y="12913"/>
                    </a:cubicBezTo>
                    <a:cubicBezTo>
                      <a:pt x="6588" y="12804"/>
                      <a:pt x="6485" y="12663"/>
                      <a:pt x="6593" y="12489"/>
                    </a:cubicBezTo>
                    <a:cubicBezTo>
                      <a:pt x="6635" y="12420"/>
                      <a:pt x="6685" y="12396"/>
                      <a:pt x="6738" y="12396"/>
                    </a:cubicBezTo>
                    <a:cubicBezTo>
                      <a:pt x="6812" y="12396"/>
                      <a:pt x="6893" y="12441"/>
                      <a:pt x="6969" y="12472"/>
                    </a:cubicBezTo>
                    <a:cubicBezTo>
                      <a:pt x="7068" y="12517"/>
                      <a:pt x="7157" y="12539"/>
                      <a:pt x="7235" y="12539"/>
                    </a:cubicBezTo>
                    <a:cubicBezTo>
                      <a:pt x="7375" y="12539"/>
                      <a:pt x="7477" y="12467"/>
                      <a:pt x="7530" y="12331"/>
                    </a:cubicBezTo>
                    <a:cubicBezTo>
                      <a:pt x="7617" y="12129"/>
                      <a:pt x="7497" y="11912"/>
                      <a:pt x="7230" y="11814"/>
                    </a:cubicBezTo>
                    <a:cubicBezTo>
                      <a:pt x="6996" y="11726"/>
                      <a:pt x="6751" y="11705"/>
                      <a:pt x="6501" y="11683"/>
                    </a:cubicBezTo>
                    <a:cubicBezTo>
                      <a:pt x="5439" y="11596"/>
                      <a:pt x="4405" y="11362"/>
                      <a:pt x="3420" y="10948"/>
                    </a:cubicBezTo>
                    <a:cubicBezTo>
                      <a:pt x="3294" y="10899"/>
                      <a:pt x="3098" y="10850"/>
                      <a:pt x="3137" y="10687"/>
                    </a:cubicBezTo>
                    <a:cubicBezTo>
                      <a:pt x="3154" y="10608"/>
                      <a:pt x="3216" y="10592"/>
                      <a:pt x="3288" y="10592"/>
                    </a:cubicBezTo>
                    <a:cubicBezTo>
                      <a:pt x="3341" y="10592"/>
                      <a:pt x="3400" y="10601"/>
                      <a:pt x="3450" y="10601"/>
                    </a:cubicBezTo>
                    <a:cubicBezTo>
                      <a:pt x="3460" y="10601"/>
                      <a:pt x="3470" y="10600"/>
                      <a:pt x="3479" y="10600"/>
                    </a:cubicBezTo>
                    <a:cubicBezTo>
                      <a:pt x="4220" y="10540"/>
                      <a:pt x="4911" y="10387"/>
                      <a:pt x="5298" y="9652"/>
                    </a:cubicBezTo>
                    <a:cubicBezTo>
                      <a:pt x="5525" y="9219"/>
                      <a:pt x="5849" y="9049"/>
                      <a:pt x="6258" y="9049"/>
                    </a:cubicBezTo>
                    <a:cubicBezTo>
                      <a:pt x="6379" y="9049"/>
                      <a:pt x="6507" y="9064"/>
                      <a:pt x="6642" y="9092"/>
                    </a:cubicBezTo>
                    <a:cubicBezTo>
                      <a:pt x="7519" y="9266"/>
                      <a:pt x="8303" y="9674"/>
                      <a:pt x="9114" y="10028"/>
                    </a:cubicBezTo>
                    <a:cubicBezTo>
                      <a:pt x="9482" y="10189"/>
                      <a:pt x="9850" y="10282"/>
                      <a:pt x="10208" y="10282"/>
                    </a:cubicBezTo>
                    <a:cubicBezTo>
                      <a:pt x="10689" y="10282"/>
                      <a:pt x="11153" y="10114"/>
                      <a:pt x="11580" y="9712"/>
                    </a:cubicBezTo>
                    <a:cubicBezTo>
                      <a:pt x="11858" y="9456"/>
                      <a:pt x="12157" y="9228"/>
                      <a:pt x="12560" y="9190"/>
                    </a:cubicBezTo>
                    <a:cubicBezTo>
                      <a:pt x="13099" y="9141"/>
                      <a:pt x="13633" y="9026"/>
                      <a:pt x="14166" y="8945"/>
                    </a:cubicBezTo>
                    <a:cubicBezTo>
                      <a:pt x="14776" y="8847"/>
                      <a:pt x="15364" y="8661"/>
                      <a:pt x="15865" y="8275"/>
                    </a:cubicBezTo>
                    <a:cubicBezTo>
                      <a:pt x="15939" y="8220"/>
                      <a:pt x="16019" y="8163"/>
                      <a:pt x="16108" y="8163"/>
                    </a:cubicBezTo>
                    <a:cubicBezTo>
                      <a:pt x="16143" y="8163"/>
                      <a:pt x="16180" y="8172"/>
                      <a:pt x="16218" y="8193"/>
                    </a:cubicBezTo>
                    <a:cubicBezTo>
                      <a:pt x="16785" y="8504"/>
                      <a:pt x="17389" y="8765"/>
                      <a:pt x="17786" y="9315"/>
                    </a:cubicBezTo>
                    <a:cubicBezTo>
                      <a:pt x="18135" y="9794"/>
                      <a:pt x="18603" y="10110"/>
                      <a:pt x="19153" y="10338"/>
                    </a:cubicBezTo>
                    <a:cubicBezTo>
                      <a:pt x="19915" y="10654"/>
                      <a:pt x="20721" y="10872"/>
                      <a:pt x="21434" y="11291"/>
                    </a:cubicBezTo>
                    <a:cubicBezTo>
                      <a:pt x="22468" y="11906"/>
                      <a:pt x="23639" y="12026"/>
                      <a:pt x="24766" y="12293"/>
                    </a:cubicBezTo>
                    <a:cubicBezTo>
                      <a:pt x="25522" y="12472"/>
                      <a:pt x="26306" y="12510"/>
                      <a:pt x="27036" y="12815"/>
                    </a:cubicBezTo>
                    <a:cubicBezTo>
                      <a:pt x="27809" y="13136"/>
                      <a:pt x="28549" y="13528"/>
                      <a:pt x="29300" y="13893"/>
                    </a:cubicBezTo>
                    <a:cubicBezTo>
                      <a:pt x="29562" y="14013"/>
                      <a:pt x="29752" y="14231"/>
                      <a:pt x="29932" y="14454"/>
                    </a:cubicBezTo>
                    <a:cubicBezTo>
                      <a:pt x="29986" y="14514"/>
                      <a:pt x="30068" y="14574"/>
                      <a:pt x="30035" y="14661"/>
                    </a:cubicBezTo>
                    <a:cubicBezTo>
                      <a:pt x="30011" y="14722"/>
                      <a:pt x="29961" y="14730"/>
                      <a:pt x="29909" y="14730"/>
                    </a:cubicBezTo>
                    <a:cubicBezTo>
                      <a:pt x="29891" y="14730"/>
                      <a:pt x="29873" y="14729"/>
                      <a:pt x="29856" y="14729"/>
                    </a:cubicBezTo>
                    <a:cubicBezTo>
                      <a:pt x="29842" y="14729"/>
                      <a:pt x="29830" y="14730"/>
                      <a:pt x="29818" y="14732"/>
                    </a:cubicBezTo>
                    <a:cubicBezTo>
                      <a:pt x="29566" y="14761"/>
                      <a:pt x="29315" y="14774"/>
                      <a:pt x="29064" y="14774"/>
                    </a:cubicBezTo>
                    <a:cubicBezTo>
                      <a:pt x="28491" y="14774"/>
                      <a:pt x="27921" y="14708"/>
                      <a:pt x="27357" y="14628"/>
                    </a:cubicBezTo>
                    <a:cubicBezTo>
                      <a:pt x="27200" y="14605"/>
                      <a:pt x="27045" y="14593"/>
                      <a:pt x="26893" y="14593"/>
                    </a:cubicBezTo>
                    <a:cubicBezTo>
                      <a:pt x="25731" y="14593"/>
                      <a:pt x="24739" y="15259"/>
                      <a:pt x="24325" y="16381"/>
                    </a:cubicBezTo>
                    <a:cubicBezTo>
                      <a:pt x="24178" y="16768"/>
                      <a:pt x="23943" y="17040"/>
                      <a:pt x="23573" y="17230"/>
                    </a:cubicBezTo>
                    <a:cubicBezTo>
                      <a:pt x="23040" y="17508"/>
                      <a:pt x="22474" y="17704"/>
                      <a:pt x="21951" y="18009"/>
                    </a:cubicBezTo>
                    <a:cubicBezTo>
                      <a:pt x="21623" y="18200"/>
                      <a:pt x="21278" y="18315"/>
                      <a:pt x="20907" y="18315"/>
                    </a:cubicBezTo>
                    <a:cubicBezTo>
                      <a:pt x="20730" y="18315"/>
                      <a:pt x="20546" y="18288"/>
                      <a:pt x="20356" y="18232"/>
                    </a:cubicBezTo>
                    <a:cubicBezTo>
                      <a:pt x="19860" y="18085"/>
                      <a:pt x="19360" y="17987"/>
                      <a:pt x="18902" y="17709"/>
                    </a:cubicBezTo>
                    <a:cubicBezTo>
                      <a:pt x="18759" y="17622"/>
                      <a:pt x="18631" y="17580"/>
                      <a:pt x="18518" y="17580"/>
                    </a:cubicBezTo>
                    <a:cubicBezTo>
                      <a:pt x="18306" y="17580"/>
                      <a:pt x="18149" y="17730"/>
                      <a:pt x="18042" y="18014"/>
                    </a:cubicBezTo>
                    <a:cubicBezTo>
                      <a:pt x="17944" y="18281"/>
                      <a:pt x="17928" y="18542"/>
                      <a:pt x="18031" y="18809"/>
                    </a:cubicBezTo>
                    <a:cubicBezTo>
                      <a:pt x="18135" y="19076"/>
                      <a:pt x="18178" y="19359"/>
                      <a:pt x="18211" y="19637"/>
                    </a:cubicBezTo>
                    <a:cubicBezTo>
                      <a:pt x="18254" y="20039"/>
                      <a:pt x="18102" y="20224"/>
                      <a:pt x="17705" y="20273"/>
                    </a:cubicBezTo>
                    <a:cubicBezTo>
                      <a:pt x="17405" y="20306"/>
                      <a:pt x="17269" y="20453"/>
                      <a:pt x="17247" y="20758"/>
                    </a:cubicBezTo>
                    <a:cubicBezTo>
                      <a:pt x="17236" y="20900"/>
                      <a:pt x="17269" y="21041"/>
                      <a:pt x="17296" y="21177"/>
                    </a:cubicBezTo>
                    <a:cubicBezTo>
                      <a:pt x="17328" y="21346"/>
                      <a:pt x="17283" y="21413"/>
                      <a:pt x="17182" y="21413"/>
                    </a:cubicBezTo>
                    <a:cubicBezTo>
                      <a:pt x="17143" y="21413"/>
                      <a:pt x="17095" y="21402"/>
                      <a:pt x="17040" y="21384"/>
                    </a:cubicBezTo>
                    <a:cubicBezTo>
                      <a:pt x="16659" y="21259"/>
                      <a:pt x="16404" y="20987"/>
                      <a:pt x="16197" y="20660"/>
                    </a:cubicBezTo>
                    <a:cubicBezTo>
                      <a:pt x="16006" y="20361"/>
                      <a:pt x="15777" y="20094"/>
                      <a:pt x="15473" y="19898"/>
                    </a:cubicBezTo>
                    <a:cubicBezTo>
                      <a:pt x="15322" y="19802"/>
                      <a:pt x="15192" y="19753"/>
                      <a:pt x="15079" y="19753"/>
                    </a:cubicBezTo>
                    <a:cubicBezTo>
                      <a:pt x="14885" y="19753"/>
                      <a:pt x="14743" y="19896"/>
                      <a:pt x="14640" y="20192"/>
                    </a:cubicBezTo>
                    <a:cubicBezTo>
                      <a:pt x="14422" y="20829"/>
                      <a:pt x="14710" y="21585"/>
                      <a:pt x="15304" y="21934"/>
                    </a:cubicBezTo>
                    <a:cubicBezTo>
                      <a:pt x="15587" y="22097"/>
                      <a:pt x="15914" y="22233"/>
                      <a:pt x="16099" y="22511"/>
                    </a:cubicBezTo>
                    <a:cubicBezTo>
                      <a:pt x="16752" y="23485"/>
                      <a:pt x="17079" y="24542"/>
                      <a:pt x="16768" y="25728"/>
                    </a:cubicBezTo>
                    <a:cubicBezTo>
                      <a:pt x="16725" y="25897"/>
                      <a:pt x="16676" y="26066"/>
                      <a:pt x="16670" y="26246"/>
                    </a:cubicBezTo>
                    <a:cubicBezTo>
                      <a:pt x="16649" y="27209"/>
                      <a:pt x="16741" y="28151"/>
                      <a:pt x="17155" y="29044"/>
                    </a:cubicBezTo>
                    <a:cubicBezTo>
                      <a:pt x="17247" y="29245"/>
                      <a:pt x="17313" y="29463"/>
                      <a:pt x="17373" y="29675"/>
                    </a:cubicBezTo>
                    <a:cubicBezTo>
                      <a:pt x="17541" y="30296"/>
                      <a:pt x="17814" y="30867"/>
                      <a:pt x="18113" y="31434"/>
                    </a:cubicBezTo>
                    <a:cubicBezTo>
                      <a:pt x="18494" y="32130"/>
                      <a:pt x="19011" y="32735"/>
                      <a:pt x="19420" y="33410"/>
                    </a:cubicBezTo>
                    <a:cubicBezTo>
                      <a:pt x="19463" y="33491"/>
                      <a:pt x="19556" y="33573"/>
                      <a:pt x="19490" y="33666"/>
                    </a:cubicBezTo>
                    <a:cubicBezTo>
                      <a:pt x="19463" y="33704"/>
                      <a:pt x="19429" y="33716"/>
                      <a:pt x="19392" y="33716"/>
                    </a:cubicBezTo>
                    <a:cubicBezTo>
                      <a:pt x="19339" y="33716"/>
                      <a:pt x="19280" y="33692"/>
                      <a:pt x="19229" y="33682"/>
                    </a:cubicBezTo>
                    <a:cubicBezTo>
                      <a:pt x="18129" y="33459"/>
                      <a:pt x="17035" y="33219"/>
                      <a:pt x="15963" y="32904"/>
                    </a:cubicBezTo>
                    <a:cubicBezTo>
                      <a:pt x="15750" y="32844"/>
                      <a:pt x="15571" y="32729"/>
                      <a:pt x="15434" y="32561"/>
                    </a:cubicBezTo>
                    <a:cubicBezTo>
                      <a:pt x="14395" y="31254"/>
                      <a:pt x="12941" y="30590"/>
                      <a:pt x="11439" y="30018"/>
                    </a:cubicBezTo>
                    <a:cubicBezTo>
                      <a:pt x="10823" y="29779"/>
                      <a:pt x="10181" y="29615"/>
                      <a:pt x="9582" y="29321"/>
                    </a:cubicBezTo>
                    <a:cubicBezTo>
                      <a:pt x="9435" y="29251"/>
                      <a:pt x="9277" y="29191"/>
                      <a:pt x="9114" y="29180"/>
                    </a:cubicBezTo>
                    <a:cubicBezTo>
                      <a:pt x="9058" y="29177"/>
                      <a:pt x="9001" y="29174"/>
                      <a:pt x="8945" y="29174"/>
                    </a:cubicBezTo>
                    <a:cubicBezTo>
                      <a:pt x="8715" y="29174"/>
                      <a:pt x="8496" y="29218"/>
                      <a:pt x="8352" y="29441"/>
                    </a:cubicBezTo>
                    <a:cubicBezTo>
                      <a:pt x="8172" y="29708"/>
                      <a:pt x="8292" y="29964"/>
                      <a:pt x="8439" y="30203"/>
                    </a:cubicBezTo>
                    <a:cubicBezTo>
                      <a:pt x="8689" y="30617"/>
                      <a:pt x="8940" y="31031"/>
                      <a:pt x="9125" y="31477"/>
                    </a:cubicBezTo>
                    <a:cubicBezTo>
                      <a:pt x="9506" y="32370"/>
                      <a:pt x="9991" y="33208"/>
                      <a:pt x="10557" y="33992"/>
                    </a:cubicBezTo>
                    <a:cubicBezTo>
                      <a:pt x="10774" y="34303"/>
                      <a:pt x="10949" y="34640"/>
                      <a:pt x="11063" y="34999"/>
                    </a:cubicBezTo>
                    <a:cubicBezTo>
                      <a:pt x="11156" y="35283"/>
                      <a:pt x="11281" y="35544"/>
                      <a:pt x="11428" y="35805"/>
                    </a:cubicBezTo>
                    <a:cubicBezTo>
                      <a:pt x="11803" y="36475"/>
                      <a:pt x="12195" y="37133"/>
                      <a:pt x="12457" y="37787"/>
                    </a:cubicBezTo>
                    <a:cubicBezTo>
                      <a:pt x="11275" y="36344"/>
                      <a:pt x="9914" y="35027"/>
                      <a:pt x="8112" y="34237"/>
                    </a:cubicBezTo>
                    <a:cubicBezTo>
                      <a:pt x="7806" y="34104"/>
                      <a:pt x="7489" y="34022"/>
                      <a:pt x="7178" y="34022"/>
                    </a:cubicBezTo>
                    <a:cubicBezTo>
                      <a:pt x="6981" y="34022"/>
                      <a:pt x="6787" y="34055"/>
                      <a:pt x="6599" y="34128"/>
                    </a:cubicBezTo>
                    <a:cubicBezTo>
                      <a:pt x="5374" y="34602"/>
                      <a:pt x="4650" y="35528"/>
                      <a:pt x="4514" y="36834"/>
                    </a:cubicBezTo>
                    <a:cubicBezTo>
                      <a:pt x="4410" y="37847"/>
                      <a:pt x="4579" y="38848"/>
                      <a:pt x="5015" y="39768"/>
                    </a:cubicBezTo>
                    <a:cubicBezTo>
                      <a:pt x="5516" y="40830"/>
                      <a:pt x="5891" y="41930"/>
                      <a:pt x="6120" y="43078"/>
                    </a:cubicBezTo>
                    <a:cubicBezTo>
                      <a:pt x="6147" y="43209"/>
                      <a:pt x="6169" y="43340"/>
                      <a:pt x="6289" y="43416"/>
                    </a:cubicBezTo>
                    <a:cubicBezTo>
                      <a:pt x="6370" y="43508"/>
                      <a:pt x="6321" y="43672"/>
                      <a:pt x="6485" y="43737"/>
                    </a:cubicBezTo>
                    <a:cubicBezTo>
                      <a:pt x="6495" y="43617"/>
                      <a:pt x="6506" y="43508"/>
                      <a:pt x="6517" y="43405"/>
                    </a:cubicBezTo>
                    <a:cubicBezTo>
                      <a:pt x="6419" y="42572"/>
                      <a:pt x="6272" y="41755"/>
                      <a:pt x="5951" y="40971"/>
                    </a:cubicBezTo>
                    <a:cubicBezTo>
                      <a:pt x="5635" y="40193"/>
                      <a:pt x="5222" y="39453"/>
                      <a:pt x="5058" y="38609"/>
                    </a:cubicBezTo>
                    <a:cubicBezTo>
                      <a:pt x="4840" y="37487"/>
                      <a:pt x="4655" y="36382"/>
                      <a:pt x="5407" y="35359"/>
                    </a:cubicBezTo>
                    <a:cubicBezTo>
                      <a:pt x="5950" y="34620"/>
                      <a:pt x="6443" y="34280"/>
                      <a:pt x="7069" y="34280"/>
                    </a:cubicBezTo>
                    <a:cubicBezTo>
                      <a:pt x="7314" y="34280"/>
                      <a:pt x="7581" y="34332"/>
                      <a:pt x="7878" y="34433"/>
                    </a:cubicBezTo>
                    <a:cubicBezTo>
                      <a:pt x="8238" y="34558"/>
                      <a:pt x="8570" y="34776"/>
                      <a:pt x="8891" y="34994"/>
                    </a:cubicBezTo>
                    <a:cubicBezTo>
                      <a:pt x="10377" y="36001"/>
                      <a:pt x="11651" y="37221"/>
                      <a:pt x="12631" y="38739"/>
                    </a:cubicBezTo>
                    <a:cubicBezTo>
                      <a:pt x="12710" y="38860"/>
                      <a:pt x="12781" y="39028"/>
                      <a:pt x="12935" y="39028"/>
                    </a:cubicBezTo>
                    <a:cubicBezTo>
                      <a:pt x="12961" y="39028"/>
                      <a:pt x="12991" y="39023"/>
                      <a:pt x="13023" y="39012"/>
                    </a:cubicBezTo>
                    <a:cubicBezTo>
                      <a:pt x="13257" y="38930"/>
                      <a:pt x="13137" y="38712"/>
                      <a:pt x="13148" y="38549"/>
                    </a:cubicBezTo>
                    <a:cubicBezTo>
                      <a:pt x="13153" y="38494"/>
                      <a:pt x="13115" y="38435"/>
                      <a:pt x="13104" y="38380"/>
                    </a:cubicBezTo>
                    <a:cubicBezTo>
                      <a:pt x="12936" y="37689"/>
                      <a:pt x="12625" y="37057"/>
                      <a:pt x="12288" y="36442"/>
                    </a:cubicBezTo>
                    <a:cubicBezTo>
                      <a:pt x="11999" y="35914"/>
                      <a:pt x="11662" y="35413"/>
                      <a:pt x="11471" y="34847"/>
                    </a:cubicBezTo>
                    <a:cubicBezTo>
                      <a:pt x="11341" y="34466"/>
                      <a:pt x="11188" y="34090"/>
                      <a:pt x="10954" y="33775"/>
                    </a:cubicBezTo>
                    <a:cubicBezTo>
                      <a:pt x="10061" y="32566"/>
                      <a:pt x="9511" y="31161"/>
                      <a:pt x="8684" y="29920"/>
                    </a:cubicBezTo>
                    <a:cubicBezTo>
                      <a:pt x="8559" y="29724"/>
                      <a:pt x="8662" y="29528"/>
                      <a:pt x="8896" y="29479"/>
                    </a:cubicBezTo>
                    <a:cubicBezTo>
                      <a:pt x="8926" y="29473"/>
                      <a:pt x="8956" y="29470"/>
                      <a:pt x="8985" y="29470"/>
                    </a:cubicBezTo>
                    <a:cubicBezTo>
                      <a:pt x="9084" y="29470"/>
                      <a:pt x="9179" y="29503"/>
                      <a:pt x="9272" y="29545"/>
                    </a:cubicBezTo>
                    <a:cubicBezTo>
                      <a:pt x="10529" y="30111"/>
                      <a:pt x="11885" y="30427"/>
                      <a:pt x="13110" y="31091"/>
                    </a:cubicBezTo>
                    <a:cubicBezTo>
                      <a:pt x="13856" y="31494"/>
                      <a:pt x="14504" y="32000"/>
                      <a:pt x="15043" y="32642"/>
                    </a:cubicBezTo>
                    <a:cubicBezTo>
                      <a:pt x="15266" y="32909"/>
                      <a:pt x="15500" y="33138"/>
                      <a:pt x="15848" y="33241"/>
                    </a:cubicBezTo>
                    <a:cubicBezTo>
                      <a:pt x="17030" y="33595"/>
                      <a:pt x="18233" y="33862"/>
                      <a:pt x="19441" y="34090"/>
                    </a:cubicBezTo>
                    <a:cubicBezTo>
                      <a:pt x="19489" y="34099"/>
                      <a:pt x="19534" y="34104"/>
                      <a:pt x="19576" y="34104"/>
                    </a:cubicBezTo>
                    <a:cubicBezTo>
                      <a:pt x="19886" y="34104"/>
                      <a:pt x="20042" y="33866"/>
                      <a:pt x="19931" y="33535"/>
                    </a:cubicBezTo>
                    <a:cubicBezTo>
                      <a:pt x="19882" y="33393"/>
                      <a:pt x="19795" y="33263"/>
                      <a:pt x="19708" y="33138"/>
                    </a:cubicBezTo>
                    <a:cubicBezTo>
                      <a:pt x="19360" y="32620"/>
                      <a:pt x="18995" y="32114"/>
                      <a:pt x="18652" y="31597"/>
                    </a:cubicBezTo>
                    <a:cubicBezTo>
                      <a:pt x="17939" y="30524"/>
                      <a:pt x="17623" y="29283"/>
                      <a:pt x="17226" y="28086"/>
                    </a:cubicBezTo>
                    <a:cubicBezTo>
                      <a:pt x="16986" y="27356"/>
                      <a:pt x="16937" y="26556"/>
                      <a:pt x="17160" y="25788"/>
                    </a:cubicBezTo>
                    <a:cubicBezTo>
                      <a:pt x="17324" y="25228"/>
                      <a:pt x="17313" y="24678"/>
                      <a:pt x="17193" y="24117"/>
                    </a:cubicBezTo>
                    <a:cubicBezTo>
                      <a:pt x="16953" y="23006"/>
                      <a:pt x="16507" y="22054"/>
                      <a:pt x="15396" y="21542"/>
                    </a:cubicBezTo>
                    <a:cubicBezTo>
                      <a:pt x="15032" y="21379"/>
                      <a:pt x="14841" y="20622"/>
                      <a:pt x="15015" y="20246"/>
                    </a:cubicBezTo>
                    <a:cubicBezTo>
                      <a:pt x="15049" y="20172"/>
                      <a:pt x="15084" y="20132"/>
                      <a:pt x="15136" y="20132"/>
                    </a:cubicBezTo>
                    <a:cubicBezTo>
                      <a:pt x="15168" y="20132"/>
                      <a:pt x="15207" y="20148"/>
                      <a:pt x="15255" y="20181"/>
                    </a:cubicBezTo>
                    <a:cubicBezTo>
                      <a:pt x="15505" y="20361"/>
                      <a:pt x="15718" y="20573"/>
                      <a:pt x="15875" y="20845"/>
                    </a:cubicBezTo>
                    <a:cubicBezTo>
                      <a:pt x="16191" y="21395"/>
                      <a:pt x="16654" y="21743"/>
                      <a:pt x="17296" y="21825"/>
                    </a:cubicBezTo>
                    <a:cubicBezTo>
                      <a:pt x="17400" y="21836"/>
                      <a:pt x="17471" y="21874"/>
                      <a:pt x="17541" y="21945"/>
                    </a:cubicBezTo>
                    <a:cubicBezTo>
                      <a:pt x="17606" y="22001"/>
                      <a:pt x="17653" y="22107"/>
                      <a:pt x="17742" y="22107"/>
                    </a:cubicBezTo>
                    <a:cubicBezTo>
                      <a:pt x="17766" y="22107"/>
                      <a:pt x="17793" y="22099"/>
                      <a:pt x="17824" y="22081"/>
                    </a:cubicBezTo>
                    <a:cubicBezTo>
                      <a:pt x="17977" y="21988"/>
                      <a:pt x="17939" y="21836"/>
                      <a:pt x="17895" y="21700"/>
                    </a:cubicBezTo>
                    <a:cubicBezTo>
                      <a:pt x="17835" y="21509"/>
                      <a:pt x="17743" y="21330"/>
                      <a:pt x="17694" y="21139"/>
                    </a:cubicBezTo>
                    <a:cubicBezTo>
                      <a:pt x="17645" y="20916"/>
                      <a:pt x="17656" y="20736"/>
                      <a:pt x="17971" y="20687"/>
                    </a:cubicBezTo>
                    <a:cubicBezTo>
                      <a:pt x="18363" y="20633"/>
                      <a:pt x="18630" y="20246"/>
                      <a:pt x="18608" y="19860"/>
                    </a:cubicBezTo>
                    <a:cubicBezTo>
                      <a:pt x="18587" y="19446"/>
                      <a:pt x="18478" y="19054"/>
                      <a:pt x="18352" y="18662"/>
                    </a:cubicBezTo>
                    <a:cubicBezTo>
                      <a:pt x="18298" y="18482"/>
                      <a:pt x="18298" y="18319"/>
                      <a:pt x="18358" y="18145"/>
                    </a:cubicBezTo>
                    <a:cubicBezTo>
                      <a:pt x="18412" y="18001"/>
                      <a:pt x="18478" y="17924"/>
                      <a:pt x="18575" y="17924"/>
                    </a:cubicBezTo>
                    <a:cubicBezTo>
                      <a:pt x="18626" y="17924"/>
                      <a:pt x="18685" y="17944"/>
                      <a:pt x="18755" y="17987"/>
                    </a:cubicBezTo>
                    <a:cubicBezTo>
                      <a:pt x="19387" y="18379"/>
                      <a:pt x="20078" y="18570"/>
                      <a:pt x="20808" y="18673"/>
                    </a:cubicBezTo>
                    <a:cubicBezTo>
                      <a:pt x="20874" y="18683"/>
                      <a:pt x="20937" y="18688"/>
                      <a:pt x="20998" y="18688"/>
                    </a:cubicBezTo>
                    <a:cubicBezTo>
                      <a:pt x="21192" y="18688"/>
                      <a:pt x="21363" y="18640"/>
                      <a:pt x="21554" y="18570"/>
                    </a:cubicBezTo>
                    <a:cubicBezTo>
                      <a:pt x="22109" y="18374"/>
                      <a:pt x="22588" y="18036"/>
                      <a:pt x="23143" y="17829"/>
                    </a:cubicBezTo>
                    <a:cubicBezTo>
                      <a:pt x="23742" y="17600"/>
                      <a:pt x="24428" y="17366"/>
                      <a:pt x="24602" y="16626"/>
                    </a:cubicBezTo>
                    <a:cubicBezTo>
                      <a:pt x="24874" y="15505"/>
                      <a:pt x="26003" y="14946"/>
                      <a:pt x="26981" y="14946"/>
                    </a:cubicBezTo>
                    <a:cubicBezTo>
                      <a:pt x="27100" y="14946"/>
                      <a:pt x="27217" y="14955"/>
                      <a:pt x="27330" y="14971"/>
                    </a:cubicBezTo>
                    <a:cubicBezTo>
                      <a:pt x="28184" y="15096"/>
                      <a:pt x="29044" y="15107"/>
                      <a:pt x="29905" y="15107"/>
                    </a:cubicBezTo>
                    <a:cubicBezTo>
                      <a:pt x="29915" y="15108"/>
                      <a:pt x="29926" y="15108"/>
                      <a:pt x="29936" y="15108"/>
                    </a:cubicBezTo>
                    <a:cubicBezTo>
                      <a:pt x="30071" y="15108"/>
                      <a:pt x="30197" y="15076"/>
                      <a:pt x="30313" y="15025"/>
                    </a:cubicBezTo>
                    <a:cubicBezTo>
                      <a:pt x="30552" y="14917"/>
                      <a:pt x="30629" y="14737"/>
                      <a:pt x="30460" y="14519"/>
                    </a:cubicBezTo>
                    <a:cubicBezTo>
                      <a:pt x="30161" y="14127"/>
                      <a:pt x="29861" y="13730"/>
                      <a:pt x="29393" y="13512"/>
                    </a:cubicBezTo>
                    <a:cubicBezTo>
                      <a:pt x="28718" y="13191"/>
                      <a:pt x="28043" y="12870"/>
                      <a:pt x="27357" y="12554"/>
                    </a:cubicBezTo>
                    <a:cubicBezTo>
                      <a:pt x="26671" y="12244"/>
                      <a:pt x="25941" y="12091"/>
                      <a:pt x="25190" y="11982"/>
                    </a:cubicBezTo>
                    <a:cubicBezTo>
                      <a:pt x="24243" y="11841"/>
                      <a:pt x="23263" y="11699"/>
                      <a:pt x="22392" y="11318"/>
                    </a:cubicBezTo>
                    <a:cubicBezTo>
                      <a:pt x="21260" y="10812"/>
                      <a:pt x="20116" y="10333"/>
                      <a:pt x="18984" y="9832"/>
                    </a:cubicBezTo>
                    <a:cubicBezTo>
                      <a:pt x="18608" y="9669"/>
                      <a:pt x="18309" y="9396"/>
                      <a:pt x="18091" y="9053"/>
                    </a:cubicBezTo>
                    <a:cubicBezTo>
                      <a:pt x="17966" y="8847"/>
                      <a:pt x="17803" y="8683"/>
                      <a:pt x="17612" y="8542"/>
                    </a:cubicBezTo>
                    <a:cubicBezTo>
                      <a:pt x="17236" y="8253"/>
                      <a:pt x="16823" y="8041"/>
                      <a:pt x="16382" y="7872"/>
                    </a:cubicBezTo>
                    <a:cubicBezTo>
                      <a:pt x="16316" y="7845"/>
                      <a:pt x="16153" y="7872"/>
                      <a:pt x="16257" y="7682"/>
                    </a:cubicBezTo>
                    <a:cubicBezTo>
                      <a:pt x="16649" y="6936"/>
                      <a:pt x="17019" y="6174"/>
                      <a:pt x="17411" y="5422"/>
                    </a:cubicBezTo>
                    <a:cubicBezTo>
                      <a:pt x="17569" y="5112"/>
                      <a:pt x="17852" y="4856"/>
                      <a:pt x="17895" y="4497"/>
                    </a:cubicBezTo>
                    <a:cubicBezTo>
                      <a:pt x="17993" y="3789"/>
                      <a:pt x="18342" y="3174"/>
                      <a:pt x="18543" y="2504"/>
                    </a:cubicBezTo>
                    <a:cubicBezTo>
                      <a:pt x="18657" y="2134"/>
                      <a:pt x="18891" y="1867"/>
                      <a:pt x="19245" y="1666"/>
                    </a:cubicBezTo>
                    <a:cubicBezTo>
                      <a:pt x="20040" y="1203"/>
                      <a:pt x="20911" y="926"/>
                      <a:pt x="21760" y="599"/>
                    </a:cubicBezTo>
                    <a:cubicBezTo>
                      <a:pt x="21891" y="550"/>
                      <a:pt x="22071" y="528"/>
                      <a:pt x="22033" y="343"/>
                    </a:cubicBezTo>
                    <a:cubicBezTo>
                      <a:pt x="21995" y="180"/>
                      <a:pt x="21815" y="191"/>
                      <a:pt x="21679" y="174"/>
                    </a:cubicBezTo>
                    <a:cubicBezTo>
                      <a:pt x="20797" y="87"/>
                      <a:pt x="19920" y="16"/>
                      <a:pt x="19038" y="16"/>
                    </a:cubicBezTo>
                    <a:cubicBezTo>
                      <a:pt x="19012" y="17"/>
                      <a:pt x="18985" y="17"/>
                      <a:pt x="18959" y="17"/>
                    </a:cubicBezTo>
                    <a:cubicBezTo>
                      <a:pt x="18574" y="17"/>
                      <a:pt x="18189" y="0"/>
                      <a:pt x="1780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7" name="Google Shape;1927;p36"/>
              <p:cNvSpPr/>
              <p:nvPr/>
            </p:nvSpPr>
            <p:spPr>
              <a:xfrm>
                <a:off x="5146313" y="1681732"/>
                <a:ext cx="744967" cy="716565"/>
              </a:xfrm>
              <a:custGeom>
                <a:rect b="b" l="l" r="r" t="t"/>
                <a:pathLst>
                  <a:path extrusionOk="0" h="12034" w="12511">
                    <a:moveTo>
                      <a:pt x="0" y="0"/>
                    </a:moveTo>
                    <a:lnTo>
                      <a:pt x="0" y="0"/>
                    </a:lnTo>
                    <a:cubicBezTo>
                      <a:pt x="65" y="169"/>
                      <a:pt x="76" y="289"/>
                      <a:pt x="196" y="343"/>
                    </a:cubicBezTo>
                    <a:cubicBezTo>
                      <a:pt x="305" y="354"/>
                      <a:pt x="403" y="381"/>
                      <a:pt x="495" y="441"/>
                    </a:cubicBezTo>
                    <a:cubicBezTo>
                      <a:pt x="1590" y="1154"/>
                      <a:pt x="2243" y="2167"/>
                      <a:pt x="2477" y="3452"/>
                    </a:cubicBezTo>
                    <a:cubicBezTo>
                      <a:pt x="2575" y="3996"/>
                      <a:pt x="2749" y="4508"/>
                      <a:pt x="3092" y="4954"/>
                    </a:cubicBezTo>
                    <a:cubicBezTo>
                      <a:pt x="3517" y="5406"/>
                      <a:pt x="3991" y="5825"/>
                      <a:pt x="4285" y="6381"/>
                    </a:cubicBezTo>
                    <a:cubicBezTo>
                      <a:pt x="4774" y="7312"/>
                      <a:pt x="4856" y="8308"/>
                      <a:pt x="4736" y="9337"/>
                    </a:cubicBezTo>
                    <a:cubicBezTo>
                      <a:pt x="4698" y="9663"/>
                      <a:pt x="4693" y="9995"/>
                      <a:pt x="4725" y="10322"/>
                    </a:cubicBezTo>
                    <a:cubicBezTo>
                      <a:pt x="4752" y="10594"/>
                      <a:pt x="4845" y="10702"/>
                      <a:pt x="5063" y="10702"/>
                    </a:cubicBezTo>
                    <a:cubicBezTo>
                      <a:pt x="5111" y="10702"/>
                      <a:pt x="5165" y="10697"/>
                      <a:pt x="5226" y="10687"/>
                    </a:cubicBezTo>
                    <a:cubicBezTo>
                      <a:pt x="5247" y="10683"/>
                      <a:pt x="5267" y="10682"/>
                      <a:pt x="5287" y="10682"/>
                    </a:cubicBezTo>
                    <a:cubicBezTo>
                      <a:pt x="5362" y="10682"/>
                      <a:pt x="5425" y="10709"/>
                      <a:pt x="5477" y="10774"/>
                    </a:cubicBezTo>
                    <a:cubicBezTo>
                      <a:pt x="5520" y="10817"/>
                      <a:pt x="5564" y="10888"/>
                      <a:pt x="5509" y="10926"/>
                    </a:cubicBezTo>
                    <a:cubicBezTo>
                      <a:pt x="5210" y="11122"/>
                      <a:pt x="5450" y="11258"/>
                      <a:pt x="5564" y="11389"/>
                    </a:cubicBezTo>
                    <a:cubicBezTo>
                      <a:pt x="5695" y="11531"/>
                      <a:pt x="5793" y="11688"/>
                      <a:pt x="5890" y="11846"/>
                    </a:cubicBezTo>
                    <a:cubicBezTo>
                      <a:pt x="5970" y="11971"/>
                      <a:pt x="6037" y="12034"/>
                      <a:pt x="6108" y="12034"/>
                    </a:cubicBezTo>
                    <a:cubicBezTo>
                      <a:pt x="6173" y="12034"/>
                      <a:pt x="6240" y="11981"/>
                      <a:pt x="6321" y="11874"/>
                    </a:cubicBezTo>
                    <a:cubicBezTo>
                      <a:pt x="6576" y="11536"/>
                      <a:pt x="6849" y="11209"/>
                      <a:pt x="7072" y="10850"/>
                    </a:cubicBezTo>
                    <a:cubicBezTo>
                      <a:pt x="7105" y="10779"/>
                      <a:pt x="7126" y="10709"/>
                      <a:pt x="7126" y="10632"/>
                    </a:cubicBezTo>
                    <a:cubicBezTo>
                      <a:pt x="7056" y="10311"/>
                      <a:pt x="6996" y="9985"/>
                      <a:pt x="6974" y="9658"/>
                    </a:cubicBezTo>
                    <a:cubicBezTo>
                      <a:pt x="6930" y="9016"/>
                      <a:pt x="6876" y="8368"/>
                      <a:pt x="7235" y="7774"/>
                    </a:cubicBezTo>
                    <a:cubicBezTo>
                      <a:pt x="7339" y="7638"/>
                      <a:pt x="7377" y="7480"/>
                      <a:pt x="7393" y="7312"/>
                    </a:cubicBezTo>
                    <a:cubicBezTo>
                      <a:pt x="7388" y="6920"/>
                      <a:pt x="7633" y="6685"/>
                      <a:pt x="7921" y="6490"/>
                    </a:cubicBezTo>
                    <a:cubicBezTo>
                      <a:pt x="8596" y="6021"/>
                      <a:pt x="9320" y="5629"/>
                      <a:pt x="9973" y="5123"/>
                    </a:cubicBezTo>
                    <a:cubicBezTo>
                      <a:pt x="10567" y="4660"/>
                      <a:pt x="10997" y="4083"/>
                      <a:pt x="11198" y="3359"/>
                    </a:cubicBezTo>
                    <a:cubicBezTo>
                      <a:pt x="11432" y="2537"/>
                      <a:pt x="11705" y="1748"/>
                      <a:pt x="12358" y="1144"/>
                    </a:cubicBezTo>
                    <a:cubicBezTo>
                      <a:pt x="12418" y="1084"/>
                      <a:pt x="12510" y="991"/>
                      <a:pt x="12418" y="904"/>
                    </a:cubicBezTo>
                    <a:cubicBezTo>
                      <a:pt x="12392" y="880"/>
                      <a:pt x="12365" y="871"/>
                      <a:pt x="12337" y="871"/>
                    </a:cubicBezTo>
                    <a:cubicBezTo>
                      <a:pt x="12275" y="871"/>
                      <a:pt x="12211" y="917"/>
                      <a:pt x="12162" y="958"/>
                    </a:cubicBezTo>
                    <a:cubicBezTo>
                      <a:pt x="11999" y="1089"/>
                      <a:pt x="11863" y="1258"/>
                      <a:pt x="11656" y="1323"/>
                    </a:cubicBezTo>
                    <a:cubicBezTo>
                      <a:pt x="11520" y="1329"/>
                      <a:pt x="11449" y="1437"/>
                      <a:pt x="11383" y="1525"/>
                    </a:cubicBezTo>
                    <a:cubicBezTo>
                      <a:pt x="11167" y="1814"/>
                      <a:pt x="10937" y="1927"/>
                      <a:pt x="10686" y="1927"/>
                    </a:cubicBezTo>
                    <a:cubicBezTo>
                      <a:pt x="10503" y="1927"/>
                      <a:pt x="10308" y="1866"/>
                      <a:pt x="10099" y="1770"/>
                    </a:cubicBezTo>
                    <a:cubicBezTo>
                      <a:pt x="9424" y="1906"/>
                      <a:pt x="8738" y="2009"/>
                      <a:pt x="8106" y="2325"/>
                    </a:cubicBezTo>
                    <a:cubicBezTo>
                      <a:pt x="8008" y="2390"/>
                      <a:pt x="7899" y="2428"/>
                      <a:pt x="7790" y="2477"/>
                    </a:cubicBezTo>
                    <a:cubicBezTo>
                      <a:pt x="7475" y="2624"/>
                      <a:pt x="7154" y="2777"/>
                      <a:pt x="6816" y="2875"/>
                    </a:cubicBezTo>
                    <a:cubicBezTo>
                      <a:pt x="6462" y="2984"/>
                      <a:pt x="6370" y="3414"/>
                      <a:pt x="6016" y="3457"/>
                    </a:cubicBezTo>
                    <a:cubicBezTo>
                      <a:pt x="6135" y="3321"/>
                      <a:pt x="6293" y="3147"/>
                      <a:pt x="5923" y="3082"/>
                    </a:cubicBezTo>
                    <a:cubicBezTo>
                      <a:pt x="5803" y="3065"/>
                      <a:pt x="5798" y="2935"/>
                      <a:pt x="5711" y="2886"/>
                    </a:cubicBezTo>
                    <a:cubicBezTo>
                      <a:pt x="5618" y="2907"/>
                      <a:pt x="5613" y="3043"/>
                      <a:pt x="5504" y="3043"/>
                    </a:cubicBezTo>
                    <a:cubicBezTo>
                      <a:pt x="5602" y="3386"/>
                      <a:pt x="5558" y="3463"/>
                      <a:pt x="5226" y="3528"/>
                    </a:cubicBezTo>
                    <a:cubicBezTo>
                      <a:pt x="5212" y="3533"/>
                      <a:pt x="5198" y="3535"/>
                      <a:pt x="5186" y="3535"/>
                    </a:cubicBezTo>
                    <a:cubicBezTo>
                      <a:pt x="5082" y="3535"/>
                      <a:pt x="5045" y="3392"/>
                      <a:pt x="4938" y="3392"/>
                    </a:cubicBezTo>
                    <a:cubicBezTo>
                      <a:pt x="4911" y="3405"/>
                      <a:pt x="4888" y="3411"/>
                      <a:pt x="4866" y="3411"/>
                    </a:cubicBezTo>
                    <a:cubicBezTo>
                      <a:pt x="4784" y="3411"/>
                      <a:pt x="4736" y="3325"/>
                      <a:pt x="4671" y="3278"/>
                    </a:cubicBezTo>
                    <a:cubicBezTo>
                      <a:pt x="4592" y="3221"/>
                      <a:pt x="4527" y="3192"/>
                      <a:pt x="4475" y="3192"/>
                    </a:cubicBezTo>
                    <a:cubicBezTo>
                      <a:pt x="4388" y="3192"/>
                      <a:pt x="4338" y="3274"/>
                      <a:pt x="4317" y="3441"/>
                    </a:cubicBezTo>
                    <a:cubicBezTo>
                      <a:pt x="4295" y="3593"/>
                      <a:pt x="4372" y="3740"/>
                      <a:pt x="4361" y="3893"/>
                    </a:cubicBezTo>
                    <a:cubicBezTo>
                      <a:pt x="4341" y="3950"/>
                      <a:pt x="4320" y="3969"/>
                      <a:pt x="4297" y="3969"/>
                    </a:cubicBezTo>
                    <a:cubicBezTo>
                      <a:pt x="4255" y="3969"/>
                      <a:pt x="4208" y="3901"/>
                      <a:pt x="4167" y="3901"/>
                    </a:cubicBezTo>
                    <a:cubicBezTo>
                      <a:pt x="4163" y="3901"/>
                      <a:pt x="4158" y="3902"/>
                      <a:pt x="4154" y="3904"/>
                    </a:cubicBezTo>
                    <a:cubicBezTo>
                      <a:pt x="3822" y="3866"/>
                      <a:pt x="3593" y="3697"/>
                      <a:pt x="3446" y="3403"/>
                    </a:cubicBezTo>
                    <a:cubicBezTo>
                      <a:pt x="3261" y="3038"/>
                      <a:pt x="3016" y="2700"/>
                      <a:pt x="2869" y="2319"/>
                    </a:cubicBezTo>
                    <a:cubicBezTo>
                      <a:pt x="2728" y="1944"/>
                      <a:pt x="2352" y="1753"/>
                      <a:pt x="2189" y="1399"/>
                    </a:cubicBezTo>
                    <a:cubicBezTo>
                      <a:pt x="1573" y="779"/>
                      <a:pt x="887" y="278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8" name="Google Shape;1928;p36"/>
              <p:cNvSpPr/>
              <p:nvPr/>
            </p:nvSpPr>
            <p:spPr>
              <a:xfrm>
                <a:off x="5873729" y="2812217"/>
                <a:ext cx="1361854" cy="2000414"/>
              </a:xfrm>
              <a:custGeom>
                <a:rect b="b" l="l" r="r" t="t"/>
                <a:pathLst>
                  <a:path extrusionOk="0" h="33595" w="22871">
                    <a:moveTo>
                      <a:pt x="16310" y="1"/>
                    </a:moveTo>
                    <a:cubicBezTo>
                      <a:pt x="16197" y="1"/>
                      <a:pt x="16168" y="148"/>
                      <a:pt x="16126" y="233"/>
                    </a:cubicBezTo>
                    <a:cubicBezTo>
                      <a:pt x="15859" y="804"/>
                      <a:pt x="15423" y="1229"/>
                      <a:pt x="14928" y="1594"/>
                    </a:cubicBezTo>
                    <a:cubicBezTo>
                      <a:pt x="14460" y="1931"/>
                      <a:pt x="13959" y="2214"/>
                      <a:pt x="13545" y="2628"/>
                    </a:cubicBezTo>
                    <a:cubicBezTo>
                      <a:pt x="13289" y="2884"/>
                      <a:pt x="13099" y="3156"/>
                      <a:pt x="13099" y="3542"/>
                    </a:cubicBezTo>
                    <a:cubicBezTo>
                      <a:pt x="13099" y="4294"/>
                      <a:pt x="13251" y="5001"/>
                      <a:pt x="13594" y="5676"/>
                    </a:cubicBezTo>
                    <a:cubicBezTo>
                      <a:pt x="13812" y="6096"/>
                      <a:pt x="14089" y="6537"/>
                      <a:pt x="13959" y="7037"/>
                    </a:cubicBezTo>
                    <a:cubicBezTo>
                      <a:pt x="13806" y="7625"/>
                      <a:pt x="13632" y="8213"/>
                      <a:pt x="13316" y="8747"/>
                    </a:cubicBezTo>
                    <a:cubicBezTo>
                      <a:pt x="13343" y="8877"/>
                      <a:pt x="13388" y="8943"/>
                      <a:pt x="13454" y="8943"/>
                    </a:cubicBezTo>
                    <a:cubicBezTo>
                      <a:pt x="13495" y="8943"/>
                      <a:pt x="13546" y="8916"/>
                      <a:pt x="13605" y="8861"/>
                    </a:cubicBezTo>
                    <a:cubicBezTo>
                      <a:pt x="13785" y="8703"/>
                      <a:pt x="13888" y="8496"/>
                      <a:pt x="13883" y="8251"/>
                    </a:cubicBezTo>
                    <a:cubicBezTo>
                      <a:pt x="13904" y="8197"/>
                      <a:pt x="13921" y="8148"/>
                      <a:pt x="13942" y="8094"/>
                    </a:cubicBezTo>
                    <a:cubicBezTo>
                      <a:pt x="14204" y="7419"/>
                      <a:pt x="14460" y="6738"/>
                      <a:pt x="14089" y="6025"/>
                    </a:cubicBezTo>
                    <a:cubicBezTo>
                      <a:pt x="13855" y="5584"/>
                      <a:pt x="13991" y="5192"/>
                      <a:pt x="14160" y="4784"/>
                    </a:cubicBezTo>
                    <a:cubicBezTo>
                      <a:pt x="14411" y="4169"/>
                      <a:pt x="14868" y="3711"/>
                      <a:pt x="15314" y="3248"/>
                    </a:cubicBezTo>
                    <a:cubicBezTo>
                      <a:pt x="15240" y="3153"/>
                      <a:pt x="15187" y="3101"/>
                      <a:pt x="15117" y="3101"/>
                    </a:cubicBezTo>
                    <a:cubicBezTo>
                      <a:pt x="15064" y="3101"/>
                      <a:pt x="15001" y="3131"/>
                      <a:pt x="14912" y="3194"/>
                    </a:cubicBezTo>
                    <a:cubicBezTo>
                      <a:pt x="14264" y="3635"/>
                      <a:pt x="13883" y="4256"/>
                      <a:pt x="13725" y="4963"/>
                    </a:cubicBezTo>
                    <a:cubicBezTo>
                      <a:pt x="13654" y="4615"/>
                      <a:pt x="13507" y="4218"/>
                      <a:pt x="13436" y="3804"/>
                    </a:cubicBezTo>
                    <a:cubicBezTo>
                      <a:pt x="13376" y="3477"/>
                      <a:pt x="13469" y="3189"/>
                      <a:pt x="13703" y="2965"/>
                    </a:cubicBezTo>
                    <a:cubicBezTo>
                      <a:pt x="13899" y="2780"/>
                      <a:pt x="14100" y="2601"/>
                      <a:pt x="14302" y="2421"/>
                    </a:cubicBezTo>
                    <a:cubicBezTo>
                      <a:pt x="14503" y="2243"/>
                      <a:pt x="14712" y="2132"/>
                      <a:pt x="14940" y="2132"/>
                    </a:cubicBezTo>
                    <a:cubicBezTo>
                      <a:pt x="15082" y="2132"/>
                      <a:pt x="15231" y="2176"/>
                      <a:pt x="15391" y="2274"/>
                    </a:cubicBezTo>
                    <a:cubicBezTo>
                      <a:pt x="15582" y="2390"/>
                      <a:pt x="15786" y="2505"/>
                      <a:pt x="16022" y="2505"/>
                    </a:cubicBezTo>
                    <a:cubicBezTo>
                      <a:pt x="16042" y="2505"/>
                      <a:pt x="16062" y="2504"/>
                      <a:pt x="16082" y="2503"/>
                    </a:cubicBezTo>
                    <a:cubicBezTo>
                      <a:pt x="16561" y="2742"/>
                      <a:pt x="17067" y="2944"/>
                      <a:pt x="17497" y="3270"/>
                    </a:cubicBezTo>
                    <a:cubicBezTo>
                      <a:pt x="17977" y="3635"/>
                      <a:pt x="18423" y="4043"/>
                      <a:pt x="18897" y="4419"/>
                    </a:cubicBezTo>
                    <a:cubicBezTo>
                      <a:pt x="19354" y="4784"/>
                      <a:pt x="19866" y="5078"/>
                      <a:pt x="20247" y="5530"/>
                    </a:cubicBezTo>
                    <a:cubicBezTo>
                      <a:pt x="21597" y="7130"/>
                      <a:pt x="22239" y="8997"/>
                      <a:pt x="22310" y="11071"/>
                    </a:cubicBezTo>
                    <a:cubicBezTo>
                      <a:pt x="22343" y="12062"/>
                      <a:pt x="22353" y="13064"/>
                      <a:pt x="22174" y="14049"/>
                    </a:cubicBezTo>
                    <a:cubicBezTo>
                      <a:pt x="21978" y="15100"/>
                      <a:pt x="21684" y="16118"/>
                      <a:pt x="21178" y="17071"/>
                    </a:cubicBezTo>
                    <a:cubicBezTo>
                      <a:pt x="20078" y="19123"/>
                      <a:pt x="18379" y="20446"/>
                      <a:pt x="16153" y="21029"/>
                    </a:cubicBezTo>
                    <a:cubicBezTo>
                      <a:pt x="14340" y="21502"/>
                      <a:pt x="12467" y="21627"/>
                      <a:pt x="10600" y="21774"/>
                    </a:cubicBezTo>
                    <a:cubicBezTo>
                      <a:pt x="9163" y="21883"/>
                      <a:pt x="7736" y="22041"/>
                      <a:pt x="6354" y="22536"/>
                    </a:cubicBezTo>
                    <a:cubicBezTo>
                      <a:pt x="3544" y="23544"/>
                      <a:pt x="1732" y="25427"/>
                      <a:pt x="991" y="28329"/>
                    </a:cubicBezTo>
                    <a:cubicBezTo>
                      <a:pt x="915" y="28623"/>
                      <a:pt x="806" y="28911"/>
                      <a:pt x="697" y="29189"/>
                    </a:cubicBezTo>
                    <a:cubicBezTo>
                      <a:pt x="479" y="29739"/>
                      <a:pt x="245" y="30272"/>
                      <a:pt x="126" y="30849"/>
                    </a:cubicBezTo>
                    <a:cubicBezTo>
                      <a:pt x="93" y="31007"/>
                      <a:pt x="0" y="31231"/>
                      <a:pt x="175" y="31296"/>
                    </a:cubicBezTo>
                    <a:cubicBezTo>
                      <a:pt x="202" y="31307"/>
                      <a:pt x="227" y="31312"/>
                      <a:pt x="250" y="31312"/>
                    </a:cubicBezTo>
                    <a:cubicBezTo>
                      <a:pt x="398" y="31312"/>
                      <a:pt x="452" y="31103"/>
                      <a:pt x="523" y="30980"/>
                    </a:cubicBezTo>
                    <a:cubicBezTo>
                      <a:pt x="648" y="30762"/>
                      <a:pt x="703" y="30506"/>
                      <a:pt x="888" y="30321"/>
                    </a:cubicBezTo>
                    <a:cubicBezTo>
                      <a:pt x="964" y="30370"/>
                      <a:pt x="937" y="30436"/>
                      <a:pt x="937" y="30485"/>
                    </a:cubicBezTo>
                    <a:cubicBezTo>
                      <a:pt x="850" y="31628"/>
                      <a:pt x="1378" y="32543"/>
                      <a:pt x="2009" y="33419"/>
                    </a:cubicBezTo>
                    <a:cubicBezTo>
                      <a:pt x="2052" y="33483"/>
                      <a:pt x="2105" y="33594"/>
                      <a:pt x="2194" y="33594"/>
                    </a:cubicBezTo>
                    <a:cubicBezTo>
                      <a:pt x="2218" y="33594"/>
                      <a:pt x="2246" y="33586"/>
                      <a:pt x="2276" y="33566"/>
                    </a:cubicBezTo>
                    <a:cubicBezTo>
                      <a:pt x="2401" y="33484"/>
                      <a:pt x="2320" y="33348"/>
                      <a:pt x="2265" y="33250"/>
                    </a:cubicBezTo>
                    <a:cubicBezTo>
                      <a:pt x="2140" y="33022"/>
                      <a:pt x="2064" y="32777"/>
                      <a:pt x="1987" y="32532"/>
                    </a:cubicBezTo>
                    <a:cubicBezTo>
                      <a:pt x="1862" y="32287"/>
                      <a:pt x="1879" y="32014"/>
                      <a:pt x="1824" y="31753"/>
                    </a:cubicBezTo>
                    <a:cubicBezTo>
                      <a:pt x="1688" y="32014"/>
                      <a:pt x="1715" y="32287"/>
                      <a:pt x="1759" y="32570"/>
                    </a:cubicBezTo>
                    <a:cubicBezTo>
                      <a:pt x="1536" y="32189"/>
                      <a:pt x="1329" y="31818"/>
                      <a:pt x="1209" y="31394"/>
                    </a:cubicBezTo>
                    <a:cubicBezTo>
                      <a:pt x="1051" y="30817"/>
                      <a:pt x="1078" y="30229"/>
                      <a:pt x="1084" y="29641"/>
                    </a:cubicBezTo>
                    <a:cubicBezTo>
                      <a:pt x="1086" y="29526"/>
                      <a:pt x="1067" y="29485"/>
                      <a:pt x="1032" y="29485"/>
                    </a:cubicBezTo>
                    <a:cubicBezTo>
                      <a:pt x="985" y="29485"/>
                      <a:pt x="908" y="29561"/>
                      <a:pt x="817" y="29630"/>
                    </a:cubicBezTo>
                    <a:cubicBezTo>
                      <a:pt x="1002" y="29194"/>
                      <a:pt x="1138" y="28841"/>
                      <a:pt x="1247" y="28432"/>
                    </a:cubicBezTo>
                    <a:cubicBezTo>
                      <a:pt x="1329" y="28645"/>
                      <a:pt x="1329" y="28846"/>
                      <a:pt x="1487" y="29026"/>
                    </a:cubicBezTo>
                    <a:cubicBezTo>
                      <a:pt x="1465" y="28813"/>
                      <a:pt x="1438" y="28639"/>
                      <a:pt x="1427" y="28470"/>
                    </a:cubicBezTo>
                    <a:cubicBezTo>
                      <a:pt x="1372" y="27670"/>
                      <a:pt x="1688" y="26984"/>
                      <a:pt x="2080" y="26315"/>
                    </a:cubicBezTo>
                    <a:cubicBezTo>
                      <a:pt x="2946" y="24845"/>
                      <a:pt x="4176" y="23794"/>
                      <a:pt x="5728" y="23108"/>
                    </a:cubicBezTo>
                    <a:cubicBezTo>
                      <a:pt x="7372" y="22379"/>
                      <a:pt x="9119" y="22172"/>
                      <a:pt x="10878" y="22063"/>
                    </a:cubicBezTo>
                    <a:cubicBezTo>
                      <a:pt x="12451" y="21970"/>
                      <a:pt x="14008" y="21763"/>
                      <a:pt x="15554" y="21480"/>
                    </a:cubicBezTo>
                    <a:cubicBezTo>
                      <a:pt x="17236" y="21170"/>
                      <a:pt x="18728" y="20457"/>
                      <a:pt x="19931" y="19210"/>
                    </a:cubicBezTo>
                    <a:cubicBezTo>
                      <a:pt x="20611" y="18502"/>
                      <a:pt x="21129" y="17675"/>
                      <a:pt x="21602" y="16815"/>
                    </a:cubicBezTo>
                    <a:cubicBezTo>
                      <a:pt x="22108" y="15955"/>
                      <a:pt x="22451" y="15024"/>
                      <a:pt x="22609" y="14044"/>
                    </a:cubicBezTo>
                    <a:cubicBezTo>
                      <a:pt x="22871" y="12454"/>
                      <a:pt x="22789" y="10875"/>
                      <a:pt x="22419" y="9308"/>
                    </a:cubicBezTo>
                    <a:cubicBezTo>
                      <a:pt x="21896" y="7070"/>
                      <a:pt x="20704" y="5279"/>
                      <a:pt x="18907" y="3864"/>
                    </a:cubicBezTo>
                    <a:cubicBezTo>
                      <a:pt x="17879" y="3052"/>
                      <a:pt x="16730" y="2459"/>
                      <a:pt x="15543" y="1936"/>
                    </a:cubicBezTo>
                    <a:cubicBezTo>
                      <a:pt x="15249" y="1811"/>
                      <a:pt x="15238" y="1784"/>
                      <a:pt x="15499" y="1583"/>
                    </a:cubicBezTo>
                    <a:cubicBezTo>
                      <a:pt x="15848" y="1316"/>
                      <a:pt x="16142" y="995"/>
                      <a:pt x="16349" y="603"/>
                    </a:cubicBezTo>
                    <a:cubicBezTo>
                      <a:pt x="16436" y="434"/>
                      <a:pt x="16561" y="254"/>
                      <a:pt x="16430" y="42"/>
                    </a:cubicBezTo>
                    <a:cubicBezTo>
                      <a:pt x="16382" y="13"/>
                      <a:pt x="16343" y="1"/>
                      <a:pt x="163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9" name="Google Shape;1929;p36"/>
              <p:cNvSpPr/>
              <p:nvPr/>
            </p:nvSpPr>
            <p:spPr>
              <a:xfrm>
                <a:off x="5516154" y="1920095"/>
                <a:ext cx="391687" cy="498273"/>
              </a:xfrm>
              <a:custGeom>
                <a:rect b="b" l="l" r="r" t="t"/>
                <a:pathLst>
                  <a:path extrusionOk="0" h="8368" w="6578">
                    <a:moveTo>
                      <a:pt x="6427" y="0"/>
                    </a:moveTo>
                    <a:cubicBezTo>
                      <a:pt x="6384" y="0"/>
                      <a:pt x="6338" y="21"/>
                      <a:pt x="6299" y="42"/>
                    </a:cubicBezTo>
                    <a:cubicBezTo>
                      <a:pt x="6000" y="184"/>
                      <a:pt x="5701" y="309"/>
                      <a:pt x="5374" y="374"/>
                    </a:cubicBezTo>
                    <a:cubicBezTo>
                      <a:pt x="5026" y="440"/>
                      <a:pt x="4688" y="559"/>
                      <a:pt x="4383" y="739"/>
                    </a:cubicBezTo>
                    <a:cubicBezTo>
                      <a:pt x="3430" y="1316"/>
                      <a:pt x="2543" y="1991"/>
                      <a:pt x="1585" y="2557"/>
                    </a:cubicBezTo>
                    <a:cubicBezTo>
                      <a:pt x="1465" y="2633"/>
                      <a:pt x="1340" y="2759"/>
                      <a:pt x="1427" y="2944"/>
                    </a:cubicBezTo>
                    <a:cubicBezTo>
                      <a:pt x="1452" y="2959"/>
                      <a:pt x="1480" y="2966"/>
                      <a:pt x="1508" y="2966"/>
                    </a:cubicBezTo>
                    <a:cubicBezTo>
                      <a:pt x="1530" y="2966"/>
                      <a:pt x="1553" y="2962"/>
                      <a:pt x="1574" y="2955"/>
                    </a:cubicBezTo>
                    <a:cubicBezTo>
                      <a:pt x="1615" y="2950"/>
                      <a:pt x="1675" y="2911"/>
                      <a:pt x="1682" y="2911"/>
                    </a:cubicBezTo>
                    <a:cubicBezTo>
                      <a:pt x="1683" y="2911"/>
                      <a:pt x="1683" y="2911"/>
                      <a:pt x="1683" y="2911"/>
                    </a:cubicBezTo>
                    <a:cubicBezTo>
                      <a:pt x="1574" y="3368"/>
                      <a:pt x="1612" y="3896"/>
                      <a:pt x="1079" y="4152"/>
                    </a:cubicBezTo>
                    <a:cubicBezTo>
                      <a:pt x="921" y="4229"/>
                      <a:pt x="834" y="4376"/>
                      <a:pt x="834" y="4555"/>
                    </a:cubicBezTo>
                    <a:cubicBezTo>
                      <a:pt x="839" y="5062"/>
                      <a:pt x="796" y="5573"/>
                      <a:pt x="866" y="6074"/>
                    </a:cubicBezTo>
                    <a:cubicBezTo>
                      <a:pt x="899" y="6270"/>
                      <a:pt x="943" y="6471"/>
                      <a:pt x="855" y="6667"/>
                    </a:cubicBezTo>
                    <a:cubicBezTo>
                      <a:pt x="834" y="6716"/>
                      <a:pt x="806" y="6765"/>
                      <a:pt x="785" y="6814"/>
                    </a:cubicBezTo>
                    <a:cubicBezTo>
                      <a:pt x="817" y="7043"/>
                      <a:pt x="632" y="7168"/>
                      <a:pt x="534" y="7332"/>
                    </a:cubicBezTo>
                    <a:cubicBezTo>
                      <a:pt x="355" y="7626"/>
                      <a:pt x="55" y="7849"/>
                      <a:pt x="1" y="8219"/>
                    </a:cubicBezTo>
                    <a:cubicBezTo>
                      <a:pt x="123" y="8320"/>
                      <a:pt x="255" y="8367"/>
                      <a:pt x="381" y="8367"/>
                    </a:cubicBezTo>
                    <a:cubicBezTo>
                      <a:pt x="514" y="8367"/>
                      <a:pt x="640" y="8314"/>
                      <a:pt x="741" y="8214"/>
                    </a:cubicBezTo>
                    <a:cubicBezTo>
                      <a:pt x="1100" y="7860"/>
                      <a:pt x="1411" y="7462"/>
                      <a:pt x="1650" y="7005"/>
                    </a:cubicBezTo>
                    <a:cubicBezTo>
                      <a:pt x="1824" y="6678"/>
                      <a:pt x="1569" y="6090"/>
                      <a:pt x="2200" y="6020"/>
                    </a:cubicBezTo>
                    <a:cubicBezTo>
                      <a:pt x="2216" y="6020"/>
                      <a:pt x="2227" y="5960"/>
                      <a:pt x="2249" y="5933"/>
                    </a:cubicBezTo>
                    <a:cubicBezTo>
                      <a:pt x="2298" y="5889"/>
                      <a:pt x="2255" y="5780"/>
                      <a:pt x="2358" y="5775"/>
                    </a:cubicBezTo>
                    <a:cubicBezTo>
                      <a:pt x="2897" y="5758"/>
                      <a:pt x="2968" y="5317"/>
                      <a:pt x="3038" y="4942"/>
                    </a:cubicBezTo>
                    <a:cubicBezTo>
                      <a:pt x="3098" y="4649"/>
                      <a:pt x="3188" y="4476"/>
                      <a:pt x="3441" y="4476"/>
                    </a:cubicBezTo>
                    <a:cubicBezTo>
                      <a:pt x="3489" y="4476"/>
                      <a:pt x="3543" y="4482"/>
                      <a:pt x="3605" y="4495"/>
                    </a:cubicBezTo>
                    <a:cubicBezTo>
                      <a:pt x="3649" y="4505"/>
                      <a:pt x="3691" y="4510"/>
                      <a:pt x="3727" y="4510"/>
                    </a:cubicBezTo>
                    <a:cubicBezTo>
                      <a:pt x="3883" y="4510"/>
                      <a:pt x="3960" y="4420"/>
                      <a:pt x="3899" y="4196"/>
                    </a:cubicBezTo>
                    <a:cubicBezTo>
                      <a:pt x="3850" y="3896"/>
                      <a:pt x="3583" y="3668"/>
                      <a:pt x="3610" y="3341"/>
                    </a:cubicBezTo>
                    <a:cubicBezTo>
                      <a:pt x="3665" y="3251"/>
                      <a:pt x="3733" y="3224"/>
                      <a:pt x="3804" y="3224"/>
                    </a:cubicBezTo>
                    <a:cubicBezTo>
                      <a:pt x="3875" y="3224"/>
                      <a:pt x="3950" y="3251"/>
                      <a:pt x="4018" y="3270"/>
                    </a:cubicBezTo>
                    <a:cubicBezTo>
                      <a:pt x="4258" y="3336"/>
                      <a:pt x="4492" y="3407"/>
                      <a:pt x="4721" y="3505"/>
                    </a:cubicBezTo>
                    <a:cubicBezTo>
                      <a:pt x="4862" y="3567"/>
                      <a:pt x="5008" y="3630"/>
                      <a:pt x="5174" y="3630"/>
                    </a:cubicBezTo>
                    <a:cubicBezTo>
                      <a:pt x="5181" y="3630"/>
                      <a:pt x="5187" y="3630"/>
                      <a:pt x="5194" y="3630"/>
                    </a:cubicBezTo>
                    <a:cubicBezTo>
                      <a:pt x="5265" y="3624"/>
                      <a:pt x="5341" y="3619"/>
                      <a:pt x="5374" y="3543"/>
                    </a:cubicBezTo>
                    <a:cubicBezTo>
                      <a:pt x="5407" y="3461"/>
                      <a:pt x="5347" y="3412"/>
                      <a:pt x="5287" y="3379"/>
                    </a:cubicBezTo>
                    <a:cubicBezTo>
                      <a:pt x="4655" y="2998"/>
                      <a:pt x="4073" y="2535"/>
                      <a:pt x="3349" y="2329"/>
                    </a:cubicBezTo>
                    <a:cubicBezTo>
                      <a:pt x="3360" y="2301"/>
                      <a:pt x="3398" y="2301"/>
                      <a:pt x="3409" y="2274"/>
                    </a:cubicBezTo>
                    <a:cubicBezTo>
                      <a:pt x="3430" y="2231"/>
                      <a:pt x="3452" y="2193"/>
                      <a:pt x="3474" y="2149"/>
                    </a:cubicBezTo>
                    <a:cubicBezTo>
                      <a:pt x="3425" y="1986"/>
                      <a:pt x="3577" y="1986"/>
                      <a:pt x="3659" y="1948"/>
                    </a:cubicBezTo>
                    <a:cubicBezTo>
                      <a:pt x="4013" y="1790"/>
                      <a:pt x="4383" y="1675"/>
                      <a:pt x="4753" y="1561"/>
                    </a:cubicBezTo>
                    <a:cubicBezTo>
                      <a:pt x="5488" y="1343"/>
                      <a:pt x="6016" y="859"/>
                      <a:pt x="6468" y="276"/>
                    </a:cubicBezTo>
                    <a:cubicBezTo>
                      <a:pt x="6517" y="205"/>
                      <a:pt x="6577" y="135"/>
                      <a:pt x="6523" y="53"/>
                    </a:cubicBezTo>
                    <a:cubicBezTo>
                      <a:pt x="6496" y="14"/>
                      <a:pt x="6462" y="0"/>
                      <a:pt x="64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0" name="Google Shape;1930;p36"/>
              <p:cNvSpPr/>
              <p:nvPr/>
            </p:nvSpPr>
            <p:spPr>
              <a:xfrm>
                <a:off x="6052010" y="2714859"/>
                <a:ext cx="1399784" cy="1632843"/>
              </a:xfrm>
              <a:custGeom>
                <a:rect b="b" l="l" r="r" t="t"/>
                <a:pathLst>
                  <a:path extrusionOk="0" h="27422" w="23508">
                    <a:moveTo>
                      <a:pt x="18744" y="0"/>
                    </a:moveTo>
                    <a:cubicBezTo>
                      <a:pt x="18782" y="87"/>
                      <a:pt x="18804" y="136"/>
                      <a:pt x="18821" y="191"/>
                    </a:cubicBezTo>
                    <a:cubicBezTo>
                      <a:pt x="19006" y="485"/>
                      <a:pt x="19365" y="594"/>
                      <a:pt x="19561" y="860"/>
                    </a:cubicBezTo>
                    <a:cubicBezTo>
                      <a:pt x="19806" y="1203"/>
                      <a:pt x="20018" y="1574"/>
                      <a:pt x="20236" y="1933"/>
                    </a:cubicBezTo>
                    <a:cubicBezTo>
                      <a:pt x="21532" y="4061"/>
                      <a:pt x="22479" y="6321"/>
                      <a:pt x="22865" y="8792"/>
                    </a:cubicBezTo>
                    <a:cubicBezTo>
                      <a:pt x="23083" y="10197"/>
                      <a:pt x="23219" y="11607"/>
                      <a:pt x="23148" y="13033"/>
                    </a:cubicBezTo>
                    <a:cubicBezTo>
                      <a:pt x="23051" y="15042"/>
                      <a:pt x="22582" y="16920"/>
                      <a:pt x="21581" y="18679"/>
                    </a:cubicBezTo>
                    <a:cubicBezTo>
                      <a:pt x="20497" y="20573"/>
                      <a:pt x="19169" y="22223"/>
                      <a:pt x="17247" y="23317"/>
                    </a:cubicBezTo>
                    <a:cubicBezTo>
                      <a:pt x="15418" y="24362"/>
                      <a:pt x="13426" y="24896"/>
                      <a:pt x="11330" y="24950"/>
                    </a:cubicBezTo>
                    <a:cubicBezTo>
                      <a:pt x="9370" y="24999"/>
                      <a:pt x="7404" y="24928"/>
                      <a:pt x="5461" y="25315"/>
                    </a:cubicBezTo>
                    <a:cubicBezTo>
                      <a:pt x="4095" y="25581"/>
                      <a:pt x="2712" y="25788"/>
                      <a:pt x="1432" y="26398"/>
                    </a:cubicBezTo>
                    <a:cubicBezTo>
                      <a:pt x="926" y="26643"/>
                      <a:pt x="463" y="26942"/>
                      <a:pt x="1" y="27422"/>
                    </a:cubicBezTo>
                    <a:cubicBezTo>
                      <a:pt x="158" y="27351"/>
                      <a:pt x="218" y="27329"/>
                      <a:pt x="284" y="27302"/>
                    </a:cubicBezTo>
                    <a:cubicBezTo>
                      <a:pt x="708" y="27013"/>
                      <a:pt x="1133" y="26725"/>
                      <a:pt x="1617" y="26540"/>
                    </a:cubicBezTo>
                    <a:cubicBezTo>
                      <a:pt x="2706" y="26131"/>
                      <a:pt x="3828" y="25886"/>
                      <a:pt x="4976" y="25690"/>
                    </a:cubicBezTo>
                    <a:cubicBezTo>
                      <a:pt x="6363" y="25453"/>
                      <a:pt x="7753" y="25240"/>
                      <a:pt x="9154" y="25240"/>
                    </a:cubicBezTo>
                    <a:cubicBezTo>
                      <a:pt x="9360" y="25240"/>
                      <a:pt x="9566" y="25245"/>
                      <a:pt x="9773" y="25255"/>
                    </a:cubicBezTo>
                    <a:cubicBezTo>
                      <a:pt x="10019" y="25267"/>
                      <a:pt x="10265" y="25273"/>
                      <a:pt x="10510" y="25273"/>
                    </a:cubicBezTo>
                    <a:cubicBezTo>
                      <a:pt x="11549" y="25273"/>
                      <a:pt x="12577" y="25163"/>
                      <a:pt x="13594" y="24961"/>
                    </a:cubicBezTo>
                    <a:cubicBezTo>
                      <a:pt x="16327" y="24416"/>
                      <a:pt x="18674" y="23202"/>
                      <a:pt x="20405" y="20949"/>
                    </a:cubicBezTo>
                    <a:cubicBezTo>
                      <a:pt x="22022" y="18836"/>
                      <a:pt x="23165" y="16539"/>
                      <a:pt x="23372" y="13822"/>
                    </a:cubicBezTo>
                    <a:cubicBezTo>
                      <a:pt x="23508" y="12026"/>
                      <a:pt x="23377" y="10257"/>
                      <a:pt x="23105" y="8482"/>
                    </a:cubicBezTo>
                    <a:cubicBezTo>
                      <a:pt x="22936" y="7404"/>
                      <a:pt x="22561" y="6381"/>
                      <a:pt x="22201" y="5357"/>
                    </a:cubicBezTo>
                    <a:cubicBezTo>
                      <a:pt x="21613" y="3664"/>
                      <a:pt x="20808" y="2085"/>
                      <a:pt x="19632" y="713"/>
                    </a:cubicBezTo>
                    <a:cubicBezTo>
                      <a:pt x="19392" y="436"/>
                      <a:pt x="19158" y="131"/>
                      <a:pt x="187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1" name="Google Shape;1931;p36"/>
              <p:cNvSpPr/>
              <p:nvPr/>
            </p:nvSpPr>
            <p:spPr>
              <a:xfrm>
                <a:off x="5715872" y="-494325"/>
                <a:ext cx="1325531" cy="1313801"/>
              </a:xfrm>
              <a:custGeom>
                <a:rect b="b" l="l" r="r" t="t"/>
                <a:pathLst>
                  <a:path extrusionOk="0" h="22064" w="22261">
                    <a:moveTo>
                      <a:pt x="22032" y="0"/>
                    </a:moveTo>
                    <a:cubicBezTo>
                      <a:pt x="21945" y="0"/>
                      <a:pt x="21889" y="98"/>
                      <a:pt x="21847" y="179"/>
                    </a:cubicBezTo>
                    <a:cubicBezTo>
                      <a:pt x="21433" y="957"/>
                      <a:pt x="20840" y="1567"/>
                      <a:pt x="20241" y="2209"/>
                    </a:cubicBezTo>
                    <a:cubicBezTo>
                      <a:pt x="19697" y="2792"/>
                      <a:pt x="19130" y="3325"/>
                      <a:pt x="18499" y="3821"/>
                    </a:cubicBezTo>
                    <a:cubicBezTo>
                      <a:pt x="17688" y="4452"/>
                      <a:pt x="16811" y="4958"/>
                      <a:pt x="15929" y="5476"/>
                    </a:cubicBezTo>
                    <a:cubicBezTo>
                      <a:pt x="14977" y="6031"/>
                      <a:pt x="14073" y="6684"/>
                      <a:pt x="13305" y="7473"/>
                    </a:cubicBezTo>
                    <a:cubicBezTo>
                      <a:pt x="12124" y="8687"/>
                      <a:pt x="11182" y="10108"/>
                      <a:pt x="10186" y="11475"/>
                    </a:cubicBezTo>
                    <a:cubicBezTo>
                      <a:pt x="8939" y="13173"/>
                      <a:pt x="7453" y="14654"/>
                      <a:pt x="5918" y="16075"/>
                    </a:cubicBezTo>
                    <a:cubicBezTo>
                      <a:pt x="4257" y="17605"/>
                      <a:pt x="2412" y="18922"/>
                      <a:pt x="746" y="20446"/>
                    </a:cubicBezTo>
                    <a:cubicBezTo>
                      <a:pt x="496" y="20675"/>
                      <a:pt x="294" y="20926"/>
                      <a:pt x="185" y="21247"/>
                    </a:cubicBezTo>
                    <a:cubicBezTo>
                      <a:pt x="185" y="21524"/>
                      <a:pt x="44" y="21769"/>
                      <a:pt x="0" y="22063"/>
                    </a:cubicBezTo>
                    <a:cubicBezTo>
                      <a:pt x="49" y="22031"/>
                      <a:pt x="71" y="22025"/>
                      <a:pt x="82" y="22009"/>
                    </a:cubicBezTo>
                    <a:cubicBezTo>
                      <a:pt x="115" y="21971"/>
                      <a:pt x="147" y="21933"/>
                      <a:pt x="158" y="21889"/>
                    </a:cubicBezTo>
                    <a:cubicBezTo>
                      <a:pt x="349" y="21132"/>
                      <a:pt x="871" y="20664"/>
                      <a:pt x="1432" y="20147"/>
                    </a:cubicBezTo>
                    <a:cubicBezTo>
                      <a:pt x="2210" y="19428"/>
                      <a:pt x="3087" y="18830"/>
                      <a:pt x="3882" y="18133"/>
                    </a:cubicBezTo>
                    <a:cubicBezTo>
                      <a:pt x="4932" y="17224"/>
                      <a:pt x="6054" y="16396"/>
                      <a:pt x="7034" y="15411"/>
                    </a:cubicBezTo>
                    <a:cubicBezTo>
                      <a:pt x="8455" y="13968"/>
                      <a:pt x="9810" y="12466"/>
                      <a:pt x="11030" y="10843"/>
                    </a:cubicBezTo>
                    <a:cubicBezTo>
                      <a:pt x="11585" y="10114"/>
                      <a:pt x="11999" y="9281"/>
                      <a:pt x="12657" y="8628"/>
                    </a:cubicBezTo>
                    <a:cubicBezTo>
                      <a:pt x="13098" y="8187"/>
                      <a:pt x="13392" y="7615"/>
                      <a:pt x="13910" y="7245"/>
                    </a:cubicBezTo>
                    <a:cubicBezTo>
                      <a:pt x="14982" y="6466"/>
                      <a:pt x="15984" y="5584"/>
                      <a:pt x="17214" y="5035"/>
                    </a:cubicBezTo>
                    <a:cubicBezTo>
                      <a:pt x="17846" y="4751"/>
                      <a:pt x="18281" y="4185"/>
                      <a:pt x="18869" y="3842"/>
                    </a:cubicBezTo>
                    <a:cubicBezTo>
                      <a:pt x="19375" y="3548"/>
                      <a:pt x="19822" y="3205"/>
                      <a:pt x="20148" y="2705"/>
                    </a:cubicBezTo>
                    <a:cubicBezTo>
                      <a:pt x="20372" y="2356"/>
                      <a:pt x="20671" y="2106"/>
                      <a:pt x="20894" y="2008"/>
                    </a:cubicBezTo>
                    <a:lnTo>
                      <a:pt x="20894" y="2008"/>
                    </a:lnTo>
                    <a:cubicBezTo>
                      <a:pt x="20491" y="3211"/>
                      <a:pt x="19392" y="3842"/>
                      <a:pt x="18581" y="4724"/>
                    </a:cubicBezTo>
                    <a:cubicBezTo>
                      <a:pt x="19147" y="4359"/>
                      <a:pt x="19631" y="3886"/>
                      <a:pt x="20214" y="3554"/>
                    </a:cubicBezTo>
                    <a:cubicBezTo>
                      <a:pt x="20306" y="3380"/>
                      <a:pt x="20486" y="3276"/>
                      <a:pt x="20589" y="3096"/>
                    </a:cubicBezTo>
                    <a:cubicBezTo>
                      <a:pt x="21112" y="2187"/>
                      <a:pt x="21749" y="1344"/>
                      <a:pt x="22097" y="336"/>
                    </a:cubicBezTo>
                    <a:cubicBezTo>
                      <a:pt x="22130" y="238"/>
                      <a:pt x="22261" y="113"/>
                      <a:pt x="22114" y="26"/>
                    </a:cubicBezTo>
                    <a:cubicBezTo>
                      <a:pt x="22084" y="8"/>
                      <a:pt x="22057" y="0"/>
                      <a:pt x="220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2" name="Google Shape;1932;p36"/>
              <p:cNvSpPr/>
              <p:nvPr/>
            </p:nvSpPr>
            <p:spPr>
              <a:xfrm>
                <a:off x="6105840" y="2574091"/>
                <a:ext cx="427652" cy="270453"/>
              </a:xfrm>
              <a:custGeom>
                <a:rect b="b" l="l" r="r" t="t"/>
                <a:pathLst>
                  <a:path extrusionOk="0" h="4542" w="7182">
                    <a:moveTo>
                      <a:pt x="1595" y="4169"/>
                    </a:moveTo>
                    <a:cubicBezTo>
                      <a:pt x="1727" y="4174"/>
                      <a:pt x="1861" y="4174"/>
                      <a:pt x="1987" y="4199"/>
                    </a:cubicBezTo>
                    <a:cubicBezTo>
                      <a:pt x="2012" y="4204"/>
                      <a:pt x="2037" y="4210"/>
                      <a:pt x="2063" y="4216"/>
                    </a:cubicBezTo>
                    <a:lnTo>
                      <a:pt x="2063" y="4216"/>
                    </a:lnTo>
                    <a:cubicBezTo>
                      <a:pt x="1907" y="4201"/>
                      <a:pt x="1750" y="4186"/>
                      <a:pt x="1595" y="4169"/>
                    </a:cubicBezTo>
                    <a:close/>
                    <a:moveTo>
                      <a:pt x="2573" y="4168"/>
                    </a:moveTo>
                    <a:cubicBezTo>
                      <a:pt x="2579" y="4168"/>
                      <a:pt x="2602" y="4208"/>
                      <a:pt x="2564" y="4221"/>
                    </a:cubicBezTo>
                    <a:cubicBezTo>
                      <a:pt x="2535" y="4250"/>
                      <a:pt x="2497" y="4257"/>
                      <a:pt x="2458" y="4257"/>
                    </a:cubicBezTo>
                    <a:cubicBezTo>
                      <a:pt x="2451" y="4257"/>
                      <a:pt x="2444" y="4257"/>
                      <a:pt x="2437" y="4256"/>
                    </a:cubicBezTo>
                    <a:lnTo>
                      <a:pt x="2437" y="4256"/>
                    </a:lnTo>
                    <a:cubicBezTo>
                      <a:pt x="2480" y="4248"/>
                      <a:pt x="2523" y="4234"/>
                      <a:pt x="2564" y="4210"/>
                    </a:cubicBezTo>
                    <a:cubicBezTo>
                      <a:pt x="2575" y="4204"/>
                      <a:pt x="2581" y="4199"/>
                      <a:pt x="2575" y="4183"/>
                    </a:cubicBezTo>
                    <a:cubicBezTo>
                      <a:pt x="2571" y="4172"/>
                      <a:pt x="2572" y="4168"/>
                      <a:pt x="2573" y="4168"/>
                    </a:cubicBezTo>
                    <a:close/>
                    <a:moveTo>
                      <a:pt x="6766" y="1"/>
                    </a:moveTo>
                    <a:cubicBezTo>
                      <a:pt x="6714" y="1"/>
                      <a:pt x="6657" y="5"/>
                      <a:pt x="6593" y="12"/>
                    </a:cubicBezTo>
                    <a:cubicBezTo>
                      <a:pt x="5684" y="121"/>
                      <a:pt x="4851" y="437"/>
                      <a:pt x="4072" y="922"/>
                    </a:cubicBezTo>
                    <a:cubicBezTo>
                      <a:pt x="3234" y="1444"/>
                      <a:pt x="2559" y="2152"/>
                      <a:pt x="1857" y="2816"/>
                    </a:cubicBezTo>
                    <a:cubicBezTo>
                      <a:pt x="1514" y="3143"/>
                      <a:pt x="1187" y="3513"/>
                      <a:pt x="991" y="3959"/>
                    </a:cubicBezTo>
                    <a:cubicBezTo>
                      <a:pt x="1089" y="4057"/>
                      <a:pt x="1198" y="4108"/>
                      <a:pt x="1313" y="4136"/>
                    </a:cubicBezTo>
                    <a:lnTo>
                      <a:pt x="1313" y="4136"/>
                    </a:lnTo>
                    <a:cubicBezTo>
                      <a:pt x="1040" y="4100"/>
                      <a:pt x="769" y="4054"/>
                      <a:pt x="501" y="3981"/>
                    </a:cubicBezTo>
                    <a:cubicBezTo>
                      <a:pt x="401" y="3951"/>
                      <a:pt x="299" y="3905"/>
                      <a:pt x="196" y="3905"/>
                    </a:cubicBezTo>
                    <a:cubicBezTo>
                      <a:pt x="131" y="3905"/>
                      <a:pt x="66" y="3923"/>
                      <a:pt x="0" y="3976"/>
                    </a:cubicBezTo>
                    <a:cubicBezTo>
                      <a:pt x="403" y="4209"/>
                      <a:pt x="821" y="4395"/>
                      <a:pt x="1294" y="4395"/>
                    </a:cubicBezTo>
                    <a:cubicBezTo>
                      <a:pt x="1307" y="4395"/>
                      <a:pt x="1321" y="4395"/>
                      <a:pt x="1334" y="4395"/>
                    </a:cubicBezTo>
                    <a:cubicBezTo>
                      <a:pt x="1495" y="4392"/>
                      <a:pt x="1654" y="4387"/>
                      <a:pt x="1812" y="4387"/>
                    </a:cubicBezTo>
                    <a:cubicBezTo>
                      <a:pt x="1944" y="4387"/>
                      <a:pt x="2074" y="4390"/>
                      <a:pt x="2205" y="4400"/>
                    </a:cubicBezTo>
                    <a:cubicBezTo>
                      <a:pt x="2537" y="4422"/>
                      <a:pt x="2869" y="4427"/>
                      <a:pt x="3191" y="4542"/>
                    </a:cubicBezTo>
                    <a:cubicBezTo>
                      <a:pt x="3327" y="4498"/>
                      <a:pt x="3332" y="4368"/>
                      <a:pt x="3376" y="4264"/>
                    </a:cubicBezTo>
                    <a:cubicBezTo>
                      <a:pt x="3773" y="3262"/>
                      <a:pt x="4312" y="2370"/>
                      <a:pt x="5210" y="1733"/>
                    </a:cubicBezTo>
                    <a:cubicBezTo>
                      <a:pt x="5412" y="1591"/>
                      <a:pt x="5559" y="1384"/>
                      <a:pt x="5722" y="1199"/>
                    </a:cubicBezTo>
                    <a:cubicBezTo>
                      <a:pt x="6087" y="791"/>
                      <a:pt x="6490" y="437"/>
                      <a:pt x="7083" y="432"/>
                    </a:cubicBezTo>
                    <a:cubicBezTo>
                      <a:pt x="7181" y="142"/>
                      <a:pt x="7079" y="1"/>
                      <a:pt x="67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3" name="Google Shape;1933;p36"/>
              <p:cNvSpPr/>
              <p:nvPr/>
            </p:nvSpPr>
            <p:spPr>
              <a:xfrm>
                <a:off x="6234222" y="3480266"/>
                <a:ext cx="232464" cy="299035"/>
              </a:xfrm>
              <a:custGeom>
                <a:rect b="b" l="l" r="r" t="t"/>
                <a:pathLst>
                  <a:path extrusionOk="0" h="5022" w="3904">
                    <a:moveTo>
                      <a:pt x="3622" y="1"/>
                    </a:moveTo>
                    <a:cubicBezTo>
                      <a:pt x="3496" y="1"/>
                      <a:pt x="3369" y="152"/>
                      <a:pt x="3267" y="250"/>
                    </a:cubicBezTo>
                    <a:cubicBezTo>
                      <a:pt x="2232" y="1230"/>
                      <a:pt x="1225" y="2242"/>
                      <a:pt x="392" y="3407"/>
                    </a:cubicBezTo>
                    <a:cubicBezTo>
                      <a:pt x="0" y="3957"/>
                      <a:pt x="60" y="4453"/>
                      <a:pt x="561" y="4904"/>
                    </a:cubicBezTo>
                    <a:cubicBezTo>
                      <a:pt x="636" y="4971"/>
                      <a:pt x="716" y="5021"/>
                      <a:pt x="806" y="5021"/>
                    </a:cubicBezTo>
                    <a:cubicBezTo>
                      <a:pt x="841" y="5021"/>
                      <a:pt x="877" y="5014"/>
                      <a:pt x="915" y="4997"/>
                    </a:cubicBezTo>
                    <a:cubicBezTo>
                      <a:pt x="1035" y="4937"/>
                      <a:pt x="1007" y="4823"/>
                      <a:pt x="1002" y="4714"/>
                    </a:cubicBezTo>
                    <a:cubicBezTo>
                      <a:pt x="996" y="4616"/>
                      <a:pt x="969" y="4518"/>
                      <a:pt x="991" y="4409"/>
                    </a:cubicBezTo>
                    <a:lnTo>
                      <a:pt x="991" y="4409"/>
                    </a:lnTo>
                    <a:cubicBezTo>
                      <a:pt x="1125" y="4836"/>
                      <a:pt x="1243" y="4993"/>
                      <a:pt x="1525" y="4993"/>
                    </a:cubicBezTo>
                    <a:cubicBezTo>
                      <a:pt x="1610" y="4993"/>
                      <a:pt x="1710" y="4979"/>
                      <a:pt x="1829" y="4953"/>
                    </a:cubicBezTo>
                    <a:cubicBezTo>
                      <a:pt x="2042" y="4910"/>
                      <a:pt x="2249" y="4850"/>
                      <a:pt x="2428" y="4736"/>
                    </a:cubicBezTo>
                    <a:cubicBezTo>
                      <a:pt x="2473" y="4707"/>
                      <a:pt x="2514" y="4689"/>
                      <a:pt x="2552" y="4689"/>
                    </a:cubicBezTo>
                    <a:cubicBezTo>
                      <a:pt x="2593" y="4689"/>
                      <a:pt x="2631" y="4710"/>
                      <a:pt x="2668" y="4757"/>
                    </a:cubicBezTo>
                    <a:cubicBezTo>
                      <a:pt x="2782" y="4556"/>
                      <a:pt x="2733" y="4322"/>
                      <a:pt x="2809" y="4115"/>
                    </a:cubicBezTo>
                    <a:cubicBezTo>
                      <a:pt x="2793" y="4112"/>
                      <a:pt x="2777" y="4111"/>
                      <a:pt x="2761" y="4111"/>
                    </a:cubicBezTo>
                    <a:cubicBezTo>
                      <a:pt x="2561" y="4111"/>
                      <a:pt x="2435" y="4323"/>
                      <a:pt x="2238" y="4333"/>
                    </a:cubicBezTo>
                    <a:cubicBezTo>
                      <a:pt x="2213" y="4334"/>
                      <a:pt x="2188" y="4335"/>
                      <a:pt x="2165" y="4335"/>
                    </a:cubicBezTo>
                    <a:cubicBezTo>
                      <a:pt x="2080" y="4335"/>
                      <a:pt x="2006" y="4320"/>
                      <a:pt x="1955" y="4235"/>
                    </a:cubicBezTo>
                    <a:cubicBezTo>
                      <a:pt x="1889" y="4126"/>
                      <a:pt x="1933" y="4033"/>
                      <a:pt x="2020" y="3952"/>
                    </a:cubicBezTo>
                    <a:cubicBezTo>
                      <a:pt x="2074" y="3903"/>
                      <a:pt x="2140" y="3865"/>
                      <a:pt x="2210" y="3832"/>
                    </a:cubicBezTo>
                    <a:lnTo>
                      <a:pt x="2210" y="3832"/>
                    </a:lnTo>
                    <a:cubicBezTo>
                      <a:pt x="2172" y="3925"/>
                      <a:pt x="2031" y="3995"/>
                      <a:pt x="2118" y="4110"/>
                    </a:cubicBezTo>
                    <a:cubicBezTo>
                      <a:pt x="2151" y="4154"/>
                      <a:pt x="2191" y="4169"/>
                      <a:pt x="2235" y="4169"/>
                    </a:cubicBezTo>
                    <a:cubicBezTo>
                      <a:pt x="2293" y="4169"/>
                      <a:pt x="2356" y="4142"/>
                      <a:pt x="2412" y="4121"/>
                    </a:cubicBezTo>
                    <a:cubicBezTo>
                      <a:pt x="2608" y="4039"/>
                      <a:pt x="2809" y="3974"/>
                      <a:pt x="2962" y="3816"/>
                    </a:cubicBezTo>
                    <a:cubicBezTo>
                      <a:pt x="2951" y="3641"/>
                      <a:pt x="3054" y="3494"/>
                      <a:pt x="3092" y="3331"/>
                    </a:cubicBezTo>
                    <a:cubicBezTo>
                      <a:pt x="2994" y="3108"/>
                      <a:pt x="3256" y="3005"/>
                      <a:pt x="3256" y="2787"/>
                    </a:cubicBezTo>
                    <a:cubicBezTo>
                      <a:pt x="3272" y="2019"/>
                      <a:pt x="3506" y="1284"/>
                      <a:pt x="3702" y="544"/>
                    </a:cubicBezTo>
                    <a:cubicBezTo>
                      <a:pt x="3746" y="370"/>
                      <a:pt x="3903" y="146"/>
                      <a:pt x="3708" y="27"/>
                    </a:cubicBezTo>
                    <a:cubicBezTo>
                      <a:pt x="3679" y="8"/>
                      <a:pt x="3651" y="1"/>
                      <a:pt x="362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4" name="Google Shape;1934;p36"/>
              <p:cNvSpPr/>
              <p:nvPr/>
            </p:nvSpPr>
            <p:spPr>
              <a:xfrm>
                <a:off x="5991750" y="2013464"/>
                <a:ext cx="169227" cy="452542"/>
              </a:xfrm>
              <a:custGeom>
                <a:rect b="b" l="l" r="r" t="t"/>
                <a:pathLst>
                  <a:path extrusionOk="0" h="7600" w="2842">
                    <a:moveTo>
                      <a:pt x="941" y="0"/>
                    </a:moveTo>
                    <a:cubicBezTo>
                      <a:pt x="915" y="0"/>
                      <a:pt x="888" y="11"/>
                      <a:pt x="860" y="37"/>
                    </a:cubicBezTo>
                    <a:cubicBezTo>
                      <a:pt x="779" y="118"/>
                      <a:pt x="871" y="211"/>
                      <a:pt x="920" y="292"/>
                    </a:cubicBezTo>
                    <a:cubicBezTo>
                      <a:pt x="1013" y="450"/>
                      <a:pt x="1116" y="608"/>
                      <a:pt x="1274" y="782"/>
                    </a:cubicBezTo>
                    <a:cubicBezTo>
                      <a:pt x="1215" y="731"/>
                      <a:pt x="1170" y="706"/>
                      <a:pt x="1127" y="706"/>
                    </a:cubicBezTo>
                    <a:cubicBezTo>
                      <a:pt x="1111" y="706"/>
                      <a:pt x="1095" y="710"/>
                      <a:pt x="1078" y="717"/>
                    </a:cubicBezTo>
                    <a:cubicBezTo>
                      <a:pt x="1045" y="875"/>
                      <a:pt x="1268" y="984"/>
                      <a:pt x="1154" y="1174"/>
                    </a:cubicBezTo>
                    <a:cubicBezTo>
                      <a:pt x="528" y="2198"/>
                      <a:pt x="272" y="3336"/>
                      <a:pt x="147" y="4512"/>
                    </a:cubicBezTo>
                    <a:cubicBezTo>
                      <a:pt x="44" y="5459"/>
                      <a:pt x="0" y="6395"/>
                      <a:pt x="365" y="7315"/>
                    </a:cubicBezTo>
                    <a:cubicBezTo>
                      <a:pt x="442" y="7508"/>
                      <a:pt x="517" y="7599"/>
                      <a:pt x="628" y="7599"/>
                    </a:cubicBezTo>
                    <a:cubicBezTo>
                      <a:pt x="690" y="7599"/>
                      <a:pt x="763" y="7571"/>
                      <a:pt x="855" y="7517"/>
                    </a:cubicBezTo>
                    <a:cubicBezTo>
                      <a:pt x="838" y="7141"/>
                      <a:pt x="893" y="6744"/>
                      <a:pt x="550" y="6455"/>
                    </a:cubicBezTo>
                    <a:cubicBezTo>
                      <a:pt x="430" y="6352"/>
                      <a:pt x="397" y="6199"/>
                      <a:pt x="387" y="6041"/>
                    </a:cubicBezTo>
                    <a:cubicBezTo>
                      <a:pt x="343" y="5497"/>
                      <a:pt x="599" y="5072"/>
                      <a:pt x="953" y="4593"/>
                    </a:cubicBezTo>
                    <a:lnTo>
                      <a:pt x="953" y="4593"/>
                    </a:lnTo>
                    <a:cubicBezTo>
                      <a:pt x="779" y="4942"/>
                      <a:pt x="626" y="5208"/>
                      <a:pt x="512" y="5497"/>
                    </a:cubicBezTo>
                    <a:cubicBezTo>
                      <a:pt x="419" y="5731"/>
                      <a:pt x="387" y="5976"/>
                      <a:pt x="474" y="6221"/>
                    </a:cubicBezTo>
                    <a:cubicBezTo>
                      <a:pt x="506" y="6319"/>
                      <a:pt x="544" y="6444"/>
                      <a:pt x="670" y="6444"/>
                    </a:cubicBezTo>
                    <a:cubicBezTo>
                      <a:pt x="806" y="6439"/>
                      <a:pt x="800" y="6297"/>
                      <a:pt x="822" y="6199"/>
                    </a:cubicBezTo>
                    <a:cubicBezTo>
                      <a:pt x="893" y="5840"/>
                      <a:pt x="1002" y="5497"/>
                      <a:pt x="1181" y="5176"/>
                    </a:cubicBezTo>
                    <a:cubicBezTo>
                      <a:pt x="1535" y="4533"/>
                      <a:pt x="1916" y="3918"/>
                      <a:pt x="2395" y="3363"/>
                    </a:cubicBezTo>
                    <a:cubicBezTo>
                      <a:pt x="2651" y="3063"/>
                      <a:pt x="2640" y="2987"/>
                      <a:pt x="2368" y="2704"/>
                    </a:cubicBezTo>
                    <a:cubicBezTo>
                      <a:pt x="2167" y="2492"/>
                      <a:pt x="2009" y="2252"/>
                      <a:pt x="1895" y="1986"/>
                    </a:cubicBezTo>
                    <a:lnTo>
                      <a:pt x="1895" y="1986"/>
                    </a:lnTo>
                    <a:cubicBezTo>
                      <a:pt x="2101" y="2230"/>
                      <a:pt x="2254" y="2508"/>
                      <a:pt x="2477" y="2742"/>
                    </a:cubicBezTo>
                    <a:cubicBezTo>
                      <a:pt x="2549" y="2819"/>
                      <a:pt x="2608" y="2857"/>
                      <a:pt x="2659" y="2857"/>
                    </a:cubicBezTo>
                    <a:cubicBezTo>
                      <a:pt x="2731" y="2857"/>
                      <a:pt x="2787" y="2779"/>
                      <a:pt x="2842" y="2622"/>
                    </a:cubicBezTo>
                    <a:cubicBezTo>
                      <a:pt x="2629" y="2557"/>
                      <a:pt x="2738" y="2285"/>
                      <a:pt x="2564" y="2192"/>
                    </a:cubicBezTo>
                    <a:cubicBezTo>
                      <a:pt x="2542" y="2201"/>
                      <a:pt x="2518" y="2209"/>
                      <a:pt x="2495" y="2209"/>
                    </a:cubicBezTo>
                    <a:cubicBezTo>
                      <a:pt x="2473" y="2209"/>
                      <a:pt x="2453" y="2201"/>
                      <a:pt x="2439" y="2176"/>
                    </a:cubicBezTo>
                    <a:cubicBezTo>
                      <a:pt x="2254" y="1888"/>
                      <a:pt x="2101" y="1583"/>
                      <a:pt x="1895" y="1310"/>
                    </a:cubicBezTo>
                    <a:cubicBezTo>
                      <a:pt x="1851" y="1251"/>
                      <a:pt x="1856" y="1202"/>
                      <a:pt x="1933" y="1174"/>
                    </a:cubicBezTo>
                    <a:cubicBezTo>
                      <a:pt x="2270" y="1071"/>
                      <a:pt x="2052" y="929"/>
                      <a:pt x="1938" y="848"/>
                    </a:cubicBezTo>
                    <a:cubicBezTo>
                      <a:pt x="1682" y="668"/>
                      <a:pt x="1459" y="461"/>
                      <a:pt x="1274" y="216"/>
                    </a:cubicBezTo>
                    <a:cubicBezTo>
                      <a:pt x="1236" y="167"/>
                      <a:pt x="1192" y="129"/>
                      <a:pt x="1138" y="102"/>
                    </a:cubicBezTo>
                    <a:cubicBezTo>
                      <a:pt x="1075" y="67"/>
                      <a:pt x="1010" y="0"/>
                      <a:pt x="94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5" name="Google Shape;1935;p36"/>
              <p:cNvSpPr/>
              <p:nvPr/>
            </p:nvSpPr>
            <p:spPr>
              <a:xfrm>
                <a:off x="6219633" y="3264649"/>
                <a:ext cx="420507" cy="561986"/>
              </a:xfrm>
              <a:custGeom>
                <a:rect b="b" l="l" r="r" t="t"/>
                <a:pathLst>
                  <a:path extrusionOk="0" h="9438" w="7062">
                    <a:moveTo>
                      <a:pt x="4834" y="0"/>
                    </a:moveTo>
                    <a:lnTo>
                      <a:pt x="4834" y="0"/>
                    </a:lnTo>
                    <a:cubicBezTo>
                      <a:pt x="4856" y="131"/>
                      <a:pt x="4873" y="256"/>
                      <a:pt x="4889" y="376"/>
                    </a:cubicBezTo>
                    <a:cubicBezTo>
                      <a:pt x="4938" y="539"/>
                      <a:pt x="4938" y="702"/>
                      <a:pt x="4905" y="866"/>
                    </a:cubicBezTo>
                    <a:cubicBezTo>
                      <a:pt x="4785" y="1476"/>
                      <a:pt x="4606" y="2063"/>
                      <a:pt x="4415" y="2651"/>
                    </a:cubicBezTo>
                    <a:cubicBezTo>
                      <a:pt x="4328" y="2935"/>
                      <a:pt x="4170" y="3130"/>
                      <a:pt x="3925" y="3321"/>
                    </a:cubicBezTo>
                    <a:cubicBezTo>
                      <a:pt x="2494" y="4470"/>
                      <a:pt x="1252" y="5798"/>
                      <a:pt x="251" y="7339"/>
                    </a:cubicBezTo>
                    <a:cubicBezTo>
                      <a:pt x="0" y="7725"/>
                      <a:pt x="588" y="8819"/>
                      <a:pt x="1051" y="8847"/>
                    </a:cubicBezTo>
                    <a:cubicBezTo>
                      <a:pt x="1058" y="8847"/>
                      <a:pt x="1068" y="8849"/>
                      <a:pt x="1077" y="8849"/>
                    </a:cubicBezTo>
                    <a:cubicBezTo>
                      <a:pt x="1081" y="8849"/>
                      <a:pt x="1085" y="8848"/>
                      <a:pt x="1089" y="8847"/>
                    </a:cubicBezTo>
                    <a:cubicBezTo>
                      <a:pt x="1196" y="8786"/>
                      <a:pt x="1305" y="8768"/>
                      <a:pt x="1417" y="8768"/>
                    </a:cubicBezTo>
                    <a:cubicBezTo>
                      <a:pt x="1571" y="8768"/>
                      <a:pt x="1727" y="8802"/>
                      <a:pt x="1882" y="8802"/>
                    </a:cubicBezTo>
                    <a:cubicBezTo>
                      <a:pt x="1935" y="8802"/>
                      <a:pt x="1989" y="8798"/>
                      <a:pt x="2042" y="8787"/>
                    </a:cubicBezTo>
                    <a:cubicBezTo>
                      <a:pt x="2363" y="8721"/>
                      <a:pt x="2728" y="8727"/>
                      <a:pt x="2913" y="8378"/>
                    </a:cubicBezTo>
                    <a:cubicBezTo>
                      <a:pt x="2907" y="8297"/>
                      <a:pt x="2896" y="8221"/>
                      <a:pt x="2885" y="8117"/>
                    </a:cubicBezTo>
                    <a:cubicBezTo>
                      <a:pt x="2575" y="8368"/>
                      <a:pt x="2232" y="8466"/>
                      <a:pt x="1867" y="8515"/>
                    </a:cubicBezTo>
                    <a:cubicBezTo>
                      <a:pt x="1833" y="8519"/>
                      <a:pt x="1800" y="8521"/>
                      <a:pt x="1769" y="8521"/>
                    </a:cubicBezTo>
                    <a:cubicBezTo>
                      <a:pt x="1546" y="8521"/>
                      <a:pt x="1413" y="8415"/>
                      <a:pt x="1356" y="8166"/>
                    </a:cubicBezTo>
                    <a:cubicBezTo>
                      <a:pt x="1323" y="8030"/>
                      <a:pt x="1318" y="7872"/>
                      <a:pt x="1209" y="7758"/>
                    </a:cubicBezTo>
                    <a:cubicBezTo>
                      <a:pt x="1084" y="7850"/>
                      <a:pt x="1143" y="7959"/>
                      <a:pt x="1127" y="8057"/>
                    </a:cubicBezTo>
                    <a:cubicBezTo>
                      <a:pt x="1089" y="8232"/>
                      <a:pt x="1307" y="8476"/>
                      <a:pt x="1100" y="8553"/>
                    </a:cubicBezTo>
                    <a:cubicBezTo>
                      <a:pt x="1069" y="8564"/>
                      <a:pt x="1041" y="8569"/>
                      <a:pt x="1016" y="8569"/>
                    </a:cubicBezTo>
                    <a:cubicBezTo>
                      <a:pt x="835" y="8569"/>
                      <a:pt x="778" y="8306"/>
                      <a:pt x="659" y="8177"/>
                    </a:cubicBezTo>
                    <a:cubicBezTo>
                      <a:pt x="610" y="8128"/>
                      <a:pt x="572" y="8063"/>
                      <a:pt x="545" y="8003"/>
                    </a:cubicBezTo>
                    <a:cubicBezTo>
                      <a:pt x="436" y="7758"/>
                      <a:pt x="387" y="7546"/>
                      <a:pt x="572" y="7284"/>
                    </a:cubicBezTo>
                    <a:cubicBezTo>
                      <a:pt x="1443" y="6016"/>
                      <a:pt x="2521" y="4932"/>
                      <a:pt x="3626" y="3876"/>
                    </a:cubicBezTo>
                    <a:cubicBezTo>
                      <a:pt x="3718" y="3795"/>
                      <a:pt x="3833" y="3735"/>
                      <a:pt x="3936" y="3659"/>
                    </a:cubicBezTo>
                    <a:lnTo>
                      <a:pt x="3936" y="3659"/>
                    </a:lnTo>
                    <a:cubicBezTo>
                      <a:pt x="4002" y="3789"/>
                      <a:pt x="3942" y="3882"/>
                      <a:pt x="3909" y="3980"/>
                    </a:cubicBezTo>
                    <a:cubicBezTo>
                      <a:pt x="3691" y="4660"/>
                      <a:pt x="3544" y="5363"/>
                      <a:pt x="3414" y="6065"/>
                    </a:cubicBezTo>
                    <a:cubicBezTo>
                      <a:pt x="3365" y="6342"/>
                      <a:pt x="3533" y="6707"/>
                      <a:pt x="3087" y="6811"/>
                    </a:cubicBezTo>
                    <a:cubicBezTo>
                      <a:pt x="3147" y="6936"/>
                      <a:pt x="3245" y="6936"/>
                      <a:pt x="3337" y="6952"/>
                    </a:cubicBezTo>
                    <a:cubicBezTo>
                      <a:pt x="3484" y="7072"/>
                      <a:pt x="3435" y="7246"/>
                      <a:pt x="3473" y="7399"/>
                    </a:cubicBezTo>
                    <a:cubicBezTo>
                      <a:pt x="3544" y="7665"/>
                      <a:pt x="3566" y="7976"/>
                      <a:pt x="3816" y="8144"/>
                    </a:cubicBezTo>
                    <a:cubicBezTo>
                      <a:pt x="4105" y="8346"/>
                      <a:pt x="4317" y="8613"/>
                      <a:pt x="4513" y="8885"/>
                    </a:cubicBezTo>
                    <a:cubicBezTo>
                      <a:pt x="4810" y="9291"/>
                      <a:pt x="5199" y="9437"/>
                      <a:pt x="5650" y="9437"/>
                    </a:cubicBezTo>
                    <a:cubicBezTo>
                      <a:pt x="5713" y="9437"/>
                      <a:pt x="5777" y="9434"/>
                      <a:pt x="5842" y="9429"/>
                    </a:cubicBezTo>
                    <a:cubicBezTo>
                      <a:pt x="6065" y="9407"/>
                      <a:pt x="6288" y="9358"/>
                      <a:pt x="6435" y="9168"/>
                    </a:cubicBezTo>
                    <a:cubicBezTo>
                      <a:pt x="6772" y="8721"/>
                      <a:pt x="7061" y="8259"/>
                      <a:pt x="7034" y="7665"/>
                    </a:cubicBezTo>
                    <a:cubicBezTo>
                      <a:pt x="6981" y="7631"/>
                      <a:pt x="6938" y="7617"/>
                      <a:pt x="6901" y="7617"/>
                    </a:cubicBezTo>
                    <a:cubicBezTo>
                      <a:pt x="6760" y="7617"/>
                      <a:pt x="6708" y="7815"/>
                      <a:pt x="6587" y="7867"/>
                    </a:cubicBezTo>
                    <a:cubicBezTo>
                      <a:pt x="6341" y="7971"/>
                      <a:pt x="6100" y="8045"/>
                      <a:pt x="5865" y="8045"/>
                    </a:cubicBezTo>
                    <a:cubicBezTo>
                      <a:pt x="5611" y="8045"/>
                      <a:pt x="5363" y="7959"/>
                      <a:pt x="5123" y="7736"/>
                    </a:cubicBezTo>
                    <a:cubicBezTo>
                      <a:pt x="4998" y="7621"/>
                      <a:pt x="4869" y="7455"/>
                      <a:pt x="4638" y="7455"/>
                    </a:cubicBezTo>
                    <a:cubicBezTo>
                      <a:pt x="4607" y="7455"/>
                      <a:pt x="4575" y="7458"/>
                      <a:pt x="4540" y="7464"/>
                    </a:cubicBezTo>
                    <a:cubicBezTo>
                      <a:pt x="4796" y="7899"/>
                      <a:pt x="5194" y="8112"/>
                      <a:pt x="5580" y="8308"/>
                    </a:cubicBezTo>
                    <a:cubicBezTo>
                      <a:pt x="5676" y="8356"/>
                      <a:pt x="5769" y="8376"/>
                      <a:pt x="5861" y="8376"/>
                    </a:cubicBezTo>
                    <a:cubicBezTo>
                      <a:pt x="6130" y="8376"/>
                      <a:pt x="6386" y="8206"/>
                      <a:pt x="6658" y="8085"/>
                    </a:cubicBezTo>
                    <a:lnTo>
                      <a:pt x="6658" y="8085"/>
                    </a:lnTo>
                    <a:cubicBezTo>
                      <a:pt x="6642" y="8340"/>
                      <a:pt x="6489" y="8504"/>
                      <a:pt x="6413" y="8694"/>
                    </a:cubicBezTo>
                    <a:cubicBezTo>
                      <a:pt x="6271" y="9046"/>
                      <a:pt x="6006" y="9221"/>
                      <a:pt x="5671" y="9221"/>
                    </a:cubicBezTo>
                    <a:cubicBezTo>
                      <a:pt x="5571" y="9221"/>
                      <a:pt x="5464" y="9205"/>
                      <a:pt x="5352" y="9173"/>
                    </a:cubicBezTo>
                    <a:cubicBezTo>
                      <a:pt x="4622" y="8961"/>
                      <a:pt x="4399" y="8210"/>
                      <a:pt x="3860" y="7791"/>
                    </a:cubicBezTo>
                    <a:cubicBezTo>
                      <a:pt x="3855" y="7785"/>
                      <a:pt x="3849" y="7769"/>
                      <a:pt x="3849" y="7758"/>
                    </a:cubicBezTo>
                    <a:cubicBezTo>
                      <a:pt x="3795" y="7339"/>
                      <a:pt x="3675" y="6914"/>
                      <a:pt x="3708" y="6506"/>
                    </a:cubicBezTo>
                    <a:cubicBezTo>
                      <a:pt x="3806" y="5461"/>
                      <a:pt x="4040" y="4437"/>
                      <a:pt x="4437" y="3468"/>
                    </a:cubicBezTo>
                    <a:cubicBezTo>
                      <a:pt x="4769" y="2662"/>
                      <a:pt x="5036" y="1835"/>
                      <a:pt x="5210" y="980"/>
                    </a:cubicBezTo>
                    <a:cubicBezTo>
                      <a:pt x="5303" y="517"/>
                      <a:pt x="5156" y="136"/>
                      <a:pt x="483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6" name="Google Shape;1936;p36"/>
              <p:cNvSpPr/>
              <p:nvPr/>
            </p:nvSpPr>
            <p:spPr>
              <a:xfrm>
                <a:off x="6565477" y="-269479"/>
                <a:ext cx="610455" cy="608490"/>
              </a:xfrm>
              <a:custGeom>
                <a:rect b="b" l="l" r="r" t="t"/>
                <a:pathLst>
                  <a:path extrusionOk="0" h="10219" w="10252">
                    <a:moveTo>
                      <a:pt x="5815" y="1"/>
                    </a:moveTo>
                    <a:lnTo>
                      <a:pt x="5815" y="1"/>
                    </a:lnTo>
                    <a:cubicBezTo>
                      <a:pt x="5826" y="83"/>
                      <a:pt x="5821" y="143"/>
                      <a:pt x="5842" y="164"/>
                    </a:cubicBezTo>
                    <a:cubicBezTo>
                      <a:pt x="6360" y="681"/>
                      <a:pt x="6860" y="1237"/>
                      <a:pt x="7612" y="1395"/>
                    </a:cubicBezTo>
                    <a:cubicBezTo>
                      <a:pt x="8281" y="1536"/>
                      <a:pt x="8913" y="1787"/>
                      <a:pt x="9566" y="1983"/>
                    </a:cubicBezTo>
                    <a:cubicBezTo>
                      <a:pt x="9953" y="2097"/>
                      <a:pt x="10023" y="2364"/>
                      <a:pt x="9713" y="2630"/>
                    </a:cubicBezTo>
                    <a:cubicBezTo>
                      <a:pt x="8984" y="3262"/>
                      <a:pt x="8292" y="3953"/>
                      <a:pt x="7481" y="4470"/>
                    </a:cubicBezTo>
                    <a:cubicBezTo>
                      <a:pt x="6964" y="4803"/>
                      <a:pt x="6550" y="5173"/>
                      <a:pt x="6349" y="5766"/>
                    </a:cubicBezTo>
                    <a:cubicBezTo>
                      <a:pt x="6213" y="6158"/>
                      <a:pt x="5929" y="6403"/>
                      <a:pt x="5505" y="6479"/>
                    </a:cubicBezTo>
                    <a:cubicBezTo>
                      <a:pt x="5178" y="6534"/>
                      <a:pt x="4852" y="6599"/>
                      <a:pt x="4563" y="6768"/>
                    </a:cubicBezTo>
                    <a:cubicBezTo>
                      <a:pt x="3442" y="7432"/>
                      <a:pt x="2325" y="8113"/>
                      <a:pt x="1329" y="8956"/>
                    </a:cubicBezTo>
                    <a:cubicBezTo>
                      <a:pt x="1010" y="9218"/>
                      <a:pt x="696" y="9475"/>
                      <a:pt x="256" y="9475"/>
                    </a:cubicBezTo>
                    <a:cubicBezTo>
                      <a:pt x="238" y="9475"/>
                      <a:pt x="220" y="9474"/>
                      <a:pt x="202" y="9474"/>
                    </a:cubicBezTo>
                    <a:cubicBezTo>
                      <a:pt x="189" y="9474"/>
                      <a:pt x="176" y="9473"/>
                      <a:pt x="162" y="9473"/>
                    </a:cubicBezTo>
                    <a:cubicBezTo>
                      <a:pt x="107" y="9473"/>
                      <a:pt x="50" y="9480"/>
                      <a:pt x="28" y="9550"/>
                    </a:cubicBezTo>
                    <a:cubicBezTo>
                      <a:pt x="1" y="9659"/>
                      <a:pt x="77" y="9729"/>
                      <a:pt x="148" y="9789"/>
                    </a:cubicBezTo>
                    <a:cubicBezTo>
                      <a:pt x="514" y="10073"/>
                      <a:pt x="914" y="10219"/>
                      <a:pt x="1314" y="10219"/>
                    </a:cubicBezTo>
                    <a:cubicBezTo>
                      <a:pt x="1733" y="10219"/>
                      <a:pt x="2150" y="10058"/>
                      <a:pt x="2527" y="9729"/>
                    </a:cubicBezTo>
                    <a:cubicBezTo>
                      <a:pt x="3006" y="9305"/>
                      <a:pt x="3480" y="8902"/>
                      <a:pt x="4095" y="8679"/>
                    </a:cubicBezTo>
                    <a:cubicBezTo>
                      <a:pt x="4269" y="8619"/>
                      <a:pt x="4519" y="8543"/>
                      <a:pt x="4525" y="8260"/>
                    </a:cubicBezTo>
                    <a:lnTo>
                      <a:pt x="4525" y="8260"/>
                    </a:lnTo>
                    <a:cubicBezTo>
                      <a:pt x="3893" y="8450"/>
                      <a:pt x="3256" y="8635"/>
                      <a:pt x="2783" y="9125"/>
                    </a:cubicBezTo>
                    <a:cubicBezTo>
                      <a:pt x="2402" y="9517"/>
                      <a:pt x="1890" y="9637"/>
                      <a:pt x="1411" y="9811"/>
                    </a:cubicBezTo>
                    <a:cubicBezTo>
                      <a:pt x="1329" y="9840"/>
                      <a:pt x="1237" y="9855"/>
                      <a:pt x="1140" y="9855"/>
                    </a:cubicBezTo>
                    <a:cubicBezTo>
                      <a:pt x="986" y="9855"/>
                      <a:pt x="819" y="9817"/>
                      <a:pt x="665" y="9740"/>
                    </a:cubicBezTo>
                    <a:cubicBezTo>
                      <a:pt x="888" y="9604"/>
                      <a:pt x="1122" y="9523"/>
                      <a:pt x="1280" y="9365"/>
                    </a:cubicBezTo>
                    <a:cubicBezTo>
                      <a:pt x="2026" y="8608"/>
                      <a:pt x="2979" y="8145"/>
                      <a:pt x="3801" y="7503"/>
                    </a:cubicBezTo>
                    <a:cubicBezTo>
                      <a:pt x="4117" y="7263"/>
                      <a:pt x="4465" y="7089"/>
                      <a:pt x="4868" y="6997"/>
                    </a:cubicBezTo>
                    <a:cubicBezTo>
                      <a:pt x="5723" y="6801"/>
                      <a:pt x="6496" y="6463"/>
                      <a:pt x="6746" y="5483"/>
                    </a:cubicBezTo>
                    <a:cubicBezTo>
                      <a:pt x="6795" y="5298"/>
                      <a:pt x="6953" y="5146"/>
                      <a:pt x="7127" y="5037"/>
                    </a:cubicBezTo>
                    <a:cubicBezTo>
                      <a:pt x="8134" y="4432"/>
                      <a:pt x="8945" y="3583"/>
                      <a:pt x="9849" y="2854"/>
                    </a:cubicBezTo>
                    <a:cubicBezTo>
                      <a:pt x="9925" y="2794"/>
                      <a:pt x="9985" y="2718"/>
                      <a:pt x="10034" y="2641"/>
                    </a:cubicBezTo>
                    <a:cubicBezTo>
                      <a:pt x="10252" y="2315"/>
                      <a:pt x="10154" y="1917"/>
                      <a:pt x="9784" y="1814"/>
                    </a:cubicBezTo>
                    <a:cubicBezTo>
                      <a:pt x="9196" y="1645"/>
                      <a:pt x="8657" y="1340"/>
                      <a:pt x="8047" y="1253"/>
                    </a:cubicBezTo>
                    <a:cubicBezTo>
                      <a:pt x="7416" y="1161"/>
                      <a:pt x="6844" y="943"/>
                      <a:pt x="6436" y="415"/>
                    </a:cubicBezTo>
                    <a:cubicBezTo>
                      <a:pt x="6202" y="349"/>
                      <a:pt x="6093" y="83"/>
                      <a:pt x="58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7" name="Google Shape;1937;p36"/>
              <p:cNvSpPr/>
              <p:nvPr/>
            </p:nvSpPr>
            <p:spPr>
              <a:xfrm>
                <a:off x="5313876" y="2034960"/>
                <a:ext cx="187448" cy="369596"/>
              </a:xfrm>
              <a:custGeom>
                <a:rect b="b" l="l" r="r" t="t"/>
                <a:pathLst>
                  <a:path extrusionOk="0" h="6207" w="3148">
                    <a:moveTo>
                      <a:pt x="988" y="0"/>
                    </a:moveTo>
                    <a:cubicBezTo>
                      <a:pt x="980" y="0"/>
                      <a:pt x="972" y="1"/>
                      <a:pt x="964" y="2"/>
                    </a:cubicBezTo>
                    <a:cubicBezTo>
                      <a:pt x="823" y="24"/>
                      <a:pt x="785" y="160"/>
                      <a:pt x="774" y="274"/>
                    </a:cubicBezTo>
                    <a:cubicBezTo>
                      <a:pt x="741" y="601"/>
                      <a:pt x="610" y="895"/>
                      <a:pt x="398" y="1140"/>
                    </a:cubicBezTo>
                    <a:cubicBezTo>
                      <a:pt x="169" y="1407"/>
                      <a:pt x="77" y="1723"/>
                      <a:pt x="1" y="2055"/>
                    </a:cubicBezTo>
                    <a:cubicBezTo>
                      <a:pt x="52" y="2045"/>
                      <a:pt x="109" y="2023"/>
                      <a:pt x="152" y="2023"/>
                    </a:cubicBezTo>
                    <a:cubicBezTo>
                      <a:pt x="205" y="2023"/>
                      <a:pt x="237" y="2056"/>
                      <a:pt x="213" y="2185"/>
                    </a:cubicBezTo>
                    <a:cubicBezTo>
                      <a:pt x="191" y="2300"/>
                      <a:pt x="191" y="2419"/>
                      <a:pt x="186" y="2534"/>
                    </a:cubicBezTo>
                    <a:cubicBezTo>
                      <a:pt x="176" y="2717"/>
                      <a:pt x="130" y="2915"/>
                      <a:pt x="378" y="2915"/>
                    </a:cubicBezTo>
                    <a:cubicBezTo>
                      <a:pt x="402" y="2915"/>
                      <a:pt x="428" y="2913"/>
                      <a:pt x="458" y="2909"/>
                    </a:cubicBezTo>
                    <a:cubicBezTo>
                      <a:pt x="468" y="2908"/>
                      <a:pt x="477" y="2908"/>
                      <a:pt x="485" y="2908"/>
                    </a:cubicBezTo>
                    <a:cubicBezTo>
                      <a:pt x="595" y="2908"/>
                      <a:pt x="633" y="3000"/>
                      <a:pt x="638" y="3111"/>
                    </a:cubicBezTo>
                    <a:cubicBezTo>
                      <a:pt x="659" y="3710"/>
                      <a:pt x="1155" y="3857"/>
                      <a:pt x="1558" y="4091"/>
                    </a:cubicBezTo>
                    <a:cubicBezTo>
                      <a:pt x="1567" y="4096"/>
                      <a:pt x="1575" y="4099"/>
                      <a:pt x="1582" y="4099"/>
                    </a:cubicBezTo>
                    <a:cubicBezTo>
                      <a:pt x="1625" y="4099"/>
                      <a:pt x="1601" y="3988"/>
                      <a:pt x="1652" y="3988"/>
                    </a:cubicBezTo>
                    <a:cubicBezTo>
                      <a:pt x="1660" y="3988"/>
                      <a:pt x="1670" y="3991"/>
                      <a:pt x="1683" y="3998"/>
                    </a:cubicBezTo>
                    <a:cubicBezTo>
                      <a:pt x="1732" y="4227"/>
                      <a:pt x="1721" y="4455"/>
                      <a:pt x="1688" y="4689"/>
                    </a:cubicBezTo>
                    <a:cubicBezTo>
                      <a:pt x="1813" y="4842"/>
                      <a:pt x="1819" y="5032"/>
                      <a:pt x="1852" y="5212"/>
                    </a:cubicBezTo>
                    <a:cubicBezTo>
                      <a:pt x="1982" y="5980"/>
                      <a:pt x="1982" y="5980"/>
                      <a:pt x="2723" y="6143"/>
                    </a:cubicBezTo>
                    <a:cubicBezTo>
                      <a:pt x="2792" y="6160"/>
                      <a:pt x="2871" y="6207"/>
                      <a:pt x="2941" y="6207"/>
                    </a:cubicBezTo>
                    <a:cubicBezTo>
                      <a:pt x="2981" y="6207"/>
                      <a:pt x="3018" y="6192"/>
                      <a:pt x="3049" y="6148"/>
                    </a:cubicBezTo>
                    <a:cubicBezTo>
                      <a:pt x="3147" y="6018"/>
                      <a:pt x="3049" y="5876"/>
                      <a:pt x="2973" y="5762"/>
                    </a:cubicBezTo>
                    <a:cubicBezTo>
                      <a:pt x="2772" y="5452"/>
                      <a:pt x="2494" y="5207"/>
                      <a:pt x="2222" y="4967"/>
                    </a:cubicBezTo>
                    <a:cubicBezTo>
                      <a:pt x="1944" y="4717"/>
                      <a:pt x="1868" y="4412"/>
                      <a:pt x="1895" y="4074"/>
                    </a:cubicBezTo>
                    <a:cubicBezTo>
                      <a:pt x="1911" y="3851"/>
                      <a:pt x="1944" y="3622"/>
                      <a:pt x="1906" y="3405"/>
                    </a:cubicBezTo>
                    <a:cubicBezTo>
                      <a:pt x="1841" y="3002"/>
                      <a:pt x="1988" y="2545"/>
                      <a:pt x="1656" y="2191"/>
                    </a:cubicBezTo>
                    <a:cubicBezTo>
                      <a:pt x="1394" y="1918"/>
                      <a:pt x="1307" y="1586"/>
                      <a:pt x="1454" y="1243"/>
                    </a:cubicBezTo>
                    <a:cubicBezTo>
                      <a:pt x="1645" y="808"/>
                      <a:pt x="1438" y="498"/>
                      <a:pt x="1215" y="176"/>
                    </a:cubicBezTo>
                    <a:cubicBezTo>
                      <a:pt x="1159" y="96"/>
                      <a:pt x="1089" y="0"/>
                      <a:pt x="9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8" name="Google Shape;1938;p36"/>
              <p:cNvSpPr/>
              <p:nvPr/>
            </p:nvSpPr>
            <p:spPr>
              <a:xfrm>
                <a:off x="5218602" y="1976724"/>
                <a:ext cx="352387" cy="432833"/>
              </a:xfrm>
              <a:custGeom>
                <a:rect b="b" l="l" r="r" t="t"/>
                <a:pathLst>
                  <a:path extrusionOk="0" h="7269" w="5918">
                    <a:moveTo>
                      <a:pt x="1878" y="0"/>
                    </a:moveTo>
                    <a:cubicBezTo>
                      <a:pt x="1884" y="17"/>
                      <a:pt x="1889" y="38"/>
                      <a:pt x="1895" y="55"/>
                    </a:cubicBezTo>
                    <a:cubicBezTo>
                      <a:pt x="1933" y="131"/>
                      <a:pt x="1922" y="213"/>
                      <a:pt x="1960" y="289"/>
                    </a:cubicBezTo>
                    <a:cubicBezTo>
                      <a:pt x="2145" y="659"/>
                      <a:pt x="2123" y="719"/>
                      <a:pt x="1742" y="915"/>
                    </a:cubicBezTo>
                    <a:cubicBezTo>
                      <a:pt x="1590" y="991"/>
                      <a:pt x="1410" y="1029"/>
                      <a:pt x="1312" y="1187"/>
                    </a:cubicBezTo>
                    <a:cubicBezTo>
                      <a:pt x="887" y="1291"/>
                      <a:pt x="583" y="1557"/>
                      <a:pt x="381" y="1933"/>
                    </a:cubicBezTo>
                    <a:cubicBezTo>
                      <a:pt x="283" y="2113"/>
                      <a:pt x="0" y="2358"/>
                      <a:pt x="125" y="2445"/>
                    </a:cubicBezTo>
                    <a:cubicBezTo>
                      <a:pt x="161" y="2468"/>
                      <a:pt x="194" y="2478"/>
                      <a:pt x="224" y="2478"/>
                    </a:cubicBezTo>
                    <a:cubicBezTo>
                      <a:pt x="379" y="2478"/>
                      <a:pt x="473" y="2216"/>
                      <a:pt x="610" y="2107"/>
                    </a:cubicBezTo>
                    <a:cubicBezTo>
                      <a:pt x="833" y="1775"/>
                      <a:pt x="1138" y="1563"/>
                      <a:pt x="1519" y="1438"/>
                    </a:cubicBezTo>
                    <a:cubicBezTo>
                      <a:pt x="1851" y="1334"/>
                      <a:pt x="2189" y="1214"/>
                      <a:pt x="2276" y="1024"/>
                    </a:cubicBezTo>
                    <a:lnTo>
                      <a:pt x="2276" y="1024"/>
                    </a:lnTo>
                    <a:cubicBezTo>
                      <a:pt x="2210" y="1263"/>
                      <a:pt x="1971" y="1628"/>
                      <a:pt x="1878" y="2053"/>
                    </a:cubicBezTo>
                    <a:cubicBezTo>
                      <a:pt x="1780" y="2265"/>
                      <a:pt x="1590" y="2412"/>
                      <a:pt x="1514" y="2646"/>
                    </a:cubicBezTo>
                    <a:cubicBezTo>
                      <a:pt x="1470" y="2793"/>
                      <a:pt x="1361" y="2951"/>
                      <a:pt x="1601" y="3033"/>
                    </a:cubicBezTo>
                    <a:cubicBezTo>
                      <a:pt x="1655" y="2880"/>
                      <a:pt x="2014" y="2842"/>
                      <a:pt x="1775" y="2575"/>
                    </a:cubicBezTo>
                    <a:cubicBezTo>
                      <a:pt x="1769" y="2570"/>
                      <a:pt x="1808" y="2521"/>
                      <a:pt x="1829" y="2494"/>
                    </a:cubicBezTo>
                    <a:cubicBezTo>
                      <a:pt x="2161" y="2107"/>
                      <a:pt x="2455" y="1704"/>
                      <a:pt x="2477" y="1160"/>
                    </a:cubicBezTo>
                    <a:cubicBezTo>
                      <a:pt x="2481" y="1118"/>
                      <a:pt x="2495" y="1033"/>
                      <a:pt x="2559" y="1033"/>
                    </a:cubicBezTo>
                    <a:cubicBezTo>
                      <a:pt x="2579" y="1033"/>
                      <a:pt x="2604" y="1041"/>
                      <a:pt x="2635" y="1062"/>
                    </a:cubicBezTo>
                    <a:cubicBezTo>
                      <a:pt x="2858" y="1198"/>
                      <a:pt x="3060" y="1824"/>
                      <a:pt x="2983" y="2074"/>
                    </a:cubicBezTo>
                    <a:cubicBezTo>
                      <a:pt x="2842" y="2510"/>
                      <a:pt x="2836" y="2929"/>
                      <a:pt x="3212" y="3272"/>
                    </a:cubicBezTo>
                    <a:cubicBezTo>
                      <a:pt x="3283" y="3332"/>
                      <a:pt x="3370" y="3403"/>
                      <a:pt x="3364" y="3501"/>
                    </a:cubicBezTo>
                    <a:cubicBezTo>
                      <a:pt x="3332" y="4007"/>
                      <a:pt x="3501" y="4497"/>
                      <a:pt x="3419" y="5009"/>
                    </a:cubicBezTo>
                    <a:cubicBezTo>
                      <a:pt x="3364" y="5357"/>
                      <a:pt x="3419" y="5706"/>
                      <a:pt x="3724" y="5972"/>
                    </a:cubicBezTo>
                    <a:cubicBezTo>
                      <a:pt x="3947" y="6163"/>
                      <a:pt x="4138" y="6386"/>
                      <a:pt x="4350" y="6593"/>
                    </a:cubicBezTo>
                    <a:cubicBezTo>
                      <a:pt x="4491" y="6734"/>
                      <a:pt x="4589" y="6892"/>
                      <a:pt x="4633" y="7126"/>
                    </a:cubicBezTo>
                    <a:cubicBezTo>
                      <a:pt x="4470" y="7077"/>
                      <a:pt x="4339" y="7018"/>
                      <a:pt x="4203" y="7001"/>
                    </a:cubicBezTo>
                    <a:cubicBezTo>
                      <a:pt x="3658" y="6925"/>
                      <a:pt x="3658" y="6930"/>
                      <a:pt x="3582" y="6370"/>
                    </a:cubicBezTo>
                    <a:cubicBezTo>
                      <a:pt x="3533" y="6000"/>
                      <a:pt x="3441" y="5776"/>
                      <a:pt x="3288" y="5667"/>
                    </a:cubicBezTo>
                    <a:lnTo>
                      <a:pt x="3288" y="5667"/>
                    </a:lnTo>
                    <a:cubicBezTo>
                      <a:pt x="3337" y="6010"/>
                      <a:pt x="3375" y="6353"/>
                      <a:pt x="3441" y="6691"/>
                    </a:cubicBezTo>
                    <a:cubicBezTo>
                      <a:pt x="3511" y="7072"/>
                      <a:pt x="3755" y="7268"/>
                      <a:pt x="4128" y="7268"/>
                    </a:cubicBezTo>
                    <a:cubicBezTo>
                      <a:pt x="4133" y="7268"/>
                      <a:pt x="4138" y="7268"/>
                      <a:pt x="4143" y="7268"/>
                    </a:cubicBezTo>
                    <a:lnTo>
                      <a:pt x="4998" y="7268"/>
                    </a:lnTo>
                    <a:cubicBezTo>
                      <a:pt x="5248" y="6920"/>
                      <a:pt x="5493" y="6577"/>
                      <a:pt x="5744" y="6228"/>
                    </a:cubicBezTo>
                    <a:cubicBezTo>
                      <a:pt x="5825" y="6114"/>
                      <a:pt x="5918" y="6000"/>
                      <a:pt x="5782" y="5863"/>
                    </a:cubicBezTo>
                    <a:lnTo>
                      <a:pt x="5782" y="5863"/>
                    </a:lnTo>
                    <a:cubicBezTo>
                      <a:pt x="5488" y="6255"/>
                      <a:pt x="5199" y="6647"/>
                      <a:pt x="4851" y="7116"/>
                    </a:cubicBezTo>
                    <a:cubicBezTo>
                      <a:pt x="4753" y="6647"/>
                      <a:pt x="4421" y="6424"/>
                      <a:pt x="4187" y="6114"/>
                    </a:cubicBezTo>
                    <a:cubicBezTo>
                      <a:pt x="4204" y="6108"/>
                      <a:pt x="4223" y="6105"/>
                      <a:pt x="4241" y="6105"/>
                    </a:cubicBezTo>
                    <a:cubicBezTo>
                      <a:pt x="4290" y="6105"/>
                      <a:pt x="4338" y="6122"/>
                      <a:pt x="4378" y="6122"/>
                    </a:cubicBezTo>
                    <a:cubicBezTo>
                      <a:pt x="4415" y="6122"/>
                      <a:pt x="4445" y="6109"/>
                      <a:pt x="4464" y="6059"/>
                    </a:cubicBezTo>
                    <a:cubicBezTo>
                      <a:pt x="4524" y="5918"/>
                      <a:pt x="4404" y="5820"/>
                      <a:pt x="4323" y="5727"/>
                    </a:cubicBezTo>
                    <a:cubicBezTo>
                      <a:pt x="4257" y="5654"/>
                      <a:pt x="4167" y="5564"/>
                      <a:pt x="4077" y="5564"/>
                    </a:cubicBezTo>
                    <a:cubicBezTo>
                      <a:pt x="4048" y="5564"/>
                      <a:pt x="4019" y="5574"/>
                      <a:pt x="3991" y="5597"/>
                    </a:cubicBezTo>
                    <a:cubicBezTo>
                      <a:pt x="3876" y="5685"/>
                      <a:pt x="3797" y="5720"/>
                      <a:pt x="3741" y="5720"/>
                    </a:cubicBezTo>
                    <a:cubicBezTo>
                      <a:pt x="3583" y="5720"/>
                      <a:pt x="3613" y="5445"/>
                      <a:pt x="3593" y="5325"/>
                    </a:cubicBezTo>
                    <a:cubicBezTo>
                      <a:pt x="3555" y="5052"/>
                      <a:pt x="3577" y="4758"/>
                      <a:pt x="3604" y="4481"/>
                    </a:cubicBezTo>
                    <a:cubicBezTo>
                      <a:pt x="3762" y="3016"/>
                      <a:pt x="3599" y="1644"/>
                      <a:pt x="2510" y="523"/>
                    </a:cubicBezTo>
                    <a:cubicBezTo>
                      <a:pt x="2248" y="256"/>
                      <a:pt x="2063" y="55"/>
                      <a:pt x="187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9" name="Google Shape;1939;p36"/>
              <p:cNvSpPr/>
              <p:nvPr/>
            </p:nvSpPr>
            <p:spPr>
              <a:xfrm>
                <a:off x="6004671" y="1790523"/>
                <a:ext cx="283256" cy="677741"/>
              </a:xfrm>
              <a:custGeom>
                <a:rect b="b" l="l" r="r" t="t"/>
                <a:pathLst>
                  <a:path extrusionOk="0" h="11382" w="4757">
                    <a:moveTo>
                      <a:pt x="4728" y="1"/>
                    </a:moveTo>
                    <a:cubicBezTo>
                      <a:pt x="4696" y="1"/>
                      <a:pt x="4637" y="74"/>
                      <a:pt x="4605" y="74"/>
                    </a:cubicBezTo>
                    <a:cubicBezTo>
                      <a:pt x="4604" y="74"/>
                      <a:pt x="4602" y="74"/>
                      <a:pt x="4601" y="73"/>
                    </a:cubicBezTo>
                    <a:cubicBezTo>
                      <a:pt x="4508" y="433"/>
                      <a:pt x="4416" y="792"/>
                      <a:pt x="4323" y="1157"/>
                    </a:cubicBezTo>
                    <a:cubicBezTo>
                      <a:pt x="4111" y="1973"/>
                      <a:pt x="4106" y="2828"/>
                      <a:pt x="3844" y="3639"/>
                    </a:cubicBezTo>
                    <a:cubicBezTo>
                      <a:pt x="3556" y="4516"/>
                      <a:pt x="3485" y="5490"/>
                      <a:pt x="2712" y="6149"/>
                    </a:cubicBezTo>
                    <a:cubicBezTo>
                      <a:pt x="2657" y="6192"/>
                      <a:pt x="2652" y="6296"/>
                      <a:pt x="2625" y="6366"/>
                    </a:cubicBezTo>
                    <a:cubicBezTo>
                      <a:pt x="2574" y="6479"/>
                      <a:pt x="2521" y="6543"/>
                      <a:pt x="2460" y="6543"/>
                    </a:cubicBezTo>
                    <a:cubicBezTo>
                      <a:pt x="2408" y="6543"/>
                      <a:pt x="2352" y="6498"/>
                      <a:pt x="2287" y="6399"/>
                    </a:cubicBezTo>
                    <a:cubicBezTo>
                      <a:pt x="2124" y="6143"/>
                      <a:pt x="1950" y="5887"/>
                      <a:pt x="1776" y="5642"/>
                    </a:cubicBezTo>
                    <a:cubicBezTo>
                      <a:pt x="1741" y="5588"/>
                      <a:pt x="1686" y="5528"/>
                      <a:pt x="1622" y="5528"/>
                    </a:cubicBezTo>
                    <a:cubicBezTo>
                      <a:pt x="1596" y="5528"/>
                      <a:pt x="1569" y="5537"/>
                      <a:pt x="1541" y="5561"/>
                    </a:cubicBezTo>
                    <a:cubicBezTo>
                      <a:pt x="1454" y="5626"/>
                      <a:pt x="1520" y="5713"/>
                      <a:pt x="1558" y="5784"/>
                    </a:cubicBezTo>
                    <a:cubicBezTo>
                      <a:pt x="1732" y="6051"/>
                      <a:pt x="1863" y="6350"/>
                      <a:pt x="2124" y="6541"/>
                    </a:cubicBezTo>
                    <a:cubicBezTo>
                      <a:pt x="2353" y="6709"/>
                      <a:pt x="2287" y="6862"/>
                      <a:pt x="2146" y="7031"/>
                    </a:cubicBezTo>
                    <a:cubicBezTo>
                      <a:pt x="1362" y="7945"/>
                      <a:pt x="692" y="8925"/>
                      <a:pt x="458" y="10199"/>
                    </a:cubicBezTo>
                    <a:cubicBezTo>
                      <a:pt x="1" y="9377"/>
                      <a:pt x="725" y="8843"/>
                      <a:pt x="861" y="8114"/>
                    </a:cubicBezTo>
                    <a:lnTo>
                      <a:pt x="861" y="8114"/>
                    </a:lnTo>
                    <a:cubicBezTo>
                      <a:pt x="425" y="8511"/>
                      <a:pt x="170" y="8936"/>
                      <a:pt x="88" y="9426"/>
                    </a:cubicBezTo>
                    <a:cubicBezTo>
                      <a:pt x="33" y="9785"/>
                      <a:pt x="28" y="10172"/>
                      <a:pt x="415" y="10400"/>
                    </a:cubicBezTo>
                    <a:cubicBezTo>
                      <a:pt x="502" y="10449"/>
                      <a:pt x="507" y="10531"/>
                      <a:pt x="502" y="10613"/>
                    </a:cubicBezTo>
                    <a:cubicBezTo>
                      <a:pt x="480" y="10841"/>
                      <a:pt x="556" y="11054"/>
                      <a:pt x="638" y="11261"/>
                    </a:cubicBezTo>
                    <a:cubicBezTo>
                      <a:pt x="694" y="11319"/>
                      <a:pt x="753" y="11381"/>
                      <a:pt x="794" y="11381"/>
                    </a:cubicBezTo>
                    <a:cubicBezTo>
                      <a:pt x="830" y="11381"/>
                      <a:pt x="853" y="11336"/>
                      <a:pt x="850" y="11206"/>
                    </a:cubicBezTo>
                    <a:cubicBezTo>
                      <a:pt x="845" y="11032"/>
                      <a:pt x="807" y="10858"/>
                      <a:pt x="801" y="10684"/>
                    </a:cubicBezTo>
                    <a:cubicBezTo>
                      <a:pt x="768" y="9584"/>
                      <a:pt x="1079" y="8588"/>
                      <a:pt x="1830" y="7776"/>
                    </a:cubicBezTo>
                    <a:cubicBezTo>
                      <a:pt x="3044" y="6459"/>
                      <a:pt x="3910" y="4973"/>
                      <a:pt x="4214" y="3193"/>
                    </a:cubicBezTo>
                    <a:cubicBezTo>
                      <a:pt x="4356" y="2376"/>
                      <a:pt x="4476" y="1554"/>
                      <a:pt x="4612" y="732"/>
                    </a:cubicBezTo>
                    <a:cubicBezTo>
                      <a:pt x="4645" y="525"/>
                      <a:pt x="4710" y="324"/>
                      <a:pt x="4743" y="117"/>
                    </a:cubicBezTo>
                    <a:cubicBezTo>
                      <a:pt x="4757" y="28"/>
                      <a:pt x="4748" y="1"/>
                      <a:pt x="47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0" name="Google Shape;1940;p36"/>
              <p:cNvSpPr/>
              <p:nvPr/>
            </p:nvSpPr>
            <p:spPr>
              <a:xfrm>
                <a:off x="6282812" y="2594873"/>
                <a:ext cx="244789" cy="627009"/>
              </a:xfrm>
              <a:custGeom>
                <a:rect b="b" l="l" r="r" t="t"/>
                <a:pathLst>
                  <a:path extrusionOk="0" h="10530" w="4111">
                    <a:moveTo>
                      <a:pt x="3902" y="0"/>
                    </a:moveTo>
                    <a:cubicBezTo>
                      <a:pt x="3819" y="0"/>
                      <a:pt x="3734" y="31"/>
                      <a:pt x="3648" y="66"/>
                    </a:cubicBezTo>
                    <a:cubicBezTo>
                      <a:pt x="3273" y="224"/>
                      <a:pt x="2941" y="447"/>
                      <a:pt x="2696" y="774"/>
                    </a:cubicBezTo>
                    <a:cubicBezTo>
                      <a:pt x="2461" y="1090"/>
                      <a:pt x="2162" y="1329"/>
                      <a:pt x="1857" y="1569"/>
                    </a:cubicBezTo>
                    <a:cubicBezTo>
                      <a:pt x="1732" y="1661"/>
                      <a:pt x="1623" y="1770"/>
                      <a:pt x="1520" y="1885"/>
                    </a:cubicBezTo>
                    <a:cubicBezTo>
                      <a:pt x="926" y="2560"/>
                      <a:pt x="480" y="3327"/>
                      <a:pt x="219" y="4193"/>
                    </a:cubicBezTo>
                    <a:cubicBezTo>
                      <a:pt x="126" y="4862"/>
                      <a:pt x="1" y="5527"/>
                      <a:pt x="186" y="6202"/>
                    </a:cubicBezTo>
                    <a:cubicBezTo>
                      <a:pt x="480" y="7258"/>
                      <a:pt x="1171" y="8053"/>
                      <a:pt x="1928" y="8793"/>
                    </a:cubicBezTo>
                    <a:cubicBezTo>
                      <a:pt x="2211" y="9071"/>
                      <a:pt x="2532" y="9316"/>
                      <a:pt x="2766" y="9637"/>
                    </a:cubicBezTo>
                    <a:cubicBezTo>
                      <a:pt x="3131" y="9833"/>
                      <a:pt x="3234" y="10285"/>
                      <a:pt x="3605" y="10530"/>
                    </a:cubicBezTo>
                    <a:cubicBezTo>
                      <a:pt x="3572" y="10127"/>
                      <a:pt x="3381" y="9860"/>
                      <a:pt x="3142" y="9604"/>
                    </a:cubicBezTo>
                    <a:cubicBezTo>
                      <a:pt x="2559" y="8989"/>
                      <a:pt x="1906" y="8455"/>
                      <a:pt x="1362" y="7797"/>
                    </a:cubicBezTo>
                    <a:cubicBezTo>
                      <a:pt x="404" y="6632"/>
                      <a:pt x="44" y="5407"/>
                      <a:pt x="643" y="3953"/>
                    </a:cubicBezTo>
                    <a:cubicBezTo>
                      <a:pt x="1030" y="3011"/>
                      <a:pt x="1525" y="2168"/>
                      <a:pt x="2336" y="1536"/>
                    </a:cubicBezTo>
                    <a:cubicBezTo>
                      <a:pt x="2494" y="1411"/>
                      <a:pt x="2647" y="1269"/>
                      <a:pt x="2761" y="1106"/>
                    </a:cubicBezTo>
                    <a:cubicBezTo>
                      <a:pt x="3098" y="616"/>
                      <a:pt x="3567" y="300"/>
                      <a:pt x="4111" y="83"/>
                    </a:cubicBezTo>
                    <a:cubicBezTo>
                      <a:pt x="4043" y="23"/>
                      <a:pt x="3974" y="0"/>
                      <a:pt x="39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1" name="Google Shape;1941;p36"/>
              <p:cNvSpPr/>
              <p:nvPr/>
            </p:nvSpPr>
            <p:spPr>
              <a:xfrm>
                <a:off x="6666289" y="2931249"/>
                <a:ext cx="165059" cy="195665"/>
              </a:xfrm>
              <a:custGeom>
                <a:rect b="b" l="l" r="r" t="t"/>
                <a:pathLst>
                  <a:path extrusionOk="0" h="3286" w="2772">
                    <a:moveTo>
                      <a:pt x="1601" y="1"/>
                    </a:moveTo>
                    <a:cubicBezTo>
                      <a:pt x="1540" y="1"/>
                      <a:pt x="1480" y="21"/>
                      <a:pt x="1406" y="52"/>
                    </a:cubicBezTo>
                    <a:cubicBezTo>
                      <a:pt x="948" y="237"/>
                      <a:pt x="671" y="634"/>
                      <a:pt x="300" y="923"/>
                    </a:cubicBezTo>
                    <a:cubicBezTo>
                      <a:pt x="121" y="1064"/>
                      <a:pt x="1" y="1304"/>
                      <a:pt x="17" y="1543"/>
                    </a:cubicBezTo>
                    <a:cubicBezTo>
                      <a:pt x="50" y="2148"/>
                      <a:pt x="251" y="2719"/>
                      <a:pt x="458" y="3286"/>
                    </a:cubicBezTo>
                    <a:cubicBezTo>
                      <a:pt x="475" y="2502"/>
                      <a:pt x="921" y="1946"/>
                      <a:pt x="1416" y="1429"/>
                    </a:cubicBezTo>
                    <a:cubicBezTo>
                      <a:pt x="1519" y="1323"/>
                      <a:pt x="1642" y="1176"/>
                      <a:pt x="1803" y="1176"/>
                    </a:cubicBezTo>
                    <a:cubicBezTo>
                      <a:pt x="1864" y="1176"/>
                      <a:pt x="1931" y="1197"/>
                      <a:pt x="2004" y="1249"/>
                    </a:cubicBezTo>
                    <a:cubicBezTo>
                      <a:pt x="2298" y="1037"/>
                      <a:pt x="2418" y="656"/>
                      <a:pt x="2772" y="504"/>
                    </a:cubicBezTo>
                    <a:cubicBezTo>
                      <a:pt x="2429" y="351"/>
                      <a:pt x="2091" y="199"/>
                      <a:pt x="1754" y="41"/>
                    </a:cubicBezTo>
                    <a:cubicBezTo>
                      <a:pt x="1697" y="13"/>
                      <a:pt x="1649" y="1"/>
                      <a:pt x="160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2" name="Google Shape;1942;p36"/>
              <p:cNvSpPr/>
              <p:nvPr/>
            </p:nvSpPr>
            <p:spPr>
              <a:xfrm>
                <a:off x="5855270" y="1799693"/>
                <a:ext cx="290461" cy="356079"/>
              </a:xfrm>
              <a:custGeom>
                <a:rect b="b" l="l" r="r" t="t"/>
                <a:pathLst>
                  <a:path extrusionOk="0" h="5980" w="4878">
                    <a:moveTo>
                      <a:pt x="185" y="1"/>
                    </a:moveTo>
                    <a:cubicBezTo>
                      <a:pt x="0" y="240"/>
                      <a:pt x="245" y="235"/>
                      <a:pt x="354" y="268"/>
                    </a:cubicBezTo>
                    <a:cubicBezTo>
                      <a:pt x="675" y="366"/>
                      <a:pt x="1018" y="333"/>
                      <a:pt x="1350" y="436"/>
                    </a:cubicBezTo>
                    <a:cubicBezTo>
                      <a:pt x="1301" y="513"/>
                      <a:pt x="1241" y="529"/>
                      <a:pt x="1192" y="562"/>
                    </a:cubicBezTo>
                    <a:cubicBezTo>
                      <a:pt x="1045" y="638"/>
                      <a:pt x="893" y="719"/>
                      <a:pt x="898" y="921"/>
                    </a:cubicBezTo>
                    <a:cubicBezTo>
                      <a:pt x="904" y="1128"/>
                      <a:pt x="1056" y="1220"/>
                      <a:pt x="1225" y="1291"/>
                    </a:cubicBezTo>
                    <a:cubicBezTo>
                      <a:pt x="1388" y="1367"/>
                      <a:pt x="1568" y="1405"/>
                      <a:pt x="1710" y="1509"/>
                    </a:cubicBezTo>
                    <a:cubicBezTo>
                      <a:pt x="1846" y="1607"/>
                      <a:pt x="2042" y="1689"/>
                      <a:pt x="2009" y="1901"/>
                    </a:cubicBezTo>
                    <a:cubicBezTo>
                      <a:pt x="1990" y="1914"/>
                      <a:pt x="1972" y="1920"/>
                      <a:pt x="1955" y="1920"/>
                    </a:cubicBezTo>
                    <a:cubicBezTo>
                      <a:pt x="1881" y="1920"/>
                      <a:pt x="1819" y="1820"/>
                      <a:pt x="1755" y="1820"/>
                    </a:cubicBezTo>
                    <a:cubicBezTo>
                      <a:pt x="1724" y="1820"/>
                      <a:pt x="1694" y="1842"/>
                      <a:pt x="1661" y="1906"/>
                    </a:cubicBezTo>
                    <a:cubicBezTo>
                      <a:pt x="2292" y="2658"/>
                      <a:pt x="2885" y="3441"/>
                      <a:pt x="3370" y="4307"/>
                    </a:cubicBezTo>
                    <a:cubicBezTo>
                      <a:pt x="3473" y="4389"/>
                      <a:pt x="3577" y="4465"/>
                      <a:pt x="3675" y="4547"/>
                    </a:cubicBezTo>
                    <a:cubicBezTo>
                      <a:pt x="3571" y="4209"/>
                      <a:pt x="3299" y="3975"/>
                      <a:pt x="3141" y="3583"/>
                    </a:cubicBezTo>
                    <a:lnTo>
                      <a:pt x="3141" y="3583"/>
                    </a:lnTo>
                    <a:cubicBezTo>
                      <a:pt x="3631" y="3921"/>
                      <a:pt x="3876" y="4411"/>
                      <a:pt x="4355" y="4655"/>
                    </a:cubicBezTo>
                    <a:cubicBezTo>
                      <a:pt x="4330" y="4662"/>
                      <a:pt x="4304" y="4663"/>
                      <a:pt x="4277" y="4663"/>
                    </a:cubicBezTo>
                    <a:cubicBezTo>
                      <a:pt x="4231" y="4663"/>
                      <a:pt x="4185" y="4658"/>
                      <a:pt x="4142" y="4658"/>
                    </a:cubicBezTo>
                    <a:cubicBezTo>
                      <a:pt x="4079" y="4658"/>
                      <a:pt x="4025" y="4671"/>
                      <a:pt x="3996" y="4737"/>
                    </a:cubicBezTo>
                    <a:cubicBezTo>
                      <a:pt x="3936" y="4862"/>
                      <a:pt x="4110" y="4917"/>
                      <a:pt x="4165" y="5009"/>
                    </a:cubicBezTo>
                    <a:cubicBezTo>
                      <a:pt x="4328" y="5282"/>
                      <a:pt x="4530" y="5532"/>
                      <a:pt x="4638" y="5831"/>
                    </a:cubicBezTo>
                    <a:cubicBezTo>
                      <a:pt x="4667" y="5897"/>
                      <a:pt x="4687" y="5979"/>
                      <a:pt x="4762" y="5979"/>
                    </a:cubicBezTo>
                    <a:cubicBezTo>
                      <a:pt x="4774" y="5979"/>
                      <a:pt x="4787" y="5977"/>
                      <a:pt x="4802" y="5973"/>
                    </a:cubicBezTo>
                    <a:cubicBezTo>
                      <a:pt x="4878" y="5946"/>
                      <a:pt x="4851" y="5853"/>
                      <a:pt x="4856" y="5782"/>
                    </a:cubicBezTo>
                    <a:cubicBezTo>
                      <a:pt x="4791" y="5478"/>
                      <a:pt x="4535" y="5260"/>
                      <a:pt x="4437" y="4944"/>
                    </a:cubicBezTo>
                    <a:cubicBezTo>
                      <a:pt x="4807" y="4939"/>
                      <a:pt x="4736" y="4792"/>
                      <a:pt x="4546" y="4601"/>
                    </a:cubicBezTo>
                    <a:cubicBezTo>
                      <a:pt x="4148" y="4215"/>
                      <a:pt x="3756" y="3817"/>
                      <a:pt x="3326" y="3392"/>
                    </a:cubicBezTo>
                    <a:cubicBezTo>
                      <a:pt x="3430" y="3392"/>
                      <a:pt x="3462" y="3392"/>
                      <a:pt x="3495" y="3387"/>
                    </a:cubicBezTo>
                    <a:cubicBezTo>
                      <a:pt x="3499" y="3387"/>
                      <a:pt x="3504" y="3387"/>
                      <a:pt x="3508" y="3387"/>
                    </a:cubicBezTo>
                    <a:cubicBezTo>
                      <a:pt x="3595" y="3387"/>
                      <a:pt x="3699" y="3449"/>
                      <a:pt x="3781" y="3449"/>
                    </a:cubicBezTo>
                    <a:cubicBezTo>
                      <a:pt x="3832" y="3449"/>
                      <a:pt x="3874" y="3425"/>
                      <a:pt x="3898" y="3349"/>
                    </a:cubicBezTo>
                    <a:cubicBezTo>
                      <a:pt x="3947" y="3191"/>
                      <a:pt x="3740" y="3109"/>
                      <a:pt x="3626" y="3022"/>
                    </a:cubicBezTo>
                    <a:cubicBezTo>
                      <a:pt x="3359" y="2826"/>
                      <a:pt x="3081" y="2652"/>
                      <a:pt x="2820" y="2462"/>
                    </a:cubicBezTo>
                    <a:cubicBezTo>
                      <a:pt x="2608" y="2309"/>
                      <a:pt x="2597" y="2244"/>
                      <a:pt x="2711" y="2064"/>
                    </a:cubicBezTo>
                    <a:cubicBezTo>
                      <a:pt x="2782" y="1961"/>
                      <a:pt x="2711" y="1901"/>
                      <a:pt x="2640" y="1868"/>
                    </a:cubicBezTo>
                    <a:cubicBezTo>
                      <a:pt x="2276" y="1672"/>
                      <a:pt x="2020" y="1335"/>
                      <a:pt x="1671" y="1122"/>
                    </a:cubicBezTo>
                    <a:cubicBezTo>
                      <a:pt x="1579" y="1019"/>
                      <a:pt x="1328" y="1084"/>
                      <a:pt x="1372" y="839"/>
                    </a:cubicBezTo>
                    <a:cubicBezTo>
                      <a:pt x="1399" y="768"/>
                      <a:pt x="1465" y="790"/>
                      <a:pt x="1514" y="768"/>
                    </a:cubicBezTo>
                    <a:cubicBezTo>
                      <a:pt x="1748" y="681"/>
                      <a:pt x="1818" y="464"/>
                      <a:pt x="1802" y="268"/>
                    </a:cubicBezTo>
                    <a:cubicBezTo>
                      <a:pt x="1789" y="136"/>
                      <a:pt x="1702" y="110"/>
                      <a:pt x="1601" y="110"/>
                    </a:cubicBezTo>
                    <a:cubicBezTo>
                      <a:pt x="1536" y="110"/>
                      <a:pt x="1465" y="121"/>
                      <a:pt x="1405" y="121"/>
                    </a:cubicBezTo>
                    <a:cubicBezTo>
                      <a:pt x="1378" y="121"/>
                      <a:pt x="1351" y="122"/>
                      <a:pt x="1324" y="122"/>
                    </a:cubicBezTo>
                    <a:cubicBezTo>
                      <a:pt x="938" y="122"/>
                      <a:pt x="562" y="52"/>
                      <a:pt x="1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3" name="Google Shape;1943;p36"/>
              <p:cNvSpPr/>
              <p:nvPr/>
            </p:nvSpPr>
            <p:spPr>
              <a:xfrm>
                <a:off x="5575462" y="1721270"/>
                <a:ext cx="353757" cy="393592"/>
              </a:xfrm>
              <a:custGeom>
                <a:rect b="b" l="l" r="r" t="t"/>
                <a:pathLst>
                  <a:path extrusionOk="0" h="6610" w="5941">
                    <a:moveTo>
                      <a:pt x="5635" y="0"/>
                    </a:moveTo>
                    <a:lnTo>
                      <a:pt x="5635" y="0"/>
                    </a:lnTo>
                    <a:cubicBezTo>
                      <a:pt x="5118" y="22"/>
                      <a:pt x="4792" y="354"/>
                      <a:pt x="4449" y="659"/>
                    </a:cubicBezTo>
                    <a:cubicBezTo>
                      <a:pt x="4483" y="677"/>
                      <a:pt x="4513" y="684"/>
                      <a:pt x="4540" y="684"/>
                    </a:cubicBezTo>
                    <a:cubicBezTo>
                      <a:pt x="4647" y="684"/>
                      <a:pt x="4708" y="570"/>
                      <a:pt x="4786" y="518"/>
                    </a:cubicBezTo>
                    <a:cubicBezTo>
                      <a:pt x="4917" y="436"/>
                      <a:pt x="4999" y="284"/>
                      <a:pt x="5222" y="278"/>
                    </a:cubicBezTo>
                    <a:lnTo>
                      <a:pt x="5222" y="278"/>
                    </a:lnTo>
                    <a:cubicBezTo>
                      <a:pt x="4498" y="920"/>
                      <a:pt x="4160" y="1726"/>
                      <a:pt x="3932" y="2608"/>
                    </a:cubicBezTo>
                    <a:cubicBezTo>
                      <a:pt x="3741" y="3327"/>
                      <a:pt x="3333" y="3915"/>
                      <a:pt x="2728" y="4377"/>
                    </a:cubicBezTo>
                    <a:cubicBezTo>
                      <a:pt x="2157" y="4807"/>
                      <a:pt x="1558" y="5199"/>
                      <a:pt x="943" y="5559"/>
                    </a:cubicBezTo>
                    <a:cubicBezTo>
                      <a:pt x="638" y="5738"/>
                      <a:pt x="360" y="5951"/>
                      <a:pt x="181" y="6266"/>
                    </a:cubicBezTo>
                    <a:cubicBezTo>
                      <a:pt x="121" y="6370"/>
                      <a:pt x="1" y="6473"/>
                      <a:pt x="126" y="6609"/>
                    </a:cubicBezTo>
                    <a:cubicBezTo>
                      <a:pt x="279" y="6544"/>
                      <a:pt x="404" y="6462"/>
                      <a:pt x="420" y="6283"/>
                    </a:cubicBezTo>
                    <a:cubicBezTo>
                      <a:pt x="475" y="6092"/>
                      <a:pt x="611" y="5978"/>
                      <a:pt x="769" y="5864"/>
                    </a:cubicBezTo>
                    <a:cubicBezTo>
                      <a:pt x="1101" y="5619"/>
                      <a:pt x="1465" y="5423"/>
                      <a:pt x="1814" y="5216"/>
                    </a:cubicBezTo>
                    <a:cubicBezTo>
                      <a:pt x="2304" y="4927"/>
                      <a:pt x="2728" y="4562"/>
                      <a:pt x="3202" y="4263"/>
                    </a:cubicBezTo>
                    <a:cubicBezTo>
                      <a:pt x="3910" y="3817"/>
                      <a:pt x="4775" y="3838"/>
                      <a:pt x="5494" y="3414"/>
                    </a:cubicBezTo>
                    <a:lnTo>
                      <a:pt x="5494" y="3414"/>
                    </a:lnTo>
                    <a:cubicBezTo>
                      <a:pt x="5260" y="3681"/>
                      <a:pt x="5086" y="3975"/>
                      <a:pt x="4819" y="4214"/>
                    </a:cubicBezTo>
                    <a:cubicBezTo>
                      <a:pt x="4367" y="4628"/>
                      <a:pt x="3812" y="4791"/>
                      <a:pt x="3256" y="4982"/>
                    </a:cubicBezTo>
                    <a:cubicBezTo>
                      <a:pt x="2973" y="5080"/>
                      <a:pt x="2690" y="5194"/>
                      <a:pt x="2413" y="5314"/>
                    </a:cubicBezTo>
                    <a:cubicBezTo>
                      <a:pt x="2364" y="5336"/>
                      <a:pt x="2266" y="5385"/>
                      <a:pt x="2342" y="5466"/>
                    </a:cubicBezTo>
                    <a:cubicBezTo>
                      <a:pt x="2364" y="5493"/>
                      <a:pt x="2434" y="5483"/>
                      <a:pt x="2478" y="5488"/>
                    </a:cubicBezTo>
                    <a:cubicBezTo>
                      <a:pt x="2799" y="5292"/>
                      <a:pt x="3158" y="5178"/>
                      <a:pt x="3518" y="5074"/>
                    </a:cubicBezTo>
                    <a:cubicBezTo>
                      <a:pt x="4008" y="4933"/>
                      <a:pt x="4465" y="4742"/>
                      <a:pt x="4846" y="4394"/>
                    </a:cubicBezTo>
                    <a:cubicBezTo>
                      <a:pt x="5320" y="3964"/>
                      <a:pt x="5821" y="3550"/>
                      <a:pt x="5940" y="2864"/>
                    </a:cubicBezTo>
                    <a:cubicBezTo>
                      <a:pt x="5924" y="2853"/>
                      <a:pt x="5913" y="2842"/>
                      <a:pt x="5897" y="2837"/>
                    </a:cubicBezTo>
                    <a:cubicBezTo>
                      <a:pt x="5879" y="2833"/>
                      <a:pt x="5862" y="2831"/>
                      <a:pt x="5845" y="2831"/>
                    </a:cubicBezTo>
                    <a:cubicBezTo>
                      <a:pt x="5741" y="2831"/>
                      <a:pt x="5660" y="2899"/>
                      <a:pt x="5576" y="2951"/>
                    </a:cubicBezTo>
                    <a:cubicBezTo>
                      <a:pt x="5118" y="3240"/>
                      <a:pt x="4634" y="3468"/>
                      <a:pt x="4100" y="3588"/>
                    </a:cubicBezTo>
                    <a:cubicBezTo>
                      <a:pt x="3964" y="3615"/>
                      <a:pt x="3839" y="3681"/>
                      <a:pt x="3692" y="3751"/>
                    </a:cubicBezTo>
                    <a:cubicBezTo>
                      <a:pt x="3834" y="3528"/>
                      <a:pt x="3953" y="3310"/>
                      <a:pt x="4046" y="3087"/>
                    </a:cubicBezTo>
                    <a:cubicBezTo>
                      <a:pt x="4258" y="2592"/>
                      <a:pt x="4340" y="2053"/>
                      <a:pt x="4574" y="1563"/>
                    </a:cubicBezTo>
                    <a:cubicBezTo>
                      <a:pt x="4628" y="1459"/>
                      <a:pt x="4634" y="1345"/>
                      <a:pt x="4666" y="1236"/>
                    </a:cubicBezTo>
                    <a:cubicBezTo>
                      <a:pt x="4993" y="833"/>
                      <a:pt x="5358" y="463"/>
                      <a:pt x="56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4" name="Google Shape;1944;p36"/>
              <p:cNvSpPr/>
              <p:nvPr/>
            </p:nvSpPr>
            <p:spPr>
              <a:xfrm>
                <a:off x="5928512" y="1302661"/>
                <a:ext cx="374121" cy="443610"/>
              </a:xfrm>
              <a:custGeom>
                <a:rect b="b" l="l" r="r" t="t"/>
                <a:pathLst>
                  <a:path extrusionOk="0" h="7450" w="6283">
                    <a:moveTo>
                      <a:pt x="90" y="0"/>
                    </a:moveTo>
                    <a:cubicBezTo>
                      <a:pt x="63" y="0"/>
                      <a:pt x="35" y="18"/>
                      <a:pt x="6" y="68"/>
                    </a:cubicBezTo>
                    <a:cubicBezTo>
                      <a:pt x="0" y="176"/>
                      <a:pt x="93" y="220"/>
                      <a:pt x="153" y="291"/>
                    </a:cubicBezTo>
                    <a:cubicBezTo>
                      <a:pt x="844" y="1102"/>
                      <a:pt x="1694" y="1761"/>
                      <a:pt x="2434" y="2528"/>
                    </a:cubicBezTo>
                    <a:cubicBezTo>
                      <a:pt x="2951" y="3018"/>
                      <a:pt x="3452" y="3530"/>
                      <a:pt x="3926" y="4063"/>
                    </a:cubicBezTo>
                    <a:cubicBezTo>
                      <a:pt x="4557" y="4771"/>
                      <a:pt x="5123" y="5533"/>
                      <a:pt x="5608" y="6350"/>
                    </a:cubicBezTo>
                    <a:cubicBezTo>
                      <a:pt x="5766" y="6622"/>
                      <a:pt x="5934" y="6883"/>
                      <a:pt x="5973" y="7199"/>
                    </a:cubicBezTo>
                    <a:cubicBezTo>
                      <a:pt x="6060" y="7265"/>
                      <a:pt x="6038" y="7406"/>
                      <a:pt x="6174" y="7450"/>
                    </a:cubicBezTo>
                    <a:cubicBezTo>
                      <a:pt x="6283" y="7286"/>
                      <a:pt x="6239" y="7123"/>
                      <a:pt x="6196" y="6954"/>
                    </a:cubicBezTo>
                    <a:cubicBezTo>
                      <a:pt x="5885" y="5680"/>
                      <a:pt x="5074" y="4706"/>
                      <a:pt x="4241" y="3764"/>
                    </a:cubicBezTo>
                    <a:cubicBezTo>
                      <a:pt x="3022" y="2398"/>
                      <a:pt x="1487" y="1374"/>
                      <a:pt x="196" y="73"/>
                    </a:cubicBezTo>
                    <a:cubicBezTo>
                      <a:pt x="164" y="38"/>
                      <a:pt x="128" y="0"/>
                      <a:pt x="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5" name="Google Shape;1945;p36"/>
              <p:cNvSpPr/>
              <p:nvPr/>
            </p:nvSpPr>
            <p:spPr>
              <a:xfrm>
                <a:off x="6551544" y="3303830"/>
                <a:ext cx="193581" cy="296355"/>
              </a:xfrm>
              <a:custGeom>
                <a:rect b="b" l="l" r="r" t="t"/>
                <a:pathLst>
                  <a:path extrusionOk="0" h="4977" w="3251">
                    <a:moveTo>
                      <a:pt x="2901" y="0"/>
                    </a:moveTo>
                    <a:cubicBezTo>
                      <a:pt x="2777" y="0"/>
                      <a:pt x="2777" y="113"/>
                      <a:pt x="2777" y="191"/>
                    </a:cubicBezTo>
                    <a:cubicBezTo>
                      <a:pt x="2788" y="567"/>
                      <a:pt x="2598" y="861"/>
                      <a:pt x="2423" y="1166"/>
                    </a:cubicBezTo>
                    <a:cubicBezTo>
                      <a:pt x="2086" y="1759"/>
                      <a:pt x="1639" y="2266"/>
                      <a:pt x="1209" y="2794"/>
                    </a:cubicBezTo>
                    <a:cubicBezTo>
                      <a:pt x="1253" y="2625"/>
                      <a:pt x="1335" y="2483"/>
                      <a:pt x="1416" y="2342"/>
                    </a:cubicBezTo>
                    <a:cubicBezTo>
                      <a:pt x="1558" y="2097"/>
                      <a:pt x="1699" y="1852"/>
                      <a:pt x="1765" y="1574"/>
                    </a:cubicBezTo>
                    <a:cubicBezTo>
                      <a:pt x="1797" y="1433"/>
                      <a:pt x="1857" y="1242"/>
                      <a:pt x="1596" y="1220"/>
                    </a:cubicBezTo>
                    <a:cubicBezTo>
                      <a:pt x="1433" y="1536"/>
                      <a:pt x="1275" y="1846"/>
                      <a:pt x="1111" y="2157"/>
                    </a:cubicBezTo>
                    <a:cubicBezTo>
                      <a:pt x="768" y="2815"/>
                      <a:pt x="583" y="3485"/>
                      <a:pt x="981" y="4193"/>
                    </a:cubicBezTo>
                    <a:cubicBezTo>
                      <a:pt x="1019" y="4264"/>
                      <a:pt x="1041" y="4334"/>
                      <a:pt x="948" y="4432"/>
                    </a:cubicBezTo>
                    <a:cubicBezTo>
                      <a:pt x="839" y="4242"/>
                      <a:pt x="719" y="4084"/>
                      <a:pt x="562" y="3964"/>
                    </a:cubicBezTo>
                    <a:cubicBezTo>
                      <a:pt x="499" y="3917"/>
                      <a:pt x="436" y="3889"/>
                      <a:pt x="371" y="3889"/>
                    </a:cubicBezTo>
                    <a:cubicBezTo>
                      <a:pt x="317" y="3889"/>
                      <a:pt x="262" y="3909"/>
                      <a:pt x="208" y="3953"/>
                    </a:cubicBezTo>
                    <a:cubicBezTo>
                      <a:pt x="23" y="4111"/>
                      <a:pt x="1" y="4601"/>
                      <a:pt x="170" y="4808"/>
                    </a:cubicBezTo>
                    <a:cubicBezTo>
                      <a:pt x="333" y="4634"/>
                      <a:pt x="257" y="4362"/>
                      <a:pt x="404" y="4171"/>
                    </a:cubicBezTo>
                    <a:cubicBezTo>
                      <a:pt x="627" y="4313"/>
                      <a:pt x="676" y="4530"/>
                      <a:pt x="719" y="4748"/>
                    </a:cubicBezTo>
                    <a:cubicBezTo>
                      <a:pt x="741" y="4841"/>
                      <a:pt x="741" y="4950"/>
                      <a:pt x="850" y="4971"/>
                    </a:cubicBezTo>
                    <a:cubicBezTo>
                      <a:pt x="867" y="4975"/>
                      <a:pt x="883" y="4977"/>
                      <a:pt x="898" y="4977"/>
                    </a:cubicBezTo>
                    <a:cubicBezTo>
                      <a:pt x="992" y="4977"/>
                      <a:pt x="1060" y="4909"/>
                      <a:pt x="1111" y="4830"/>
                    </a:cubicBezTo>
                    <a:cubicBezTo>
                      <a:pt x="1280" y="4547"/>
                      <a:pt x="1411" y="4258"/>
                      <a:pt x="1193" y="3948"/>
                    </a:cubicBezTo>
                    <a:cubicBezTo>
                      <a:pt x="997" y="3670"/>
                      <a:pt x="1041" y="3431"/>
                      <a:pt x="1269" y="3202"/>
                    </a:cubicBezTo>
                    <a:cubicBezTo>
                      <a:pt x="1384" y="3088"/>
                      <a:pt x="1487" y="2957"/>
                      <a:pt x="1596" y="2832"/>
                    </a:cubicBezTo>
                    <a:cubicBezTo>
                      <a:pt x="2162" y="2200"/>
                      <a:pt x="2690" y="1547"/>
                      <a:pt x="3082" y="790"/>
                    </a:cubicBezTo>
                    <a:cubicBezTo>
                      <a:pt x="3251" y="475"/>
                      <a:pt x="3229" y="213"/>
                      <a:pt x="2919" y="1"/>
                    </a:cubicBezTo>
                    <a:cubicBezTo>
                      <a:pt x="2913" y="0"/>
                      <a:pt x="2907" y="0"/>
                      <a:pt x="29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6" name="Google Shape;1946;p36"/>
              <p:cNvSpPr/>
              <p:nvPr/>
            </p:nvSpPr>
            <p:spPr>
              <a:xfrm>
                <a:off x="5482749" y="1730381"/>
                <a:ext cx="264916" cy="140050"/>
              </a:xfrm>
              <a:custGeom>
                <a:rect b="b" l="l" r="r" t="t"/>
                <a:pathLst>
                  <a:path extrusionOk="0" h="2352" w="4449">
                    <a:moveTo>
                      <a:pt x="3618" y="859"/>
                    </a:moveTo>
                    <a:cubicBezTo>
                      <a:pt x="3624" y="859"/>
                      <a:pt x="3622" y="893"/>
                      <a:pt x="3609" y="893"/>
                    </a:cubicBezTo>
                    <a:cubicBezTo>
                      <a:pt x="3607" y="893"/>
                      <a:pt x="3604" y="892"/>
                      <a:pt x="3601" y="889"/>
                    </a:cubicBezTo>
                    <a:lnTo>
                      <a:pt x="3601" y="889"/>
                    </a:lnTo>
                    <a:cubicBezTo>
                      <a:pt x="3601" y="889"/>
                      <a:pt x="3601" y="889"/>
                      <a:pt x="3601" y="889"/>
                    </a:cubicBezTo>
                    <a:cubicBezTo>
                      <a:pt x="3605" y="889"/>
                      <a:pt x="3608" y="884"/>
                      <a:pt x="3610" y="871"/>
                    </a:cubicBezTo>
                    <a:cubicBezTo>
                      <a:pt x="3613" y="863"/>
                      <a:pt x="3616" y="859"/>
                      <a:pt x="3618" y="859"/>
                    </a:cubicBezTo>
                    <a:close/>
                    <a:moveTo>
                      <a:pt x="4084" y="1"/>
                    </a:moveTo>
                    <a:cubicBezTo>
                      <a:pt x="4008" y="1"/>
                      <a:pt x="3924" y="25"/>
                      <a:pt x="3855" y="43"/>
                    </a:cubicBezTo>
                    <a:cubicBezTo>
                      <a:pt x="3191" y="223"/>
                      <a:pt x="2516" y="370"/>
                      <a:pt x="1923" y="800"/>
                    </a:cubicBezTo>
                    <a:cubicBezTo>
                      <a:pt x="1912" y="555"/>
                      <a:pt x="1721" y="414"/>
                      <a:pt x="1683" y="190"/>
                    </a:cubicBezTo>
                    <a:cubicBezTo>
                      <a:pt x="1669" y="115"/>
                      <a:pt x="1633" y="86"/>
                      <a:pt x="1594" y="86"/>
                    </a:cubicBezTo>
                    <a:cubicBezTo>
                      <a:pt x="1545" y="86"/>
                      <a:pt x="1490" y="131"/>
                      <a:pt x="1460" y="185"/>
                    </a:cubicBezTo>
                    <a:cubicBezTo>
                      <a:pt x="1090" y="887"/>
                      <a:pt x="409" y="1350"/>
                      <a:pt x="61" y="2069"/>
                    </a:cubicBezTo>
                    <a:cubicBezTo>
                      <a:pt x="88" y="2172"/>
                      <a:pt x="1" y="2335"/>
                      <a:pt x="202" y="2352"/>
                    </a:cubicBezTo>
                    <a:cubicBezTo>
                      <a:pt x="295" y="2314"/>
                      <a:pt x="360" y="2248"/>
                      <a:pt x="404" y="2161"/>
                    </a:cubicBezTo>
                    <a:cubicBezTo>
                      <a:pt x="660" y="1644"/>
                      <a:pt x="1052" y="1230"/>
                      <a:pt x="1460" y="838"/>
                    </a:cubicBezTo>
                    <a:lnTo>
                      <a:pt x="1460" y="838"/>
                    </a:lnTo>
                    <a:cubicBezTo>
                      <a:pt x="1493" y="1007"/>
                      <a:pt x="1395" y="1230"/>
                      <a:pt x="1601" y="1312"/>
                    </a:cubicBezTo>
                    <a:cubicBezTo>
                      <a:pt x="1634" y="1325"/>
                      <a:pt x="1665" y="1331"/>
                      <a:pt x="1695" y="1331"/>
                    </a:cubicBezTo>
                    <a:cubicBezTo>
                      <a:pt x="1837" y="1331"/>
                      <a:pt x="1942" y="1196"/>
                      <a:pt x="2037" y="1083"/>
                    </a:cubicBezTo>
                    <a:cubicBezTo>
                      <a:pt x="2157" y="947"/>
                      <a:pt x="2315" y="882"/>
                      <a:pt x="2483" y="816"/>
                    </a:cubicBezTo>
                    <a:cubicBezTo>
                      <a:pt x="2886" y="664"/>
                      <a:pt x="3300" y="533"/>
                      <a:pt x="3714" y="430"/>
                    </a:cubicBezTo>
                    <a:lnTo>
                      <a:pt x="3714" y="430"/>
                    </a:lnTo>
                    <a:cubicBezTo>
                      <a:pt x="3605" y="550"/>
                      <a:pt x="3382" y="642"/>
                      <a:pt x="3578" y="871"/>
                    </a:cubicBezTo>
                    <a:cubicBezTo>
                      <a:pt x="3583" y="876"/>
                      <a:pt x="3587" y="880"/>
                      <a:pt x="3590" y="883"/>
                    </a:cubicBezTo>
                    <a:lnTo>
                      <a:pt x="3590" y="883"/>
                    </a:lnTo>
                    <a:cubicBezTo>
                      <a:pt x="3276" y="969"/>
                      <a:pt x="2950" y="1024"/>
                      <a:pt x="2658" y="1181"/>
                    </a:cubicBezTo>
                    <a:cubicBezTo>
                      <a:pt x="2532" y="1247"/>
                      <a:pt x="2407" y="1317"/>
                      <a:pt x="2353" y="1453"/>
                    </a:cubicBezTo>
                    <a:cubicBezTo>
                      <a:pt x="2316" y="1539"/>
                      <a:pt x="2319" y="1603"/>
                      <a:pt x="2384" y="1603"/>
                    </a:cubicBezTo>
                    <a:cubicBezTo>
                      <a:pt x="2406" y="1603"/>
                      <a:pt x="2435" y="1595"/>
                      <a:pt x="2473" y="1579"/>
                    </a:cubicBezTo>
                    <a:cubicBezTo>
                      <a:pt x="3059" y="1363"/>
                      <a:pt x="3641" y="1127"/>
                      <a:pt x="4285" y="1127"/>
                    </a:cubicBezTo>
                    <a:cubicBezTo>
                      <a:pt x="4293" y="1127"/>
                      <a:pt x="4300" y="1127"/>
                      <a:pt x="4307" y="1127"/>
                    </a:cubicBezTo>
                    <a:cubicBezTo>
                      <a:pt x="4405" y="1127"/>
                      <a:pt x="4411" y="1018"/>
                      <a:pt x="4449" y="953"/>
                    </a:cubicBezTo>
                    <a:cubicBezTo>
                      <a:pt x="4226" y="806"/>
                      <a:pt x="4264" y="474"/>
                      <a:pt x="4280" y="354"/>
                    </a:cubicBezTo>
                    <a:cubicBezTo>
                      <a:pt x="4314" y="70"/>
                      <a:pt x="4211" y="1"/>
                      <a:pt x="408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7" name="Google Shape;1947;p36"/>
              <p:cNvSpPr/>
              <p:nvPr/>
            </p:nvSpPr>
            <p:spPr>
              <a:xfrm>
                <a:off x="6910726" y="6459"/>
                <a:ext cx="338156" cy="209777"/>
              </a:xfrm>
              <a:custGeom>
                <a:rect b="b" l="l" r="r" t="t"/>
                <a:pathLst>
                  <a:path extrusionOk="0" h="3523" w="5679">
                    <a:moveTo>
                      <a:pt x="3787" y="1"/>
                    </a:moveTo>
                    <a:cubicBezTo>
                      <a:pt x="3567" y="1"/>
                      <a:pt x="3388" y="113"/>
                      <a:pt x="3300" y="321"/>
                    </a:cubicBezTo>
                    <a:cubicBezTo>
                      <a:pt x="2973" y="1116"/>
                      <a:pt x="2494" y="1775"/>
                      <a:pt x="1819" y="2324"/>
                    </a:cubicBezTo>
                    <a:cubicBezTo>
                      <a:pt x="1258" y="2787"/>
                      <a:pt x="757" y="3299"/>
                      <a:pt x="1" y="3419"/>
                    </a:cubicBezTo>
                    <a:cubicBezTo>
                      <a:pt x="55" y="3498"/>
                      <a:pt x="122" y="3523"/>
                      <a:pt x="202" y="3523"/>
                    </a:cubicBezTo>
                    <a:cubicBezTo>
                      <a:pt x="226" y="3523"/>
                      <a:pt x="252" y="3520"/>
                      <a:pt x="278" y="3517"/>
                    </a:cubicBezTo>
                    <a:cubicBezTo>
                      <a:pt x="708" y="3457"/>
                      <a:pt x="1106" y="3342"/>
                      <a:pt x="1427" y="3032"/>
                    </a:cubicBezTo>
                    <a:cubicBezTo>
                      <a:pt x="1705" y="2776"/>
                      <a:pt x="1955" y="2471"/>
                      <a:pt x="2271" y="2286"/>
                    </a:cubicBezTo>
                    <a:cubicBezTo>
                      <a:pt x="2902" y="1911"/>
                      <a:pt x="3207" y="1312"/>
                      <a:pt x="3485" y="691"/>
                    </a:cubicBezTo>
                    <a:cubicBezTo>
                      <a:pt x="3602" y="435"/>
                      <a:pt x="3705" y="310"/>
                      <a:pt x="3852" y="310"/>
                    </a:cubicBezTo>
                    <a:cubicBezTo>
                      <a:pt x="3951" y="310"/>
                      <a:pt x="4069" y="367"/>
                      <a:pt x="4225" y="479"/>
                    </a:cubicBezTo>
                    <a:cubicBezTo>
                      <a:pt x="4356" y="571"/>
                      <a:pt x="4476" y="691"/>
                      <a:pt x="4585" y="811"/>
                    </a:cubicBezTo>
                    <a:cubicBezTo>
                      <a:pt x="4824" y="1078"/>
                      <a:pt x="5026" y="1388"/>
                      <a:pt x="5390" y="1508"/>
                    </a:cubicBezTo>
                    <a:cubicBezTo>
                      <a:pt x="5455" y="1521"/>
                      <a:pt x="5492" y="1635"/>
                      <a:pt x="5550" y="1635"/>
                    </a:cubicBezTo>
                    <a:cubicBezTo>
                      <a:pt x="5566" y="1635"/>
                      <a:pt x="5583" y="1627"/>
                      <a:pt x="5603" y="1606"/>
                    </a:cubicBezTo>
                    <a:cubicBezTo>
                      <a:pt x="5679" y="1524"/>
                      <a:pt x="5614" y="1377"/>
                      <a:pt x="5526" y="1334"/>
                    </a:cubicBezTo>
                    <a:cubicBezTo>
                      <a:pt x="5200" y="1176"/>
                      <a:pt x="5047" y="860"/>
                      <a:pt x="4840" y="599"/>
                    </a:cubicBezTo>
                    <a:cubicBezTo>
                      <a:pt x="4634" y="337"/>
                      <a:pt x="4372" y="174"/>
                      <a:pt x="4078" y="60"/>
                    </a:cubicBezTo>
                    <a:cubicBezTo>
                      <a:pt x="3976" y="20"/>
                      <a:pt x="3878" y="1"/>
                      <a:pt x="37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8" name="Google Shape;1948;p36"/>
              <p:cNvSpPr/>
              <p:nvPr/>
            </p:nvSpPr>
            <p:spPr>
              <a:xfrm>
                <a:off x="5154411" y="1868350"/>
                <a:ext cx="204894" cy="179111"/>
              </a:xfrm>
              <a:custGeom>
                <a:rect b="b" l="l" r="r" t="t"/>
                <a:pathLst>
                  <a:path extrusionOk="0" h="3008" w="3441">
                    <a:moveTo>
                      <a:pt x="172" y="1"/>
                    </a:moveTo>
                    <a:cubicBezTo>
                      <a:pt x="141" y="1"/>
                      <a:pt x="112" y="11"/>
                      <a:pt x="87" y="40"/>
                    </a:cubicBezTo>
                    <a:cubicBezTo>
                      <a:pt x="0" y="149"/>
                      <a:pt x="104" y="242"/>
                      <a:pt x="180" y="301"/>
                    </a:cubicBezTo>
                    <a:cubicBezTo>
                      <a:pt x="964" y="927"/>
                      <a:pt x="1361" y="1875"/>
                      <a:pt x="2096" y="2533"/>
                    </a:cubicBezTo>
                    <a:cubicBezTo>
                      <a:pt x="2183" y="2702"/>
                      <a:pt x="2385" y="2795"/>
                      <a:pt x="2390" y="3007"/>
                    </a:cubicBezTo>
                    <a:cubicBezTo>
                      <a:pt x="2499" y="2964"/>
                      <a:pt x="2602" y="2915"/>
                      <a:pt x="2711" y="2876"/>
                    </a:cubicBezTo>
                    <a:cubicBezTo>
                      <a:pt x="3408" y="2604"/>
                      <a:pt x="3441" y="2474"/>
                      <a:pt x="2973" y="1875"/>
                    </a:cubicBezTo>
                    <a:lnTo>
                      <a:pt x="2973" y="1875"/>
                    </a:lnTo>
                    <a:cubicBezTo>
                      <a:pt x="2967" y="1918"/>
                      <a:pt x="2967" y="1962"/>
                      <a:pt x="2962" y="2005"/>
                    </a:cubicBezTo>
                    <a:cubicBezTo>
                      <a:pt x="2938" y="2031"/>
                      <a:pt x="2916" y="2040"/>
                      <a:pt x="2893" y="2040"/>
                    </a:cubicBezTo>
                    <a:cubicBezTo>
                      <a:pt x="2854" y="2040"/>
                      <a:pt x="2815" y="2010"/>
                      <a:pt x="2777" y="1989"/>
                    </a:cubicBezTo>
                    <a:cubicBezTo>
                      <a:pt x="2428" y="1804"/>
                      <a:pt x="2167" y="1515"/>
                      <a:pt x="1922" y="1216"/>
                    </a:cubicBezTo>
                    <a:cubicBezTo>
                      <a:pt x="1492" y="693"/>
                      <a:pt x="964" y="318"/>
                      <a:pt x="349" y="62"/>
                    </a:cubicBezTo>
                    <a:cubicBezTo>
                      <a:pt x="292" y="37"/>
                      <a:pt x="229" y="1"/>
                      <a:pt x="17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9" name="Google Shape;1949;p36"/>
              <p:cNvSpPr/>
              <p:nvPr/>
            </p:nvSpPr>
            <p:spPr>
              <a:xfrm>
                <a:off x="5658470" y="825934"/>
                <a:ext cx="242527" cy="446409"/>
              </a:xfrm>
              <a:custGeom>
                <a:rect b="b" l="l" r="r" t="t"/>
                <a:pathLst>
                  <a:path extrusionOk="0" h="7497" w="4073">
                    <a:moveTo>
                      <a:pt x="665" y="0"/>
                    </a:moveTo>
                    <a:cubicBezTo>
                      <a:pt x="1" y="1437"/>
                      <a:pt x="93" y="2815"/>
                      <a:pt x="1019" y="4110"/>
                    </a:cubicBezTo>
                    <a:cubicBezTo>
                      <a:pt x="1824" y="5248"/>
                      <a:pt x="2712" y="6310"/>
                      <a:pt x="3697" y="7295"/>
                    </a:cubicBezTo>
                    <a:cubicBezTo>
                      <a:pt x="3784" y="7377"/>
                      <a:pt x="3866" y="7464"/>
                      <a:pt x="3980" y="7497"/>
                    </a:cubicBezTo>
                    <a:cubicBezTo>
                      <a:pt x="4073" y="7284"/>
                      <a:pt x="3888" y="7181"/>
                      <a:pt x="3790" y="7061"/>
                    </a:cubicBezTo>
                    <a:cubicBezTo>
                      <a:pt x="2978" y="6097"/>
                      <a:pt x="2135" y="5167"/>
                      <a:pt x="1372" y="4159"/>
                    </a:cubicBezTo>
                    <a:cubicBezTo>
                      <a:pt x="540" y="3054"/>
                      <a:pt x="158" y="1895"/>
                      <a:pt x="621" y="534"/>
                    </a:cubicBezTo>
                    <a:cubicBezTo>
                      <a:pt x="676" y="376"/>
                      <a:pt x="795" y="191"/>
                      <a:pt x="6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0" name="Google Shape;1950;p36"/>
              <p:cNvSpPr/>
              <p:nvPr/>
            </p:nvSpPr>
            <p:spPr>
              <a:xfrm>
                <a:off x="5112550" y="1843697"/>
                <a:ext cx="221805" cy="175539"/>
              </a:xfrm>
              <a:custGeom>
                <a:rect b="b" l="l" r="r" t="t"/>
                <a:pathLst>
                  <a:path extrusionOk="0" h="2948" w="3725">
                    <a:moveTo>
                      <a:pt x="220" y="1"/>
                    </a:moveTo>
                    <a:cubicBezTo>
                      <a:pt x="167" y="1"/>
                      <a:pt x="124" y="17"/>
                      <a:pt x="99" y="62"/>
                    </a:cubicBezTo>
                    <a:cubicBezTo>
                      <a:pt x="1" y="236"/>
                      <a:pt x="240" y="345"/>
                      <a:pt x="377" y="443"/>
                    </a:cubicBezTo>
                    <a:cubicBezTo>
                      <a:pt x="926" y="841"/>
                      <a:pt x="1378" y="1325"/>
                      <a:pt x="1754" y="1886"/>
                    </a:cubicBezTo>
                    <a:cubicBezTo>
                      <a:pt x="2032" y="2305"/>
                      <a:pt x="2325" y="2724"/>
                      <a:pt x="2799" y="2947"/>
                    </a:cubicBezTo>
                    <a:cubicBezTo>
                      <a:pt x="2848" y="2915"/>
                      <a:pt x="2854" y="2871"/>
                      <a:pt x="2815" y="2833"/>
                    </a:cubicBezTo>
                    <a:cubicBezTo>
                      <a:pt x="2325" y="2387"/>
                      <a:pt x="1966" y="1831"/>
                      <a:pt x="1585" y="1298"/>
                    </a:cubicBezTo>
                    <a:cubicBezTo>
                      <a:pt x="1356" y="982"/>
                      <a:pt x="1013" y="786"/>
                      <a:pt x="785" y="470"/>
                    </a:cubicBezTo>
                    <a:lnTo>
                      <a:pt x="785" y="470"/>
                    </a:lnTo>
                    <a:cubicBezTo>
                      <a:pt x="1482" y="726"/>
                      <a:pt x="2086" y="1091"/>
                      <a:pt x="2554" y="1684"/>
                    </a:cubicBezTo>
                    <a:cubicBezTo>
                      <a:pt x="2826" y="2033"/>
                      <a:pt x="3148" y="2343"/>
                      <a:pt x="3556" y="2550"/>
                    </a:cubicBezTo>
                    <a:cubicBezTo>
                      <a:pt x="3589" y="2565"/>
                      <a:pt x="3628" y="2598"/>
                      <a:pt x="3663" y="2598"/>
                    </a:cubicBezTo>
                    <a:cubicBezTo>
                      <a:pt x="3679" y="2598"/>
                      <a:pt x="3695" y="2591"/>
                      <a:pt x="3708" y="2572"/>
                    </a:cubicBezTo>
                    <a:cubicBezTo>
                      <a:pt x="3725" y="2545"/>
                      <a:pt x="3681" y="2468"/>
                      <a:pt x="3665" y="2419"/>
                    </a:cubicBezTo>
                    <a:cubicBezTo>
                      <a:pt x="3403" y="2153"/>
                      <a:pt x="3104" y="1913"/>
                      <a:pt x="2881" y="1619"/>
                    </a:cubicBezTo>
                    <a:cubicBezTo>
                      <a:pt x="2287" y="835"/>
                      <a:pt x="1493" y="383"/>
                      <a:pt x="578" y="100"/>
                    </a:cubicBezTo>
                    <a:cubicBezTo>
                      <a:pt x="469" y="67"/>
                      <a:pt x="325" y="1"/>
                      <a:pt x="2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1" name="Google Shape;1951;p36"/>
              <p:cNvSpPr/>
              <p:nvPr/>
            </p:nvSpPr>
            <p:spPr>
              <a:xfrm>
                <a:off x="5985557" y="4690959"/>
                <a:ext cx="188698" cy="251161"/>
              </a:xfrm>
              <a:custGeom>
                <a:rect b="b" l="l" r="r" t="t"/>
                <a:pathLst>
                  <a:path extrusionOk="0" h="4218" w="3169">
                    <a:moveTo>
                      <a:pt x="77" y="1"/>
                    </a:moveTo>
                    <a:cubicBezTo>
                      <a:pt x="1" y="284"/>
                      <a:pt x="251" y="414"/>
                      <a:pt x="256" y="627"/>
                    </a:cubicBezTo>
                    <a:cubicBezTo>
                      <a:pt x="1242" y="1618"/>
                      <a:pt x="2184" y="2636"/>
                      <a:pt x="2597" y="4029"/>
                    </a:cubicBezTo>
                    <a:cubicBezTo>
                      <a:pt x="2635" y="4162"/>
                      <a:pt x="2700" y="4218"/>
                      <a:pt x="2774" y="4218"/>
                    </a:cubicBezTo>
                    <a:cubicBezTo>
                      <a:pt x="2850" y="4218"/>
                      <a:pt x="2934" y="4160"/>
                      <a:pt x="3011" y="4067"/>
                    </a:cubicBezTo>
                    <a:cubicBezTo>
                      <a:pt x="3169" y="3882"/>
                      <a:pt x="3136" y="3670"/>
                      <a:pt x="3066" y="3469"/>
                    </a:cubicBezTo>
                    <a:cubicBezTo>
                      <a:pt x="2940" y="3109"/>
                      <a:pt x="2804" y="2750"/>
                      <a:pt x="2668" y="2391"/>
                    </a:cubicBezTo>
                    <a:cubicBezTo>
                      <a:pt x="2325" y="1917"/>
                      <a:pt x="2080" y="1367"/>
                      <a:pt x="1645" y="959"/>
                    </a:cubicBezTo>
                    <a:lnTo>
                      <a:pt x="1645" y="959"/>
                    </a:lnTo>
                    <a:cubicBezTo>
                      <a:pt x="1960" y="1982"/>
                      <a:pt x="2772" y="2799"/>
                      <a:pt x="2880" y="4013"/>
                    </a:cubicBezTo>
                    <a:cubicBezTo>
                      <a:pt x="2663" y="3822"/>
                      <a:pt x="2635" y="3648"/>
                      <a:pt x="2592" y="3485"/>
                    </a:cubicBezTo>
                    <a:cubicBezTo>
                      <a:pt x="2472" y="3049"/>
                      <a:pt x="2276" y="2663"/>
                      <a:pt x="1988" y="2309"/>
                    </a:cubicBezTo>
                    <a:cubicBezTo>
                      <a:pt x="1367" y="1541"/>
                      <a:pt x="545" y="937"/>
                      <a:pt x="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2" name="Google Shape;1952;p36"/>
              <p:cNvSpPr/>
              <p:nvPr/>
            </p:nvSpPr>
            <p:spPr>
              <a:xfrm>
                <a:off x="6616092" y="3297518"/>
                <a:ext cx="109265" cy="184709"/>
              </a:xfrm>
              <a:custGeom>
                <a:rect b="b" l="l" r="r" t="t"/>
                <a:pathLst>
                  <a:path extrusionOk="0" h="3102" w="1835">
                    <a:moveTo>
                      <a:pt x="1771" y="1"/>
                    </a:moveTo>
                    <a:cubicBezTo>
                      <a:pt x="1757" y="1"/>
                      <a:pt x="1738" y="5"/>
                      <a:pt x="1715" y="14"/>
                    </a:cubicBezTo>
                    <a:cubicBezTo>
                      <a:pt x="1640" y="45"/>
                      <a:pt x="1569" y="115"/>
                      <a:pt x="1482" y="115"/>
                    </a:cubicBezTo>
                    <a:cubicBezTo>
                      <a:pt x="1461" y="115"/>
                      <a:pt x="1439" y="111"/>
                      <a:pt x="1416" y="101"/>
                    </a:cubicBezTo>
                    <a:cubicBezTo>
                      <a:pt x="1312" y="281"/>
                      <a:pt x="1225" y="466"/>
                      <a:pt x="1105" y="635"/>
                    </a:cubicBezTo>
                    <a:cubicBezTo>
                      <a:pt x="1060" y="698"/>
                      <a:pt x="1007" y="747"/>
                      <a:pt x="959" y="747"/>
                    </a:cubicBezTo>
                    <a:cubicBezTo>
                      <a:pt x="915" y="747"/>
                      <a:pt x="875" y="706"/>
                      <a:pt x="849" y="597"/>
                    </a:cubicBezTo>
                    <a:cubicBezTo>
                      <a:pt x="735" y="842"/>
                      <a:pt x="572" y="1060"/>
                      <a:pt x="512" y="1326"/>
                    </a:cubicBezTo>
                    <a:cubicBezTo>
                      <a:pt x="675" y="1397"/>
                      <a:pt x="648" y="1528"/>
                      <a:pt x="604" y="1658"/>
                    </a:cubicBezTo>
                    <a:cubicBezTo>
                      <a:pt x="517" y="1952"/>
                      <a:pt x="376" y="2219"/>
                      <a:pt x="212" y="2481"/>
                    </a:cubicBezTo>
                    <a:cubicBezTo>
                      <a:pt x="93" y="2666"/>
                      <a:pt x="0" y="2862"/>
                      <a:pt x="17" y="3101"/>
                    </a:cubicBezTo>
                    <a:cubicBezTo>
                      <a:pt x="55" y="3090"/>
                      <a:pt x="87" y="3090"/>
                      <a:pt x="98" y="3074"/>
                    </a:cubicBezTo>
                    <a:cubicBezTo>
                      <a:pt x="795" y="2154"/>
                      <a:pt x="1710" y="1359"/>
                      <a:pt x="1835" y="107"/>
                    </a:cubicBezTo>
                    <a:cubicBezTo>
                      <a:pt x="1822" y="56"/>
                      <a:pt x="1823" y="1"/>
                      <a:pt x="17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3" name="Google Shape;1953;p36"/>
              <p:cNvSpPr/>
              <p:nvPr/>
            </p:nvSpPr>
            <p:spPr>
              <a:xfrm>
                <a:off x="5844254" y="1794870"/>
                <a:ext cx="146898" cy="126593"/>
              </a:xfrm>
              <a:custGeom>
                <a:rect b="b" l="l" r="r" t="t"/>
                <a:pathLst>
                  <a:path extrusionOk="0" h="2126" w="2467">
                    <a:moveTo>
                      <a:pt x="152" y="0"/>
                    </a:moveTo>
                    <a:cubicBezTo>
                      <a:pt x="60" y="71"/>
                      <a:pt x="33" y="169"/>
                      <a:pt x="11" y="278"/>
                    </a:cubicBezTo>
                    <a:cubicBezTo>
                      <a:pt x="0" y="458"/>
                      <a:pt x="93" y="583"/>
                      <a:pt x="207" y="708"/>
                    </a:cubicBezTo>
                    <a:cubicBezTo>
                      <a:pt x="561" y="1089"/>
                      <a:pt x="1007" y="1345"/>
                      <a:pt x="1432" y="1633"/>
                    </a:cubicBezTo>
                    <a:lnTo>
                      <a:pt x="1426" y="1628"/>
                    </a:lnTo>
                    <a:lnTo>
                      <a:pt x="1426" y="1628"/>
                    </a:lnTo>
                    <a:cubicBezTo>
                      <a:pt x="1562" y="1748"/>
                      <a:pt x="1704" y="1868"/>
                      <a:pt x="1846" y="1987"/>
                    </a:cubicBezTo>
                    <a:cubicBezTo>
                      <a:pt x="1872" y="1961"/>
                      <a:pt x="1894" y="1951"/>
                      <a:pt x="1913" y="1951"/>
                    </a:cubicBezTo>
                    <a:cubicBezTo>
                      <a:pt x="1958" y="1951"/>
                      <a:pt x="1986" y="2006"/>
                      <a:pt x="2009" y="2036"/>
                    </a:cubicBezTo>
                    <a:cubicBezTo>
                      <a:pt x="2056" y="2101"/>
                      <a:pt x="2095" y="2125"/>
                      <a:pt x="2133" y="2125"/>
                    </a:cubicBezTo>
                    <a:cubicBezTo>
                      <a:pt x="2188" y="2125"/>
                      <a:pt x="2239" y="2075"/>
                      <a:pt x="2303" y="2020"/>
                    </a:cubicBezTo>
                    <a:cubicBezTo>
                      <a:pt x="2466" y="1884"/>
                      <a:pt x="2297" y="1846"/>
                      <a:pt x="2254" y="1780"/>
                    </a:cubicBezTo>
                    <a:cubicBezTo>
                      <a:pt x="2042" y="1486"/>
                      <a:pt x="1704" y="1394"/>
                      <a:pt x="1388" y="1274"/>
                    </a:cubicBezTo>
                    <a:cubicBezTo>
                      <a:pt x="1258" y="1225"/>
                      <a:pt x="1160" y="1149"/>
                      <a:pt x="1149" y="1002"/>
                    </a:cubicBezTo>
                    <a:cubicBezTo>
                      <a:pt x="1138" y="855"/>
                      <a:pt x="1252" y="806"/>
                      <a:pt x="1356" y="746"/>
                    </a:cubicBezTo>
                    <a:cubicBezTo>
                      <a:pt x="1486" y="664"/>
                      <a:pt x="1666" y="643"/>
                      <a:pt x="1742" y="436"/>
                    </a:cubicBezTo>
                    <a:cubicBezTo>
                      <a:pt x="1350" y="387"/>
                      <a:pt x="974" y="338"/>
                      <a:pt x="599" y="278"/>
                    </a:cubicBezTo>
                    <a:cubicBezTo>
                      <a:pt x="495" y="262"/>
                      <a:pt x="299" y="311"/>
                      <a:pt x="370" y="82"/>
                    </a:cubicBezTo>
                    <a:cubicBezTo>
                      <a:pt x="357" y="74"/>
                      <a:pt x="341" y="71"/>
                      <a:pt x="325" y="71"/>
                    </a:cubicBezTo>
                    <a:cubicBezTo>
                      <a:pt x="294" y="71"/>
                      <a:pt x="261" y="80"/>
                      <a:pt x="231" y="80"/>
                    </a:cubicBezTo>
                    <a:cubicBezTo>
                      <a:pt x="195" y="80"/>
                      <a:pt x="165" y="66"/>
                      <a:pt x="1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4" name="Google Shape;1954;p36"/>
              <p:cNvSpPr/>
              <p:nvPr/>
            </p:nvSpPr>
            <p:spPr>
              <a:xfrm>
                <a:off x="6028013" y="4533400"/>
                <a:ext cx="133619" cy="235739"/>
              </a:xfrm>
              <a:custGeom>
                <a:rect b="b" l="l" r="r" t="t"/>
                <a:pathLst>
                  <a:path extrusionOk="0" h="3959" w="2244">
                    <a:moveTo>
                      <a:pt x="93" y="1"/>
                    </a:moveTo>
                    <a:cubicBezTo>
                      <a:pt x="61" y="23"/>
                      <a:pt x="33" y="39"/>
                      <a:pt x="1" y="61"/>
                    </a:cubicBezTo>
                    <a:cubicBezTo>
                      <a:pt x="453" y="1498"/>
                      <a:pt x="1721" y="2489"/>
                      <a:pt x="2118" y="3959"/>
                    </a:cubicBezTo>
                    <a:cubicBezTo>
                      <a:pt x="2151" y="3942"/>
                      <a:pt x="2184" y="3926"/>
                      <a:pt x="2216" y="3915"/>
                    </a:cubicBezTo>
                    <a:cubicBezTo>
                      <a:pt x="2227" y="3812"/>
                      <a:pt x="2233" y="3714"/>
                      <a:pt x="2244" y="3616"/>
                    </a:cubicBezTo>
                    <a:cubicBezTo>
                      <a:pt x="2151" y="3191"/>
                      <a:pt x="1988" y="2794"/>
                      <a:pt x="1770" y="2413"/>
                    </a:cubicBezTo>
                    <a:cubicBezTo>
                      <a:pt x="1384" y="1743"/>
                      <a:pt x="899" y="1139"/>
                      <a:pt x="447" y="513"/>
                    </a:cubicBezTo>
                    <a:cubicBezTo>
                      <a:pt x="327" y="344"/>
                      <a:pt x="213" y="170"/>
                      <a:pt x="9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5" name="Google Shape;1955;p36"/>
              <p:cNvSpPr/>
              <p:nvPr/>
            </p:nvSpPr>
            <p:spPr>
              <a:xfrm>
                <a:off x="6025453" y="4347675"/>
                <a:ext cx="64249" cy="208169"/>
              </a:xfrm>
              <a:custGeom>
                <a:rect b="b" l="l" r="r" t="t"/>
                <a:pathLst>
                  <a:path extrusionOk="0" h="3496" w="1079">
                    <a:moveTo>
                      <a:pt x="365" y="1"/>
                    </a:moveTo>
                    <a:lnTo>
                      <a:pt x="365" y="1"/>
                    </a:lnTo>
                    <a:cubicBezTo>
                      <a:pt x="0" y="670"/>
                      <a:pt x="44" y="1498"/>
                      <a:pt x="452" y="2276"/>
                    </a:cubicBezTo>
                    <a:cubicBezTo>
                      <a:pt x="632" y="2614"/>
                      <a:pt x="751" y="2962"/>
                      <a:pt x="566" y="3343"/>
                    </a:cubicBezTo>
                    <a:cubicBezTo>
                      <a:pt x="504" y="3475"/>
                      <a:pt x="563" y="3485"/>
                      <a:pt x="631" y="3485"/>
                    </a:cubicBezTo>
                    <a:cubicBezTo>
                      <a:pt x="644" y="3485"/>
                      <a:pt x="657" y="3485"/>
                      <a:pt x="670" y="3485"/>
                    </a:cubicBezTo>
                    <a:cubicBezTo>
                      <a:pt x="695" y="3485"/>
                      <a:pt x="719" y="3486"/>
                      <a:pt x="735" y="3496"/>
                    </a:cubicBezTo>
                    <a:cubicBezTo>
                      <a:pt x="882" y="3457"/>
                      <a:pt x="915" y="3338"/>
                      <a:pt x="953" y="3207"/>
                    </a:cubicBezTo>
                    <a:cubicBezTo>
                      <a:pt x="1078" y="2804"/>
                      <a:pt x="1018" y="2412"/>
                      <a:pt x="817" y="2058"/>
                    </a:cubicBezTo>
                    <a:cubicBezTo>
                      <a:pt x="566" y="1623"/>
                      <a:pt x="474" y="1149"/>
                      <a:pt x="425" y="659"/>
                    </a:cubicBezTo>
                    <a:cubicBezTo>
                      <a:pt x="311" y="458"/>
                      <a:pt x="398" y="235"/>
                      <a:pt x="3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6" name="Google Shape;1956;p36"/>
              <p:cNvSpPr/>
              <p:nvPr/>
            </p:nvSpPr>
            <p:spPr>
              <a:xfrm>
                <a:off x="6073388" y="1453193"/>
                <a:ext cx="189710" cy="227581"/>
              </a:xfrm>
              <a:custGeom>
                <a:rect b="b" l="l" r="r" t="t"/>
                <a:pathLst>
                  <a:path extrusionOk="0" h="3822" w="3186">
                    <a:moveTo>
                      <a:pt x="1" y="0"/>
                    </a:moveTo>
                    <a:cubicBezTo>
                      <a:pt x="34" y="44"/>
                      <a:pt x="61" y="98"/>
                      <a:pt x="99" y="142"/>
                    </a:cubicBezTo>
                    <a:cubicBezTo>
                      <a:pt x="1024" y="1291"/>
                      <a:pt x="2070" y="2330"/>
                      <a:pt x="2919" y="3539"/>
                    </a:cubicBezTo>
                    <a:cubicBezTo>
                      <a:pt x="2990" y="3642"/>
                      <a:pt x="3088" y="3729"/>
                      <a:pt x="3175" y="3822"/>
                    </a:cubicBezTo>
                    <a:cubicBezTo>
                      <a:pt x="3186" y="3670"/>
                      <a:pt x="3099" y="3555"/>
                      <a:pt x="3028" y="3435"/>
                    </a:cubicBezTo>
                    <a:cubicBezTo>
                      <a:pt x="2554" y="2679"/>
                      <a:pt x="2015" y="1966"/>
                      <a:pt x="1405" y="1312"/>
                    </a:cubicBezTo>
                    <a:cubicBezTo>
                      <a:pt x="970" y="844"/>
                      <a:pt x="540" y="365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7" name="Google Shape;1957;p36"/>
              <p:cNvSpPr/>
              <p:nvPr/>
            </p:nvSpPr>
            <p:spPr>
              <a:xfrm>
                <a:off x="5157984" y="1697571"/>
                <a:ext cx="138442" cy="189710"/>
              </a:xfrm>
              <a:custGeom>
                <a:rect b="b" l="l" r="r" t="t"/>
                <a:pathLst>
                  <a:path extrusionOk="0" h="3186" w="2325">
                    <a:moveTo>
                      <a:pt x="114" y="0"/>
                    </a:moveTo>
                    <a:cubicBezTo>
                      <a:pt x="75" y="0"/>
                      <a:pt x="37" y="20"/>
                      <a:pt x="0" y="77"/>
                    </a:cubicBezTo>
                    <a:cubicBezTo>
                      <a:pt x="1094" y="867"/>
                      <a:pt x="1867" y="1896"/>
                      <a:pt x="2281" y="3186"/>
                    </a:cubicBezTo>
                    <a:cubicBezTo>
                      <a:pt x="2292" y="3153"/>
                      <a:pt x="2325" y="3120"/>
                      <a:pt x="2319" y="3093"/>
                    </a:cubicBezTo>
                    <a:cubicBezTo>
                      <a:pt x="2118" y="1759"/>
                      <a:pt x="1405" y="769"/>
                      <a:pt x="272" y="66"/>
                    </a:cubicBezTo>
                    <a:cubicBezTo>
                      <a:pt x="222" y="38"/>
                      <a:pt x="168" y="0"/>
                      <a:pt x="1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8" name="Google Shape;1958;p36"/>
              <p:cNvSpPr/>
              <p:nvPr/>
            </p:nvSpPr>
            <p:spPr>
              <a:xfrm>
                <a:off x="5254865" y="2025671"/>
                <a:ext cx="104442" cy="76575"/>
              </a:xfrm>
              <a:custGeom>
                <a:rect b="b" l="l" r="r" t="t"/>
                <a:pathLst>
                  <a:path extrusionOk="0" h="1286" w="1754">
                    <a:moveTo>
                      <a:pt x="1754" y="0"/>
                    </a:moveTo>
                    <a:lnTo>
                      <a:pt x="1754" y="0"/>
                    </a:lnTo>
                    <a:cubicBezTo>
                      <a:pt x="1618" y="158"/>
                      <a:pt x="1482" y="294"/>
                      <a:pt x="1291" y="365"/>
                    </a:cubicBezTo>
                    <a:cubicBezTo>
                      <a:pt x="1046" y="469"/>
                      <a:pt x="785" y="545"/>
                      <a:pt x="545" y="670"/>
                    </a:cubicBezTo>
                    <a:cubicBezTo>
                      <a:pt x="295" y="801"/>
                      <a:pt x="12" y="931"/>
                      <a:pt x="1" y="1285"/>
                    </a:cubicBezTo>
                    <a:cubicBezTo>
                      <a:pt x="137" y="1225"/>
                      <a:pt x="284" y="1182"/>
                      <a:pt x="409" y="1100"/>
                    </a:cubicBezTo>
                    <a:cubicBezTo>
                      <a:pt x="556" y="1004"/>
                      <a:pt x="694" y="950"/>
                      <a:pt x="823" y="950"/>
                    </a:cubicBezTo>
                    <a:cubicBezTo>
                      <a:pt x="986" y="950"/>
                      <a:pt x="1136" y="1036"/>
                      <a:pt x="1269" y="1231"/>
                    </a:cubicBezTo>
                    <a:cubicBezTo>
                      <a:pt x="1547" y="866"/>
                      <a:pt x="1656" y="441"/>
                      <a:pt x="17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9" name="Google Shape;1959;p36"/>
              <p:cNvSpPr/>
              <p:nvPr/>
            </p:nvSpPr>
            <p:spPr>
              <a:xfrm>
                <a:off x="6543148" y="3607516"/>
                <a:ext cx="86936" cy="80267"/>
              </a:xfrm>
              <a:custGeom>
                <a:rect b="b" l="l" r="r" t="t"/>
                <a:pathLst>
                  <a:path extrusionOk="0" h="1348" w="1460">
                    <a:moveTo>
                      <a:pt x="318" y="0"/>
                    </a:moveTo>
                    <a:cubicBezTo>
                      <a:pt x="299" y="0"/>
                      <a:pt x="279" y="8"/>
                      <a:pt x="256" y="29"/>
                    </a:cubicBezTo>
                    <a:cubicBezTo>
                      <a:pt x="76" y="198"/>
                      <a:pt x="0" y="878"/>
                      <a:pt x="142" y="1085"/>
                    </a:cubicBezTo>
                    <a:cubicBezTo>
                      <a:pt x="240" y="1233"/>
                      <a:pt x="581" y="1347"/>
                      <a:pt x="838" y="1347"/>
                    </a:cubicBezTo>
                    <a:cubicBezTo>
                      <a:pt x="922" y="1347"/>
                      <a:pt x="996" y="1335"/>
                      <a:pt x="1051" y="1308"/>
                    </a:cubicBezTo>
                    <a:cubicBezTo>
                      <a:pt x="1274" y="1194"/>
                      <a:pt x="1459" y="791"/>
                      <a:pt x="1367" y="628"/>
                    </a:cubicBezTo>
                    <a:cubicBezTo>
                      <a:pt x="1364" y="628"/>
                      <a:pt x="1362" y="628"/>
                      <a:pt x="1359" y="628"/>
                    </a:cubicBezTo>
                    <a:cubicBezTo>
                      <a:pt x="1144" y="628"/>
                      <a:pt x="1159" y="852"/>
                      <a:pt x="1046" y="955"/>
                    </a:cubicBezTo>
                    <a:cubicBezTo>
                      <a:pt x="937" y="1055"/>
                      <a:pt x="838" y="1185"/>
                      <a:pt x="689" y="1185"/>
                    </a:cubicBezTo>
                    <a:cubicBezTo>
                      <a:pt x="644" y="1185"/>
                      <a:pt x="595" y="1173"/>
                      <a:pt x="539" y="1145"/>
                    </a:cubicBezTo>
                    <a:cubicBezTo>
                      <a:pt x="300" y="1025"/>
                      <a:pt x="294" y="835"/>
                      <a:pt x="349" y="612"/>
                    </a:cubicBezTo>
                    <a:cubicBezTo>
                      <a:pt x="392" y="432"/>
                      <a:pt x="490" y="263"/>
                      <a:pt x="441" y="67"/>
                    </a:cubicBezTo>
                    <a:cubicBezTo>
                      <a:pt x="399" y="44"/>
                      <a:pt x="363" y="0"/>
                      <a:pt x="3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0" name="Google Shape;1960;p36"/>
              <p:cNvSpPr/>
              <p:nvPr/>
            </p:nvSpPr>
            <p:spPr>
              <a:xfrm>
                <a:off x="5272074" y="1765037"/>
                <a:ext cx="121591" cy="150768"/>
              </a:xfrm>
              <a:custGeom>
                <a:rect b="b" l="l" r="r" t="t"/>
                <a:pathLst>
                  <a:path extrusionOk="0" h="2532" w="2042">
                    <a:moveTo>
                      <a:pt x="77" y="0"/>
                    </a:moveTo>
                    <a:cubicBezTo>
                      <a:pt x="0" y="185"/>
                      <a:pt x="158" y="267"/>
                      <a:pt x="256" y="365"/>
                    </a:cubicBezTo>
                    <a:cubicBezTo>
                      <a:pt x="447" y="567"/>
                      <a:pt x="670" y="746"/>
                      <a:pt x="757" y="1029"/>
                    </a:cubicBezTo>
                    <a:cubicBezTo>
                      <a:pt x="882" y="1448"/>
                      <a:pt x="1144" y="1802"/>
                      <a:pt x="1345" y="2183"/>
                    </a:cubicBezTo>
                    <a:cubicBezTo>
                      <a:pt x="1454" y="2389"/>
                      <a:pt x="1627" y="2531"/>
                      <a:pt x="1860" y="2531"/>
                    </a:cubicBezTo>
                    <a:cubicBezTo>
                      <a:pt x="1917" y="2531"/>
                      <a:pt x="1978" y="2523"/>
                      <a:pt x="2042" y="2505"/>
                    </a:cubicBezTo>
                    <a:cubicBezTo>
                      <a:pt x="1465" y="2249"/>
                      <a:pt x="1252" y="1693"/>
                      <a:pt x="980" y="1198"/>
                    </a:cubicBezTo>
                    <a:cubicBezTo>
                      <a:pt x="735" y="752"/>
                      <a:pt x="485" y="316"/>
                      <a:pt x="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1" name="Google Shape;1961;p36"/>
              <p:cNvSpPr/>
              <p:nvPr/>
            </p:nvSpPr>
            <p:spPr>
              <a:xfrm>
                <a:off x="6338904" y="3696776"/>
                <a:ext cx="75563" cy="48351"/>
              </a:xfrm>
              <a:custGeom>
                <a:rect b="b" l="l" r="r" t="t"/>
                <a:pathLst>
                  <a:path extrusionOk="0" h="812" w="1269">
                    <a:moveTo>
                      <a:pt x="665" y="0"/>
                    </a:moveTo>
                    <a:lnTo>
                      <a:pt x="665" y="0"/>
                    </a:lnTo>
                    <a:cubicBezTo>
                      <a:pt x="496" y="82"/>
                      <a:pt x="360" y="142"/>
                      <a:pt x="229" y="218"/>
                    </a:cubicBezTo>
                    <a:cubicBezTo>
                      <a:pt x="66" y="316"/>
                      <a:pt x="1" y="474"/>
                      <a:pt x="88" y="637"/>
                    </a:cubicBezTo>
                    <a:cubicBezTo>
                      <a:pt x="147" y="756"/>
                      <a:pt x="242" y="812"/>
                      <a:pt x="363" y="812"/>
                    </a:cubicBezTo>
                    <a:cubicBezTo>
                      <a:pt x="407" y="812"/>
                      <a:pt x="455" y="804"/>
                      <a:pt x="507" y="789"/>
                    </a:cubicBezTo>
                    <a:cubicBezTo>
                      <a:pt x="719" y="730"/>
                      <a:pt x="877" y="593"/>
                      <a:pt x="1051" y="479"/>
                    </a:cubicBezTo>
                    <a:cubicBezTo>
                      <a:pt x="1089" y="370"/>
                      <a:pt x="1269" y="338"/>
                      <a:pt x="1204" y="180"/>
                    </a:cubicBezTo>
                    <a:lnTo>
                      <a:pt x="1204" y="180"/>
                    </a:lnTo>
                    <a:cubicBezTo>
                      <a:pt x="910" y="201"/>
                      <a:pt x="692" y="457"/>
                      <a:pt x="387" y="463"/>
                    </a:cubicBezTo>
                    <a:cubicBezTo>
                      <a:pt x="420" y="272"/>
                      <a:pt x="648" y="223"/>
                      <a:pt x="6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2" name="Google Shape;1962;p36"/>
              <p:cNvSpPr/>
              <p:nvPr/>
            </p:nvSpPr>
            <p:spPr>
              <a:xfrm>
                <a:off x="5393310" y="1850605"/>
                <a:ext cx="47041" cy="62939"/>
              </a:xfrm>
              <a:custGeom>
                <a:rect b="b" l="l" r="r" t="t"/>
                <a:pathLst>
                  <a:path extrusionOk="0" h="1057" w="790">
                    <a:moveTo>
                      <a:pt x="271" y="1"/>
                    </a:moveTo>
                    <a:cubicBezTo>
                      <a:pt x="231" y="1"/>
                      <a:pt x="195" y="41"/>
                      <a:pt x="153" y="104"/>
                    </a:cubicBezTo>
                    <a:cubicBezTo>
                      <a:pt x="0" y="349"/>
                      <a:pt x="22" y="823"/>
                      <a:pt x="213" y="1057"/>
                    </a:cubicBezTo>
                    <a:cubicBezTo>
                      <a:pt x="409" y="861"/>
                      <a:pt x="115" y="578"/>
                      <a:pt x="343" y="382"/>
                    </a:cubicBezTo>
                    <a:lnTo>
                      <a:pt x="343" y="382"/>
                    </a:lnTo>
                    <a:cubicBezTo>
                      <a:pt x="447" y="452"/>
                      <a:pt x="485" y="594"/>
                      <a:pt x="621" y="638"/>
                    </a:cubicBezTo>
                    <a:cubicBezTo>
                      <a:pt x="658" y="651"/>
                      <a:pt x="692" y="662"/>
                      <a:pt x="719" y="662"/>
                    </a:cubicBezTo>
                    <a:cubicBezTo>
                      <a:pt x="760" y="662"/>
                      <a:pt x="787" y="637"/>
                      <a:pt x="790" y="556"/>
                    </a:cubicBezTo>
                    <a:cubicBezTo>
                      <a:pt x="654" y="403"/>
                      <a:pt x="512" y="251"/>
                      <a:pt x="387" y="88"/>
                    </a:cubicBezTo>
                    <a:cubicBezTo>
                      <a:pt x="341" y="27"/>
                      <a:pt x="304" y="1"/>
                      <a:pt x="27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3" name="Google Shape;1963;p36"/>
              <p:cNvSpPr/>
              <p:nvPr/>
            </p:nvSpPr>
            <p:spPr>
              <a:xfrm>
                <a:off x="6636814" y="3651520"/>
                <a:ext cx="27629" cy="68953"/>
              </a:xfrm>
              <a:custGeom>
                <a:rect b="b" l="l" r="r" t="t"/>
                <a:pathLst>
                  <a:path extrusionOk="0" h="1158" w="464">
                    <a:moveTo>
                      <a:pt x="124" y="0"/>
                    </a:moveTo>
                    <a:cubicBezTo>
                      <a:pt x="111" y="0"/>
                      <a:pt x="97" y="3"/>
                      <a:pt x="82" y="9"/>
                    </a:cubicBezTo>
                    <a:cubicBezTo>
                      <a:pt x="6" y="41"/>
                      <a:pt x="1" y="118"/>
                      <a:pt x="28" y="188"/>
                    </a:cubicBezTo>
                    <a:cubicBezTo>
                      <a:pt x="137" y="504"/>
                      <a:pt x="44" y="836"/>
                      <a:pt x="82" y="1157"/>
                    </a:cubicBezTo>
                    <a:cubicBezTo>
                      <a:pt x="387" y="983"/>
                      <a:pt x="463" y="608"/>
                      <a:pt x="295" y="101"/>
                    </a:cubicBezTo>
                    <a:cubicBezTo>
                      <a:pt x="235" y="78"/>
                      <a:pt x="194" y="0"/>
                      <a:pt x="1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4" name="Google Shape;1964;p36"/>
              <p:cNvSpPr/>
              <p:nvPr/>
            </p:nvSpPr>
            <p:spPr>
              <a:xfrm>
                <a:off x="5456787" y="1857274"/>
                <a:ext cx="32869" cy="45016"/>
              </a:xfrm>
              <a:custGeom>
                <a:rect b="b" l="l" r="r" t="t"/>
                <a:pathLst>
                  <a:path extrusionOk="0" h="756" w="552">
                    <a:moveTo>
                      <a:pt x="103" y="1"/>
                    </a:moveTo>
                    <a:cubicBezTo>
                      <a:pt x="34" y="1"/>
                      <a:pt x="0" y="73"/>
                      <a:pt x="7" y="232"/>
                    </a:cubicBezTo>
                    <a:cubicBezTo>
                      <a:pt x="12" y="346"/>
                      <a:pt x="12" y="466"/>
                      <a:pt x="12" y="580"/>
                    </a:cubicBezTo>
                    <a:cubicBezTo>
                      <a:pt x="86" y="584"/>
                      <a:pt x="137" y="755"/>
                      <a:pt x="189" y="755"/>
                    </a:cubicBezTo>
                    <a:cubicBezTo>
                      <a:pt x="206" y="755"/>
                      <a:pt x="223" y="736"/>
                      <a:pt x="241" y="683"/>
                    </a:cubicBezTo>
                    <a:cubicBezTo>
                      <a:pt x="283" y="566"/>
                      <a:pt x="335" y="537"/>
                      <a:pt x="394" y="537"/>
                    </a:cubicBezTo>
                    <a:cubicBezTo>
                      <a:pt x="442" y="537"/>
                      <a:pt x="495" y="556"/>
                      <a:pt x="551" y="564"/>
                    </a:cubicBezTo>
                    <a:cubicBezTo>
                      <a:pt x="475" y="302"/>
                      <a:pt x="475" y="302"/>
                      <a:pt x="290" y="95"/>
                    </a:cubicBezTo>
                    <a:cubicBezTo>
                      <a:pt x="213" y="34"/>
                      <a:pt x="150" y="1"/>
                      <a:pt x="1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5" name="Google Shape;1965;p36"/>
              <p:cNvSpPr/>
              <p:nvPr/>
            </p:nvSpPr>
            <p:spPr>
              <a:xfrm>
                <a:off x="7282235" y="259947"/>
                <a:ext cx="45433" cy="47338"/>
              </a:xfrm>
              <a:custGeom>
                <a:rect b="b" l="l" r="r" t="t"/>
                <a:pathLst>
                  <a:path extrusionOk="0" h="795" w="763">
                    <a:moveTo>
                      <a:pt x="763" y="0"/>
                    </a:moveTo>
                    <a:cubicBezTo>
                      <a:pt x="507" y="267"/>
                      <a:pt x="251" y="528"/>
                      <a:pt x="1" y="795"/>
                    </a:cubicBezTo>
                    <a:cubicBezTo>
                      <a:pt x="409" y="724"/>
                      <a:pt x="665" y="457"/>
                      <a:pt x="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6" name="Google Shape;1966;p36"/>
              <p:cNvSpPr/>
              <p:nvPr/>
            </p:nvSpPr>
            <p:spPr>
              <a:xfrm>
                <a:off x="8214252" y="3561248"/>
                <a:ext cx="23699" cy="49661"/>
              </a:xfrm>
              <a:custGeom>
                <a:rect b="b" l="l" r="r" t="t"/>
                <a:pathLst>
                  <a:path extrusionOk="0" h="834" w="398">
                    <a:moveTo>
                      <a:pt x="397" y="0"/>
                    </a:moveTo>
                    <a:lnTo>
                      <a:pt x="397" y="0"/>
                    </a:lnTo>
                    <a:cubicBezTo>
                      <a:pt x="142" y="218"/>
                      <a:pt x="87" y="490"/>
                      <a:pt x="0" y="833"/>
                    </a:cubicBezTo>
                    <a:cubicBezTo>
                      <a:pt x="251" y="567"/>
                      <a:pt x="354" y="322"/>
                      <a:pt x="397" y="0"/>
                    </a:cubicBezTo>
                    <a:close/>
                  </a:path>
                </a:pathLst>
              </a:custGeom>
              <a:solidFill>
                <a:srgbClr val="4F4F4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7" name="Google Shape;1967;p36"/>
              <p:cNvSpPr/>
              <p:nvPr/>
            </p:nvSpPr>
            <p:spPr>
              <a:xfrm>
                <a:off x="5927559" y="1849652"/>
                <a:ext cx="27272" cy="16911"/>
              </a:xfrm>
              <a:custGeom>
                <a:rect b="b" l="l" r="r" t="t"/>
                <a:pathLst>
                  <a:path extrusionOk="0" h="284" w="458">
                    <a:moveTo>
                      <a:pt x="158" y="0"/>
                    </a:moveTo>
                    <a:cubicBezTo>
                      <a:pt x="109" y="38"/>
                      <a:pt x="16" y="76"/>
                      <a:pt x="11" y="120"/>
                    </a:cubicBezTo>
                    <a:cubicBezTo>
                      <a:pt x="0" y="202"/>
                      <a:pt x="98" y="207"/>
                      <a:pt x="163" y="218"/>
                    </a:cubicBezTo>
                    <a:cubicBezTo>
                      <a:pt x="261" y="245"/>
                      <a:pt x="359" y="262"/>
                      <a:pt x="457" y="283"/>
                    </a:cubicBezTo>
                    <a:cubicBezTo>
                      <a:pt x="414" y="125"/>
                      <a:pt x="202" y="158"/>
                      <a:pt x="158" y="0"/>
                    </a:cubicBezTo>
                    <a:close/>
                  </a:path>
                </a:pathLst>
              </a:custGeom>
              <a:solidFill>
                <a:srgbClr val="2323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8" name="Google Shape;1968;p36"/>
              <p:cNvSpPr/>
              <p:nvPr/>
            </p:nvSpPr>
            <p:spPr>
              <a:xfrm>
                <a:off x="6766505" y="578936"/>
                <a:ext cx="1788791" cy="2144335"/>
              </a:xfrm>
              <a:custGeom>
                <a:rect b="b" l="l" r="r" t="t"/>
                <a:pathLst>
                  <a:path extrusionOk="0" h="36012" w="30041">
                    <a:moveTo>
                      <a:pt x="15832" y="1"/>
                    </a:moveTo>
                    <a:cubicBezTo>
                      <a:pt x="15774" y="1"/>
                      <a:pt x="15736" y="72"/>
                      <a:pt x="15695" y="109"/>
                    </a:cubicBezTo>
                    <a:cubicBezTo>
                      <a:pt x="15211" y="506"/>
                      <a:pt x="14650" y="735"/>
                      <a:pt x="14035" y="827"/>
                    </a:cubicBezTo>
                    <a:cubicBezTo>
                      <a:pt x="13458" y="920"/>
                      <a:pt x="12875" y="1002"/>
                      <a:pt x="12298" y="1094"/>
                    </a:cubicBezTo>
                    <a:cubicBezTo>
                      <a:pt x="12021" y="1143"/>
                      <a:pt x="11770" y="1219"/>
                      <a:pt x="11536" y="1415"/>
                    </a:cubicBezTo>
                    <a:cubicBezTo>
                      <a:pt x="11237" y="1671"/>
                      <a:pt x="10992" y="2009"/>
                      <a:pt x="10567" y="2096"/>
                    </a:cubicBezTo>
                    <a:cubicBezTo>
                      <a:pt x="10330" y="2141"/>
                      <a:pt x="10098" y="2168"/>
                      <a:pt x="9869" y="2168"/>
                    </a:cubicBezTo>
                    <a:cubicBezTo>
                      <a:pt x="9486" y="2168"/>
                      <a:pt x="9113" y="2092"/>
                      <a:pt x="8749" y="1894"/>
                    </a:cubicBezTo>
                    <a:cubicBezTo>
                      <a:pt x="7987" y="1475"/>
                      <a:pt x="7181" y="1154"/>
                      <a:pt x="6315" y="985"/>
                    </a:cubicBezTo>
                    <a:cubicBezTo>
                      <a:pt x="6187" y="960"/>
                      <a:pt x="6070" y="947"/>
                      <a:pt x="5962" y="947"/>
                    </a:cubicBezTo>
                    <a:cubicBezTo>
                      <a:pt x="5580" y="947"/>
                      <a:pt x="5304" y="1111"/>
                      <a:pt x="5041" y="1497"/>
                    </a:cubicBezTo>
                    <a:cubicBezTo>
                      <a:pt x="4938" y="1649"/>
                      <a:pt x="4840" y="1813"/>
                      <a:pt x="4715" y="1954"/>
                    </a:cubicBezTo>
                    <a:cubicBezTo>
                      <a:pt x="4268" y="2477"/>
                      <a:pt x="3642" y="2466"/>
                      <a:pt x="3032" y="2510"/>
                    </a:cubicBezTo>
                    <a:cubicBezTo>
                      <a:pt x="3022" y="2510"/>
                      <a:pt x="3011" y="2511"/>
                      <a:pt x="3000" y="2511"/>
                    </a:cubicBezTo>
                    <a:cubicBezTo>
                      <a:pt x="2957" y="2511"/>
                      <a:pt x="2909" y="2505"/>
                      <a:pt x="2863" y="2505"/>
                    </a:cubicBezTo>
                    <a:cubicBezTo>
                      <a:pt x="2785" y="2505"/>
                      <a:pt x="2715" y="2522"/>
                      <a:pt x="2690" y="2613"/>
                    </a:cubicBezTo>
                    <a:cubicBezTo>
                      <a:pt x="2651" y="2771"/>
                      <a:pt x="2777" y="2918"/>
                      <a:pt x="2924" y="2967"/>
                    </a:cubicBezTo>
                    <a:cubicBezTo>
                      <a:pt x="3669" y="3250"/>
                      <a:pt x="4415" y="3544"/>
                      <a:pt x="5216" y="3647"/>
                    </a:cubicBezTo>
                    <a:cubicBezTo>
                      <a:pt x="5771" y="3718"/>
                      <a:pt x="6332" y="3783"/>
                      <a:pt x="6887" y="3876"/>
                    </a:cubicBezTo>
                    <a:cubicBezTo>
                      <a:pt x="7045" y="3898"/>
                      <a:pt x="7203" y="3990"/>
                      <a:pt x="7235" y="4181"/>
                    </a:cubicBezTo>
                    <a:cubicBezTo>
                      <a:pt x="7257" y="4301"/>
                      <a:pt x="7186" y="4388"/>
                      <a:pt x="7094" y="4448"/>
                    </a:cubicBezTo>
                    <a:cubicBezTo>
                      <a:pt x="7047" y="4480"/>
                      <a:pt x="7005" y="4493"/>
                      <a:pt x="6965" y="4493"/>
                    </a:cubicBezTo>
                    <a:cubicBezTo>
                      <a:pt x="6877" y="4493"/>
                      <a:pt x="6800" y="4431"/>
                      <a:pt x="6718" y="4371"/>
                    </a:cubicBezTo>
                    <a:cubicBezTo>
                      <a:pt x="6639" y="4307"/>
                      <a:pt x="6549" y="4263"/>
                      <a:pt x="6463" y="4263"/>
                    </a:cubicBezTo>
                    <a:cubicBezTo>
                      <a:pt x="6388" y="4263"/>
                      <a:pt x="6316" y="4296"/>
                      <a:pt x="6255" y="4377"/>
                    </a:cubicBezTo>
                    <a:cubicBezTo>
                      <a:pt x="6114" y="4556"/>
                      <a:pt x="6152" y="4774"/>
                      <a:pt x="6310" y="4921"/>
                    </a:cubicBezTo>
                    <a:cubicBezTo>
                      <a:pt x="6462" y="5063"/>
                      <a:pt x="6631" y="5193"/>
                      <a:pt x="6860" y="5215"/>
                    </a:cubicBezTo>
                    <a:cubicBezTo>
                      <a:pt x="6983" y="5226"/>
                      <a:pt x="7106" y="5231"/>
                      <a:pt x="7227" y="5231"/>
                    </a:cubicBezTo>
                    <a:cubicBezTo>
                      <a:pt x="7798" y="5231"/>
                      <a:pt x="8352" y="5118"/>
                      <a:pt x="8890" y="4916"/>
                    </a:cubicBezTo>
                    <a:cubicBezTo>
                      <a:pt x="9373" y="4732"/>
                      <a:pt x="9827" y="4485"/>
                      <a:pt x="10342" y="4485"/>
                    </a:cubicBezTo>
                    <a:cubicBezTo>
                      <a:pt x="10558" y="4485"/>
                      <a:pt x="10785" y="4529"/>
                      <a:pt x="11030" y="4638"/>
                    </a:cubicBezTo>
                    <a:cubicBezTo>
                      <a:pt x="11814" y="4987"/>
                      <a:pt x="11966" y="5346"/>
                      <a:pt x="11394" y="5977"/>
                    </a:cubicBezTo>
                    <a:cubicBezTo>
                      <a:pt x="10850" y="6576"/>
                      <a:pt x="10458" y="7208"/>
                      <a:pt x="10828" y="8101"/>
                    </a:cubicBezTo>
                    <a:cubicBezTo>
                      <a:pt x="11128" y="8825"/>
                      <a:pt x="11171" y="9630"/>
                      <a:pt x="10954" y="10382"/>
                    </a:cubicBezTo>
                    <a:cubicBezTo>
                      <a:pt x="10752" y="11095"/>
                      <a:pt x="10703" y="11753"/>
                      <a:pt x="11003" y="12439"/>
                    </a:cubicBezTo>
                    <a:cubicBezTo>
                      <a:pt x="11122" y="12706"/>
                      <a:pt x="11149" y="13006"/>
                      <a:pt x="11139" y="13305"/>
                    </a:cubicBezTo>
                    <a:cubicBezTo>
                      <a:pt x="11126" y="13645"/>
                      <a:pt x="11063" y="13777"/>
                      <a:pt x="10836" y="13777"/>
                    </a:cubicBezTo>
                    <a:cubicBezTo>
                      <a:pt x="10766" y="13777"/>
                      <a:pt x="10679" y="13764"/>
                      <a:pt x="10572" y="13740"/>
                    </a:cubicBezTo>
                    <a:cubicBezTo>
                      <a:pt x="10164" y="13648"/>
                      <a:pt x="9756" y="13561"/>
                      <a:pt x="9353" y="13474"/>
                    </a:cubicBezTo>
                    <a:cubicBezTo>
                      <a:pt x="9331" y="13501"/>
                      <a:pt x="9309" y="13528"/>
                      <a:pt x="9288" y="13555"/>
                    </a:cubicBezTo>
                    <a:cubicBezTo>
                      <a:pt x="9957" y="14013"/>
                      <a:pt x="10317" y="14731"/>
                      <a:pt x="10850" y="15308"/>
                    </a:cubicBezTo>
                    <a:cubicBezTo>
                      <a:pt x="11258" y="15744"/>
                      <a:pt x="11716" y="16136"/>
                      <a:pt x="12048" y="16642"/>
                    </a:cubicBezTo>
                    <a:cubicBezTo>
                      <a:pt x="12500" y="17339"/>
                      <a:pt x="12821" y="18101"/>
                      <a:pt x="13104" y="18874"/>
                    </a:cubicBezTo>
                    <a:cubicBezTo>
                      <a:pt x="13333" y="19506"/>
                      <a:pt x="13436" y="20164"/>
                      <a:pt x="13403" y="20845"/>
                    </a:cubicBezTo>
                    <a:cubicBezTo>
                      <a:pt x="13392" y="21003"/>
                      <a:pt x="13354" y="21133"/>
                      <a:pt x="13196" y="21177"/>
                    </a:cubicBezTo>
                    <a:cubicBezTo>
                      <a:pt x="13173" y="21184"/>
                      <a:pt x="13153" y="21188"/>
                      <a:pt x="13134" y="21188"/>
                    </a:cubicBezTo>
                    <a:cubicBezTo>
                      <a:pt x="13016" y="21188"/>
                      <a:pt x="12977" y="21053"/>
                      <a:pt x="12930" y="20959"/>
                    </a:cubicBezTo>
                    <a:cubicBezTo>
                      <a:pt x="12755" y="20622"/>
                      <a:pt x="12521" y="20328"/>
                      <a:pt x="12266" y="20050"/>
                    </a:cubicBezTo>
                    <a:cubicBezTo>
                      <a:pt x="12138" y="19908"/>
                      <a:pt x="11989" y="19801"/>
                      <a:pt x="11816" y="19801"/>
                    </a:cubicBezTo>
                    <a:cubicBezTo>
                      <a:pt x="11724" y="19801"/>
                      <a:pt x="11626" y="19831"/>
                      <a:pt x="11520" y="19903"/>
                    </a:cubicBezTo>
                    <a:cubicBezTo>
                      <a:pt x="11322" y="20033"/>
                      <a:pt x="11099" y="20074"/>
                      <a:pt x="10865" y="20074"/>
                    </a:cubicBezTo>
                    <a:cubicBezTo>
                      <a:pt x="10835" y="20074"/>
                      <a:pt x="10804" y="20073"/>
                      <a:pt x="10774" y="20072"/>
                    </a:cubicBezTo>
                    <a:cubicBezTo>
                      <a:pt x="10661" y="20067"/>
                      <a:pt x="10546" y="20057"/>
                      <a:pt x="10433" y="20057"/>
                    </a:cubicBezTo>
                    <a:cubicBezTo>
                      <a:pt x="10311" y="20057"/>
                      <a:pt x="10190" y="20068"/>
                      <a:pt x="10072" y="20104"/>
                    </a:cubicBezTo>
                    <a:cubicBezTo>
                      <a:pt x="9990" y="20128"/>
                      <a:pt x="9911" y="20139"/>
                      <a:pt x="9835" y="20139"/>
                    </a:cubicBezTo>
                    <a:cubicBezTo>
                      <a:pt x="9606" y="20139"/>
                      <a:pt x="9402" y="20041"/>
                      <a:pt x="9222" y="19881"/>
                    </a:cubicBezTo>
                    <a:cubicBezTo>
                      <a:pt x="8274" y="19053"/>
                      <a:pt x="7224" y="18667"/>
                      <a:pt x="6080" y="18667"/>
                    </a:cubicBezTo>
                    <a:cubicBezTo>
                      <a:pt x="5661" y="18667"/>
                      <a:pt x="5229" y="18719"/>
                      <a:pt x="4785" y="18820"/>
                    </a:cubicBezTo>
                    <a:cubicBezTo>
                      <a:pt x="4399" y="18907"/>
                      <a:pt x="4323" y="19037"/>
                      <a:pt x="4426" y="19429"/>
                    </a:cubicBezTo>
                    <a:cubicBezTo>
                      <a:pt x="4459" y="19538"/>
                      <a:pt x="4513" y="19647"/>
                      <a:pt x="4568" y="19751"/>
                    </a:cubicBezTo>
                    <a:cubicBezTo>
                      <a:pt x="4726" y="20050"/>
                      <a:pt x="4894" y="20349"/>
                      <a:pt x="5052" y="20654"/>
                    </a:cubicBezTo>
                    <a:cubicBezTo>
                      <a:pt x="5172" y="20872"/>
                      <a:pt x="5139" y="21041"/>
                      <a:pt x="4916" y="21193"/>
                    </a:cubicBezTo>
                    <a:cubicBezTo>
                      <a:pt x="4535" y="21455"/>
                      <a:pt x="4404" y="21896"/>
                      <a:pt x="4519" y="22342"/>
                    </a:cubicBezTo>
                    <a:cubicBezTo>
                      <a:pt x="4660" y="22886"/>
                      <a:pt x="5079" y="23202"/>
                      <a:pt x="5471" y="23534"/>
                    </a:cubicBezTo>
                    <a:cubicBezTo>
                      <a:pt x="6043" y="24019"/>
                      <a:pt x="6631" y="24481"/>
                      <a:pt x="7213" y="24961"/>
                    </a:cubicBezTo>
                    <a:cubicBezTo>
                      <a:pt x="6955" y="25006"/>
                      <a:pt x="6708" y="25025"/>
                      <a:pt x="6464" y="25025"/>
                    </a:cubicBezTo>
                    <a:cubicBezTo>
                      <a:pt x="6357" y="25025"/>
                      <a:pt x="6252" y="25022"/>
                      <a:pt x="6146" y="25015"/>
                    </a:cubicBezTo>
                    <a:cubicBezTo>
                      <a:pt x="6128" y="25014"/>
                      <a:pt x="6110" y="25013"/>
                      <a:pt x="6092" y="25013"/>
                    </a:cubicBezTo>
                    <a:cubicBezTo>
                      <a:pt x="5874" y="25013"/>
                      <a:pt x="5709" y="25106"/>
                      <a:pt x="5613" y="25287"/>
                    </a:cubicBezTo>
                    <a:cubicBezTo>
                      <a:pt x="5286" y="25875"/>
                      <a:pt x="4747" y="26153"/>
                      <a:pt x="4149" y="26376"/>
                    </a:cubicBezTo>
                    <a:cubicBezTo>
                      <a:pt x="3169" y="26735"/>
                      <a:pt x="2793" y="27301"/>
                      <a:pt x="2782" y="28358"/>
                    </a:cubicBezTo>
                    <a:cubicBezTo>
                      <a:pt x="2777" y="29065"/>
                      <a:pt x="2548" y="29381"/>
                      <a:pt x="1867" y="29533"/>
                    </a:cubicBezTo>
                    <a:cubicBezTo>
                      <a:pt x="1432" y="29631"/>
                      <a:pt x="986" y="29664"/>
                      <a:pt x="550" y="29746"/>
                    </a:cubicBezTo>
                    <a:cubicBezTo>
                      <a:pt x="76" y="29833"/>
                      <a:pt x="0" y="29942"/>
                      <a:pt x="142" y="30421"/>
                    </a:cubicBezTo>
                    <a:cubicBezTo>
                      <a:pt x="370" y="31210"/>
                      <a:pt x="762" y="31945"/>
                      <a:pt x="1345" y="32506"/>
                    </a:cubicBezTo>
                    <a:cubicBezTo>
                      <a:pt x="1971" y="33105"/>
                      <a:pt x="2499" y="33763"/>
                      <a:pt x="2945" y="34498"/>
                    </a:cubicBezTo>
                    <a:cubicBezTo>
                      <a:pt x="3103" y="34520"/>
                      <a:pt x="3174" y="34656"/>
                      <a:pt x="3277" y="34743"/>
                    </a:cubicBezTo>
                    <a:cubicBezTo>
                      <a:pt x="3724" y="35124"/>
                      <a:pt x="4132" y="35538"/>
                      <a:pt x="4649" y="35832"/>
                    </a:cubicBezTo>
                    <a:cubicBezTo>
                      <a:pt x="4832" y="35935"/>
                      <a:pt x="5004" y="36012"/>
                      <a:pt x="5169" y="36012"/>
                    </a:cubicBezTo>
                    <a:cubicBezTo>
                      <a:pt x="5327" y="36012"/>
                      <a:pt x="5480" y="35940"/>
                      <a:pt x="5629" y="35750"/>
                    </a:cubicBezTo>
                    <a:cubicBezTo>
                      <a:pt x="5733" y="35614"/>
                      <a:pt x="5901" y="35533"/>
                      <a:pt x="6038" y="35424"/>
                    </a:cubicBezTo>
                    <a:cubicBezTo>
                      <a:pt x="5809" y="34335"/>
                      <a:pt x="5569" y="33241"/>
                      <a:pt x="5074" y="32234"/>
                    </a:cubicBezTo>
                    <a:cubicBezTo>
                      <a:pt x="4720" y="31520"/>
                      <a:pt x="4508" y="30780"/>
                      <a:pt x="4388" y="29991"/>
                    </a:cubicBezTo>
                    <a:cubicBezTo>
                      <a:pt x="4192" y="28619"/>
                      <a:pt x="4524" y="27470"/>
                      <a:pt x="5635" y="26605"/>
                    </a:cubicBezTo>
                    <a:cubicBezTo>
                      <a:pt x="6034" y="26295"/>
                      <a:pt x="6472" y="26126"/>
                      <a:pt x="6930" y="26126"/>
                    </a:cubicBezTo>
                    <a:cubicBezTo>
                      <a:pt x="7189" y="26126"/>
                      <a:pt x="7456" y="26180"/>
                      <a:pt x="7725" y="26294"/>
                    </a:cubicBezTo>
                    <a:cubicBezTo>
                      <a:pt x="9478" y="27040"/>
                      <a:pt x="10850" y="28270"/>
                      <a:pt x="12026" y="29746"/>
                    </a:cubicBezTo>
                    <a:cubicBezTo>
                      <a:pt x="12129" y="29882"/>
                      <a:pt x="12195" y="30067"/>
                      <a:pt x="12429" y="30170"/>
                    </a:cubicBezTo>
                    <a:cubicBezTo>
                      <a:pt x="12276" y="29648"/>
                      <a:pt x="12053" y="29223"/>
                      <a:pt x="11835" y="28799"/>
                    </a:cubicBezTo>
                    <a:cubicBezTo>
                      <a:pt x="11487" y="28123"/>
                      <a:pt x="11035" y="27497"/>
                      <a:pt x="10817" y="26752"/>
                    </a:cubicBezTo>
                    <a:cubicBezTo>
                      <a:pt x="10725" y="26436"/>
                      <a:pt x="10545" y="26153"/>
                      <a:pt x="10338" y="25891"/>
                    </a:cubicBezTo>
                    <a:cubicBezTo>
                      <a:pt x="9402" y="24677"/>
                      <a:pt x="8934" y="23208"/>
                      <a:pt x="8139" y="21912"/>
                    </a:cubicBezTo>
                    <a:cubicBezTo>
                      <a:pt x="7987" y="21656"/>
                      <a:pt x="8134" y="21406"/>
                      <a:pt x="8422" y="21313"/>
                    </a:cubicBezTo>
                    <a:cubicBezTo>
                      <a:pt x="8526" y="21279"/>
                      <a:pt x="8627" y="21264"/>
                      <a:pt x="8727" y="21264"/>
                    </a:cubicBezTo>
                    <a:cubicBezTo>
                      <a:pt x="8929" y="21264"/>
                      <a:pt x="9123" y="21327"/>
                      <a:pt x="9309" y="21422"/>
                    </a:cubicBezTo>
                    <a:cubicBezTo>
                      <a:pt x="10360" y="21955"/>
                      <a:pt x="11509" y="22211"/>
                      <a:pt x="12576" y="22723"/>
                    </a:cubicBezTo>
                    <a:cubicBezTo>
                      <a:pt x="13550" y="23191"/>
                      <a:pt x="14345" y="23812"/>
                      <a:pt x="15058" y="24579"/>
                    </a:cubicBezTo>
                    <a:cubicBezTo>
                      <a:pt x="15222" y="24759"/>
                      <a:pt x="15390" y="24922"/>
                      <a:pt x="15619" y="24988"/>
                    </a:cubicBezTo>
                    <a:cubicBezTo>
                      <a:pt x="16806" y="25331"/>
                      <a:pt x="18003" y="25592"/>
                      <a:pt x="19212" y="25837"/>
                    </a:cubicBezTo>
                    <a:cubicBezTo>
                      <a:pt x="19247" y="25844"/>
                      <a:pt x="19276" y="25848"/>
                      <a:pt x="19301" y="25848"/>
                    </a:cubicBezTo>
                    <a:cubicBezTo>
                      <a:pt x="19426" y="25848"/>
                      <a:pt x="19438" y="25762"/>
                      <a:pt x="19397" y="25630"/>
                    </a:cubicBezTo>
                    <a:cubicBezTo>
                      <a:pt x="19364" y="25532"/>
                      <a:pt x="19294" y="25450"/>
                      <a:pt x="19239" y="25358"/>
                    </a:cubicBezTo>
                    <a:cubicBezTo>
                      <a:pt x="18777" y="24612"/>
                      <a:pt x="18216" y="23921"/>
                      <a:pt x="17802" y="23142"/>
                    </a:cubicBezTo>
                    <a:cubicBezTo>
                      <a:pt x="17334" y="22271"/>
                      <a:pt x="17094" y="21324"/>
                      <a:pt x="16773" y="20404"/>
                    </a:cubicBezTo>
                    <a:cubicBezTo>
                      <a:pt x="16463" y="19500"/>
                      <a:pt x="16376" y="18548"/>
                      <a:pt x="16653" y="17600"/>
                    </a:cubicBezTo>
                    <a:cubicBezTo>
                      <a:pt x="16795" y="17116"/>
                      <a:pt x="16768" y="16620"/>
                      <a:pt x="16648" y="16136"/>
                    </a:cubicBezTo>
                    <a:cubicBezTo>
                      <a:pt x="16414" y="15134"/>
                      <a:pt x="16038" y="14247"/>
                      <a:pt x="14988" y="13795"/>
                    </a:cubicBezTo>
                    <a:cubicBezTo>
                      <a:pt x="14416" y="13550"/>
                      <a:pt x="14280" y="12510"/>
                      <a:pt x="14547" y="12042"/>
                    </a:cubicBezTo>
                    <a:cubicBezTo>
                      <a:pt x="14628" y="11907"/>
                      <a:pt x="14719" y="11823"/>
                      <a:pt x="14840" y="11823"/>
                    </a:cubicBezTo>
                    <a:cubicBezTo>
                      <a:pt x="14905" y="11823"/>
                      <a:pt x="14978" y="11847"/>
                      <a:pt x="15064" y="11900"/>
                    </a:cubicBezTo>
                    <a:cubicBezTo>
                      <a:pt x="15434" y="12134"/>
                      <a:pt x="15706" y="12450"/>
                      <a:pt x="15929" y="12815"/>
                    </a:cubicBezTo>
                    <a:cubicBezTo>
                      <a:pt x="16163" y="13196"/>
                      <a:pt x="16501" y="13436"/>
                      <a:pt x="16931" y="13539"/>
                    </a:cubicBezTo>
                    <a:cubicBezTo>
                      <a:pt x="16981" y="13552"/>
                      <a:pt x="17029" y="13563"/>
                      <a:pt x="17070" y="13563"/>
                    </a:cubicBezTo>
                    <a:cubicBezTo>
                      <a:pt x="17161" y="13563"/>
                      <a:pt x="17214" y="13510"/>
                      <a:pt x="17165" y="13321"/>
                    </a:cubicBezTo>
                    <a:cubicBezTo>
                      <a:pt x="17122" y="13136"/>
                      <a:pt x="17056" y="12940"/>
                      <a:pt x="17078" y="12733"/>
                    </a:cubicBezTo>
                    <a:cubicBezTo>
                      <a:pt x="17105" y="12516"/>
                      <a:pt x="17203" y="12379"/>
                      <a:pt x="17426" y="12363"/>
                    </a:cubicBezTo>
                    <a:cubicBezTo>
                      <a:pt x="17938" y="12330"/>
                      <a:pt x="18156" y="12053"/>
                      <a:pt x="18052" y="11547"/>
                    </a:cubicBezTo>
                    <a:cubicBezTo>
                      <a:pt x="17987" y="11236"/>
                      <a:pt x="17916" y="10931"/>
                      <a:pt x="17818" y="10627"/>
                    </a:cubicBezTo>
                    <a:cubicBezTo>
                      <a:pt x="17720" y="10305"/>
                      <a:pt x="17824" y="9979"/>
                      <a:pt x="18058" y="9755"/>
                    </a:cubicBezTo>
                    <a:cubicBezTo>
                      <a:pt x="18133" y="9685"/>
                      <a:pt x="18208" y="9658"/>
                      <a:pt x="18282" y="9658"/>
                    </a:cubicBezTo>
                    <a:cubicBezTo>
                      <a:pt x="18448" y="9658"/>
                      <a:pt x="18608" y="9796"/>
                      <a:pt x="18755" y="9886"/>
                    </a:cubicBezTo>
                    <a:cubicBezTo>
                      <a:pt x="19392" y="10262"/>
                      <a:pt x="20110" y="10327"/>
                      <a:pt x="20813" y="10441"/>
                    </a:cubicBezTo>
                    <a:cubicBezTo>
                      <a:pt x="20829" y="10444"/>
                      <a:pt x="20845" y="10446"/>
                      <a:pt x="20861" y="10446"/>
                    </a:cubicBezTo>
                    <a:cubicBezTo>
                      <a:pt x="20961" y="10446"/>
                      <a:pt x="21052" y="10393"/>
                      <a:pt x="21150" y="10360"/>
                    </a:cubicBezTo>
                    <a:cubicBezTo>
                      <a:pt x="21733" y="10169"/>
                      <a:pt x="22233" y="9815"/>
                      <a:pt x="22805" y="9587"/>
                    </a:cubicBezTo>
                    <a:cubicBezTo>
                      <a:pt x="23409" y="9347"/>
                      <a:pt x="23986" y="9075"/>
                      <a:pt x="24204" y="8324"/>
                    </a:cubicBezTo>
                    <a:cubicBezTo>
                      <a:pt x="24479" y="7375"/>
                      <a:pt x="25644" y="6682"/>
                      <a:pt x="26675" y="6682"/>
                    </a:cubicBezTo>
                    <a:cubicBezTo>
                      <a:pt x="26809" y="6682"/>
                      <a:pt x="26940" y="6693"/>
                      <a:pt x="27068" y="6718"/>
                    </a:cubicBezTo>
                    <a:cubicBezTo>
                      <a:pt x="27638" y="6828"/>
                      <a:pt x="28215" y="6875"/>
                      <a:pt x="28796" y="6875"/>
                    </a:cubicBezTo>
                    <a:cubicBezTo>
                      <a:pt x="29130" y="6875"/>
                      <a:pt x="29465" y="6860"/>
                      <a:pt x="29801" y="6832"/>
                    </a:cubicBezTo>
                    <a:cubicBezTo>
                      <a:pt x="29964" y="6816"/>
                      <a:pt x="30040" y="6778"/>
                      <a:pt x="29910" y="6593"/>
                    </a:cubicBezTo>
                    <a:cubicBezTo>
                      <a:pt x="29643" y="6228"/>
                      <a:pt x="29332" y="5912"/>
                      <a:pt x="28919" y="5711"/>
                    </a:cubicBezTo>
                    <a:cubicBezTo>
                      <a:pt x="28347" y="5438"/>
                      <a:pt x="27781" y="5144"/>
                      <a:pt x="27198" y="4889"/>
                    </a:cubicBezTo>
                    <a:cubicBezTo>
                      <a:pt x="26621" y="4633"/>
                      <a:pt x="26022" y="4431"/>
                      <a:pt x="25386" y="4350"/>
                    </a:cubicBezTo>
                    <a:cubicBezTo>
                      <a:pt x="24280" y="4203"/>
                      <a:pt x="23192" y="3958"/>
                      <a:pt x="22135" y="3631"/>
                    </a:cubicBezTo>
                    <a:cubicBezTo>
                      <a:pt x="21368" y="3391"/>
                      <a:pt x="20682" y="2912"/>
                      <a:pt x="19909" y="2657"/>
                    </a:cubicBezTo>
                    <a:cubicBezTo>
                      <a:pt x="18880" y="2308"/>
                      <a:pt x="17944" y="1845"/>
                      <a:pt x="17279" y="920"/>
                    </a:cubicBezTo>
                    <a:cubicBezTo>
                      <a:pt x="16947" y="463"/>
                      <a:pt x="16332" y="365"/>
                      <a:pt x="15897" y="27"/>
                    </a:cubicBezTo>
                    <a:cubicBezTo>
                      <a:pt x="15873" y="8"/>
                      <a:pt x="15851" y="1"/>
                      <a:pt x="158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9" name="Google Shape;1969;p36"/>
              <p:cNvSpPr/>
              <p:nvPr/>
            </p:nvSpPr>
            <p:spPr>
              <a:xfrm>
                <a:off x="5943398" y="1002369"/>
                <a:ext cx="608550" cy="1353279"/>
              </a:xfrm>
              <a:custGeom>
                <a:rect b="b" l="l" r="r" t="t"/>
                <a:pathLst>
                  <a:path extrusionOk="0" h="22727" w="10220">
                    <a:moveTo>
                      <a:pt x="366" y="1"/>
                    </a:moveTo>
                    <a:cubicBezTo>
                      <a:pt x="282" y="1"/>
                      <a:pt x="204" y="76"/>
                      <a:pt x="137" y="162"/>
                    </a:cubicBezTo>
                    <a:cubicBezTo>
                      <a:pt x="1" y="336"/>
                      <a:pt x="17" y="532"/>
                      <a:pt x="115" y="728"/>
                    </a:cubicBezTo>
                    <a:cubicBezTo>
                      <a:pt x="377" y="1256"/>
                      <a:pt x="654" y="1773"/>
                      <a:pt x="1117" y="2171"/>
                    </a:cubicBezTo>
                    <a:cubicBezTo>
                      <a:pt x="1378" y="2394"/>
                      <a:pt x="1585" y="2661"/>
                      <a:pt x="1765" y="2955"/>
                    </a:cubicBezTo>
                    <a:cubicBezTo>
                      <a:pt x="2042" y="3412"/>
                      <a:pt x="2369" y="3826"/>
                      <a:pt x="2826" y="4125"/>
                    </a:cubicBezTo>
                    <a:cubicBezTo>
                      <a:pt x="3022" y="4250"/>
                      <a:pt x="3186" y="4430"/>
                      <a:pt x="3327" y="4615"/>
                    </a:cubicBezTo>
                    <a:cubicBezTo>
                      <a:pt x="3583" y="4942"/>
                      <a:pt x="3882" y="5225"/>
                      <a:pt x="4220" y="5464"/>
                    </a:cubicBezTo>
                    <a:cubicBezTo>
                      <a:pt x="4764" y="5846"/>
                      <a:pt x="5243" y="6292"/>
                      <a:pt x="5733" y="6738"/>
                    </a:cubicBezTo>
                    <a:cubicBezTo>
                      <a:pt x="6468" y="7413"/>
                      <a:pt x="7035" y="8225"/>
                      <a:pt x="7666" y="8987"/>
                    </a:cubicBezTo>
                    <a:cubicBezTo>
                      <a:pt x="7987" y="9379"/>
                      <a:pt x="8200" y="9831"/>
                      <a:pt x="8303" y="10342"/>
                    </a:cubicBezTo>
                    <a:cubicBezTo>
                      <a:pt x="8401" y="10854"/>
                      <a:pt x="8423" y="11366"/>
                      <a:pt x="8461" y="11883"/>
                    </a:cubicBezTo>
                    <a:cubicBezTo>
                      <a:pt x="8564" y="13228"/>
                      <a:pt x="8553" y="14567"/>
                      <a:pt x="8428" y="15906"/>
                    </a:cubicBezTo>
                    <a:cubicBezTo>
                      <a:pt x="8265" y="17605"/>
                      <a:pt x="7944" y="19287"/>
                      <a:pt x="7671" y="20969"/>
                    </a:cubicBezTo>
                    <a:cubicBezTo>
                      <a:pt x="7617" y="21323"/>
                      <a:pt x="7677" y="21622"/>
                      <a:pt x="7878" y="21900"/>
                    </a:cubicBezTo>
                    <a:cubicBezTo>
                      <a:pt x="8042" y="22123"/>
                      <a:pt x="8210" y="22330"/>
                      <a:pt x="8330" y="22575"/>
                    </a:cubicBezTo>
                    <a:cubicBezTo>
                      <a:pt x="8444" y="22674"/>
                      <a:pt x="8703" y="22727"/>
                      <a:pt x="8948" y="22727"/>
                    </a:cubicBezTo>
                    <a:cubicBezTo>
                      <a:pt x="9158" y="22727"/>
                      <a:pt x="9358" y="22688"/>
                      <a:pt x="9446" y="22608"/>
                    </a:cubicBezTo>
                    <a:cubicBezTo>
                      <a:pt x="9484" y="22569"/>
                      <a:pt x="9528" y="22504"/>
                      <a:pt x="9522" y="22455"/>
                    </a:cubicBezTo>
                    <a:cubicBezTo>
                      <a:pt x="9484" y="22172"/>
                      <a:pt x="9397" y="21845"/>
                      <a:pt x="9163" y="21726"/>
                    </a:cubicBezTo>
                    <a:cubicBezTo>
                      <a:pt x="8880" y="21579"/>
                      <a:pt x="8853" y="21361"/>
                      <a:pt x="8831" y="21132"/>
                    </a:cubicBezTo>
                    <a:cubicBezTo>
                      <a:pt x="8787" y="20729"/>
                      <a:pt x="8847" y="20332"/>
                      <a:pt x="8962" y="19951"/>
                    </a:cubicBezTo>
                    <a:cubicBezTo>
                      <a:pt x="9332" y="18693"/>
                      <a:pt x="9806" y="17463"/>
                      <a:pt x="9904" y="16135"/>
                    </a:cubicBezTo>
                    <a:cubicBezTo>
                      <a:pt x="9974" y="15204"/>
                      <a:pt x="10094" y="14273"/>
                      <a:pt x="10159" y="13336"/>
                    </a:cubicBezTo>
                    <a:cubicBezTo>
                      <a:pt x="10219" y="12482"/>
                      <a:pt x="10105" y="11632"/>
                      <a:pt x="9963" y="10783"/>
                    </a:cubicBezTo>
                    <a:cubicBezTo>
                      <a:pt x="9724" y="9319"/>
                      <a:pt x="9011" y="8110"/>
                      <a:pt x="7955" y="7114"/>
                    </a:cubicBezTo>
                    <a:cubicBezTo>
                      <a:pt x="6931" y="6150"/>
                      <a:pt x="5772" y="5339"/>
                      <a:pt x="4688" y="4446"/>
                    </a:cubicBezTo>
                    <a:cubicBezTo>
                      <a:pt x="3828" y="3739"/>
                      <a:pt x="2952" y="3047"/>
                      <a:pt x="2178" y="2236"/>
                    </a:cubicBezTo>
                    <a:cubicBezTo>
                      <a:pt x="1982" y="2035"/>
                      <a:pt x="1748" y="1882"/>
                      <a:pt x="1514" y="1719"/>
                    </a:cubicBezTo>
                    <a:cubicBezTo>
                      <a:pt x="959" y="1343"/>
                      <a:pt x="698" y="772"/>
                      <a:pt x="551" y="135"/>
                    </a:cubicBezTo>
                    <a:cubicBezTo>
                      <a:pt x="488" y="38"/>
                      <a:pt x="426" y="1"/>
                      <a:pt x="3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0" name="Google Shape;1970;p36"/>
              <p:cNvSpPr/>
              <p:nvPr/>
            </p:nvSpPr>
            <p:spPr>
              <a:xfrm>
                <a:off x="5786851" y="-61007"/>
                <a:ext cx="845122" cy="1034118"/>
              </a:xfrm>
              <a:custGeom>
                <a:rect b="b" l="l" r="r" t="t"/>
                <a:pathLst>
                  <a:path extrusionOk="0" h="17367" w="14193">
                    <a:moveTo>
                      <a:pt x="14193" y="0"/>
                    </a:moveTo>
                    <a:lnTo>
                      <a:pt x="14193" y="0"/>
                    </a:lnTo>
                    <a:cubicBezTo>
                      <a:pt x="13981" y="17"/>
                      <a:pt x="13839" y="109"/>
                      <a:pt x="13719" y="245"/>
                    </a:cubicBezTo>
                    <a:cubicBezTo>
                      <a:pt x="13529" y="648"/>
                      <a:pt x="13175" y="915"/>
                      <a:pt x="12903" y="1247"/>
                    </a:cubicBezTo>
                    <a:cubicBezTo>
                      <a:pt x="12304" y="1960"/>
                      <a:pt x="11672" y="2641"/>
                      <a:pt x="11123" y="3398"/>
                    </a:cubicBezTo>
                    <a:cubicBezTo>
                      <a:pt x="10758" y="3904"/>
                      <a:pt x="10486" y="4475"/>
                      <a:pt x="10094" y="4954"/>
                    </a:cubicBezTo>
                    <a:cubicBezTo>
                      <a:pt x="9261" y="5989"/>
                      <a:pt x="8488" y="7072"/>
                      <a:pt x="7475" y="7954"/>
                    </a:cubicBezTo>
                    <a:cubicBezTo>
                      <a:pt x="7382" y="8036"/>
                      <a:pt x="7306" y="8150"/>
                      <a:pt x="7219" y="8243"/>
                    </a:cubicBezTo>
                    <a:cubicBezTo>
                      <a:pt x="6816" y="8646"/>
                      <a:pt x="6364" y="8999"/>
                      <a:pt x="5929" y="9370"/>
                    </a:cubicBezTo>
                    <a:cubicBezTo>
                      <a:pt x="5869" y="9468"/>
                      <a:pt x="5826" y="9582"/>
                      <a:pt x="5744" y="9658"/>
                    </a:cubicBezTo>
                    <a:cubicBezTo>
                      <a:pt x="5303" y="10094"/>
                      <a:pt x="4900" y="10578"/>
                      <a:pt x="4350" y="10899"/>
                    </a:cubicBezTo>
                    <a:cubicBezTo>
                      <a:pt x="4187" y="10997"/>
                      <a:pt x="4045" y="11117"/>
                      <a:pt x="3953" y="11286"/>
                    </a:cubicBezTo>
                    <a:cubicBezTo>
                      <a:pt x="3975" y="11340"/>
                      <a:pt x="3947" y="11373"/>
                      <a:pt x="3909" y="11406"/>
                    </a:cubicBezTo>
                    <a:cubicBezTo>
                      <a:pt x="3163" y="12032"/>
                      <a:pt x="2505" y="12739"/>
                      <a:pt x="1846" y="13469"/>
                    </a:cubicBezTo>
                    <a:cubicBezTo>
                      <a:pt x="1258" y="14117"/>
                      <a:pt x="773" y="14835"/>
                      <a:pt x="235" y="15516"/>
                    </a:cubicBezTo>
                    <a:cubicBezTo>
                      <a:pt x="0" y="15815"/>
                      <a:pt x="60" y="16077"/>
                      <a:pt x="371" y="16305"/>
                    </a:cubicBezTo>
                    <a:cubicBezTo>
                      <a:pt x="654" y="16512"/>
                      <a:pt x="942" y="16719"/>
                      <a:pt x="1334" y="16850"/>
                    </a:cubicBezTo>
                    <a:cubicBezTo>
                      <a:pt x="1193" y="16871"/>
                      <a:pt x="1100" y="16866"/>
                      <a:pt x="1046" y="16953"/>
                    </a:cubicBezTo>
                    <a:cubicBezTo>
                      <a:pt x="1176" y="17133"/>
                      <a:pt x="1367" y="17236"/>
                      <a:pt x="1574" y="17318"/>
                    </a:cubicBezTo>
                    <a:cubicBezTo>
                      <a:pt x="1656" y="17349"/>
                      <a:pt x="1731" y="17366"/>
                      <a:pt x="1796" y="17366"/>
                    </a:cubicBezTo>
                    <a:cubicBezTo>
                      <a:pt x="1945" y="17366"/>
                      <a:pt x="2047" y="17277"/>
                      <a:pt x="2096" y="17073"/>
                    </a:cubicBezTo>
                    <a:cubicBezTo>
                      <a:pt x="2068" y="17054"/>
                      <a:pt x="2042" y="17046"/>
                      <a:pt x="2017" y="17046"/>
                    </a:cubicBezTo>
                    <a:cubicBezTo>
                      <a:pt x="1965" y="17046"/>
                      <a:pt x="1919" y="17080"/>
                      <a:pt x="1879" y="17105"/>
                    </a:cubicBezTo>
                    <a:cubicBezTo>
                      <a:pt x="1933" y="16860"/>
                      <a:pt x="2271" y="16850"/>
                      <a:pt x="2325" y="16588"/>
                    </a:cubicBezTo>
                    <a:cubicBezTo>
                      <a:pt x="2145" y="16376"/>
                      <a:pt x="2064" y="16087"/>
                      <a:pt x="1830" y="15913"/>
                    </a:cubicBezTo>
                    <a:cubicBezTo>
                      <a:pt x="1661" y="15793"/>
                      <a:pt x="1683" y="15674"/>
                      <a:pt x="1802" y="15499"/>
                    </a:cubicBezTo>
                    <a:cubicBezTo>
                      <a:pt x="2341" y="14716"/>
                      <a:pt x="3082" y="14122"/>
                      <a:pt x="3740" y="13447"/>
                    </a:cubicBezTo>
                    <a:cubicBezTo>
                      <a:pt x="4192" y="12984"/>
                      <a:pt x="4639" y="12516"/>
                      <a:pt x="5129" y="12092"/>
                    </a:cubicBezTo>
                    <a:cubicBezTo>
                      <a:pt x="6054" y="11302"/>
                      <a:pt x="7094" y="10638"/>
                      <a:pt x="7823" y="9636"/>
                    </a:cubicBezTo>
                    <a:cubicBezTo>
                      <a:pt x="7938" y="9473"/>
                      <a:pt x="8036" y="9293"/>
                      <a:pt x="8172" y="9152"/>
                    </a:cubicBezTo>
                    <a:cubicBezTo>
                      <a:pt x="8939" y="8341"/>
                      <a:pt x="9484" y="7382"/>
                      <a:pt x="10066" y="6441"/>
                    </a:cubicBezTo>
                    <a:cubicBezTo>
                      <a:pt x="10567" y="5630"/>
                      <a:pt x="10976" y="4775"/>
                      <a:pt x="11449" y="3947"/>
                    </a:cubicBezTo>
                    <a:cubicBezTo>
                      <a:pt x="11721" y="3474"/>
                      <a:pt x="12108" y="3060"/>
                      <a:pt x="12386" y="2592"/>
                    </a:cubicBezTo>
                    <a:cubicBezTo>
                      <a:pt x="12739" y="2004"/>
                      <a:pt x="13104" y="1438"/>
                      <a:pt x="13551" y="915"/>
                    </a:cubicBezTo>
                    <a:cubicBezTo>
                      <a:pt x="13790" y="643"/>
                      <a:pt x="14089" y="398"/>
                      <a:pt x="141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1" name="Google Shape;1971;p36"/>
              <p:cNvSpPr/>
              <p:nvPr/>
            </p:nvSpPr>
            <p:spPr>
              <a:xfrm>
                <a:off x="6772639" y="2814658"/>
                <a:ext cx="494104" cy="998808"/>
              </a:xfrm>
              <a:custGeom>
                <a:rect b="b" l="l" r="r" t="t"/>
                <a:pathLst>
                  <a:path extrusionOk="0" h="16774" w="8298">
                    <a:moveTo>
                      <a:pt x="1334" y="1"/>
                    </a:moveTo>
                    <a:cubicBezTo>
                      <a:pt x="1231" y="839"/>
                      <a:pt x="540" y="1259"/>
                      <a:pt x="1" y="1803"/>
                    </a:cubicBezTo>
                    <a:cubicBezTo>
                      <a:pt x="88" y="1846"/>
                      <a:pt x="137" y="1879"/>
                      <a:pt x="191" y="1901"/>
                    </a:cubicBezTo>
                    <a:cubicBezTo>
                      <a:pt x="1999" y="2630"/>
                      <a:pt x="3648" y="3594"/>
                      <a:pt x="4998" y="5037"/>
                    </a:cubicBezTo>
                    <a:cubicBezTo>
                      <a:pt x="5978" y="6087"/>
                      <a:pt x="6664" y="7307"/>
                      <a:pt x="7072" y="8679"/>
                    </a:cubicBezTo>
                    <a:cubicBezTo>
                      <a:pt x="7301" y="9457"/>
                      <a:pt x="7437" y="10252"/>
                      <a:pt x="7513" y="11063"/>
                    </a:cubicBezTo>
                    <a:cubicBezTo>
                      <a:pt x="7617" y="12168"/>
                      <a:pt x="7573" y="13268"/>
                      <a:pt x="7350" y="14351"/>
                    </a:cubicBezTo>
                    <a:cubicBezTo>
                      <a:pt x="7170" y="15195"/>
                      <a:pt x="6844" y="15990"/>
                      <a:pt x="6506" y="16774"/>
                    </a:cubicBezTo>
                    <a:cubicBezTo>
                      <a:pt x="6713" y="16632"/>
                      <a:pt x="6746" y="16382"/>
                      <a:pt x="6871" y="16186"/>
                    </a:cubicBezTo>
                    <a:cubicBezTo>
                      <a:pt x="7786" y="14700"/>
                      <a:pt x="8020" y="13028"/>
                      <a:pt x="8194" y="11341"/>
                    </a:cubicBezTo>
                    <a:cubicBezTo>
                      <a:pt x="8297" y="10372"/>
                      <a:pt x="8031" y="9435"/>
                      <a:pt x="7856" y="8488"/>
                    </a:cubicBezTo>
                    <a:cubicBezTo>
                      <a:pt x="7481" y="6496"/>
                      <a:pt x="6501" y="4830"/>
                      <a:pt x="5151" y="3360"/>
                    </a:cubicBezTo>
                    <a:cubicBezTo>
                      <a:pt x="4470" y="2614"/>
                      <a:pt x="3790" y="1868"/>
                      <a:pt x="3022" y="1210"/>
                    </a:cubicBezTo>
                    <a:cubicBezTo>
                      <a:pt x="2489" y="758"/>
                      <a:pt x="1982" y="290"/>
                      <a:pt x="13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2" name="Google Shape;1972;p36"/>
              <p:cNvSpPr/>
              <p:nvPr/>
            </p:nvSpPr>
            <p:spPr>
              <a:xfrm>
                <a:off x="6230292" y="1031189"/>
                <a:ext cx="977431" cy="457365"/>
              </a:xfrm>
              <a:custGeom>
                <a:rect b="b" l="l" r="r" t="t"/>
                <a:pathLst>
                  <a:path extrusionOk="0" h="7681" w="16415">
                    <a:moveTo>
                      <a:pt x="706" y="1"/>
                    </a:moveTo>
                    <a:cubicBezTo>
                      <a:pt x="592" y="1"/>
                      <a:pt x="478" y="28"/>
                      <a:pt x="376" y="97"/>
                    </a:cubicBezTo>
                    <a:cubicBezTo>
                      <a:pt x="224" y="206"/>
                      <a:pt x="17" y="320"/>
                      <a:pt x="6" y="500"/>
                    </a:cubicBezTo>
                    <a:cubicBezTo>
                      <a:pt x="1" y="696"/>
                      <a:pt x="257" y="712"/>
                      <a:pt x="404" y="789"/>
                    </a:cubicBezTo>
                    <a:cubicBezTo>
                      <a:pt x="643" y="799"/>
                      <a:pt x="861" y="887"/>
                      <a:pt x="1090" y="936"/>
                    </a:cubicBezTo>
                    <a:cubicBezTo>
                      <a:pt x="2750" y="1279"/>
                      <a:pt x="4400" y="1665"/>
                      <a:pt x="6038" y="2090"/>
                    </a:cubicBezTo>
                    <a:cubicBezTo>
                      <a:pt x="7448" y="2454"/>
                      <a:pt x="8826" y="2901"/>
                      <a:pt x="10148" y="3511"/>
                    </a:cubicBezTo>
                    <a:cubicBezTo>
                      <a:pt x="11964" y="4351"/>
                      <a:pt x="13673" y="5367"/>
                      <a:pt x="15275" y="6565"/>
                    </a:cubicBezTo>
                    <a:lnTo>
                      <a:pt x="15275" y="6565"/>
                    </a:lnTo>
                    <a:cubicBezTo>
                      <a:pt x="14588" y="6052"/>
                      <a:pt x="13865" y="5590"/>
                      <a:pt x="13132" y="5144"/>
                    </a:cubicBezTo>
                    <a:cubicBezTo>
                      <a:pt x="13041" y="5086"/>
                      <a:pt x="12950" y="5000"/>
                      <a:pt x="12835" y="5000"/>
                    </a:cubicBezTo>
                    <a:cubicBezTo>
                      <a:pt x="12799" y="5000"/>
                      <a:pt x="12760" y="5008"/>
                      <a:pt x="12718" y="5029"/>
                    </a:cubicBezTo>
                    <a:cubicBezTo>
                      <a:pt x="12745" y="5073"/>
                      <a:pt x="12762" y="5122"/>
                      <a:pt x="12794" y="5144"/>
                    </a:cubicBezTo>
                    <a:cubicBezTo>
                      <a:pt x="13671" y="5775"/>
                      <a:pt x="14542" y="6412"/>
                      <a:pt x="15424" y="7033"/>
                    </a:cubicBezTo>
                    <a:cubicBezTo>
                      <a:pt x="15745" y="7261"/>
                      <a:pt x="16082" y="7463"/>
                      <a:pt x="16414" y="7681"/>
                    </a:cubicBezTo>
                    <a:cubicBezTo>
                      <a:pt x="16338" y="7506"/>
                      <a:pt x="16218" y="7398"/>
                      <a:pt x="16126" y="7261"/>
                    </a:cubicBezTo>
                    <a:cubicBezTo>
                      <a:pt x="15435" y="6265"/>
                      <a:pt x="14694" y="5323"/>
                      <a:pt x="13790" y="4507"/>
                    </a:cubicBezTo>
                    <a:cubicBezTo>
                      <a:pt x="13056" y="3843"/>
                      <a:pt x="12255" y="3304"/>
                      <a:pt x="11401" y="2836"/>
                    </a:cubicBezTo>
                    <a:cubicBezTo>
                      <a:pt x="9522" y="1801"/>
                      <a:pt x="7503" y="1170"/>
                      <a:pt x="5434" y="647"/>
                    </a:cubicBezTo>
                    <a:cubicBezTo>
                      <a:pt x="4309" y="360"/>
                      <a:pt x="3198" y="68"/>
                      <a:pt x="2037" y="68"/>
                    </a:cubicBezTo>
                    <a:cubicBezTo>
                      <a:pt x="1900" y="68"/>
                      <a:pt x="1762" y="72"/>
                      <a:pt x="1623" y="81"/>
                    </a:cubicBezTo>
                    <a:cubicBezTo>
                      <a:pt x="1552" y="86"/>
                      <a:pt x="1481" y="89"/>
                      <a:pt x="1410" y="89"/>
                    </a:cubicBezTo>
                    <a:cubicBezTo>
                      <a:pt x="1249" y="89"/>
                      <a:pt x="1089" y="73"/>
                      <a:pt x="926" y="32"/>
                    </a:cubicBezTo>
                    <a:cubicBezTo>
                      <a:pt x="855" y="13"/>
                      <a:pt x="781" y="1"/>
                      <a:pt x="7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3" name="Google Shape;1973;p36"/>
              <p:cNvSpPr/>
              <p:nvPr/>
            </p:nvSpPr>
            <p:spPr>
              <a:xfrm>
                <a:off x="6156097" y="443230"/>
                <a:ext cx="848040" cy="441705"/>
              </a:xfrm>
              <a:custGeom>
                <a:rect b="b" l="l" r="r" t="t"/>
                <a:pathLst>
                  <a:path extrusionOk="0" h="7418" w="14242">
                    <a:moveTo>
                      <a:pt x="14091" y="0"/>
                    </a:moveTo>
                    <a:cubicBezTo>
                      <a:pt x="14030" y="0"/>
                      <a:pt x="13968" y="21"/>
                      <a:pt x="13910" y="36"/>
                    </a:cubicBezTo>
                    <a:cubicBezTo>
                      <a:pt x="12979" y="254"/>
                      <a:pt x="12048" y="466"/>
                      <a:pt x="11188" y="907"/>
                    </a:cubicBezTo>
                    <a:cubicBezTo>
                      <a:pt x="10643" y="1185"/>
                      <a:pt x="10088" y="1441"/>
                      <a:pt x="9549" y="1729"/>
                    </a:cubicBezTo>
                    <a:cubicBezTo>
                      <a:pt x="7932" y="2584"/>
                      <a:pt x="6408" y="3596"/>
                      <a:pt x="4873" y="4582"/>
                    </a:cubicBezTo>
                    <a:cubicBezTo>
                      <a:pt x="3669" y="5349"/>
                      <a:pt x="2439" y="6073"/>
                      <a:pt x="1154" y="6694"/>
                    </a:cubicBezTo>
                    <a:cubicBezTo>
                      <a:pt x="879" y="6827"/>
                      <a:pt x="599" y="7000"/>
                      <a:pt x="270" y="7000"/>
                    </a:cubicBezTo>
                    <a:cubicBezTo>
                      <a:pt x="235" y="7000"/>
                      <a:pt x="200" y="6998"/>
                      <a:pt x="163" y="6993"/>
                    </a:cubicBezTo>
                    <a:cubicBezTo>
                      <a:pt x="0" y="7097"/>
                      <a:pt x="0" y="7097"/>
                      <a:pt x="27" y="7124"/>
                    </a:cubicBezTo>
                    <a:cubicBezTo>
                      <a:pt x="255" y="7310"/>
                      <a:pt x="495" y="7418"/>
                      <a:pt x="750" y="7418"/>
                    </a:cubicBezTo>
                    <a:cubicBezTo>
                      <a:pt x="898" y="7418"/>
                      <a:pt x="1051" y="7382"/>
                      <a:pt x="1209" y="7304"/>
                    </a:cubicBezTo>
                    <a:cubicBezTo>
                      <a:pt x="1465" y="7184"/>
                      <a:pt x="1704" y="7026"/>
                      <a:pt x="1960" y="6923"/>
                    </a:cubicBezTo>
                    <a:cubicBezTo>
                      <a:pt x="3049" y="6471"/>
                      <a:pt x="4105" y="5959"/>
                      <a:pt x="5107" y="5338"/>
                    </a:cubicBezTo>
                    <a:cubicBezTo>
                      <a:pt x="6059" y="4740"/>
                      <a:pt x="7012" y="4141"/>
                      <a:pt x="7986" y="3575"/>
                    </a:cubicBezTo>
                    <a:cubicBezTo>
                      <a:pt x="9582" y="2649"/>
                      <a:pt x="11226" y="1811"/>
                      <a:pt x="12853" y="945"/>
                    </a:cubicBezTo>
                    <a:cubicBezTo>
                      <a:pt x="13332" y="689"/>
                      <a:pt x="13844" y="455"/>
                      <a:pt x="14242" y="63"/>
                    </a:cubicBezTo>
                    <a:cubicBezTo>
                      <a:pt x="14194" y="16"/>
                      <a:pt x="14143" y="0"/>
                      <a:pt x="1409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4" name="Google Shape;1974;p36"/>
              <p:cNvSpPr/>
              <p:nvPr/>
            </p:nvSpPr>
            <p:spPr>
              <a:xfrm>
                <a:off x="5888616" y="915312"/>
                <a:ext cx="568655" cy="1431640"/>
              </a:xfrm>
              <a:custGeom>
                <a:rect b="b" l="l" r="r" t="t"/>
                <a:pathLst>
                  <a:path extrusionOk="0" h="24043" w="9550">
                    <a:moveTo>
                      <a:pt x="1467" y="1"/>
                    </a:moveTo>
                    <a:cubicBezTo>
                      <a:pt x="1190" y="1"/>
                      <a:pt x="905" y="59"/>
                      <a:pt x="616" y="192"/>
                    </a:cubicBezTo>
                    <a:cubicBezTo>
                      <a:pt x="360" y="361"/>
                      <a:pt x="99" y="519"/>
                      <a:pt x="1" y="846"/>
                    </a:cubicBezTo>
                    <a:cubicBezTo>
                      <a:pt x="4" y="846"/>
                      <a:pt x="7" y="846"/>
                      <a:pt x="9" y="846"/>
                    </a:cubicBezTo>
                    <a:cubicBezTo>
                      <a:pt x="177" y="846"/>
                      <a:pt x="248" y="687"/>
                      <a:pt x="387" y="677"/>
                    </a:cubicBezTo>
                    <a:cubicBezTo>
                      <a:pt x="654" y="388"/>
                      <a:pt x="1008" y="274"/>
                      <a:pt x="1373" y="268"/>
                    </a:cubicBezTo>
                    <a:cubicBezTo>
                      <a:pt x="1385" y="268"/>
                      <a:pt x="1398" y="268"/>
                      <a:pt x="1411" y="268"/>
                    </a:cubicBezTo>
                    <a:cubicBezTo>
                      <a:pt x="2493" y="268"/>
                      <a:pt x="3144" y="959"/>
                      <a:pt x="3774" y="1804"/>
                    </a:cubicBezTo>
                    <a:cubicBezTo>
                      <a:pt x="3659" y="1793"/>
                      <a:pt x="3616" y="1798"/>
                      <a:pt x="3572" y="1787"/>
                    </a:cubicBezTo>
                    <a:cubicBezTo>
                      <a:pt x="2881" y="1575"/>
                      <a:pt x="2184" y="1368"/>
                      <a:pt x="1465" y="1238"/>
                    </a:cubicBezTo>
                    <a:cubicBezTo>
                      <a:pt x="1374" y="1222"/>
                      <a:pt x="1281" y="1206"/>
                      <a:pt x="1194" y="1206"/>
                    </a:cubicBezTo>
                    <a:cubicBezTo>
                      <a:pt x="1072" y="1206"/>
                      <a:pt x="962" y="1236"/>
                      <a:pt x="883" y="1341"/>
                    </a:cubicBezTo>
                    <a:cubicBezTo>
                      <a:pt x="719" y="1553"/>
                      <a:pt x="578" y="1842"/>
                      <a:pt x="709" y="2103"/>
                    </a:cubicBezTo>
                    <a:cubicBezTo>
                      <a:pt x="948" y="2571"/>
                      <a:pt x="1128" y="3088"/>
                      <a:pt x="1514" y="3464"/>
                    </a:cubicBezTo>
                    <a:cubicBezTo>
                      <a:pt x="1950" y="3894"/>
                      <a:pt x="2374" y="4335"/>
                      <a:pt x="2696" y="4858"/>
                    </a:cubicBezTo>
                    <a:cubicBezTo>
                      <a:pt x="3011" y="5364"/>
                      <a:pt x="3567" y="5614"/>
                      <a:pt x="3953" y="6039"/>
                    </a:cubicBezTo>
                    <a:cubicBezTo>
                      <a:pt x="4465" y="6600"/>
                      <a:pt x="5069" y="7035"/>
                      <a:pt x="5679" y="7487"/>
                    </a:cubicBezTo>
                    <a:cubicBezTo>
                      <a:pt x="6686" y="8233"/>
                      <a:pt x="7503" y="9175"/>
                      <a:pt x="8276" y="10160"/>
                    </a:cubicBezTo>
                    <a:cubicBezTo>
                      <a:pt x="8847" y="10884"/>
                      <a:pt x="9234" y="11652"/>
                      <a:pt x="9234" y="12561"/>
                    </a:cubicBezTo>
                    <a:cubicBezTo>
                      <a:pt x="9245" y="14134"/>
                      <a:pt x="9272" y="15713"/>
                      <a:pt x="9130" y="17292"/>
                    </a:cubicBezTo>
                    <a:cubicBezTo>
                      <a:pt x="8978" y="18941"/>
                      <a:pt x="8613" y="20558"/>
                      <a:pt x="8423" y="22202"/>
                    </a:cubicBezTo>
                    <a:cubicBezTo>
                      <a:pt x="8368" y="22703"/>
                      <a:pt x="8368" y="23166"/>
                      <a:pt x="8755" y="23547"/>
                    </a:cubicBezTo>
                    <a:cubicBezTo>
                      <a:pt x="8891" y="23737"/>
                      <a:pt x="9054" y="23906"/>
                      <a:pt x="9250" y="24042"/>
                    </a:cubicBezTo>
                    <a:lnTo>
                      <a:pt x="9250" y="24037"/>
                    </a:lnTo>
                    <a:cubicBezTo>
                      <a:pt x="9332" y="23776"/>
                      <a:pt x="9103" y="23650"/>
                      <a:pt x="8994" y="23476"/>
                    </a:cubicBezTo>
                    <a:cubicBezTo>
                      <a:pt x="8836" y="23231"/>
                      <a:pt x="8613" y="23019"/>
                      <a:pt x="8651" y="22698"/>
                    </a:cubicBezTo>
                    <a:cubicBezTo>
                      <a:pt x="8787" y="21522"/>
                      <a:pt x="9060" y="20368"/>
                      <a:pt x="9207" y="19197"/>
                    </a:cubicBezTo>
                    <a:cubicBezTo>
                      <a:pt x="9337" y="18136"/>
                      <a:pt x="9506" y="17085"/>
                      <a:pt x="9528" y="16012"/>
                    </a:cubicBezTo>
                    <a:cubicBezTo>
                      <a:pt x="9539" y="15310"/>
                      <a:pt x="9550" y="14597"/>
                      <a:pt x="9517" y="13895"/>
                    </a:cubicBezTo>
                    <a:cubicBezTo>
                      <a:pt x="9484" y="13274"/>
                      <a:pt x="9468" y="12654"/>
                      <a:pt x="9365" y="12038"/>
                    </a:cubicBezTo>
                    <a:cubicBezTo>
                      <a:pt x="9223" y="11216"/>
                      <a:pt x="8766" y="10585"/>
                      <a:pt x="8265" y="9948"/>
                    </a:cubicBezTo>
                    <a:cubicBezTo>
                      <a:pt x="7492" y="8946"/>
                      <a:pt x="6648" y="8021"/>
                      <a:pt x="5679" y="7215"/>
                    </a:cubicBezTo>
                    <a:cubicBezTo>
                      <a:pt x="5260" y="6872"/>
                      <a:pt x="4775" y="6600"/>
                      <a:pt x="4443" y="6170"/>
                    </a:cubicBezTo>
                    <a:cubicBezTo>
                      <a:pt x="4193" y="5832"/>
                      <a:pt x="3893" y="5560"/>
                      <a:pt x="3556" y="5315"/>
                    </a:cubicBezTo>
                    <a:cubicBezTo>
                      <a:pt x="3392" y="5195"/>
                      <a:pt x="3267" y="5048"/>
                      <a:pt x="3137" y="4901"/>
                    </a:cubicBezTo>
                    <a:cubicBezTo>
                      <a:pt x="2788" y="4498"/>
                      <a:pt x="2614" y="3970"/>
                      <a:pt x="2184" y="3638"/>
                    </a:cubicBezTo>
                    <a:cubicBezTo>
                      <a:pt x="1661" y="3235"/>
                      <a:pt x="1389" y="2658"/>
                      <a:pt x="1084" y="2098"/>
                    </a:cubicBezTo>
                    <a:cubicBezTo>
                      <a:pt x="992" y="1929"/>
                      <a:pt x="1035" y="1776"/>
                      <a:pt x="1133" y="1635"/>
                    </a:cubicBezTo>
                    <a:cubicBezTo>
                      <a:pt x="1184" y="1566"/>
                      <a:pt x="1243" y="1533"/>
                      <a:pt x="1307" y="1533"/>
                    </a:cubicBezTo>
                    <a:cubicBezTo>
                      <a:pt x="1359" y="1533"/>
                      <a:pt x="1414" y="1555"/>
                      <a:pt x="1471" y="1597"/>
                    </a:cubicBezTo>
                    <a:cubicBezTo>
                      <a:pt x="2178" y="1689"/>
                      <a:pt x="2870" y="1885"/>
                      <a:pt x="3561" y="2054"/>
                    </a:cubicBezTo>
                    <a:cubicBezTo>
                      <a:pt x="3746" y="2103"/>
                      <a:pt x="3904" y="2141"/>
                      <a:pt x="3964" y="2375"/>
                    </a:cubicBezTo>
                    <a:cubicBezTo>
                      <a:pt x="3991" y="2482"/>
                      <a:pt x="4044" y="2531"/>
                      <a:pt x="4104" y="2531"/>
                    </a:cubicBezTo>
                    <a:cubicBezTo>
                      <a:pt x="4164" y="2531"/>
                      <a:pt x="4231" y="2484"/>
                      <a:pt x="4291" y="2397"/>
                    </a:cubicBezTo>
                    <a:cubicBezTo>
                      <a:pt x="4400" y="2228"/>
                      <a:pt x="4378" y="2076"/>
                      <a:pt x="4214" y="1967"/>
                    </a:cubicBezTo>
                    <a:cubicBezTo>
                      <a:pt x="4078" y="1874"/>
                      <a:pt x="4013" y="1744"/>
                      <a:pt x="3931" y="1613"/>
                    </a:cubicBezTo>
                    <a:cubicBezTo>
                      <a:pt x="3420" y="822"/>
                      <a:pt x="2505" y="1"/>
                      <a:pt x="14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5" name="Google Shape;1975;p36"/>
              <p:cNvSpPr/>
              <p:nvPr/>
            </p:nvSpPr>
            <p:spPr>
              <a:xfrm>
                <a:off x="6124955" y="407681"/>
                <a:ext cx="685006" cy="405144"/>
              </a:xfrm>
              <a:custGeom>
                <a:rect b="b" l="l" r="r" t="t"/>
                <a:pathLst>
                  <a:path extrusionOk="0" h="6804" w="11504">
                    <a:moveTo>
                      <a:pt x="11359" y="1"/>
                    </a:moveTo>
                    <a:cubicBezTo>
                      <a:pt x="11300" y="1"/>
                      <a:pt x="11226" y="24"/>
                      <a:pt x="11172" y="40"/>
                    </a:cubicBezTo>
                    <a:cubicBezTo>
                      <a:pt x="10769" y="165"/>
                      <a:pt x="10371" y="295"/>
                      <a:pt x="9985" y="481"/>
                    </a:cubicBezTo>
                    <a:cubicBezTo>
                      <a:pt x="8907" y="998"/>
                      <a:pt x="7856" y="1586"/>
                      <a:pt x="6784" y="2119"/>
                    </a:cubicBezTo>
                    <a:cubicBezTo>
                      <a:pt x="4933" y="3045"/>
                      <a:pt x="3136" y="4057"/>
                      <a:pt x="1498" y="5337"/>
                    </a:cubicBezTo>
                    <a:cubicBezTo>
                      <a:pt x="1024" y="5707"/>
                      <a:pt x="561" y="6088"/>
                      <a:pt x="148" y="6523"/>
                    </a:cubicBezTo>
                    <a:cubicBezTo>
                      <a:pt x="88" y="6589"/>
                      <a:pt x="1" y="6665"/>
                      <a:pt x="77" y="6763"/>
                    </a:cubicBezTo>
                    <a:cubicBezTo>
                      <a:pt x="98" y="6792"/>
                      <a:pt x="121" y="6804"/>
                      <a:pt x="145" y="6804"/>
                    </a:cubicBezTo>
                    <a:cubicBezTo>
                      <a:pt x="183" y="6804"/>
                      <a:pt x="223" y="6775"/>
                      <a:pt x="256" y="6741"/>
                    </a:cubicBezTo>
                    <a:cubicBezTo>
                      <a:pt x="300" y="6621"/>
                      <a:pt x="414" y="6572"/>
                      <a:pt x="512" y="6512"/>
                    </a:cubicBezTo>
                    <a:cubicBezTo>
                      <a:pt x="1813" y="5750"/>
                      <a:pt x="3104" y="4977"/>
                      <a:pt x="4416" y="4237"/>
                    </a:cubicBezTo>
                    <a:cubicBezTo>
                      <a:pt x="6642" y="2968"/>
                      <a:pt x="8891" y="1727"/>
                      <a:pt x="11030" y="312"/>
                    </a:cubicBezTo>
                    <a:cubicBezTo>
                      <a:pt x="11068" y="284"/>
                      <a:pt x="11106" y="257"/>
                      <a:pt x="11146" y="257"/>
                    </a:cubicBezTo>
                    <a:cubicBezTo>
                      <a:pt x="11170" y="257"/>
                      <a:pt x="11195" y="266"/>
                      <a:pt x="11221" y="290"/>
                    </a:cubicBezTo>
                    <a:cubicBezTo>
                      <a:pt x="11357" y="274"/>
                      <a:pt x="11504" y="214"/>
                      <a:pt x="11460" y="61"/>
                    </a:cubicBezTo>
                    <a:cubicBezTo>
                      <a:pt x="11446" y="16"/>
                      <a:pt x="11407" y="1"/>
                      <a:pt x="113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6" name="Google Shape;1976;p36"/>
              <p:cNvSpPr/>
              <p:nvPr/>
            </p:nvSpPr>
            <p:spPr>
              <a:xfrm>
                <a:off x="6165803" y="421853"/>
                <a:ext cx="907049" cy="442062"/>
              </a:xfrm>
              <a:custGeom>
                <a:rect b="b" l="l" r="r" t="t"/>
                <a:pathLst>
                  <a:path extrusionOk="0" h="7424" w="15233">
                    <a:moveTo>
                      <a:pt x="15106" y="0"/>
                    </a:moveTo>
                    <a:cubicBezTo>
                      <a:pt x="14967" y="0"/>
                      <a:pt x="14849" y="62"/>
                      <a:pt x="14726" y="62"/>
                    </a:cubicBezTo>
                    <a:cubicBezTo>
                      <a:pt x="14699" y="62"/>
                      <a:pt x="14672" y="59"/>
                      <a:pt x="14645" y="52"/>
                    </a:cubicBezTo>
                    <a:cubicBezTo>
                      <a:pt x="14592" y="27"/>
                      <a:pt x="14538" y="18"/>
                      <a:pt x="14483" y="18"/>
                    </a:cubicBezTo>
                    <a:cubicBezTo>
                      <a:pt x="14410" y="18"/>
                      <a:pt x="14336" y="34"/>
                      <a:pt x="14264" y="47"/>
                    </a:cubicBezTo>
                    <a:cubicBezTo>
                      <a:pt x="13180" y="232"/>
                      <a:pt x="12108" y="471"/>
                      <a:pt x="11112" y="950"/>
                    </a:cubicBezTo>
                    <a:cubicBezTo>
                      <a:pt x="9070" y="1925"/>
                      <a:pt x="7121" y="3063"/>
                      <a:pt x="5232" y="4304"/>
                    </a:cubicBezTo>
                    <a:cubicBezTo>
                      <a:pt x="3735" y="5289"/>
                      <a:pt x="2184" y="6176"/>
                      <a:pt x="632" y="7069"/>
                    </a:cubicBezTo>
                    <a:cubicBezTo>
                      <a:pt x="441" y="7200"/>
                      <a:pt x="229" y="7298"/>
                      <a:pt x="0" y="7352"/>
                    </a:cubicBezTo>
                    <a:cubicBezTo>
                      <a:pt x="49" y="7406"/>
                      <a:pt x="102" y="7424"/>
                      <a:pt x="157" y="7424"/>
                    </a:cubicBezTo>
                    <a:cubicBezTo>
                      <a:pt x="213" y="7424"/>
                      <a:pt x="272" y="7404"/>
                      <a:pt x="327" y="7385"/>
                    </a:cubicBezTo>
                    <a:cubicBezTo>
                      <a:pt x="648" y="7276"/>
                      <a:pt x="980" y="7189"/>
                      <a:pt x="1280" y="7026"/>
                    </a:cubicBezTo>
                    <a:cubicBezTo>
                      <a:pt x="2521" y="6351"/>
                      <a:pt x="3746" y="5654"/>
                      <a:pt x="4933" y="4892"/>
                    </a:cubicBezTo>
                    <a:cubicBezTo>
                      <a:pt x="6326" y="3999"/>
                      <a:pt x="7715" y="3090"/>
                      <a:pt x="9174" y="2295"/>
                    </a:cubicBezTo>
                    <a:cubicBezTo>
                      <a:pt x="10731" y="1451"/>
                      <a:pt x="12315" y="700"/>
                      <a:pt x="14079" y="422"/>
                    </a:cubicBezTo>
                    <a:cubicBezTo>
                      <a:pt x="14454" y="292"/>
                      <a:pt x="14830" y="161"/>
                      <a:pt x="15233" y="19"/>
                    </a:cubicBezTo>
                    <a:cubicBezTo>
                      <a:pt x="15188" y="6"/>
                      <a:pt x="15146" y="0"/>
                      <a:pt x="151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7" name="Google Shape;1977;p36"/>
              <p:cNvSpPr/>
              <p:nvPr/>
            </p:nvSpPr>
            <p:spPr>
              <a:xfrm>
                <a:off x="6203377" y="404466"/>
                <a:ext cx="853935" cy="438370"/>
              </a:xfrm>
              <a:custGeom>
                <a:rect b="b" l="l" r="r" t="t"/>
                <a:pathLst>
                  <a:path extrusionOk="0" h="7362" w="14341">
                    <a:moveTo>
                      <a:pt x="14235" y="0"/>
                    </a:moveTo>
                    <a:cubicBezTo>
                      <a:pt x="14232" y="0"/>
                      <a:pt x="14229" y="1"/>
                      <a:pt x="14226" y="1"/>
                    </a:cubicBezTo>
                    <a:cubicBezTo>
                      <a:pt x="13371" y="115"/>
                      <a:pt x="12511" y="230"/>
                      <a:pt x="11700" y="551"/>
                    </a:cubicBezTo>
                    <a:cubicBezTo>
                      <a:pt x="10698" y="943"/>
                      <a:pt x="9795" y="1531"/>
                      <a:pt x="8842" y="2010"/>
                    </a:cubicBezTo>
                    <a:cubicBezTo>
                      <a:pt x="7911" y="2483"/>
                      <a:pt x="7007" y="3012"/>
                      <a:pt x="6109" y="3540"/>
                    </a:cubicBezTo>
                    <a:cubicBezTo>
                      <a:pt x="4427" y="4530"/>
                      <a:pt x="2843" y="5674"/>
                      <a:pt x="1122" y="6594"/>
                    </a:cubicBezTo>
                    <a:cubicBezTo>
                      <a:pt x="725" y="6806"/>
                      <a:pt x="300" y="6997"/>
                      <a:pt x="1" y="7361"/>
                    </a:cubicBezTo>
                    <a:cubicBezTo>
                      <a:pt x="192" y="7361"/>
                      <a:pt x="344" y="7263"/>
                      <a:pt x="491" y="7176"/>
                    </a:cubicBezTo>
                    <a:cubicBezTo>
                      <a:pt x="1732" y="6441"/>
                      <a:pt x="2995" y="5734"/>
                      <a:pt x="4215" y="4950"/>
                    </a:cubicBezTo>
                    <a:cubicBezTo>
                      <a:pt x="5891" y="3866"/>
                      <a:pt x="7557" y="2756"/>
                      <a:pt x="9359" y="1874"/>
                    </a:cubicBezTo>
                    <a:cubicBezTo>
                      <a:pt x="10339" y="1389"/>
                      <a:pt x="11324" y="926"/>
                      <a:pt x="12402" y="687"/>
                    </a:cubicBezTo>
                    <a:cubicBezTo>
                      <a:pt x="12941" y="567"/>
                      <a:pt x="13486" y="486"/>
                      <a:pt x="14014" y="344"/>
                    </a:cubicBezTo>
                    <a:cubicBezTo>
                      <a:pt x="14101" y="230"/>
                      <a:pt x="14275" y="202"/>
                      <a:pt x="14340" y="39"/>
                    </a:cubicBezTo>
                    <a:cubicBezTo>
                      <a:pt x="14296" y="24"/>
                      <a:pt x="14265" y="0"/>
                      <a:pt x="142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8" name="Google Shape;1978;p36"/>
              <p:cNvSpPr/>
              <p:nvPr/>
            </p:nvSpPr>
            <p:spPr>
              <a:xfrm>
                <a:off x="6139841" y="-46418"/>
                <a:ext cx="469810" cy="549541"/>
              </a:xfrm>
              <a:custGeom>
                <a:rect b="b" l="l" r="r" t="t"/>
                <a:pathLst>
                  <a:path extrusionOk="0" h="9229" w="7890">
                    <a:moveTo>
                      <a:pt x="7791" y="0"/>
                    </a:moveTo>
                    <a:lnTo>
                      <a:pt x="7791" y="0"/>
                    </a:lnTo>
                    <a:cubicBezTo>
                      <a:pt x="7688" y="109"/>
                      <a:pt x="7595" y="235"/>
                      <a:pt x="7476" y="327"/>
                    </a:cubicBezTo>
                    <a:cubicBezTo>
                      <a:pt x="6583" y="1035"/>
                      <a:pt x="5902" y="1933"/>
                      <a:pt x="5195" y="2815"/>
                    </a:cubicBezTo>
                    <a:cubicBezTo>
                      <a:pt x="4715" y="3414"/>
                      <a:pt x="4416" y="4132"/>
                      <a:pt x="3926" y="4720"/>
                    </a:cubicBezTo>
                    <a:cubicBezTo>
                      <a:pt x="3115" y="5689"/>
                      <a:pt x="2375" y="6718"/>
                      <a:pt x="1444" y="7595"/>
                    </a:cubicBezTo>
                    <a:cubicBezTo>
                      <a:pt x="1155" y="7862"/>
                      <a:pt x="905" y="8177"/>
                      <a:pt x="600" y="8439"/>
                    </a:cubicBezTo>
                    <a:cubicBezTo>
                      <a:pt x="366" y="8635"/>
                      <a:pt x="132" y="8836"/>
                      <a:pt x="1" y="9125"/>
                    </a:cubicBezTo>
                    <a:cubicBezTo>
                      <a:pt x="22" y="9202"/>
                      <a:pt x="44" y="9229"/>
                      <a:pt x="66" y="9229"/>
                    </a:cubicBezTo>
                    <a:cubicBezTo>
                      <a:pt x="105" y="9229"/>
                      <a:pt x="144" y="9144"/>
                      <a:pt x="175" y="9119"/>
                    </a:cubicBezTo>
                    <a:cubicBezTo>
                      <a:pt x="937" y="8477"/>
                      <a:pt x="1623" y="7753"/>
                      <a:pt x="2326" y="7050"/>
                    </a:cubicBezTo>
                    <a:cubicBezTo>
                      <a:pt x="3197" y="6174"/>
                      <a:pt x="3932" y="5189"/>
                      <a:pt x="4617" y="4171"/>
                    </a:cubicBezTo>
                    <a:cubicBezTo>
                      <a:pt x="4993" y="3615"/>
                      <a:pt x="5352" y="3049"/>
                      <a:pt x="5777" y="2532"/>
                    </a:cubicBezTo>
                    <a:cubicBezTo>
                      <a:pt x="6430" y="1748"/>
                      <a:pt x="7094" y="975"/>
                      <a:pt x="7753" y="202"/>
                    </a:cubicBezTo>
                    <a:cubicBezTo>
                      <a:pt x="7802" y="142"/>
                      <a:pt x="7889" y="88"/>
                      <a:pt x="77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9" name="Google Shape;1979;p36"/>
              <p:cNvSpPr/>
              <p:nvPr/>
            </p:nvSpPr>
            <p:spPr>
              <a:xfrm>
                <a:off x="6254289" y="1078112"/>
                <a:ext cx="903834" cy="359235"/>
              </a:xfrm>
              <a:custGeom>
                <a:rect b="b" l="l" r="r" t="t"/>
                <a:pathLst>
                  <a:path extrusionOk="0" h="6033" w="15179">
                    <a:moveTo>
                      <a:pt x="1" y="1"/>
                    </a:moveTo>
                    <a:cubicBezTo>
                      <a:pt x="235" y="71"/>
                      <a:pt x="469" y="158"/>
                      <a:pt x="703" y="213"/>
                    </a:cubicBezTo>
                    <a:cubicBezTo>
                      <a:pt x="2358" y="621"/>
                      <a:pt x="4013" y="1002"/>
                      <a:pt x="5657" y="1427"/>
                    </a:cubicBezTo>
                    <a:cubicBezTo>
                      <a:pt x="8014" y="2031"/>
                      <a:pt x="10268" y="2902"/>
                      <a:pt x="12315" y="4241"/>
                    </a:cubicBezTo>
                    <a:cubicBezTo>
                      <a:pt x="12435" y="4263"/>
                      <a:pt x="12527" y="4329"/>
                      <a:pt x="12631" y="4394"/>
                    </a:cubicBezTo>
                    <a:cubicBezTo>
                      <a:pt x="13464" y="4933"/>
                      <a:pt x="14302" y="5466"/>
                      <a:pt x="15179" y="6033"/>
                    </a:cubicBezTo>
                    <a:cubicBezTo>
                      <a:pt x="15146" y="5956"/>
                      <a:pt x="15140" y="5918"/>
                      <a:pt x="15119" y="5902"/>
                    </a:cubicBezTo>
                    <a:cubicBezTo>
                      <a:pt x="14830" y="5684"/>
                      <a:pt x="14547" y="5455"/>
                      <a:pt x="14253" y="5243"/>
                    </a:cubicBezTo>
                    <a:cubicBezTo>
                      <a:pt x="12320" y="3844"/>
                      <a:pt x="10235" y="2728"/>
                      <a:pt x="7987" y="1922"/>
                    </a:cubicBezTo>
                    <a:cubicBezTo>
                      <a:pt x="6060" y="1236"/>
                      <a:pt x="4062" y="828"/>
                      <a:pt x="2080" y="354"/>
                    </a:cubicBezTo>
                    <a:cubicBezTo>
                      <a:pt x="1394" y="197"/>
                      <a:pt x="708" y="50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0" name="Google Shape;1980;p36"/>
              <p:cNvSpPr/>
              <p:nvPr/>
            </p:nvSpPr>
            <p:spPr>
              <a:xfrm>
                <a:off x="6137936" y="418042"/>
                <a:ext cx="655174" cy="391092"/>
              </a:xfrm>
              <a:custGeom>
                <a:rect b="b" l="l" r="r" t="t"/>
                <a:pathLst>
                  <a:path extrusionOk="0" h="6568" w="11003">
                    <a:moveTo>
                      <a:pt x="10921" y="1"/>
                    </a:moveTo>
                    <a:cubicBezTo>
                      <a:pt x="10865" y="1"/>
                      <a:pt x="10804" y="96"/>
                      <a:pt x="10779" y="111"/>
                    </a:cubicBezTo>
                    <a:cubicBezTo>
                      <a:pt x="9783" y="660"/>
                      <a:pt x="8825" y="1281"/>
                      <a:pt x="7845" y="1858"/>
                    </a:cubicBezTo>
                    <a:cubicBezTo>
                      <a:pt x="6517" y="2642"/>
                      <a:pt x="5178" y="3404"/>
                      <a:pt x="3838" y="4155"/>
                    </a:cubicBezTo>
                    <a:cubicBezTo>
                      <a:pt x="2630" y="4836"/>
                      <a:pt x="1443" y="5549"/>
                      <a:pt x="262" y="6279"/>
                    </a:cubicBezTo>
                    <a:cubicBezTo>
                      <a:pt x="158" y="6338"/>
                      <a:pt x="0" y="6382"/>
                      <a:pt x="38" y="6567"/>
                    </a:cubicBezTo>
                    <a:cubicBezTo>
                      <a:pt x="1742" y="5685"/>
                      <a:pt x="3376" y="4678"/>
                      <a:pt x="5058" y="3758"/>
                    </a:cubicBezTo>
                    <a:cubicBezTo>
                      <a:pt x="6522" y="2958"/>
                      <a:pt x="7965" y="2114"/>
                      <a:pt x="9386" y="1243"/>
                    </a:cubicBezTo>
                    <a:cubicBezTo>
                      <a:pt x="9946" y="900"/>
                      <a:pt x="10464" y="492"/>
                      <a:pt x="11003" y="116"/>
                    </a:cubicBezTo>
                    <a:cubicBezTo>
                      <a:pt x="10981" y="29"/>
                      <a:pt x="10952" y="1"/>
                      <a:pt x="1092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1" name="Google Shape;1981;p36"/>
              <p:cNvSpPr/>
              <p:nvPr/>
            </p:nvSpPr>
            <p:spPr>
              <a:xfrm>
                <a:off x="6603111" y="2452260"/>
                <a:ext cx="318030" cy="269441"/>
              </a:xfrm>
              <a:custGeom>
                <a:rect b="b" l="l" r="r" t="t"/>
                <a:pathLst>
                  <a:path extrusionOk="0" h="4525" w="5341">
                    <a:moveTo>
                      <a:pt x="360" y="1"/>
                    </a:moveTo>
                    <a:cubicBezTo>
                      <a:pt x="28" y="158"/>
                      <a:pt x="0" y="295"/>
                      <a:pt x="235" y="599"/>
                    </a:cubicBezTo>
                    <a:cubicBezTo>
                      <a:pt x="338" y="725"/>
                      <a:pt x="485" y="768"/>
                      <a:pt x="616" y="850"/>
                    </a:cubicBezTo>
                    <a:cubicBezTo>
                      <a:pt x="1677" y="1503"/>
                      <a:pt x="2521" y="2407"/>
                      <a:pt x="3392" y="3278"/>
                    </a:cubicBezTo>
                    <a:cubicBezTo>
                      <a:pt x="3947" y="3833"/>
                      <a:pt x="4611" y="4203"/>
                      <a:pt x="5341" y="4525"/>
                    </a:cubicBezTo>
                    <a:cubicBezTo>
                      <a:pt x="5303" y="4405"/>
                      <a:pt x="5270" y="4323"/>
                      <a:pt x="5243" y="4236"/>
                    </a:cubicBezTo>
                    <a:cubicBezTo>
                      <a:pt x="5167" y="4024"/>
                      <a:pt x="4954" y="3991"/>
                      <a:pt x="4791" y="3893"/>
                    </a:cubicBezTo>
                    <a:cubicBezTo>
                      <a:pt x="4448" y="3686"/>
                      <a:pt x="4078" y="3501"/>
                      <a:pt x="3855" y="3158"/>
                    </a:cubicBezTo>
                    <a:cubicBezTo>
                      <a:pt x="3201" y="2173"/>
                      <a:pt x="2320" y="1411"/>
                      <a:pt x="1394" y="703"/>
                    </a:cubicBezTo>
                    <a:cubicBezTo>
                      <a:pt x="1067" y="447"/>
                      <a:pt x="784" y="115"/>
                      <a:pt x="36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2" name="Google Shape;1982;p36"/>
              <p:cNvSpPr/>
              <p:nvPr/>
            </p:nvSpPr>
            <p:spPr>
              <a:xfrm>
                <a:off x="6282157" y="1238887"/>
                <a:ext cx="367988" cy="299333"/>
              </a:xfrm>
              <a:custGeom>
                <a:rect b="b" l="l" r="r" t="t"/>
                <a:pathLst>
                  <a:path extrusionOk="0" h="5027" w="6180">
                    <a:moveTo>
                      <a:pt x="703" y="425"/>
                    </a:moveTo>
                    <a:lnTo>
                      <a:pt x="703" y="425"/>
                    </a:lnTo>
                    <a:cubicBezTo>
                      <a:pt x="769" y="490"/>
                      <a:pt x="839" y="550"/>
                      <a:pt x="912" y="606"/>
                    </a:cubicBezTo>
                    <a:lnTo>
                      <a:pt x="912" y="606"/>
                    </a:lnTo>
                    <a:cubicBezTo>
                      <a:pt x="828" y="556"/>
                      <a:pt x="745" y="508"/>
                      <a:pt x="703" y="425"/>
                    </a:cubicBezTo>
                    <a:close/>
                    <a:moveTo>
                      <a:pt x="321" y="1"/>
                    </a:moveTo>
                    <a:cubicBezTo>
                      <a:pt x="262" y="1"/>
                      <a:pt x="203" y="13"/>
                      <a:pt x="142" y="44"/>
                    </a:cubicBezTo>
                    <a:cubicBezTo>
                      <a:pt x="50" y="88"/>
                      <a:pt x="1" y="164"/>
                      <a:pt x="99" y="229"/>
                    </a:cubicBezTo>
                    <a:cubicBezTo>
                      <a:pt x="447" y="458"/>
                      <a:pt x="725" y="801"/>
                      <a:pt x="1155" y="915"/>
                    </a:cubicBezTo>
                    <a:cubicBezTo>
                      <a:pt x="1149" y="831"/>
                      <a:pt x="1117" y="770"/>
                      <a:pt x="1072" y="722"/>
                    </a:cubicBezTo>
                    <a:lnTo>
                      <a:pt x="1072" y="722"/>
                    </a:lnTo>
                    <a:cubicBezTo>
                      <a:pt x="1397" y="946"/>
                      <a:pt x="1758" y="1125"/>
                      <a:pt x="2080" y="1362"/>
                    </a:cubicBezTo>
                    <a:cubicBezTo>
                      <a:pt x="3474" y="2402"/>
                      <a:pt x="4704" y="3610"/>
                      <a:pt x="5908" y="4851"/>
                    </a:cubicBezTo>
                    <a:cubicBezTo>
                      <a:pt x="5972" y="4916"/>
                      <a:pt x="6013" y="5027"/>
                      <a:pt x="6116" y="5027"/>
                    </a:cubicBezTo>
                    <a:cubicBezTo>
                      <a:pt x="6135" y="5027"/>
                      <a:pt x="6156" y="5023"/>
                      <a:pt x="6180" y="5015"/>
                    </a:cubicBezTo>
                    <a:cubicBezTo>
                      <a:pt x="6163" y="4879"/>
                      <a:pt x="6087" y="4775"/>
                      <a:pt x="6011" y="4672"/>
                    </a:cubicBezTo>
                    <a:cubicBezTo>
                      <a:pt x="5184" y="3474"/>
                      <a:pt x="4193" y="2429"/>
                      <a:pt x="3055" y="1520"/>
                    </a:cubicBezTo>
                    <a:cubicBezTo>
                      <a:pt x="2293" y="915"/>
                      <a:pt x="1503" y="344"/>
                      <a:pt x="551" y="44"/>
                    </a:cubicBezTo>
                    <a:cubicBezTo>
                      <a:pt x="472" y="20"/>
                      <a:pt x="396" y="1"/>
                      <a:pt x="32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3" name="Google Shape;1983;p36"/>
              <p:cNvSpPr/>
              <p:nvPr/>
            </p:nvSpPr>
            <p:spPr>
              <a:xfrm>
                <a:off x="6624488" y="2447913"/>
                <a:ext cx="298618" cy="256639"/>
              </a:xfrm>
              <a:custGeom>
                <a:rect b="b" l="l" r="r" t="t"/>
                <a:pathLst>
                  <a:path extrusionOk="0" h="4310" w="5015">
                    <a:moveTo>
                      <a:pt x="47" y="0"/>
                    </a:moveTo>
                    <a:cubicBezTo>
                      <a:pt x="25" y="0"/>
                      <a:pt x="7" y="17"/>
                      <a:pt x="1" y="74"/>
                    </a:cubicBezTo>
                    <a:cubicBezTo>
                      <a:pt x="311" y="313"/>
                      <a:pt x="616" y="547"/>
                      <a:pt x="921" y="781"/>
                    </a:cubicBezTo>
                    <a:cubicBezTo>
                      <a:pt x="1699" y="1380"/>
                      <a:pt x="2494" y="1984"/>
                      <a:pt x="3049" y="2779"/>
                    </a:cubicBezTo>
                    <a:cubicBezTo>
                      <a:pt x="3539" y="3482"/>
                      <a:pt x="4160" y="3939"/>
                      <a:pt x="4884" y="4309"/>
                    </a:cubicBezTo>
                    <a:cubicBezTo>
                      <a:pt x="5015" y="4140"/>
                      <a:pt x="4824" y="4091"/>
                      <a:pt x="4753" y="4020"/>
                    </a:cubicBezTo>
                    <a:cubicBezTo>
                      <a:pt x="4421" y="3661"/>
                      <a:pt x="3959" y="3416"/>
                      <a:pt x="3703" y="2992"/>
                    </a:cubicBezTo>
                    <a:cubicBezTo>
                      <a:pt x="3256" y="2224"/>
                      <a:pt x="2603" y="1658"/>
                      <a:pt x="1955" y="1081"/>
                    </a:cubicBezTo>
                    <a:cubicBezTo>
                      <a:pt x="1422" y="613"/>
                      <a:pt x="817" y="253"/>
                      <a:pt x="137" y="41"/>
                    </a:cubicBezTo>
                    <a:cubicBezTo>
                      <a:pt x="114" y="35"/>
                      <a:pt x="77" y="0"/>
                      <a:pt x="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4" name="Google Shape;1984;p36"/>
              <p:cNvSpPr/>
              <p:nvPr/>
            </p:nvSpPr>
            <p:spPr>
              <a:xfrm>
                <a:off x="5772560" y="610972"/>
                <a:ext cx="256163" cy="337203"/>
              </a:xfrm>
              <a:custGeom>
                <a:rect b="b" l="l" r="r" t="t"/>
                <a:pathLst>
                  <a:path extrusionOk="0" h="5663" w="4302">
                    <a:moveTo>
                      <a:pt x="4193" y="1"/>
                    </a:moveTo>
                    <a:lnTo>
                      <a:pt x="4193" y="1"/>
                    </a:lnTo>
                    <a:cubicBezTo>
                      <a:pt x="3539" y="567"/>
                      <a:pt x="2783" y="992"/>
                      <a:pt x="2222" y="1694"/>
                    </a:cubicBezTo>
                    <a:cubicBezTo>
                      <a:pt x="1612" y="2451"/>
                      <a:pt x="948" y="3158"/>
                      <a:pt x="387" y="3959"/>
                    </a:cubicBezTo>
                    <a:cubicBezTo>
                      <a:pt x="28" y="4476"/>
                      <a:pt x="1" y="4884"/>
                      <a:pt x="458" y="5200"/>
                    </a:cubicBezTo>
                    <a:cubicBezTo>
                      <a:pt x="714" y="5379"/>
                      <a:pt x="981" y="5559"/>
                      <a:pt x="1286" y="5663"/>
                    </a:cubicBezTo>
                    <a:cubicBezTo>
                      <a:pt x="1316" y="5655"/>
                      <a:pt x="1349" y="5654"/>
                      <a:pt x="1382" y="5654"/>
                    </a:cubicBezTo>
                    <a:cubicBezTo>
                      <a:pt x="1414" y="5654"/>
                      <a:pt x="1446" y="5655"/>
                      <a:pt x="1479" y="5655"/>
                    </a:cubicBezTo>
                    <a:cubicBezTo>
                      <a:pt x="1573" y="5655"/>
                      <a:pt x="1671" y="5643"/>
                      <a:pt x="1759" y="5548"/>
                    </a:cubicBezTo>
                    <a:cubicBezTo>
                      <a:pt x="1346" y="5412"/>
                      <a:pt x="1008" y="5200"/>
                      <a:pt x="681" y="4971"/>
                    </a:cubicBezTo>
                    <a:cubicBezTo>
                      <a:pt x="371" y="4753"/>
                      <a:pt x="311" y="4519"/>
                      <a:pt x="567" y="4242"/>
                    </a:cubicBezTo>
                    <a:cubicBezTo>
                      <a:pt x="807" y="3975"/>
                      <a:pt x="997" y="3681"/>
                      <a:pt x="1177" y="3382"/>
                    </a:cubicBezTo>
                    <a:cubicBezTo>
                      <a:pt x="1596" y="2685"/>
                      <a:pt x="2320" y="2255"/>
                      <a:pt x="2734" y="1558"/>
                    </a:cubicBezTo>
                    <a:cubicBezTo>
                      <a:pt x="2924" y="1237"/>
                      <a:pt x="3207" y="1008"/>
                      <a:pt x="3512" y="801"/>
                    </a:cubicBezTo>
                    <a:cubicBezTo>
                      <a:pt x="3757" y="632"/>
                      <a:pt x="3942" y="404"/>
                      <a:pt x="4155" y="197"/>
                    </a:cubicBezTo>
                    <a:cubicBezTo>
                      <a:pt x="4209" y="148"/>
                      <a:pt x="4302" y="88"/>
                      <a:pt x="419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5" name="Google Shape;1985;p36"/>
              <p:cNvSpPr/>
              <p:nvPr/>
            </p:nvSpPr>
            <p:spPr>
              <a:xfrm>
                <a:off x="6311691" y="1257167"/>
                <a:ext cx="372156" cy="325294"/>
              </a:xfrm>
              <a:custGeom>
                <a:rect b="b" l="l" r="r" t="t"/>
                <a:pathLst>
                  <a:path extrusionOk="0" h="5463" w="6250">
                    <a:moveTo>
                      <a:pt x="61" y="1"/>
                    </a:moveTo>
                    <a:cubicBezTo>
                      <a:pt x="42" y="1"/>
                      <a:pt x="22" y="6"/>
                      <a:pt x="0" y="20"/>
                    </a:cubicBezTo>
                    <a:cubicBezTo>
                      <a:pt x="223" y="222"/>
                      <a:pt x="441" y="412"/>
                      <a:pt x="659" y="608"/>
                    </a:cubicBezTo>
                    <a:cubicBezTo>
                      <a:pt x="1350" y="1082"/>
                      <a:pt x="2036" y="1572"/>
                      <a:pt x="2641" y="2160"/>
                    </a:cubicBezTo>
                    <a:cubicBezTo>
                      <a:pt x="3452" y="2895"/>
                      <a:pt x="4214" y="3679"/>
                      <a:pt x="4982" y="4457"/>
                    </a:cubicBezTo>
                    <a:cubicBezTo>
                      <a:pt x="5286" y="4773"/>
                      <a:pt x="5640" y="5029"/>
                      <a:pt x="5951" y="5339"/>
                    </a:cubicBezTo>
                    <a:cubicBezTo>
                      <a:pt x="5998" y="5386"/>
                      <a:pt x="6061" y="5462"/>
                      <a:pt x="6128" y="5462"/>
                    </a:cubicBezTo>
                    <a:cubicBezTo>
                      <a:pt x="6169" y="5462"/>
                      <a:pt x="6210" y="5433"/>
                      <a:pt x="6250" y="5350"/>
                    </a:cubicBezTo>
                    <a:cubicBezTo>
                      <a:pt x="6065" y="5132"/>
                      <a:pt x="5874" y="4920"/>
                      <a:pt x="5684" y="4708"/>
                    </a:cubicBezTo>
                    <a:cubicBezTo>
                      <a:pt x="4987" y="4011"/>
                      <a:pt x="4296" y="3314"/>
                      <a:pt x="3588" y="2628"/>
                    </a:cubicBezTo>
                    <a:cubicBezTo>
                      <a:pt x="2553" y="1643"/>
                      <a:pt x="1416" y="810"/>
                      <a:pt x="202" y="69"/>
                    </a:cubicBezTo>
                    <a:cubicBezTo>
                      <a:pt x="162" y="45"/>
                      <a:pt x="115" y="1"/>
                      <a:pt x="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6" name="Google Shape;1986;p36"/>
              <p:cNvSpPr/>
              <p:nvPr/>
            </p:nvSpPr>
            <p:spPr>
              <a:xfrm>
                <a:off x="6855944" y="-91316"/>
                <a:ext cx="167976" cy="120936"/>
              </a:xfrm>
              <a:custGeom>
                <a:rect b="b" l="l" r="r" t="t"/>
                <a:pathLst>
                  <a:path extrusionOk="0" h="2031" w="2821">
                    <a:moveTo>
                      <a:pt x="1995" y="0"/>
                    </a:moveTo>
                    <a:cubicBezTo>
                      <a:pt x="1777" y="0"/>
                      <a:pt x="1562" y="59"/>
                      <a:pt x="1422" y="183"/>
                    </a:cubicBezTo>
                    <a:cubicBezTo>
                      <a:pt x="1552" y="401"/>
                      <a:pt x="1792" y="362"/>
                      <a:pt x="1988" y="417"/>
                    </a:cubicBezTo>
                    <a:cubicBezTo>
                      <a:pt x="2140" y="460"/>
                      <a:pt x="2216" y="531"/>
                      <a:pt x="2064" y="646"/>
                    </a:cubicBezTo>
                    <a:cubicBezTo>
                      <a:pt x="1634" y="950"/>
                      <a:pt x="1198" y="1250"/>
                      <a:pt x="790" y="1587"/>
                    </a:cubicBezTo>
                    <a:cubicBezTo>
                      <a:pt x="743" y="1629"/>
                      <a:pt x="679" y="1656"/>
                      <a:pt x="615" y="1656"/>
                    </a:cubicBezTo>
                    <a:cubicBezTo>
                      <a:pt x="561" y="1656"/>
                      <a:pt x="508" y="1637"/>
                      <a:pt x="463" y="1593"/>
                    </a:cubicBezTo>
                    <a:cubicBezTo>
                      <a:pt x="349" y="1478"/>
                      <a:pt x="458" y="1375"/>
                      <a:pt x="518" y="1277"/>
                    </a:cubicBezTo>
                    <a:cubicBezTo>
                      <a:pt x="649" y="1076"/>
                      <a:pt x="866" y="923"/>
                      <a:pt x="926" y="667"/>
                    </a:cubicBezTo>
                    <a:cubicBezTo>
                      <a:pt x="887" y="643"/>
                      <a:pt x="852" y="633"/>
                      <a:pt x="820" y="633"/>
                    </a:cubicBezTo>
                    <a:cubicBezTo>
                      <a:pt x="731" y="633"/>
                      <a:pt x="665" y="711"/>
                      <a:pt x="605" y="771"/>
                    </a:cubicBezTo>
                    <a:cubicBezTo>
                      <a:pt x="463" y="907"/>
                      <a:pt x="333" y="1065"/>
                      <a:pt x="213" y="1223"/>
                    </a:cubicBezTo>
                    <a:cubicBezTo>
                      <a:pt x="72" y="1397"/>
                      <a:pt x="1" y="1609"/>
                      <a:pt x="131" y="1805"/>
                    </a:cubicBezTo>
                    <a:cubicBezTo>
                      <a:pt x="230" y="1960"/>
                      <a:pt x="377" y="2031"/>
                      <a:pt x="539" y="2031"/>
                    </a:cubicBezTo>
                    <a:cubicBezTo>
                      <a:pt x="610" y="2031"/>
                      <a:pt x="684" y="2017"/>
                      <a:pt x="757" y="1990"/>
                    </a:cubicBezTo>
                    <a:cubicBezTo>
                      <a:pt x="1482" y="1740"/>
                      <a:pt x="2091" y="1304"/>
                      <a:pt x="2663" y="809"/>
                    </a:cubicBezTo>
                    <a:cubicBezTo>
                      <a:pt x="2821" y="673"/>
                      <a:pt x="2821" y="471"/>
                      <a:pt x="2706" y="297"/>
                    </a:cubicBezTo>
                    <a:cubicBezTo>
                      <a:pt x="2579" y="104"/>
                      <a:pt x="2285" y="0"/>
                      <a:pt x="19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7" name="Google Shape;1987;p36"/>
              <p:cNvSpPr/>
              <p:nvPr/>
            </p:nvSpPr>
            <p:spPr>
              <a:xfrm>
                <a:off x="6468893" y="1385728"/>
                <a:ext cx="272359" cy="251339"/>
              </a:xfrm>
              <a:custGeom>
                <a:rect b="b" l="l" r="r" t="t"/>
                <a:pathLst>
                  <a:path extrusionOk="0" h="4221" w="4574">
                    <a:moveTo>
                      <a:pt x="1" y="1"/>
                    </a:moveTo>
                    <a:lnTo>
                      <a:pt x="1" y="1"/>
                    </a:lnTo>
                    <a:cubicBezTo>
                      <a:pt x="33" y="50"/>
                      <a:pt x="60" y="104"/>
                      <a:pt x="99" y="142"/>
                    </a:cubicBezTo>
                    <a:cubicBezTo>
                      <a:pt x="654" y="687"/>
                      <a:pt x="1177" y="1253"/>
                      <a:pt x="1672" y="1846"/>
                    </a:cubicBezTo>
                    <a:cubicBezTo>
                      <a:pt x="2146" y="2413"/>
                      <a:pt x="2652" y="2946"/>
                      <a:pt x="3164" y="3485"/>
                    </a:cubicBezTo>
                    <a:cubicBezTo>
                      <a:pt x="3264" y="3590"/>
                      <a:pt x="3338" y="3643"/>
                      <a:pt x="3398" y="3643"/>
                    </a:cubicBezTo>
                    <a:cubicBezTo>
                      <a:pt x="3478" y="3643"/>
                      <a:pt x="3532" y="3549"/>
                      <a:pt x="3588" y="3360"/>
                    </a:cubicBezTo>
                    <a:cubicBezTo>
                      <a:pt x="3991" y="3578"/>
                      <a:pt x="4220" y="4002"/>
                      <a:pt x="4574" y="4220"/>
                    </a:cubicBezTo>
                    <a:cubicBezTo>
                      <a:pt x="4263" y="3888"/>
                      <a:pt x="3937" y="3540"/>
                      <a:pt x="3610" y="3191"/>
                    </a:cubicBezTo>
                    <a:cubicBezTo>
                      <a:pt x="3569" y="3228"/>
                      <a:pt x="3536" y="3242"/>
                      <a:pt x="3507" y="3242"/>
                    </a:cubicBezTo>
                    <a:cubicBezTo>
                      <a:pt x="3429" y="3242"/>
                      <a:pt x="3388" y="3136"/>
                      <a:pt x="3332" y="3088"/>
                    </a:cubicBezTo>
                    <a:cubicBezTo>
                      <a:pt x="2576" y="2429"/>
                      <a:pt x="1901" y="1694"/>
                      <a:pt x="1160" y="1014"/>
                    </a:cubicBezTo>
                    <a:cubicBezTo>
                      <a:pt x="785" y="671"/>
                      <a:pt x="458" y="257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8" name="Google Shape;1988;p36"/>
              <p:cNvSpPr/>
              <p:nvPr/>
            </p:nvSpPr>
            <p:spPr>
              <a:xfrm>
                <a:off x="5705154" y="2055503"/>
                <a:ext cx="154996" cy="89675"/>
              </a:xfrm>
              <a:custGeom>
                <a:rect b="b" l="l" r="r" t="t"/>
                <a:pathLst>
                  <a:path extrusionOk="0" h="1506" w="2603">
                    <a:moveTo>
                      <a:pt x="235" y="0"/>
                    </a:moveTo>
                    <a:cubicBezTo>
                      <a:pt x="175" y="11"/>
                      <a:pt x="120" y="17"/>
                      <a:pt x="1" y="38"/>
                    </a:cubicBezTo>
                    <a:cubicBezTo>
                      <a:pt x="828" y="349"/>
                      <a:pt x="1503" y="784"/>
                      <a:pt x="2205" y="1269"/>
                    </a:cubicBezTo>
                    <a:cubicBezTo>
                      <a:pt x="2154" y="1280"/>
                      <a:pt x="2106" y="1285"/>
                      <a:pt x="2061" y="1285"/>
                    </a:cubicBezTo>
                    <a:cubicBezTo>
                      <a:pt x="1875" y="1285"/>
                      <a:pt x="1733" y="1201"/>
                      <a:pt x="1585" y="1149"/>
                    </a:cubicBezTo>
                    <a:cubicBezTo>
                      <a:pt x="1247" y="1036"/>
                      <a:pt x="925" y="860"/>
                      <a:pt x="556" y="860"/>
                    </a:cubicBezTo>
                    <a:cubicBezTo>
                      <a:pt x="551" y="860"/>
                      <a:pt x="545" y="860"/>
                      <a:pt x="539" y="860"/>
                    </a:cubicBezTo>
                    <a:cubicBezTo>
                      <a:pt x="387" y="866"/>
                      <a:pt x="256" y="893"/>
                      <a:pt x="436" y="1067"/>
                    </a:cubicBezTo>
                    <a:cubicBezTo>
                      <a:pt x="817" y="1089"/>
                      <a:pt x="1176" y="1187"/>
                      <a:pt x="1525" y="1329"/>
                    </a:cubicBezTo>
                    <a:cubicBezTo>
                      <a:pt x="1739" y="1417"/>
                      <a:pt x="1953" y="1505"/>
                      <a:pt x="2187" y="1505"/>
                    </a:cubicBezTo>
                    <a:cubicBezTo>
                      <a:pt x="2227" y="1505"/>
                      <a:pt x="2268" y="1503"/>
                      <a:pt x="2309" y="1497"/>
                    </a:cubicBezTo>
                    <a:cubicBezTo>
                      <a:pt x="2328" y="1495"/>
                      <a:pt x="2350" y="1495"/>
                      <a:pt x="2372" y="1495"/>
                    </a:cubicBezTo>
                    <a:cubicBezTo>
                      <a:pt x="2377" y="1495"/>
                      <a:pt x="2382" y="1495"/>
                      <a:pt x="2388" y="1495"/>
                    </a:cubicBezTo>
                    <a:cubicBezTo>
                      <a:pt x="2470" y="1495"/>
                      <a:pt x="2555" y="1492"/>
                      <a:pt x="2576" y="1394"/>
                    </a:cubicBezTo>
                    <a:cubicBezTo>
                      <a:pt x="2603" y="1274"/>
                      <a:pt x="2472" y="1209"/>
                      <a:pt x="2385" y="1165"/>
                    </a:cubicBezTo>
                    <a:cubicBezTo>
                      <a:pt x="1998" y="986"/>
                      <a:pt x="1677" y="708"/>
                      <a:pt x="1318" y="485"/>
                    </a:cubicBezTo>
                    <a:cubicBezTo>
                      <a:pt x="980" y="272"/>
                      <a:pt x="616" y="109"/>
                      <a:pt x="2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9" name="Google Shape;1989;p36"/>
              <p:cNvSpPr/>
              <p:nvPr/>
            </p:nvSpPr>
            <p:spPr>
              <a:xfrm>
                <a:off x="6409883" y="2317388"/>
                <a:ext cx="29594" cy="29594"/>
              </a:xfrm>
              <a:custGeom>
                <a:rect b="b" l="l" r="r" t="t"/>
                <a:pathLst>
                  <a:path extrusionOk="0" h="497" w="497">
                    <a:moveTo>
                      <a:pt x="1" y="1"/>
                    </a:moveTo>
                    <a:cubicBezTo>
                      <a:pt x="82" y="251"/>
                      <a:pt x="246" y="415"/>
                      <a:pt x="496" y="496"/>
                    </a:cubicBezTo>
                    <a:cubicBezTo>
                      <a:pt x="355" y="306"/>
                      <a:pt x="191" y="137"/>
                      <a:pt x="1" y="1"/>
                    </a:cubicBezTo>
                    <a:close/>
                  </a:path>
                </a:pathLst>
              </a:custGeom>
              <a:solidFill>
                <a:srgbClr val="31313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0" name="Google Shape;1990;p36"/>
              <p:cNvSpPr/>
              <p:nvPr/>
            </p:nvSpPr>
            <p:spPr>
              <a:xfrm>
                <a:off x="5493169" y="1747828"/>
                <a:ext cx="225021" cy="153745"/>
              </a:xfrm>
              <a:custGeom>
                <a:rect b="b" l="l" r="r" t="t"/>
                <a:pathLst>
                  <a:path extrusionOk="0" h="2582" w="3779">
                    <a:moveTo>
                      <a:pt x="3718" y="1"/>
                    </a:moveTo>
                    <a:cubicBezTo>
                      <a:pt x="3446" y="72"/>
                      <a:pt x="3169" y="121"/>
                      <a:pt x="2913" y="224"/>
                    </a:cubicBezTo>
                    <a:cubicBezTo>
                      <a:pt x="2483" y="398"/>
                      <a:pt x="1960" y="398"/>
                      <a:pt x="1677" y="866"/>
                    </a:cubicBezTo>
                    <a:cubicBezTo>
                      <a:pt x="1644" y="920"/>
                      <a:pt x="1575" y="973"/>
                      <a:pt x="1503" y="973"/>
                    </a:cubicBezTo>
                    <a:cubicBezTo>
                      <a:pt x="1479" y="973"/>
                      <a:pt x="1455" y="967"/>
                      <a:pt x="1432" y="954"/>
                    </a:cubicBezTo>
                    <a:cubicBezTo>
                      <a:pt x="1350" y="910"/>
                      <a:pt x="1394" y="807"/>
                      <a:pt x="1383" y="730"/>
                    </a:cubicBezTo>
                    <a:cubicBezTo>
                      <a:pt x="1367" y="605"/>
                      <a:pt x="1416" y="474"/>
                      <a:pt x="1350" y="349"/>
                    </a:cubicBezTo>
                    <a:cubicBezTo>
                      <a:pt x="822" y="856"/>
                      <a:pt x="327" y="1378"/>
                      <a:pt x="27" y="2059"/>
                    </a:cubicBezTo>
                    <a:cubicBezTo>
                      <a:pt x="109" y="2064"/>
                      <a:pt x="185" y="2075"/>
                      <a:pt x="272" y="2086"/>
                    </a:cubicBezTo>
                    <a:cubicBezTo>
                      <a:pt x="207" y="2260"/>
                      <a:pt x="0" y="2369"/>
                      <a:pt x="65" y="2581"/>
                    </a:cubicBezTo>
                    <a:cubicBezTo>
                      <a:pt x="197" y="2567"/>
                      <a:pt x="250" y="2333"/>
                      <a:pt x="373" y="2333"/>
                    </a:cubicBezTo>
                    <a:cubicBezTo>
                      <a:pt x="434" y="2333"/>
                      <a:pt x="513" y="2390"/>
                      <a:pt x="626" y="2560"/>
                    </a:cubicBezTo>
                    <a:cubicBezTo>
                      <a:pt x="517" y="2059"/>
                      <a:pt x="790" y="1955"/>
                      <a:pt x="1056" y="1841"/>
                    </a:cubicBezTo>
                    <a:cubicBezTo>
                      <a:pt x="1470" y="1661"/>
                      <a:pt x="1911" y="1531"/>
                      <a:pt x="2298" y="1286"/>
                    </a:cubicBezTo>
                    <a:cubicBezTo>
                      <a:pt x="2134" y="1090"/>
                      <a:pt x="2368" y="1057"/>
                      <a:pt x="2445" y="1008"/>
                    </a:cubicBezTo>
                    <a:cubicBezTo>
                      <a:pt x="2787" y="790"/>
                      <a:pt x="3207" y="763"/>
                      <a:pt x="3561" y="627"/>
                    </a:cubicBezTo>
                    <a:cubicBezTo>
                      <a:pt x="3109" y="284"/>
                      <a:pt x="3778" y="251"/>
                      <a:pt x="371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1" name="Google Shape;1991;p36"/>
              <p:cNvSpPr/>
              <p:nvPr/>
            </p:nvSpPr>
            <p:spPr>
              <a:xfrm>
                <a:off x="5549857" y="2080096"/>
                <a:ext cx="79493" cy="237049"/>
              </a:xfrm>
              <a:custGeom>
                <a:rect b="b" l="l" r="r" t="t"/>
                <a:pathLst>
                  <a:path extrusionOk="0" h="3981" w="1335">
                    <a:moveTo>
                      <a:pt x="1335" y="1"/>
                    </a:moveTo>
                    <a:lnTo>
                      <a:pt x="1335" y="1"/>
                    </a:lnTo>
                    <a:cubicBezTo>
                      <a:pt x="1150" y="12"/>
                      <a:pt x="1062" y="126"/>
                      <a:pt x="986" y="240"/>
                    </a:cubicBezTo>
                    <a:cubicBezTo>
                      <a:pt x="872" y="344"/>
                      <a:pt x="845" y="475"/>
                      <a:pt x="834" y="622"/>
                    </a:cubicBezTo>
                    <a:cubicBezTo>
                      <a:pt x="823" y="752"/>
                      <a:pt x="796" y="877"/>
                      <a:pt x="736" y="992"/>
                    </a:cubicBezTo>
                    <a:cubicBezTo>
                      <a:pt x="684" y="1093"/>
                      <a:pt x="634" y="1141"/>
                      <a:pt x="587" y="1141"/>
                    </a:cubicBezTo>
                    <a:cubicBezTo>
                      <a:pt x="536" y="1141"/>
                      <a:pt x="487" y="1084"/>
                      <a:pt x="442" y="975"/>
                    </a:cubicBezTo>
                    <a:cubicBezTo>
                      <a:pt x="251" y="1106"/>
                      <a:pt x="197" y="1324"/>
                      <a:pt x="159" y="1520"/>
                    </a:cubicBezTo>
                    <a:cubicBezTo>
                      <a:pt x="1" y="2347"/>
                      <a:pt x="39" y="3169"/>
                      <a:pt x="289" y="3980"/>
                    </a:cubicBezTo>
                    <a:cubicBezTo>
                      <a:pt x="485" y="3877"/>
                      <a:pt x="447" y="3686"/>
                      <a:pt x="420" y="3540"/>
                    </a:cubicBezTo>
                    <a:cubicBezTo>
                      <a:pt x="317" y="3028"/>
                      <a:pt x="382" y="2511"/>
                      <a:pt x="355" y="1999"/>
                    </a:cubicBezTo>
                    <a:cubicBezTo>
                      <a:pt x="338" y="1759"/>
                      <a:pt x="409" y="1591"/>
                      <a:pt x="627" y="1493"/>
                    </a:cubicBezTo>
                    <a:cubicBezTo>
                      <a:pt x="932" y="1346"/>
                      <a:pt x="1090" y="1079"/>
                      <a:pt x="1122" y="769"/>
                    </a:cubicBezTo>
                    <a:cubicBezTo>
                      <a:pt x="1150" y="502"/>
                      <a:pt x="1193" y="251"/>
                      <a:pt x="13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2" name="Google Shape;1992;p36"/>
              <p:cNvSpPr/>
              <p:nvPr/>
            </p:nvSpPr>
            <p:spPr>
              <a:xfrm>
                <a:off x="5586181" y="1831669"/>
                <a:ext cx="113195" cy="115577"/>
              </a:xfrm>
              <a:custGeom>
                <a:rect b="b" l="l" r="r" t="t"/>
                <a:pathLst>
                  <a:path extrusionOk="0" h="1941" w="1901">
                    <a:moveTo>
                      <a:pt x="1697" y="0"/>
                    </a:moveTo>
                    <a:cubicBezTo>
                      <a:pt x="1637" y="0"/>
                      <a:pt x="1575" y="26"/>
                      <a:pt x="1525" y="57"/>
                    </a:cubicBezTo>
                    <a:cubicBezTo>
                      <a:pt x="1144" y="308"/>
                      <a:pt x="757" y="558"/>
                      <a:pt x="398" y="836"/>
                    </a:cubicBezTo>
                    <a:cubicBezTo>
                      <a:pt x="240" y="956"/>
                      <a:pt x="66" y="1092"/>
                      <a:pt x="1" y="1326"/>
                    </a:cubicBezTo>
                    <a:cubicBezTo>
                      <a:pt x="469" y="956"/>
                      <a:pt x="953" y="618"/>
                      <a:pt x="1476" y="335"/>
                    </a:cubicBezTo>
                    <a:lnTo>
                      <a:pt x="1476" y="335"/>
                    </a:lnTo>
                    <a:cubicBezTo>
                      <a:pt x="1106" y="852"/>
                      <a:pt x="518" y="1217"/>
                      <a:pt x="501" y="1941"/>
                    </a:cubicBezTo>
                    <a:cubicBezTo>
                      <a:pt x="746" y="1478"/>
                      <a:pt x="1079" y="1092"/>
                      <a:pt x="1454" y="732"/>
                    </a:cubicBezTo>
                    <a:cubicBezTo>
                      <a:pt x="1579" y="613"/>
                      <a:pt x="1672" y="455"/>
                      <a:pt x="1759" y="302"/>
                    </a:cubicBezTo>
                    <a:cubicBezTo>
                      <a:pt x="1808" y="231"/>
                      <a:pt x="1901" y="139"/>
                      <a:pt x="1819" y="52"/>
                    </a:cubicBezTo>
                    <a:cubicBezTo>
                      <a:pt x="1784" y="15"/>
                      <a:pt x="1741" y="0"/>
                      <a:pt x="16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3" name="Google Shape;1993;p36"/>
              <p:cNvSpPr/>
              <p:nvPr/>
            </p:nvSpPr>
            <p:spPr>
              <a:xfrm>
                <a:off x="5623456" y="1799693"/>
                <a:ext cx="174765" cy="151482"/>
              </a:xfrm>
              <a:custGeom>
                <a:rect b="b" l="l" r="r" t="t"/>
                <a:pathLst>
                  <a:path extrusionOk="0" h="2544" w="2935">
                    <a:moveTo>
                      <a:pt x="2935" y="1"/>
                    </a:moveTo>
                    <a:cubicBezTo>
                      <a:pt x="2369" y="1329"/>
                      <a:pt x="1160" y="1912"/>
                      <a:pt x="1" y="2543"/>
                    </a:cubicBezTo>
                    <a:cubicBezTo>
                      <a:pt x="1705" y="1890"/>
                      <a:pt x="2674" y="1041"/>
                      <a:pt x="2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4" name="Google Shape;1994;p36"/>
              <p:cNvSpPr/>
              <p:nvPr/>
            </p:nvSpPr>
            <p:spPr>
              <a:xfrm>
                <a:off x="5572544" y="2094387"/>
                <a:ext cx="36084" cy="65857"/>
              </a:xfrm>
              <a:custGeom>
                <a:rect b="b" l="l" r="r" t="t"/>
                <a:pathLst>
                  <a:path extrusionOk="0" h="1106" w="606">
                    <a:moveTo>
                      <a:pt x="605" y="0"/>
                    </a:moveTo>
                    <a:lnTo>
                      <a:pt x="605" y="0"/>
                    </a:lnTo>
                    <a:cubicBezTo>
                      <a:pt x="562" y="6"/>
                      <a:pt x="513" y="11"/>
                      <a:pt x="469" y="17"/>
                    </a:cubicBezTo>
                    <a:cubicBezTo>
                      <a:pt x="377" y="131"/>
                      <a:pt x="235" y="202"/>
                      <a:pt x="175" y="343"/>
                    </a:cubicBezTo>
                    <a:cubicBezTo>
                      <a:pt x="137" y="474"/>
                      <a:pt x="99" y="605"/>
                      <a:pt x="61" y="735"/>
                    </a:cubicBezTo>
                    <a:cubicBezTo>
                      <a:pt x="72" y="861"/>
                      <a:pt x="1" y="986"/>
                      <a:pt x="83" y="1106"/>
                    </a:cubicBezTo>
                    <a:cubicBezTo>
                      <a:pt x="377" y="969"/>
                      <a:pt x="496" y="812"/>
                      <a:pt x="540" y="518"/>
                    </a:cubicBezTo>
                    <a:cubicBezTo>
                      <a:pt x="567" y="343"/>
                      <a:pt x="583" y="175"/>
                      <a:pt x="60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5" name="Google Shape;1995;p36"/>
              <p:cNvSpPr/>
              <p:nvPr/>
            </p:nvSpPr>
            <p:spPr>
              <a:xfrm>
                <a:off x="5473579" y="2116360"/>
                <a:ext cx="31618" cy="39538"/>
              </a:xfrm>
              <a:custGeom>
                <a:rect b="b" l="l" r="r" t="t"/>
                <a:pathLst>
                  <a:path extrusionOk="0" h="664" w="531">
                    <a:moveTo>
                      <a:pt x="328" y="1"/>
                    </a:moveTo>
                    <a:cubicBezTo>
                      <a:pt x="321" y="1"/>
                      <a:pt x="314" y="1"/>
                      <a:pt x="307" y="2"/>
                    </a:cubicBezTo>
                    <a:cubicBezTo>
                      <a:pt x="84" y="18"/>
                      <a:pt x="68" y="258"/>
                      <a:pt x="24" y="432"/>
                    </a:cubicBezTo>
                    <a:cubicBezTo>
                      <a:pt x="0" y="523"/>
                      <a:pt x="90" y="664"/>
                      <a:pt x="130" y="664"/>
                    </a:cubicBezTo>
                    <a:cubicBezTo>
                      <a:pt x="136" y="664"/>
                      <a:pt x="141" y="661"/>
                      <a:pt x="144" y="655"/>
                    </a:cubicBezTo>
                    <a:cubicBezTo>
                      <a:pt x="231" y="502"/>
                      <a:pt x="531" y="600"/>
                      <a:pt x="498" y="279"/>
                    </a:cubicBezTo>
                    <a:cubicBezTo>
                      <a:pt x="477" y="211"/>
                      <a:pt x="507" y="1"/>
                      <a:pt x="3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6" name="Google Shape;1996;p36"/>
              <p:cNvSpPr/>
              <p:nvPr/>
            </p:nvSpPr>
            <p:spPr>
              <a:xfrm>
                <a:off x="5558611" y="1867873"/>
                <a:ext cx="39002" cy="44361"/>
              </a:xfrm>
              <a:custGeom>
                <a:rect b="b" l="l" r="r" t="t"/>
                <a:pathLst>
                  <a:path extrusionOk="0" h="745" w="655">
                    <a:moveTo>
                      <a:pt x="424" y="0"/>
                    </a:moveTo>
                    <a:cubicBezTo>
                      <a:pt x="412" y="0"/>
                      <a:pt x="400" y="2"/>
                      <a:pt x="387" y="5"/>
                    </a:cubicBezTo>
                    <a:cubicBezTo>
                      <a:pt x="273" y="37"/>
                      <a:pt x="110" y="92"/>
                      <a:pt x="115" y="201"/>
                    </a:cubicBezTo>
                    <a:cubicBezTo>
                      <a:pt x="132" y="386"/>
                      <a:pt x="1" y="549"/>
                      <a:pt x="66" y="745"/>
                    </a:cubicBezTo>
                    <a:cubicBezTo>
                      <a:pt x="273" y="669"/>
                      <a:pt x="311" y="456"/>
                      <a:pt x="442" y="331"/>
                    </a:cubicBezTo>
                    <a:cubicBezTo>
                      <a:pt x="507" y="271"/>
                      <a:pt x="654" y="222"/>
                      <a:pt x="567" y="86"/>
                    </a:cubicBezTo>
                    <a:cubicBezTo>
                      <a:pt x="535" y="32"/>
                      <a:pt x="481" y="0"/>
                      <a:pt x="4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7" name="Google Shape;1997;p36"/>
              <p:cNvSpPr/>
              <p:nvPr/>
            </p:nvSpPr>
            <p:spPr>
              <a:xfrm>
                <a:off x="5508711" y="2307324"/>
                <a:ext cx="29534" cy="41681"/>
              </a:xfrm>
              <a:custGeom>
                <a:rect b="b" l="l" r="r" t="t"/>
                <a:pathLst>
                  <a:path extrusionOk="0" h="700" w="496">
                    <a:moveTo>
                      <a:pt x="413" y="0"/>
                    </a:moveTo>
                    <a:cubicBezTo>
                      <a:pt x="375" y="0"/>
                      <a:pt x="324" y="20"/>
                      <a:pt x="300" y="45"/>
                    </a:cubicBezTo>
                    <a:cubicBezTo>
                      <a:pt x="164" y="197"/>
                      <a:pt x="66" y="371"/>
                      <a:pt x="17" y="562"/>
                    </a:cubicBezTo>
                    <a:cubicBezTo>
                      <a:pt x="1" y="629"/>
                      <a:pt x="22" y="699"/>
                      <a:pt x="77" y="699"/>
                    </a:cubicBezTo>
                    <a:cubicBezTo>
                      <a:pt x="98" y="699"/>
                      <a:pt x="123" y="689"/>
                      <a:pt x="153" y="665"/>
                    </a:cubicBezTo>
                    <a:cubicBezTo>
                      <a:pt x="322" y="529"/>
                      <a:pt x="458" y="371"/>
                      <a:pt x="490" y="154"/>
                    </a:cubicBezTo>
                    <a:cubicBezTo>
                      <a:pt x="485" y="88"/>
                      <a:pt x="496" y="17"/>
                      <a:pt x="425" y="1"/>
                    </a:cubicBezTo>
                    <a:cubicBezTo>
                      <a:pt x="421" y="1"/>
                      <a:pt x="417" y="0"/>
                      <a:pt x="41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8" name="Google Shape;1998;p36"/>
              <p:cNvSpPr/>
              <p:nvPr/>
            </p:nvSpPr>
            <p:spPr>
              <a:xfrm>
                <a:off x="5401111" y="2111536"/>
                <a:ext cx="18816" cy="50971"/>
              </a:xfrm>
              <a:custGeom>
                <a:rect b="b" l="l" r="r" t="t"/>
                <a:pathLst>
                  <a:path extrusionOk="0" h="856" w="316">
                    <a:moveTo>
                      <a:pt x="153" y="1"/>
                    </a:moveTo>
                    <a:cubicBezTo>
                      <a:pt x="104" y="279"/>
                      <a:pt x="0" y="578"/>
                      <a:pt x="316" y="856"/>
                    </a:cubicBezTo>
                    <a:cubicBezTo>
                      <a:pt x="256" y="535"/>
                      <a:pt x="201" y="268"/>
                      <a:pt x="15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9" name="Google Shape;1999;p36"/>
              <p:cNvSpPr/>
              <p:nvPr/>
            </p:nvSpPr>
            <p:spPr>
              <a:xfrm>
                <a:off x="5783933" y="1811364"/>
                <a:ext cx="145588" cy="141717"/>
              </a:xfrm>
              <a:custGeom>
                <a:rect b="b" l="l" r="r" t="t"/>
                <a:pathLst>
                  <a:path extrusionOk="0" h="2380" w="2445">
                    <a:moveTo>
                      <a:pt x="1024" y="1"/>
                    </a:moveTo>
                    <a:cubicBezTo>
                      <a:pt x="997" y="50"/>
                      <a:pt x="959" y="99"/>
                      <a:pt x="937" y="153"/>
                    </a:cubicBezTo>
                    <a:cubicBezTo>
                      <a:pt x="626" y="888"/>
                      <a:pt x="550" y="1727"/>
                      <a:pt x="0" y="2380"/>
                    </a:cubicBezTo>
                    <a:cubicBezTo>
                      <a:pt x="659" y="2070"/>
                      <a:pt x="1416" y="2031"/>
                      <a:pt x="2015" y="1580"/>
                    </a:cubicBezTo>
                    <a:cubicBezTo>
                      <a:pt x="2132" y="1489"/>
                      <a:pt x="2255" y="1356"/>
                      <a:pt x="2434" y="1356"/>
                    </a:cubicBezTo>
                    <a:cubicBezTo>
                      <a:pt x="2438" y="1356"/>
                      <a:pt x="2441" y="1356"/>
                      <a:pt x="2445" y="1356"/>
                    </a:cubicBezTo>
                    <a:cubicBezTo>
                      <a:pt x="2369" y="1231"/>
                      <a:pt x="2265" y="1144"/>
                      <a:pt x="2145" y="1062"/>
                    </a:cubicBezTo>
                    <a:cubicBezTo>
                      <a:pt x="1715" y="768"/>
                      <a:pt x="1269" y="485"/>
                      <a:pt x="102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0" name="Google Shape;2000;p36"/>
              <p:cNvSpPr/>
              <p:nvPr/>
            </p:nvSpPr>
            <p:spPr>
              <a:xfrm>
                <a:off x="7496840" y="777820"/>
                <a:ext cx="462665" cy="34417"/>
              </a:xfrm>
              <a:custGeom>
                <a:rect b="b" l="l" r="r" t="t"/>
                <a:pathLst>
                  <a:path extrusionOk="0" h="578" w="7770">
                    <a:moveTo>
                      <a:pt x="2862" y="0"/>
                    </a:moveTo>
                    <a:cubicBezTo>
                      <a:pt x="1911" y="0"/>
                      <a:pt x="958" y="102"/>
                      <a:pt x="1" y="378"/>
                    </a:cubicBezTo>
                    <a:cubicBezTo>
                      <a:pt x="133" y="417"/>
                      <a:pt x="264" y="432"/>
                      <a:pt x="396" y="432"/>
                    </a:cubicBezTo>
                    <a:cubicBezTo>
                      <a:pt x="633" y="432"/>
                      <a:pt x="867" y="384"/>
                      <a:pt x="1095" y="345"/>
                    </a:cubicBezTo>
                    <a:cubicBezTo>
                      <a:pt x="1507" y="270"/>
                      <a:pt x="1919" y="244"/>
                      <a:pt x="2330" y="244"/>
                    </a:cubicBezTo>
                    <a:cubicBezTo>
                      <a:pt x="2963" y="244"/>
                      <a:pt x="3595" y="306"/>
                      <a:pt x="4225" y="345"/>
                    </a:cubicBezTo>
                    <a:cubicBezTo>
                      <a:pt x="4492" y="362"/>
                      <a:pt x="4764" y="351"/>
                      <a:pt x="5031" y="394"/>
                    </a:cubicBezTo>
                    <a:cubicBezTo>
                      <a:pt x="5693" y="498"/>
                      <a:pt x="6356" y="578"/>
                      <a:pt x="7023" y="578"/>
                    </a:cubicBezTo>
                    <a:cubicBezTo>
                      <a:pt x="7271" y="578"/>
                      <a:pt x="7520" y="567"/>
                      <a:pt x="7769" y="541"/>
                    </a:cubicBezTo>
                    <a:cubicBezTo>
                      <a:pt x="6136" y="304"/>
                      <a:pt x="4502" y="0"/>
                      <a:pt x="286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1" name="Google Shape;2001;p36"/>
              <p:cNvSpPr/>
              <p:nvPr/>
            </p:nvSpPr>
            <p:spPr>
              <a:xfrm>
                <a:off x="7551920" y="712617"/>
                <a:ext cx="261343" cy="47874"/>
              </a:xfrm>
              <a:custGeom>
                <a:rect b="b" l="l" r="r" t="t"/>
                <a:pathLst>
                  <a:path extrusionOk="0" h="804" w="4389">
                    <a:moveTo>
                      <a:pt x="644" y="1"/>
                    </a:moveTo>
                    <a:cubicBezTo>
                      <a:pt x="431" y="1"/>
                      <a:pt x="217" y="9"/>
                      <a:pt x="1" y="25"/>
                    </a:cubicBezTo>
                    <a:cubicBezTo>
                      <a:pt x="1482" y="194"/>
                      <a:pt x="2930" y="515"/>
                      <a:pt x="4389" y="804"/>
                    </a:cubicBezTo>
                    <a:cubicBezTo>
                      <a:pt x="3187" y="294"/>
                      <a:pt x="1941" y="1"/>
                      <a:pt x="6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2" name="Google Shape;2002;p36"/>
              <p:cNvSpPr/>
              <p:nvPr/>
            </p:nvSpPr>
            <p:spPr>
              <a:xfrm>
                <a:off x="7526017" y="1618494"/>
                <a:ext cx="110277" cy="189710"/>
              </a:xfrm>
              <a:custGeom>
                <a:rect b="b" l="l" r="r" t="t"/>
                <a:pathLst>
                  <a:path extrusionOk="0" h="3186" w="1852">
                    <a:moveTo>
                      <a:pt x="0" y="1"/>
                    </a:moveTo>
                    <a:cubicBezTo>
                      <a:pt x="0" y="246"/>
                      <a:pt x="1334" y="2543"/>
                      <a:pt x="1851" y="3185"/>
                    </a:cubicBezTo>
                    <a:cubicBezTo>
                      <a:pt x="1519" y="1901"/>
                      <a:pt x="817" y="932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6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7" name="Google Shape;2007;p37"/>
          <p:cNvGrpSpPr/>
          <p:nvPr/>
        </p:nvGrpSpPr>
        <p:grpSpPr>
          <a:xfrm>
            <a:off x="1764317" y="329561"/>
            <a:ext cx="5615367" cy="1145545"/>
            <a:chOff x="1778940" y="329561"/>
            <a:chExt cx="5615367" cy="1145545"/>
          </a:xfrm>
        </p:grpSpPr>
        <p:grpSp>
          <p:nvGrpSpPr>
            <p:cNvPr id="2008" name="Google Shape;2008;p37"/>
            <p:cNvGrpSpPr/>
            <p:nvPr/>
          </p:nvGrpSpPr>
          <p:grpSpPr>
            <a:xfrm flipH="1" rot="10800000">
              <a:off x="1778940" y="329561"/>
              <a:ext cx="5615367" cy="1145545"/>
              <a:chOff x="1525600" y="1289175"/>
              <a:chExt cx="6121625" cy="1560900"/>
            </a:xfrm>
          </p:grpSpPr>
          <p:grpSp>
            <p:nvGrpSpPr>
              <p:cNvPr id="2009" name="Google Shape;2009;p37"/>
              <p:cNvGrpSpPr/>
              <p:nvPr/>
            </p:nvGrpSpPr>
            <p:grpSpPr>
              <a:xfrm>
                <a:off x="1525600" y="1289175"/>
                <a:ext cx="6121625" cy="1560900"/>
                <a:chOff x="1525600" y="1289175"/>
                <a:chExt cx="6121625" cy="1560900"/>
              </a:xfrm>
            </p:grpSpPr>
            <p:sp>
              <p:nvSpPr>
                <p:cNvPr id="2010" name="Google Shape;2010;p37"/>
                <p:cNvSpPr/>
                <p:nvPr/>
              </p:nvSpPr>
              <p:spPr>
                <a:xfrm>
                  <a:off x="1525725" y="1289175"/>
                  <a:ext cx="6121500" cy="1560900"/>
                </a:xfrm>
                <a:prstGeom prst="roundRect">
                  <a:avLst>
                    <a:gd fmla="val 28107" name="adj"/>
                  </a:avLst>
                </a:prstGeom>
                <a:solidFill>
                  <a:schemeClr val="accent1"/>
                </a:solidFill>
                <a:ln cap="flat" cmpd="sng" w="762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2011" name="Google Shape;2011;p37"/>
                <p:cNvPicPr preferRelativeResize="0"/>
                <p:nvPr/>
              </p:nvPicPr>
              <p:blipFill rotWithShape="1">
                <a:blip r:embed="rId3">
                  <a:alphaModFix amt="35000"/>
                </a:blip>
                <a:srcRect b="8896" l="18257" r="14795" t="60755"/>
                <a:stretch/>
              </p:blipFill>
              <p:spPr>
                <a:xfrm>
                  <a:off x="1525600" y="1289175"/>
                  <a:ext cx="6121500" cy="1560900"/>
                </a:xfrm>
                <a:prstGeom prst="roundRect">
                  <a:avLst>
                    <a:gd fmla="val 29800" name="adj"/>
                  </a:avLst>
                </a:prstGeom>
                <a:noFill/>
                <a:ln>
                  <a:noFill/>
                </a:ln>
              </p:spPr>
            </p:pic>
            <p:pic>
              <p:nvPicPr>
                <p:cNvPr id="2012" name="Google Shape;2012;p37"/>
                <p:cNvPicPr preferRelativeResize="0"/>
                <p:nvPr/>
              </p:nvPicPr>
              <p:blipFill rotWithShape="1">
                <a:blip r:embed="rId4">
                  <a:alphaModFix amt="17000"/>
                </a:blip>
                <a:srcRect b="18806" l="19601" r="13456" t="50847"/>
                <a:stretch/>
              </p:blipFill>
              <p:spPr>
                <a:xfrm>
                  <a:off x="1525725" y="1289175"/>
                  <a:ext cx="6121500" cy="1560900"/>
                </a:xfrm>
                <a:prstGeom prst="roundRect">
                  <a:avLst>
                    <a:gd fmla="val 29230" name="adj"/>
                  </a:avLst>
                </a:prstGeom>
                <a:noFill/>
                <a:ln>
                  <a:noFill/>
                </a:ln>
              </p:spPr>
            </p:pic>
            <p:sp>
              <p:nvSpPr>
                <p:cNvPr id="2013" name="Google Shape;2013;p37"/>
                <p:cNvSpPr/>
                <p:nvPr/>
              </p:nvSpPr>
              <p:spPr>
                <a:xfrm rot="-261490">
                  <a:off x="6596127" y="2418700"/>
                  <a:ext cx="939047" cy="306100"/>
                </a:xfrm>
                <a:custGeom>
                  <a:rect b="b" l="l" r="r" t="t"/>
                  <a:pathLst>
                    <a:path extrusionOk="0" h="2802" w="8976">
                      <a:moveTo>
                        <a:pt x="8931" y="1"/>
                      </a:moveTo>
                      <a:cubicBezTo>
                        <a:pt x="8782" y="849"/>
                        <a:pt x="8321" y="1623"/>
                        <a:pt x="7636" y="2085"/>
                      </a:cubicBezTo>
                      <a:cubicBezTo>
                        <a:pt x="7294" y="2323"/>
                        <a:pt x="6907" y="2472"/>
                        <a:pt x="6490" y="2546"/>
                      </a:cubicBezTo>
                      <a:cubicBezTo>
                        <a:pt x="6297" y="2576"/>
                        <a:pt x="6088" y="2576"/>
                        <a:pt x="5865" y="2576"/>
                      </a:cubicBezTo>
                      <a:cubicBezTo>
                        <a:pt x="5642" y="2576"/>
                        <a:pt x="5433" y="2591"/>
                        <a:pt x="5210" y="2591"/>
                      </a:cubicBezTo>
                      <a:cubicBezTo>
                        <a:pt x="4994" y="2598"/>
                        <a:pt x="4778" y="2602"/>
                        <a:pt x="4563" y="2602"/>
                      </a:cubicBezTo>
                      <a:cubicBezTo>
                        <a:pt x="4347" y="2602"/>
                        <a:pt x="4131" y="2598"/>
                        <a:pt x="3915" y="2591"/>
                      </a:cubicBezTo>
                      <a:cubicBezTo>
                        <a:pt x="3469" y="2576"/>
                        <a:pt x="3037" y="2531"/>
                        <a:pt x="2605" y="2501"/>
                      </a:cubicBezTo>
                      <a:cubicBezTo>
                        <a:pt x="2281" y="2485"/>
                        <a:pt x="1958" y="2476"/>
                        <a:pt x="1633" y="2476"/>
                      </a:cubicBezTo>
                      <a:cubicBezTo>
                        <a:pt x="1092" y="2476"/>
                        <a:pt x="549" y="2500"/>
                        <a:pt x="0" y="2546"/>
                      </a:cubicBezTo>
                      <a:lnTo>
                        <a:pt x="0" y="2576"/>
                      </a:lnTo>
                      <a:cubicBezTo>
                        <a:pt x="864" y="2680"/>
                        <a:pt x="1742" y="2725"/>
                        <a:pt x="2605" y="2725"/>
                      </a:cubicBezTo>
                      <a:cubicBezTo>
                        <a:pt x="3037" y="2710"/>
                        <a:pt x="3469" y="2680"/>
                        <a:pt x="3900" y="2680"/>
                      </a:cubicBezTo>
                      <a:cubicBezTo>
                        <a:pt x="4347" y="2680"/>
                        <a:pt x="4778" y="2710"/>
                        <a:pt x="5210" y="2740"/>
                      </a:cubicBezTo>
                      <a:cubicBezTo>
                        <a:pt x="5418" y="2755"/>
                        <a:pt x="5642" y="2769"/>
                        <a:pt x="5850" y="2784"/>
                      </a:cubicBezTo>
                      <a:cubicBezTo>
                        <a:pt x="5979" y="2793"/>
                        <a:pt x="6108" y="2801"/>
                        <a:pt x="6237" y="2801"/>
                      </a:cubicBezTo>
                      <a:cubicBezTo>
                        <a:pt x="6331" y="2801"/>
                        <a:pt x="6426" y="2797"/>
                        <a:pt x="6520" y="2784"/>
                      </a:cubicBezTo>
                      <a:cubicBezTo>
                        <a:pt x="6981" y="2740"/>
                        <a:pt x="7413" y="2576"/>
                        <a:pt x="7785" y="2308"/>
                      </a:cubicBezTo>
                      <a:cubicBezTo>
                        <a:pt x="8529" y="1787"/>
                        <a:pt x="8976" y="879"/>
                        <a:pt x="894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4" name="Google Shape;2014;p37"/>
                <p:cNvSpPr/>
                <p:nvPr/>
              </p:nvSpPr>
              <p:spPr>
                <a:xfrm rot="421936">
                  <a:off x="6707323" y="1426692"/>
                  <a:ext cx="814161" cy="167232"/>
                </a:xfrm>
                <a:custGeom>
                  <a:rect b="b" l="l" r="r" t="t"/>
                  <a:pathLst>
                    <a:path extrusionOk="0" h="1344" w="6833">
                      <a:moveTo>
                        <a:pt x="4686" y="0"/>
                      </a:moveTo>
                      <a:cubicBezTo>
                        <a:pt x="4637" y="0"/>
                        <a:pt x="4589" y="1"/>
                        <a:pt x="4540" y="4"/>
                      </a:cubicBezTo>
                      <a:lnTo>
                        <a:pt x="3632" y="48"/>
                      </a:lnTo>
                      <a:cubicBezTo>
                        <a:pt x="2412" y="138"/>
                        <a:pt x="1206" y="242"/>
                        <a:pt x="0" y="420"/>
                      </a:cubicBezTo>
                      <a:cubicBezTo>
                        <a:pt x="155" y="422"/>
                        <a:pt x="310" y="423"/>
                        <a:pt x="465" y="423"/>
                      </a:cubicBezTo>
                      <a:cubicBezTo>
                        <a:pt x="1528" y="423"/>
                        <a:pt x="2582" y="379"/>
                        <a:pt x="3647" y="301"/>
                      </a:cubicBezTo>
                      <a:lnTo>
                        <a:pt x="4555" y="242"/>
                      </a:lnTo>
                      <a:cubicBezTo>
                        <a:pt x="4626" y="234"/>
                        <a:pt x="4698" y="231"/>
                        <a:pt x="4770" y="231"/>
                      </a:cubicBezTo>
                      <a:cubicBezTo>
                        <a:pt x="4986" y="231"/>
                        <a:pt x="5206" y="264"/>
                        <a:pt x="5419" y="331"/>
                      </a:cubicBezTo>
                      <a:cubicBezTo>
                        <a:pt x="5969" y="480"/>
                        <a:pt x="6475" y="852"/>
                        <a:pt x="6833" y="1343"/>
                      </a:cubicBezTo>
                      <a:cubicBezTo>
                        <a:pt x="6565" y="793"/>
                        <a:pt x="6073" y="346"/>
                        <a:pt x="5478" y="138"/>
                      </a:cubicBezTo>
                      <a:cubicBezTo>
                        <a:pt x="5226" y="37"/>
                        <a:pt x="4953" y="0"/>
                        <a:pt x="468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5" name="Google Shape;2015;p37"/>
                <p:cNvSpPr/>
                <p:nvPr/>
              </p:nvSpPr>
              <p:spPr>
                <a:xfrm>
                  <a:off x="6941496" y="1898632"/>
                  <a:ext cx="551951" cy="15873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016" name="Google Shape;2016;p37"/>
                <p:cNvSpPr/>
                <p:nvPr/>
              </p:nvSpPr>
              <p:spPr>
                <a:xfrm>
                  <a:off x="6808035" y="1962365"/>
                  <a:ext cx="694285" cy="15876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017" name="Google Shape;2017;p37"/>
                <p:cNvSpPr/>
                <p:nvPr/>
              </p:nvSpPr>
              <p:spPr>
                <a:xfrm>
                  <a:off x="6629000" y="1563550"/>
                  <a:ext cx="873309" cy="15875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018" name="Google Shape;2018;p37"/>
                <p:cNvSpPr/>
                <p:nvPr/>
              </p:nvSpPr>
              <p:spPr>
                <a:xfrm>
                  <a:off x="6796876" y="1762932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019" name="Google Shape;2019;p37"/>
                <p:cNvSpPr/>
                <p:nvPr/>
              </p:nvSpPr>
              <p:spPr>
                <a:xfrm>
                  <a:off x="6796876" y="1695094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020" name="Google Shape;2020;p37"/>
                <p:cNvSpPr/>
                <p:nvPr/>
              </p:nvSpPr>
              <p:spPr>
                <a:xfrm>
                  <a:off x="6988322" y="2412530"/>
                  <a:ext cx="502836" cy="15874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2021" name="Google Shape;2021;p37"/>
              <p:cNvSpPr/>
              <p:nvPr/>
            </p:nvSpPr>
            <p:spPr>
              <a:xfrm>
                <a:off x="1639251" y="1633965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2022" name="Google Shape;2022;p37"/>
              <p:cNvSpPr/>
              <p:nvPr/>
            </p:nvSpPr>
            <p:spPr>
              <a:xfrm rot="-5687871">
                <a:off x="1312547" y="1709608"/>
                <a:ext cx="1274567" cy="661164"/>
              </a:xfrm>
              <a:custGeom>
                <a:rect b="b" l="l" r="r" t="t"/>
                <a:pathLst>
                  <a:path extrusionOk="0" h="6455" w="12817">
                    <a:moveTo>
                      <a:pt x="1961" y="1"/>
                    </a:moveTo>
                    <a:cubicBezTo>
                      <a:pt x="1823" y="1"/>
                      <a:pt x="1675" y="11"/>
                      <a:pt x="1534" y="39"/>
                    </a:cubicBezTo>
                    <a:cubicBezTo>
                      <a:pt x="1311" y="84"/>
                      <a:pt x="1102" y="173"/>
                      <a:pt x="924" y="292"/>
                    </a:cubicBezTo>
                    <a:cubicBezTo>
                      <a:pt x="551" y="545"/>
                      <a:pt x="284" y="932"/>
                      <a:pt x="135" y="1349"/>
                    </a:cubicBezTo>
                    <a:cubicBezTo>
                      <a:pt x="75" y="1543"/>
                      <a:pt x="31" y="1766"/>
                      <a:pt x="16" y="1989"/>
                    </a:cubicBezTo>
                    <a:lnTo>
                      <a:pt x="1" y="2614"/>
                    </a:lnTo>
                    <a:cubicBezTo>
                      <a:pt x="1" y="3031"/>
                      <a:pt x="1" y="3448"/>
                      <a:pt x="1" y="3880"/>
                    </a:cubicBezTo>
                    <a:lnTo>
                      <a:pt x="31" y="3880"/>
                    </a:lnTo>
                    <a:cubicBezTo>
                      <a:pt x="75" y="3463"/>
                      <a:pt x="105" y="3046"/>
                      <a:pt x="150" y="2629"/>
                    </a:cubicBezTo>
                    <a:lnTo>
                      <a:pt x="194" y="1989"/>
                    </a:lnTo>
                    <a:cubicBezTo>
                      <a:pt x="209" y="1796"/>
                      <a:pt x="269" y="1602"/>
                      <a:pt x="328" y="1409"/>
                    </a:cubicBezTo>
                    <a:cubicBezTo>
                      <a:pt x="462" y="1037"/>
                      <a:pt x="715" y="709"/>
                      <a:pt x="1043" y="486"/>
                    </a:cubicBezTo>
                    <a:cubicBezTo>
                      <a:pt x="1206" y="382"/>
                      <a:pt x="1400" y="307"/>
                      <a:pt x="1579" y="263"/>
                    </a:cubicBezTo>
                    <a:cubicBezTo>
                      <a:pt x="1701" y="234"/>
                      <a:pt x="1824" y="224"/>
                      <a:pt x="1950" y="224"/>
                    </a:cubicBezTo>
                    <a:cubicBezTo>
                      <a:pt x="2023" y="224"/>
                      <a:pt x="2098" y="227"/>
                      <a:pt x="2174" y="233"/>
                    </a:cubicBezTo>
                    <a:cubicBezTo>
                      <a:pt x="3022" y="263"/>
                      <a:pt x="3856" y="277"/>
                      <a:pt x="4689" y="307"/>
                    </a:cubicBezTo>
                    <a:cubicBezTo>
                      <a:pt x="5538" y="352"/>
                      <a:pt x="6371" y="411"/>
                      <a:pt x="7205" y="486"/>
                    </a:cubicBezTo>
                    <a:cubicBezTo>
                      <a:pt x="8039" y="560"/>
                      <a:pt x="8887" y="620"/>
                      <a:pt x="9721" y="679"/>
                    </a:cubicBezTo>
                    <a:lnTo>
                      <a:pt x="10033" y="694"/>
                    </a:lnTo>
                    <a:cubicBezTo>
                      <a:pt x="10122" y="709"/>
                      <a:pt x="10227" y="724"/>
                      <a:pt x="10331" y="739"/>
                    </a:cubicBezTo>
                    <a:cubicBezTo>
                      <a:pt x="10524" y="783"/>
                      <a:pt x="10703" y="843"/>
                      <a:pt x="10882" y="932"/>
                    </a:cubicBezTo>
                    <a:cubicBezTo>
                      <a:pt x="11239" y="1111"/>
                      <a:pt x="11566" y="1364"/>
                      <a:pt x="11819" y="1677"/>
                    </a:cubicBezTo>
                    <a:cubicBezTo>
                      <a:pt x="12325" y="2302"/>
                      <a:pt x="12564" y="3120"/>
                      <a:pt x="12534" y="3939"/>
                    </a:cubicBezTo>
                    <a:cubicBezTo>
                      <a:pt x="12519" y="4773"/>
                      <a:pt x="12504" y="5621"/>
                      <a:pt x="12504" y="6455"/>
                    </a:cubicBezTo>
                    <a:lnTo>
                      <a:pt x="12534" y="6455"/>
                    </a:lnTo>
                    <a:cubicBezTo>
                      <a:pt x="12623" y="5621"/>
                      <a:pt x="12683" y="4788"/>
                      <a:pt x="12742" y="3939"/>
                    </a:cubicBezTo>
                    <a:cubicBezTo>
                      <a:pt x="12817" y="3091"/>
                      <a:pt x="12578" y="2183"/>
                      <a:pt x="12028" y="1498"/>
                    </a:cubicBezTo>
                    <a:cubicBezTo>
                      <a:pt x="11760" y="1156"/>
                      <a:pt x="11403" y="873"/>
                      <a:pt x="11001" y="694"/>
                    </a:cubicBezTo>
                    <a:cubicBezTo>
                      <a:pt x="10807" y="590"/>
                      <a:pt x="10584" y="530"/>
                      <a:pt x="10375" y="486"/>
                    </a:cubicBezTo>
                    <a:cubicBezTo>
                      <a:pt x="10271" y="456"/>
                      <a:pt x="10152" y="456"/>
                      <a:pt x="10048" y="441"/>
                    </a:cubicBezTo>
                    <a:lnTo>
                      <a:pt x="9735" y="426"/>
                    </a:lnTo>
                    <a:cubicBezTo>
                      <a:pt x="8887" y="396"/>
                      <a:pt x="8053" y="367"/>
                      <a:pt x="7220" y="337"/>
                    </a:cubicBezTo>
                    <a:cubicBezTo>
                      <a:pt x="6371" y="307"/>
                      <a:pt x="5538" y="277"/>
                      <a:pt x="4704" y="218"/>
                    </a:cubicBezTo>
                    <a:cubicBezTo>
                      <a:pt x="3871" y="173"/>
                      <a:pt x="3022" y="84"/>
                      <a:pt x="2189" y="9"/>
                    </a:cubicBezTo>
                    <a:cubicBezTo>
                      <a:pt x="2118" y="4"/>
                      <a:pt x="2041" y="1"/>
                      <a:pt x="196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3" name="Google Shape;2023;p37"/>
              <p:cNvSpPr/>
              <p:nvPr/>
            </p:nvSpPr>
            <p:spPr>
              <a:xfrm>
                <a:off x="1639251" y="1584951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2024" name="Google Shape;2024;p37"/>
              <p:cNvSpPr/>
              <p:nvPr/>
            </p:nvSpPr>
            <p:spPr>
              <a:xfrm>
                <a:off x="1639251" y="1898619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2025" name="Google Shape;2025;p37"/>
              <p:cNvSpPr/>
              <p:nvPr/>
            </p:nvSpPr>
            <p:spPr>
              <a:xfrm>
                <a:off x="1639255" y="1962367"/>
                <a:ext cx="626301" cy="15873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2026" name="Google Shape;2026;p37"/>
              <p:cNvSpPr/>
              <p:nvPr/>
            </p:nvSpPr>
            <p:spPr>
              <a:xfrm>
                <a:off x="1639255" y="2026110"/>
                <a:ext cx="626301" cy="15873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2027" name="Google Shape;2027;p37"/>
              <p:cNvSpPr/>
              <p:nvPr/>
            </p:nvSpPr>
            <p:spPr>
              <a:xfrm>
                <a:off x="1639256" y="2089840"/>
                <a:ext cx="497927" cy="15870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2028" name="Google Shape;2028;p37"/>
              <p:cNvSpPr/>
              <p:nvPr/>
            </p:nvSpPr>
            <p:spPr>
              <a:xfrm>
                <a:off x="1673568" y="2447617"/>
                <a:ext cx="425366" cy="15874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029" name="Google Shape;2029;p37"/>
            <p:cNvSpPr/>
            <p:nvPr/>
          </p:nvSpPr>
          <p:spPr>
            <a:xfrm flipH="1" rot="10800000">
              <a:off x="1779034" y="329705"/>
              <a:ext cx="5615100" cy="1145400"/>
            </a:xfrm>
            <a:prstGeom prst="roundRect">
              <a:avLst>
                <a:gd fmla="val 28107" name="adj"/>
              </a:avLst>
            </a:prstGeom>
            <a:noFill/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0" name="Google Shape;2030;p37"/>
          <p:cNvSpPr txBox="1"/>
          <p:nvPr>
            <p:ph idx="1" type="body"/>
          </p:nvPr>
        </p:nvSpPr>
        <p:spPr>
          <a:xfrm>
            <a:off x="1164400" y="1780550"/>
            <a:ext cx="6776400" cy="256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The spread of artifacts, knowledge, and ideas between people among different cultures, which then spreads and gets </a:t>
            </a:r>
            <a:r>
              <a:rPr lang="en" sz="1600"/>
              <a:t>integrated</a:t>
            </a:r>
            <a:r>
              <a:rPr lang="en" sz="1600"/>
              <a:t> into the culture of origin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Posits that the spread of dragons and their similarities follow contact points, and trade roots</a:t>
            </a:r>
            <a:endParaRPr sz="1600"/>
          </a:p>
          <a:p>
            <a:pPr indent="-330200" lvl="1" marL="13716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The Mediterranean serpent myths are </a:t>
            </a:r>
            <a:r>
              <a:rPr lang="en" sz="1600"/>
              <a:t>consistent</a:t>
            </a:r>
            <a:r>
              <a:rPr lang="en" sz="1600"/>
              <a:t> with the exchanges that had been taking place between the Near East, North Africa, and Southern Europe (Kahlifa-Gueta 2018)</a:t>
            </a:r>
            <a:endParaRPr sz="1600"/>
          </a:p>
        </p:txBody>
      </p:sp>
      <p:sp>
        <p:nvSpPr>
          <p:cNvPr id="2031" name="Google Shape;2031;p37"/>
          <p:cNvSpPr txBox="1"/>
          <p:nvPr>
            <p:ph type="title"/>
          </p:nvPr>
        </p:nvSpPr>
        <p:spPr>
          <a:xfrm>
            <a:off x="1936850" y="429725"/>
            <a:ext cx="5256900" cy="101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Cultural Diffusion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5" name="Shape 2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6" name="Google Shape;2036;p38"/>
          <p:cNvGrpSpPr/>
          <p:nvPr/>
        </p:nvGrpSpPr>
        <p:grpSpPr>
          <a:xfrm>
            <a:off x="780905" y="1747575"/>
            <a:ext cx="4221844" cy="2478900"/>
            <a:chOff x="1633125" y="1757300"/>
            <a:chExt cx="5902200" cy="2478900"/>
          </a:xfrm>
        </p:grpSpPr>
        <p:sp>
          <p:nvSpPr>
            <p:cNvPr id="2037" name="Google Shape;2037;p38"/>
            <p:cNvSpPr/>
            <p:nvPr/>
          </p:nvSpPr>
          <p:spPr>
            <a:xfrm flipH="1">
              <a:off x="1633125" y="1757300"/>
              <a:ext cx="5902200" cy="2478900"/>
            </a:xfrm>
            <a:prstGeom prst="roundRect">
              <a:avLst>
                <a:gd fmla="val 20475" name="adj"/>
              </a:avLst>
            </a:prstGeom>
            <a:solidFill>
              <a:schemeClr val="accent1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038" name="Google Shape;2038;p38"/>
            <p:cNvPicPr preferRelativeResize="0"/>
            <p:nvPr/>
          </p:nvPicPr>
          <p:blipFill rotWithShape="1">
            <a:blip r:embed="rId3">
              <a:alphaModFix amt="35000"/>
            </a:blip>
            <a:srcRect b="37449" l="23119" r="20343" t="15517"/>
            <a:stretch/>
          </p:blipFill>
          <p:spPr>
            <a:xfrm flipH="1">
              <a:off x="1633125" y="1777599"/>
              <a:ext cx="5902200" cy="2458500"/>
            </a:xfrm>
            <a:prstGeom prst="roundRect">
              <a:avLst>
                <a:gd fmla="val 21901" name="adj"/>
              </a:avLst>
            </a:prstGeom>
            <a:noFill/>
            <a:ln>
              <a:noFill/>
            </a:ln>
          </p:spPr>
        </p:pic>
      </p:grpSp>
      <p:sp>
        <p:nvSpPr>
          <p:cNvPr id="2039" name="Google Shape;2039;p38"/>
          <p:cNvSpPr txBox="1"/>
          <p:nvPr>
            <p:ph idx="1" type="body"/>
          </p:nvPr>
        </p:nvSpPr>
        <p:spPr>
          <a:xfrm>
            <a:off x="721925" y="1747575"/>
            <a:ext cx="4339800" cy="21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Language translation is not an exact ‘science’ (Luo, Ni 2002)</a:t>
            </a:r>
            <a:endParaRPr sz="16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Semantic</a:t>
            </a:r>
            <a:r>
              <a:rPr lang="en"/>
              <a:t> Translation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Tries to keep the syntactic structures of the second, to allow for an exact translation of the </a:t>
            </a:r>
            <a:r>
              <a:rPr lang="en" sz="1200"/>
              <a:t>original</a:t>
            </a:r>
            <a:endParaRPr sz="12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Communicative Translation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Takes in the whole message of what’s being said, and presents it in the way the second language understands</a:t>
            </a:r>
            <a:endParaRPr sz="1200"/>
          </a:p>
        </p:txBody>
      </p:sp>
      <p:grpSp>
        <p:nvGrpSpPr>
          <p:cNvPr id="2040" name="Google Shape;2040;p38"/>
          <p:cNvGrpSpPr/>
          <p:nvPr/>
        </p:nvGrpSpPr>
        <p:grpSpPr>
          <a:xfrm>
            <a:off x="1764317" y="329561"/>
            <a:ext cx="5615367" cy="1145545"/>
            <a:chOff x="1778940" y="329561"/>
            <a:chExt cx="5615367" cy="1145545"/>
          </a:xfrm>
        </p:grpSpPr>
        <p:grpSp>
          <p:nvGrpSpPr>
            <p:cNvPr id="2041" name="Google Shape;2041;p38"/>
            <p:cNvGrpSpPr/>
            <p:nvPr/>
          </p:nvGrpSpPr>
          <p:grpSpPr>
            <a:xfrm flipH="1" rot="10800000">
              <a:off x="1778940" y="329561"/>
              <a:ext cx="5615367" cy="1145545"/>
              <a:chOff x="1525600" y="1289175"/>
              <a:chExt cx="6121625" cy="1560900"/>
            </a:xfrm>
          </p:grpSpPr>
          <p:grpSp>
            <p:nvGrpSpPr>
              <p:cNvPr id="2042" name="Google Shape;2042;p38"/>
              <p:cNvGrpSpPr/>
              <p:nvPr/>
            </p:nvGrpSpPr>
            <p:grpSpPr>
              <a:xfrm>
                <a:off x="1525600" y="1289175"/>
                <a:ext cx="6121625" cy="1560900"/>
                <a:chOff x="1525600" y="1289175"/>
                <a:chExt cx="6121625" cy="1560900"/>
              </a:xfrm>
            </p:grpSpPr>
            <p:sp>
              <p:nvSpPr>
                <p:cNvPr id="2043" name="Google Shape;2043;p38"/>
                <p:cNvSpPr/>
                <p:nvPr/>
              </p:nvSpPr>
              <p:spPr>
                <a:xfrm>
                  <a:off x="1525725" y="1289175"/>
                  <a:ext cx="6121500" cy="1560900"/>
                </a:xfrm>
                <a:prstGeom prst="roundRect">
                  <a:avLst>
                    <a:gd fmla="val 28107" name="adj"/>
                  </a:avLst>
                </a:prstGeom>
                <a:solidFill>
                  <a:schemeClr val="accent1"/>
                </a:solidFill>
                <a:ln cap="flat" cmpd="sng" w="762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2044" name="Google Shape;2044;p38"/>
                <p:cNvPicPr preferRelativeResize="0"/>
                <p:nvPr/>
              </p:nvPicPr>
              <p:blipFill rotWithShape="1">
                <a:blip r:embed="rId3">
                  <a:alphaModFix amt="35000"/>
                </a:blip>
                <a:srcRect b="8896" l="18257" r="14795" t="60755"/>
                <a:stretch/>
              </p:blipFill>
              <p:spPr>
                <a:xfrm>
                  <a:off x="1525600" y="1289175"/>
                  <a:ext cx="6121500" cy="1560900"/>
                </a:xfrm>
                <a:prstGeom prst="roundRect">
                  <a:avLst>
                    <a:gd fmla="val 29800" name="adj"/>
                  </a:avLst>
                </a:prstGeom>
                <a:noFill/>
                <a:ln>
                  <a:noFill/>
                </a:ln>
              </p:spPr>
            </p:pic>
            <p:pic>
              <p:nvPicPr>
                <p:cNvPr id="2045" name="Google Shape;2045;p38"/>
                <p:cNvPicPr preferRelativeResize="0"/>
                <p:nvPr/>
              </p:nvPicPr>
              <p:blipFill rotWithShape="1">
                <a:blip r:embed="rId4">
                  <a:alphaModFix amt="17000"/>
                </a:blip>
                <a:srcRect b="18806" l="19601" r="13456" t="50847"/>
                <a:stretch/>
              </p:blipFill>
              <p:spPr>
                <a:xfrm>
                  <a:off x="1525725" y="1289175"/>
                  <a:ext cx="6121500" cy="1560900"/>
                </a:xfrm>
                <a:prstGeom prst="roundRect">
                  <a:avLst>
                    <a:gd fmla="val 29230" name="adj"/>
                  </a:avLst>
                </a:prstGeom>
                <a:noFill/>
                <a:ln>
                  <a:noFill/>
                </a:ln>
              </p:spPr>
            </p:pic>
            <p:sp>
              <p:nvSpPr>
                <p:cNvPr id="2046" name="Google Shape;2046;p38"/>
                <p:cNvSpPr/>
                <p:nvPr/>
              </p:nvSpPr>
              <p:spPr>
                <a:xfrm rot="-261490">
                  <a:off x="6596127" y="2418700"/>
                  <a:ext cx="939047" cy="306100"/>
                </a:xfrm>
                <a:custGeom>
                  <a:rect b="b" l="l" r="r" t="t"/>
                  <a:pathLst>
                    <a:path extrusionOk="0" h="2802" w="8976">
                      <a:moveTo>
                        <a:pt x="8931" y="1"/>
                      </a:moveTo>
                      <a:cubicBezTo>
                        <a:pt x="8782" y="849"/>
                        <a:pt x="8321" y="1623"/>
                        <a:pt x="7636" y="2085"/>
                      </a:cubicBezTo>
                      <a:cubicBezTo>
                        <a:pt x="7294" y="2323"/>
                        <a:pt x="6907" y="2472"/>
                        <a:pt x="6490" y="2546"/>
                      </a:cubicBezTo>
                      <a:cubicBezTo>
                        <a:pt x="6297" y="2576"/>
                        <a:pt x="6088" y="2576"/>
                        <a:pt x="5865" y="2576"/>
                      </a:cubicBezTo>
                      <a:cubicBezTo>
                        <a:pt x="5642" y="2576"/>
                        <a:pt x="5433" y="2591"/>
                        <a:pt x="5210" y="2591"/>
                      </a:cubicBezTo>
                      <a:cubicBezTo>
                        <a:pt x="4994" y="2598"/>
                        <a:pt x="4778" y="2602"/>
                        <a:pt x="4563" y="2602"/>
                      </a:cubicBezTo>
                      <a:cubicBezTo>
                        <a:pt x="4347" y="2602"/>
                        <a:pt x="4131" y="2598"/>
                        <a:pt x="3915" y="2591"/>
                      </a:cubicBezTo>
                      <a:cubicBezTo>
                        <a:pt x="3469" y="2576"/>
                        <a:pt x="3037" y="2531"/>
                        <a:pt x="2605" y="2501"/>
                      </a:cubicBezTo>
                      <a:cubicBezTo>
                        <a:pt x="2281" y="2485"/>
                        <a:pt x="1958" y="2476"/>
                        <a:pt x="1633" y="2476"/>
                      </a:cubicBezTo>
                      <a:cubicBezTo>
                        <a:pt x="1092" y="2476"/>
                        <a:pt x="549" y="2500"/>
                        <a:pt x="0" y="2546"/>
                      </a:cubicBezTo>
                      <a:lnTo>
                        <a:pt x="0" y="2576"/>
                      </a:lnTo>
                      <a:cubicBezTo>
                        <a:pt x="864" y="2680"/>
                        <a:pt x="1742" y="2725"/>
                        <a:pt x="2605" y="2725"/>
                      </a:cubicBezTo>
                      <a:cubicBezTo>
                        <a:pt x="3037" y="2710"/>
                        <a:pt x="3469" y="2680"/>
                        <a:pt x="3900" y="2680"/>
                      </a:cubicBezTo>
                      <a:cubicBezTo>
                        <a:pt x="4347" y="2680"/>
                        <a:pt x="4778" y="2710"/>
                        <a:pt x="5210" y="2740"/>
                      </a:cubicBezTo>
                      <a:cubicBezTo>
                        <a:pt x="5418" y="2755"/>
                        <a:pt x="5642" y="2769"/>
                        <a:pt x="5850" y="2784"/>
                      </a:cubicBezTo>
                      <a:cubicBezTo>
                        <a:pt x="5979" y="2793"/>
                        <a:pt x="6108" y="2801"/>
                        <a:pt x="6237" y="2801"/>
                      </a:cubicBezTo>
                      <a:cubicBezTo>
                        <a:pt x="6331" y="2801"/>
                        <a:pt x="6426" y="2797"/>
                        <a:pt x="6520" y="2784"/>
                      </a:cubicBezTo>
                      <a:cubicBezTo>
                        <a:pt x="6981" y="2740"/>
                        <a:pt x="7413" y="2576"/>
                        <a:pt x="7785" y="2308"/>
                      </a:cubicBezTo>
                      <a:cubicBezTo>
                        <a:pt x="8529" y="1787"/>
                        <a:pt x="8976" y="879"/>
                        <a:pt x="894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7" name="Google Shape;2047;p38"/>
                <p:cNvSpPr/>
                <p:nvPr/>
              </p:nvSpPr>
              <p:spPr>
                <a:xfrm rot="421936">
                  <a:off x="6707323" y="1426692"/>
                  <a:ext cx="814161" cy="167232"/>
                </a:xfrm>
                <a:custGeom>
                  <a:rect b="b" l="l" r="r" t="t"/>
                  <a:pathLst>
                    <a:path extrusionOk="0" h="1344" w="6833">
                      <a:moveTo>
                        <a:pt x="4686" y="0"/>
                      </a:moveTo>
                      <a:cubicBezTo>
                        <a:pt x="4637" y="0"/>
                        <a:pt x="4589" y="1"/>
                        <a:pt x="4540" y="4"/>
                      </a:cubicBezTo>
                      <a:lnTo>
                        <a:pt x="3632" y="48"/>
                      </a:lnTo>
                      <a:cubicBezTo>
                        <a:pt x="2412" y="138"/>
                        <a:pt x="1206" y="242"/>
                        <a:pt x="0" y="420"/>
                      </a:cubicBezTo>
                      <a:cubicBezTo>
                        <a:pt x="155" y="422"/>
                        <a:pt x="310" y="423"/>
                        <a:pt x="465" y="423"/>
                      </a:cubicBezTo>
                      <a:cubicBezTo>
                        <a:pt x="1528" y="423"/>
                        <a:pt x="2582" y="379"/>
                        <a:pt x="3647" y="301"/>
                      </a:cubicBezTo>
                      <a:lnTo>
                        <a:pt x="4555" y="242"/>
                      </a:lnTo>
                      <a:cubicBezTo>
                        <a:pt x="4626" y="234"/>
                        <a:pt x="4698" y="231"/>
                        <a:pt x="4770" y="231"/>
                      </a:cubicBezTo>
                      <a:cubicBezTo>
                        <a:pt x="4986" y="231"/>
                        <a:pt x="5206" y="264"/>
                        <a:pt x="5419" y="331"/>
                      </a:cubicBezTo>
                      <a:cubicBezTo>
                        <a:pt x="5969" y="480"/>
                        <a:pt x="6475" y="852"/>
                        <a:pt x="6833" y="1343"/>
                      </a:cubicBezTo>
                      <a:cubicBezTo>
                        <a:pt x="6565" y="793"/>
                        <a:pt x="6073" y="346"/>
                        <a:pt x="5478" y="138"/>
                      </a:cubicBezTo>
                      <a:cubicBezTo>
                        <a:pt x="5226" y="37"/>
                        <a:pt x="4953" y="0"/>
                        <a:pt x="468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8" name="Google Shape;2048;p38"/>
                <p:cNvSpPr/>
                <p:nvPr/>
              </p:nvSpPr>
              <p:spPr>
                <a:xfrm>
                  <a:off x="6941496" y="1898632"/>
                  <a:ext cx="551951" cy="15873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049" name="Google Shape;2049;p38"/>
                <p:cNvSpPr/>
                <p:nvPr/>
              </p:nvSpPr>
              <p:spPr>
                <a:xfrm>
                  <a:off x="6808035" y="1962365"/>
                  <a:ext cx="694285" cy="15876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050" name="Google Shape;2050;p38"/>
                <p:cNvSpPr/>
                <p:nvPr/>
              </p:nvSpPr>
              <p:spPr>
                <a:xfrm>
                  <a:off x="6629000" y="1563550"/>
                  <a:ext cx="873309" cy="15875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051" name="Google Shape;2051;p38"/>
                <p:cNvSpPr/>
                <p:nvPr/>
              </p:nvSpPr>
              <p:spPr>
                <a:xfrm>
                  <a:off x="6796876" y="1762932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052" name="Google Shape;2052;p38"/>
                <p:cNvSpPr/>
                <p:nvPr/>
              </p:nvSpPr>
              <p:spPr>
                <a:xfrm>
                  <a:off x="6796876" y="1695094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053" name="Google Shape;2053;p38"/>
                <p:cNvSpPr/>
                <p:nvPr/>
              </p:nvSpPr>
              <p:spPr>
                <a:xfrm>
                  <a:off x="6988322" y="2412530"/>
                  <a:ext cx="502836" cy="15874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2054" name="Google Shape;2054;p38"/>
              <p:cNvSpPr/>
              <p:nvPr/>
            </p:nvSpPr>
            <p:spPr>
              <a:xfrm>
                <a:off x="1639251" y="1633965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2055" name="Google Shape;2055;p38"/>
              <p:cNvSpPr/>
              <p:nvPr/>
            </p:nvSpPr>
            <p:spPr>
              <a:xfrm rot="-5687871">
                <a:off x="1312547" y="1709608"/>
                <a:ext cx="1274567" cy="661164"/>
              </a:xfrm>
              <a:custGeom>
                <a:rect b="b" l="l" r="r" t="t"/>
                <a:pathLst>
                  <a:path extrusionOk="0" h="6455" w="12817">
                    <a:moveTo>
                      <a:pt x="1961" y="1"/>
                    </a:moveTo>
                    <a:cubicBezTo>
                      <a:pt x="1823" y="1"/>
                      <a:pt x="1675" y="11"/>
                      <a:pt x="1534" y="39"/>
                    </a:cubicBezTo>
                    <a:cubicBezTo>
                      <a:pt x="1311" y="84"/>
                      <a:pt x="1102" y="173"/>
                      <a:pt x="924" y="292"/>
                    </a:cubicBezTo>
                    <a:cubicBezTo>
                      <a:pt x="551" y="545"/>
                      <a:pt x="284" y="932"/>
                      <a:pt x="135" y="1349"/>
                    </a:cubicBezTo>
                    <a:cubicBezTo>
                      <a:pt x="75" y="1543"/>
                      <a:pt x="31" y="1766"/>
                      <a:pt x="16" y="1989"/>
                    </a:cubicBezTo>
                    <a:lnTo>
                      <a:pt x="1" y="2614"/>
                    </a:lnTo>
                    <a:cubicBezTo>
                      <a:pt x="1" y="3031"/>
                      <a:pt x="1" y="3448"/>
                      <a:pt x="1" y="3880"/>
                    </a:cubicBezTo>
                    <a:lnTo>
                      <a:pt x="31" y="3880"/>
                    </a:lnTo>
                    <a:cubicBezTo>
                      <a:pt x="75" y="3463"/>
                      <a:pt x="105" y="3046"/>
                      <a:pt x="150" y="2629"/>
                    </a:cubicBezTo>
                    <a:lnTo>
                      <a:pt x="194" y="1989"/>
                    </a:lnTo>
                    <a:cubicBezTo>
                      <a:pt x="209" y="1796"/>
                      <a:pt x="269" y="1602"/>
                      <a:pt x="328" y="1409"/>
                    </a:cubicBezTo>
                    <a:cubicBezTo>
                      <a:pt x="462" y="1037"/>
                      <a:pt x="715" y="709"/>
                      <a:pt x="1043" y="486"/>
                    </a:cubicBezTo>
                    <a:cubicBezTo>
                      <a:pt x="1206" y="382"/>
                      <a:pt x="1400" y="307"/>
                      <a:pt x="1579" y="263"/>
                    </a:cubicBezTo>
                    <a:cubicBezTo>
                      <a:pt x="1701" y="234"/>
                      <a:pt x="1824" y="224"/>
                      <a:pt x="1950" y="224"/>
                    </a:cubicBezTo>
                    <a:cubicBezTo>
                      <a:pt x="2023" y="224"/>
                      <a:pt x="2098" y="227"/>
                      <a:pt x="2174" y="233"/>
                    </a:cubicBezTo>
                    <a:cubicBezTo>
                      <a:pt x="3022" y="263"/>
                      <a:pt x="3856" y="277"/>
                      <a:pt x="4689" y="307"/>
                    </a:cubicBezTo>
                    <a:cubicBezTo>
                      <a:pt x="5538" y="352"/>
                      <a:pt x="6371" y="411"/>
                      <a:pt x="7205" y="486"/>
                    </a:cubicBezTo>
                    <a:cubicBezTo>
                      <a:pt x="8039" y="560"/>
                      <a:pt x="8887" y="620"/>
                      <a:pt x="9721" y="679"/>
                    </a:cubicBezTo>
                    <a:lnTo>
                      <a:pt x="10033" y="694"/>
                    </a:lnTo>
                    <a:cubicBezTo>
                      <a:pt x="10122" y="709"/>
                      <a:pt x="10227" y="724"/>
                      <a:pt x="10331" y="739"/>
                    </a:cubicBezTo>
                    <a:cubicBezTo>
                      <a:pt x="10524" y="783"/>
                      <a:pt x="10703" y="843"/>
                      <a:pt x="10882" y="932"/>
                    </a:cubicBezTo>
                    <a:cubicBezTo>
                      <a:pt x="11239" y="1111"/>
                      <a:pt x="11566" y="1364"/>
                      <a:pt x="11819" y="1677"/>
                    </a:cubicBezTo>
                    <a:cubicBezTo>
                      <a:pt x="12325" y="2302"/>
                      <a:pt x="12564" y="3120"/>
                      <a:pt x="12534" y="3939"/>
                    </a:cubicBezTo>
                    <a:cubicBezTo>
                      <a:pt x="12519" y="4773"/>
                      <a:pt x="12504" y="5621"/>
                      <a:pt x="12504" y="6455"/>
                    </a:cubicBezTo>
                    <a:lnTo>
                      <a:pt x="12534" y="6455"/>
                    </a:lnTo>
                    <a:cubicBezTo>
                      <a:pt x="12623" y="5621"/>
                      <a:pt x="12683" y="4788"/>
                      <a:pt x="12742" y="3939"/>
                    </a:cubicBezTo>
                    <a:cubicBezTo>
                      <a:pt x="12817" y="3091"/>
                      <a:pt x="12578" y="2183"/>
                      <a:pt x="12028" y="1498"/>
                    </a:cubicBezTo>
                    <a:cubicBezTo>
                      <a:pt x="11760" y="1156"/>
                      <a:pt x="11403" y="873"/>
                      <a:pt x="11001" y="694"/>
                    </a:cubicBezTo>
                    <a:cubicBezTo>
                      <a:pt x="10807" y="590"/>
                      <a:pt x="10584" y="530"/>
                      <a:pt x="10375" y="486"/>
                    </a:cubicBezTo>
                    <a:cubicBezTo>
                      <a:pt x="10271" y="456"/>
                      <a:pt x="10152" y="456"/>
                      <a:pt x="10048" y="441"/>
                    </a:cubicBezTo>
                    <a:lnTo>
                      <a:pt x="9735" y="426"/>
                    </a:lnTo>
                    <a:cubicBezTo>
                      <a:pt x="8887" y="396"/>
                      <a:pt x="8053" y="367"/>
                      <a:pt x="7220" y="337"/>
                    </a:cubicBezTo>
                    <a:cubicBezTo>
                      <a:pt x="6371" y="307"/>
                      <a:pt x="5538" y="277"/>
                      <a:pt x="4704" y="218"/>
                    </a:cubicBezTo>
                    <a:cubicBezTo>
                      <a:pt x="3871" y="173"/>
                      <a:pt x="3022" y="84"/>
                      <a:pt x="2189" y="9"/>
                    </a:cubicBezTo>
                    <a:cubicBezTo>
                      <a:pt x="2118" y="4"/>
                      <a:pt x="2041" y="1"/>
                      <a:pt x="196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6" name="Google Shape;2056;p38"/>
              <p:cNvSpPr/>
              <p:nvPr/>
            </p:nvSpPr>
            <p:spPr>
              <a:xfrm>
                <a:off x="1639251" y="1584951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2057" name="Google Shape;2057;p38"/>
              <p:cNvSpPr/>
              <p:nvPr/>
            </p:nvSpPr>
            <p:spPr>
              <a:xfrm>
                <a:off x="1639251" y="1898619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2058" name="Google Shape;2058;p38"/>
              <p:cNvSpPr/>
              <p:nvPr/>
            </p:nvSpPr>
            <p:spPr>
              <a:xfrm>
                <a:off x="1639255" y="1962367"/>
                <a:ext cx="626301" cy="15873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2059" name="Google Shape;2059;p38"/>
              <p:cNvSpPr/>
              <p:nvPr/>
            </p:nvSpPr>
            <p:spPr>
              <a:xfrm>
                <a:off x="1639255" y="2026110"/>
                <a:ext cx="626301" cy="15873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2060" name="Google Shape;2060;p38"/>
              <p:cNvSpPr/>
              <p:nvPr/>
            </p:nvSpPr>
            <p:spPr>
              <a:xfrm>
                <a:off x="1639256" y="2089840"/>
                <a:ext cx="497927" cy="15870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2061" name="Google Shape;2061;p38"/>
              <p:cNvSpPr/>
              <p:nvPr/>
            </p:nvSpPr>
            <p:spPr>
              <a:xfrm>
                <a:off x="1673568" y="2447617"/>
                <a:ext cx="425366" cy="15874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062" name="Google Shape;2062;p38"/>
            <p:cNvSpPr/>
            <p:nvPr/>
          </p:nvSpPr>
          <p:spPr>
            <a:xfrm flipH="1" rot="10800000">
              <a:off x="1779034" y="329705"/>
              <a:ext cx="5615100" cy="1145400"/>
            </a:xfrm>
            <a:prstGeom prst="roundRect">
              <a:avLst>
                <a:gd fmla="val 28107" name="adj"/>
              </a:avLst>
            </a:prstGeom>
            <a:noFill/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63" name="Google Shape;2063;p38"/>
          <p:cNvSpPr txBox="1"/>
          <p:nvPr>
            <p:ph type="title"/>
          </p:nvPr>
        </p:nvSpPr>
        <p:spPr>
          <a:xfrm>
            <a:off x="2402100" y="429725"/>
            <a:ext cx="4339800" cy="101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Language Translation</a:t>
            </a:r>
            <a:endParaRPr/>
          </a:p>
        </p:txBody>
      </p:sp>
      <p:pic>
        <p:nvPicPr>
          <p:cNvPr id="2064" name="Google Shape;2064;p38"/>
          <p:cNvPicPr preferRelativeResize="0"/>
          <p:nvPr/>
        </p:nvPicPr>
        <p:blipFill rotWithShape="1">
          <a:blip r:embed="rId5">
            <a:alphaModFix/>
          </a:blip>
          <a:srcRect b="5854" l="12507" r="14903" t="18124"/>
          <a:stretch/>
        </p:blipFill>
        <p:spPr>
          <a:xfrm>
            <a:off x="5143500" y="1813750"/>
            <a:ext cx="2987350" cy="234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8" name="Shape 2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9" name="Google Shape;2069;p39"/>
          <p:cNvGrpSpPr/>
          <p:nvPr/>
        </p:nvGrpSpPr>
        <p:grpSpPr>
          <a:xfrm>
            <a:off x="3019756" y="1756250"/>
            <a:ext cx="5211466" cy="1560900"/>
            <a:chOff x="1966481" y="1756250"/>
            <a:chExt cx="5211466" cy="1560900"/>
          </a:xfrm>
        </p:grpSpPr>
        <p:grpSp>
          <p:nvGrpSpPr>
            <p:cNvPr id="2070" name="Google Shape;2070;p39"/>
            <p:cNvGrpSpPr/>
            <p:nvPr/>
          </p:nvGrpSpPr>
          <p:grpSpPr>
            <a:xfrm rot="10800000">
              <a:off x="1966607" y="1756250"/>
              <a:ext cx="5211339" cy="1560900"/>
              <a:chOff x="1525600" y="1289175"/>
              <a:chExt cx="6121625" cy="1560900"/>
            </a:xfrm>
          </p:grpSpPr>
          <p:grpSp>
            <p:nvGrpSpPr>
              <p:cNvPr id="2071" name="Google Shape;2071;p39"/>
              <p:cNvGrpSpPr/>
              <p:nvPr/>
            </p:nvGrpSpPr>
            <p:grpSpPr>
              <a:xfrm>
                <a:off x="1525600" y="1289175"/>
                <a:ext cx="6121625" cy="1560900"/>
                <a:chOff x="1525600" y="1289175"/>
                <a:chExt cx="6121625" cy="1560900"/>
              </a:xfrm>
            </p:grpSpPr>
            <p:sp>
              <p:nvSpPr>
                <p:cNvPr id="2072" name="Google Shape;2072;p39"/>
                <p:cNvSpPr/>
                <p:nvPr/>
              </p:nvSpPr>
              <p:spPr>
                <a:xfrm>
                  <a:off x="1525725" y="1289175"/>
                  <a:ext cx="6121500" cy="1560900"/>
                </a:xfrm>
                <a:prstGeom prst="roundRect">
                  <a:avLst>
                    <a:gd fmla="val 28107" name="adj"/>
                  </a:avLst>
                </a:prstGeom>
                <a:solidFill>
                  <a:schemeClr val="accent1"/>
                </a:solidFill>
                <a:ln cap="flat" cmpd="sng" w="762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2073" name="Google Shape;2073;p39"/>
                <p:cNvPicPr preferRelativeResize="0"/>
                <p:nvPr/>
              </p:nvPicPr>
              <p:blipFill rotWithShape="1">
                <a:blip r:embed="rId3">
                  <a:alphaModFix amt="35000"/>
                </a:blip>
                <a:srcRect b="8896" l="18257" r="14795" t="60755"/>
                <a:stretch/>
              </p:blipFill>
              <p:spPr>
                <a:xfrm>
                  <a:off x="1525600" y="1289175"/>
                  <a:ext cx="6121500" cy="1560900"/>
                </a:xfrm>
                <a:prstGeom prst="roundRect">
                  <a:avLst>
                    <a:gd fmla="val 29800" name="adj"/>
                  </a:avLst>
                </a:prstGeom>
                <a:noFill/>
                <a:ln>
                  <a:noFill/>
                </a:ln>
              </p:spPr>
            </p:pic>
            <p:pic>
              <p:nvPicPr>
                <p:cNvPr id="2074" name="Google Shape;2074;p39"/>
                <p:cNvPicPr preferRelativeResize="0"/>
                <p:nvPr/>
              </p:nvPicPr>
              <p:blipFill rotWithShape="1">
                <a:blip r:embed="rId4">
                  <a:alphaModFix amt="17000"/>
                </a:blip>
                <a:srcRect b="18806" l="19601" r="13456" t="50847"/>
                <a:stretch/>
              </p:blipFill>
              <p:spPr>
                <a:xfrm>
                  <a:off x="1525725" y="1289175"/>
                  <a:ext cx="6121500" cy="1560900"/>
                </a:xfrm>
                <a:prstGeom prst="roundRect">
                  <a:avLst>
                    <a:gd fmla="val 29230" name="adj"/>
                  </a:avLst>
                </a:prstGeom>
                <a:noFill/>
                <a:ln>
                  <a:noFill/>
                </a:ln>
              </p:spPr>
            </p:pic>
            <p:sp>
              <p:nvSpPr>
                <p:cNvPr id="2075" name="Google Shape;2075;p39"/>
                <p:cNvSpPr/>
                <p:nvPr/>
              </p:nvSpPr>
              <p:spPr>
                <a:xfrm rot="-261490">
                  <a:off x="6596127" y="2418700"/>
                  <a:ext cx="939047" cy="306100"/>
                </a:xfrm>
                <a:custGeom>
                  <a:rect b="b" l="l" r="r" t="t"/>
                  <a:pathLst>
                    <a:path extrusionOk="0" h="2802" w="8976">
                      <a:moveTo>
                        <a:pt x="8931" y="1"/>
                      </a:moveTo>
                      <a:cubicBezTo>
                        <a:pt x="8782" y="849"/>
                        <a:pt x="8321" y="1623"/>
                        <a:pt x="7636" y="2085"/>
                      </a:cubicBezTo>
                      <a:cubicBezTo>
                        <a:pt x="7294" y="2323"/>
                        <a:pt x="6907" y="2472"/>
                        <a:pt x="6490" y="2546"/>
                      </a:cubicBezTo>
                      <a:cubicBezTo>
                        <a:pt x="6297" y="2576"/>
                        <a:pt x="6088" y="2576"/>
                        <a:pt x="5865" y="2576"/>
                      </a:cubicBezTo>
                      <a:cubicBezTo>
                        <a:pt x="5642" y="2576"/>
                        <a:pt x="5433" y="2591"/>
                        <a:pt x="5210" y="2591"/>
                      </a:cubicBezTo>
                      <a:cubicBezTo>
                        <a:pt x="4994" y="2598"/>
                        <a:pt x="4778" y="2602"/>
                        <a:pt x="4563" y="2602"/>
                      </a:cubicBezTo>
                      <a:cubicBezTo>
                        <a:pt x="4347" y="2602"/>
                        <a:pt x="4131" y="2598"/>
                        <a:pt x="3915" y="2591"/>
                      </a:cubicBezTo>
                      <a:cubicBezTo>
                        <a:pt x="3469" y="2576"/>
                        <a:pt x="3037" y="2531"/>
                        <a:pt x="2605" y="2501"/>
                      </a:cubicBezTo>
                      <a:cubicBezTo>
                        <a:pt x="2281" y="2485"/>
                        <a:pt x="1958" y="2476"/>
                        <a:pt x="1633" y="2476"/>
                      </a:cubicBezTo>
                      <a:cubicBezTo>
                        <a:pt x="1092" y="2476"/>
                        <a:pt x="549" y="2500"/>
                        <a:pt x="0" y="2546"/>
                      </a:cubicBezTo>
                      <a:lnTo>
                        <a:pt x="0" y="2576"/>
                      </a:lnTo>
                      <a:cubicBezTo>
                        <a:pt x="864" y="2680"/>
                        <a:pt x="1742" y="2725"/>
                        <a:pt x="2605" y="2725"/>
                      </a:cubicBezTo>
                      <a:cubicBezTo>
                        <a:pt x="3037" y="2710"/>
                        <a:pt x="3469" y="2680"/>
                        <a:pt x="3900" y="2680"/>
                      </a:cubicBezTo>
                      <a:cubicBezTo>
                        <a:pt x="4347" y="2680"/>
                        <a:pt x="4778" y="2710"/>
                        <a:pt x="5210" y="2740"/>
                      </a:cubicBezTo>
                      <a:cubicBezTo>
                        <a:pt x="5418" y="2755"/>
                        <a:pt x="5642" y="2769"/>
                        <a:pt x="5850" y="2784"/>
                      </a:cubicBezTo>
                      <a:cubicBezTo>
                        <a:pt x="5979" y="2793"/>
                        <a:pt x="6108" y="2801"/>
                        <a:pt x="6237" y="2801"/>
                      </a:cubicBezTo>
                      <a:cubicBezTo>
                        <a:pt x="6331" y="2801"/>
                        <a:pt x="6426" y="2797"/>
                        <a:pt x="6520" y="2784"/>
                      </a:cubicBezTo>
                      <a:cubicBezTo>
                        <a:pt x="6981" y="2740"/>
                        <a:pt x="7413" y="2576"/>
                        <a:pt x="7785" y="2308"/>
                      </a:cubicBezTo>
                      <a:cubicBezTo>
                        <a:pt x="8529" y="1787"/>
                        <a:pt x="8976" y="879"/>
                        <a:pt x="894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6" name="Google Shape;2076;p39"/>
                <p:cNvSpPr/>
                <p:nvPr/>
              </p:nvSpPr>
              <p:spPr>
                <a:xfrm rot="421936">
                  <a:off x="6707323" y="1426692"/>
                  <a:ext cx="814161" cy="167232"/>
                </a:xfrm>
                <a:custGeom>
                  <a:rect b="b" l="l" r="r" t="t"/>
                  <a:pathLst>
                    <a:path extrusionOk="0" h="1344" w="6833">
                      <a:moveTo>
                        <a:pt x="4686" y="0"/>
                      </a:moveTo>
                      <a:cubicBezTo>
                        <a:pt x="4637" y="0"/>
                        <a:pt x="4589" y="1"/>
                        <a:pt x="4540" y="4"/>
                      </a:cubicBezTo>
                      <a:lnTo>
                        <a:pt x="3632" y="48"/>
                      </a:lnTo>
                      <a:cubicBezTo>
                        <a:pt x="2412" y="138"/>
                        <a:pt x="1206" y="242"/>
                        <a:pt x="0" y="420"/>
                      </a:cubicBezTo>
                      <a:cubicBezTo>
                        <a:pt x="155" y="422"/>
                        <a:pt x="310" y="423"/>
                        <a:pt x="465" y="423"/>
                      </a:cubicBezTo>
                      <a:cubicBezTo>
                        <a:pt x="1528" y="423"/>
                        <a:pt x="2582" y="379"/>
                        <a:pt x="3647" y="301"/>
                      </a:cubicBezTo>
                      <a:lnTo>
                        <a:pt x="4555" y="242"/>
                      </a:lnTo>
                      <a:cubicBezTo>
                        <a:pt x="4626" y="234"/>
                        <a:pt x="4698" y="231"/>
                        <a:pt x="4770" y="231"/>
                      </a:cubicBezTo>
                      <a:cubicBezTo>
                        <a:pt x="4986" y="231"/>
                        <a:pt x="5206" y="264"/>
                        <a:pt x="5419" y="331"/>
                      </a:cubicBezTo>
                      <a:cubicBezTo>
                        <a:pt x="5969" y="480"/>
                        <a:pt x="6475" y="852"/>
                        <a:pt x="6833" y="1343"/>
                      </a:cubicBezTo>
                      <a:cubicBezTo>
                        <a:pt x="6565" y="793"/>
                        <a:pt x="6073" y="346"/>
                        <a:pt x="5478" y="138"/>
                      </a:cubicBezTo>
                      <a:cubicBezTo>
                        <a:pt x="5226" y="37"/>
                        <a:pt x="4953" y="0"/>
                        <a:pt x="468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7" name="Google Shape;2077;p39"/>
                <p:cNvSpPr/>
                <p:nvPr/>
              </p:nvSpPr>
              <p:spPr>
                <a:xfrm>
                  <a:off x="6796876" y="1898619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078" name="Google Shape;2078;p39"/>
                <p:cNvSpPr/>
                <p:nvPr/>
              </p:nvSpPr>
              <p:spPr>
                <a:xfrm>
                  <a:off x="6629000" y="1962350"/>
                  <a:ext cx="873309" cy="15875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079" name="Google Shape;2079;p39"/>
                <p:cNvSpPr/>
                <p:nvPr/>
              </p:nvSpPr>
              <p:spPr>
                <a:xfrm>
                  <a:off x="6629000" y="1563550"/>
                  <a:ext cx="873309" cy="15875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080" name="Google Shape;2080;p39"/>
                <p:cNvSpPr/>
                <p:nvPr/>
              </p:nvSpPr>
              <p:spPr>
                <a:xfrm>
                  <a:off x="6796876" y="1762932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081" name="Google Shape;2081;p39"/>
                <p:cNvSpPr/>
                <p:nvPr/>
              </p:nvSpPr>
              <p:spPr>
                <a:xfrm>
                  <a:off x="6796876" y="1695094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082" name="Google Shape;2082;p39"/>
                <p:cNvSpPr/>
                <p:nvPr/>
              </p:nvSpPr>
              <p:spPr>
                <a:xfrm>
                  <a:off x="6796876" y="2412540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2083" name="Google Shape;2083;p39"/>
              <p:cNvSpPr/>
              <p:nvPr/>
            </p:nvSpPr>
            <p:spPr>
              <a:xfrm>
                <a:off x="1639251" y="1633965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2084" name="Google Shape;2084;p39"/>
              <p:cNvSpPr/>
              <p:nvPr/>
            </p:nvSpPr>
            <p:spPr>
              <a:xfrm rot="-5687871">
                <a:off x="1312547" y="1709608"/>
                <a:ext cx="1274567" cy="661164"/>
              </a:xfrm>
              <a:custGeom>
                <a:rect b="b" l="l" r="r" t="t"/>
                <a:pathLst>
                  <a:path extrusionOk="0" h="6455" w="12817">
                    <a:moveTo>
                      <a:pt x="1961" y="1"/>
                    </a:moveTo>
                    <a:cubicBezTo>
                      <a:pt x="1823" y="1"/>
                      <a:pt x="1675" y="11"/>
                      <a:pt x="1534" y="39"/>
                    </a:cubicBezTo>
                    <a:cubicBezTo>
                      <a:pt x="1311" y="84"/>
                      <a:pt x="1102" y="173"/>
                      <a:pt x="924" y="292"/>
                    </a:cubicBezTo>
                    <a:cubicBezTo>
                      <a:pt x="551" y="545"/>
                      <a:pt x="284" y="932"/>
                      <a:pt x="135" y="1349"/>
                    </a:cubicBezTo>
                    <a:cubicBezTo>
                      <a:pt x="75" y="1543"/>
                      <a:pt x="31" y="1766"/>
                      <a:pt x="16" y="1989"/>
                    </a:cubicBezTo>
                    <a:lnTo>
                      <a:pt x="1" y="2614"/>
                    </a:lnTo>
                    <a:cubicBezTo>
                      <a:pt x="1" y="3031"/>
                      <a:pt x="1" y="3448"/>
                      <a:pt x="1" y="3880"/>
                    </a:cubicBezTo>
                    <a:lnTo>
                      <a:pt x="31" y="3880"/>
                    </a:lnTo>
                    <a:cubicBezTo>
                      <a:pt x="75" y="3463"/>
                      <a:pt x="105" y="3046"/>
                      <a:pt x="150" y="2629"/>
                    </a:cubicBezTo>
                    <a:lnTo>
                      <a:pt x="194" y="1989"/>
                    </a:lnTo>
                    <a:cubicBezTo>
                      <a:pt x="209" y="1796"/>
                      <a:pt x="269" y="1602"/>
                      <a:pt x="328" y="1409"/>
                    </a:cubicBezTo>
                    <a:cubicBezTo>
                      <a:pt x="462" y="1037"/>
                      <a:pt x="715" y="709"/>
                      <a:pt x="1043" y="486"/>
                    </a:cubicBezTo>
                    <a:cubicBezTo>
                      <a:pt x="1206" y="382"/>
                      <a:pt x="1400" y="307"/>
                      <a:pt x="1579" y="263"/>
                    </a:cubicBezTo>
                    <a:cubicBezTo>
                      <a:pt x="1701" y="234"/>
                      <a:pt x="1824" y="224"/>
                      <a:pt x="1950" y="224"/>
                    </a:cubicBezTo>
                    <a:cubicBezTo>
                      <a:pt x="2023" y="224"/>
                      <a:pt x="2098" y="227"/>
                      <a:pt x="2174" y="233"/>
                    </a:cubicBezTo>
                    <a:cubicBezTo>
                      <a:pt x="3022" y="263"/>
                      <a:pt x="3856" y="277"/>
                      <a:pt x="4689" y="307"/>
                    </a:cubicBezTo>
                    <a:cubicBezTo>
                      <a:pt x="5538" y="352"/>
                      <a:pt x="6371" y="411"/>
                      <a:pt x="7205" y="486"/>
                    </a:cubicBezTo>
                    <a:cubicBezTo>
                      <a:pt x="8039" y="560"/>
                      <a:pt x="8887" y="620"/>
                      <a:pt x="9721" y="679"/>
                    </a:cubicBezTo>
                    <a:lnTo>
                      <a:pt x="10033" y="694"/>
                    </a:lnTo>
                    <a:cubicBezTo>
                      <a:pt x="10122" y="709"/>
                      <a:pt x="10227" y="724"/>
                      <a:pt x="10331" y="739"/>
                    </a:cubicBezTo>
                    <a:cubicBezTo>
                      <a:pt x="10524" y="783"/>
                      <a:pt x="10703" y="843"/>
                      <a:pt x="10882" y="932"/>
                    </a:cubicBezTo>
                    <a:cubicBezTo>
                      <a:pt x="11239" y="1111"/>
                      <a:pt x="11566" y="1364"/>
                      <a:pt x="11819" y="1677"/>
                    </a:cubicBezTo>
                    <a:cubicBezTo>
                      <a:pt x="12325" y="2302"/>
                      <a:pt x="12564" y="3120"/>
                      <a:pt x="12534" y="3939"/>
                    </a:cubicBezTo>
                    <a:cubicBezTo>
                      <a:pt x="12519" y="4773"/>
                      <a:pt x="12504" y="5621"/>
                      <a:pt x="12504" y="6455"/>
                    </a:cubicBezTo>
                    <a:lnTo>
                      <a:pt x="12534" y="6455"/>
                    </a:lnTo>
                    <a:cubicBezTo>
                      <a:pt x="12623" y="5621"/>
                      <a:pt x="12683" y="4788"/>
                      <a:pt x="12742" y="3939"/>
                    </a:cubicBezTo>
                    <a:cubicBezTo>
                      <a:pt x="12817" y="3091"/>
                      <a:pt x="12578" y="2183"/>
                      <a:pt x="12028" y="1498"/>
                    </a:cubicBezTo>
                    <a:cubicBezTo>
                      <a:pt x="11760" y="1156"/>
                      <a:pt x="11403" y="873"/>
                      <a:pt x="11001" y="694"/>
                    </a:cubicBezTo>
                    <a:cubicBezTo>
                      <a:pt x="10807" y="590"/>
                      <a:pt x="10584" y="530"/>
                      <a:pt x="10375" y="486"/>
                    </a:cubicBezTo>
                    <a:cubicBezTo>
                      <a:pt x="10271" y="456"/>
                      <a:pt x="10152" y="456"/>
                      <a:pt x="10048" y="441"/>
                    </a:cubicBezTo>
                    <a:lnTo>
                      <a:pt x="9735" y="426"/>
                    </a:lnTo>
                    <a:cubicBezTo>
                      <a:pt x="8887" y="396"/>
                      <a:pt x="8053" y="367"/>
                      <a:pt x="7220" y="337"/>
                    </a:cubicBezTo>
                    <a:cubicBezTo>
                      <a:pt x="6371" y="307"/>
                      <a:pt x="5538" y="277"/>
                      <a:pt x="4704" y="218"/>
                    </a:cubicBezTo>
                    <a:cubicBezTo>
                      <a:pt x="3871" y="173"/>
                      <a:pt x="3022" y="84"/>
                      <a:pt x="2189" y="9"/>
                    </a:cubicBezTo>
                    <a:cubicBezTo>
                      <a:pt x="2118" y="4"/>
                      <a:pt x="2041" y="1"/>
                      <a:pt x="196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5" name="Google Shape;2085;p39"/>
              <p:cNvSpPr/>
              <p:nvPr/>
            </p:nvSpPr>
            <p:spPr>
              <a:xfrm>
                <a:off x="1639251" y="1584951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2086" name="Google Shape;2086;p39"/>
              <p:cNvSpPr/>
              <p:nvPr/>
            </p:nvSpPr>
            <p:spPr>
              <a:xfrm>
                <a:off x="1639251" y="1898619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2087" name="Google Shape;2087;p39"/>
              <p:cNvSpPr/>
              <p:nvPr/>
            </p:nvSpPr>
            <p:spPr>
              <a:xfrm>
                <a:off x="1639250" y="1962350"/>
                <a:ext cx="873309" cy="15875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2088" name="Google Shape;2088;p39"/>
              <p:cNvSpPr/>
              <p:nvPr/>
            </p:nvSpPr>
            <p:spPr>
              <a:xfrm>
                <a:off x="1639257" y="2026100"/>
                <a:ext cx="694285" cy="15875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2089" name="Google Shape;2089;p39"/>
              <p:cNvSpPr/>
              <p:nvPr/>
            </p:nvSpPr>
            <p:spPr>
              <a:xfrm>
                <a:off x="1639258" y="2089838"/>
                <a:ext cx="551951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2090" name="Google Shape;2090;p39"/>
              <p:cNvSpPr/>
              <p:nvPr/>
            </p:nvSpPr>
            <p:spPr>
              <a:xfrm>
                <a:off x="1666538" y="2447628"/>
                <a:ext cx="551951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091" name="Google Shape;2091;p39"/>
            <p:cNvSpPr/>
            <p:nvPr/>
          </p:nvSpPr>
          <p:spPr>
            <a:xfrm rot="10800000">
              <a:off x="1966481" y="1756250"/>
              <a:ext cx="5211300" cy="1560900"/>
            </a:xfrm>
            <a:prstGeom prst="roundRect">
              <a:avLst>
                <a:gd fmla="val 28107" name="adj"/>
              </a:avLst>
            </a:prstGeom>
            <a:noFill/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92" name="Google Shape;2092;p39"/>
          <p:cNvSpPr txBox="1"/>
          <p:nvPr>
            <p:ph type="title"/>
          </p:nvPr>
        </p:nvSpPr>
        <p:spPr>
          <a:xfrm>
            <a:off x="3490400" y="2114063"/>
            <a:ext cx="42699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Which is it?</a:t>
            </a:r>
            <a:endParaRPr sz="4600"/>
          </a:p>
        </p:txBody>
      </p:sp>
      <p:grpSp>
        <p:nvGrpSpPr>
          <p:cNvPr id="2093" name="Google Shape;2093;p39"/>
          <p:cNvGrpSpPr/>
          <p:nvPr/>
        </p:nvGrpSpPr>
        <p:grpSpPr>
          <a:xfrm rot="-349115">
            <a:off x="-666993" y="71963"/>
            <a:ext cx="5158011" cy="4822510"/>
            <a:chOff x="-592675" y="85618"/>
            <a:chExt cx="5062086" cy="4732824"/>
          </a:xfrm>
        </p:grpSpPr>
        <p:sp>
          <p:nvSpPr>
            <p:cNvPr id="2094" name="Google Shape;2094;p39"/>
            <p:cNvSpPr/>
            <p:nvPr/>
          </p:nvSpPr>
          <p:spPr>
            <a:xfrm rot="-937699">
              <a:off x="1575523" y="404839"/>
              <a:ext cx="2582595" cy="2665473"/>
            </a:xfrm>
            <a:custGeom>
              <a:rect b="b" l="l" r="r" t="t"/>
              <a:pathLst>
                <a:path extrusionOk="0" h="40523" w="39263">
                  <a:moveTo>
                    <a:pt x="26406" y="2586"/>
                  </a:moveTo>
                  <a:lnTo>
                    <a:pt x="26406" y="2586"/>
                  </a:lnTo>
                  <a:cubicBezTo>
                    <a:pt x="26478" y="2688"/>
                    <a:pt x="26550" y="2791"/>
                    <a:pt x="26622" y="2893"/>
                  </a:cubicBezTo>
                  <a:cubicBezTo>
                    <a:pt x="26772" y="3108"/>
                    <a:pt x="26921" y="3323"/>
                    <a:pt x="27068" y="3538"/>
                  </a:cubicBezTo>
                  <a:lnTo>
                    <a:pt x="27068" y="3538"/>
                  </a:lnTo>
                  <a:cubicBezTo>
                    <a:pt x="26847" y="3221"/>
                    <a:pt x="26624" y="2905"/>
                    <a:pt x="26406" y="2586"/>
                  </a:cubicBezTo>
                  <a:close/>
                  <a:moveTo>
                    <a:pt x="28742" y="6330"/>
                  </a:moveTo>
                  <a:lnTo>
                    <a:pt x="28742" y="6330"/>
                  </a:lnTo>
                  <a:cubicBezTo>
                    <a:pt x="29095" y="7035"/>
                    <a:pt x="29402" y="7765"/>
                    <a:pt x="29643" y="8533"/>
                  </a:cubicBezTo>
                  <a:cubicBezTo>
                    <a:pt x="29659" y="8584"/>
                    <a:pt x="29675" y="8635"/>
                    <a:pt x="29691" y="8686"/>
                  </a:cubicBezTo>
                  <a:lnTo>
                    <a:pt x="29691" y="8686"/>
                  </a:lnTo>
                  <a:cubicBezTo>
                    <a:pt x="29431" y="7882"/>
                    <a:pt x="29115" y="7096"/>
                    <a:pt x="28742" y="6330"/>
                  </a:cubicBezTo>
                  <a:close/>
                  <a:moveTo>
                    <a:pt x="30207" y="10663"/>
                  </a:moveTo>
                  <a:lnTo>
                    <a:pt x="30207" y="10663"/>
                  </a:lnTo>
                  <a:cubicBezTo>
                    <a:pt x="30424" y="11691"/>
                    <a:pt x="30556" y="12732"/>
                    <a:pt x="30569" y="13798"/>
                  </a:cubicBezTo>
                  <a:cubicBezTo>
                    <a:pt x="30584" y="14980"/>
                    <a:pt x="30553" y="16161"/>
                    <a:pt x="30482" y="17343"/>
                  </a:cubicBezTo>
                  <a:lnTo>
                    <a:pt x="30482" y="17343"/>
                  </a:lnTo>
                  <a:cubicBezTo>
                    <a:pt x="30497" y="17063"/>
                    <a:pt x="30508" y="16783"/>
                    <a:pt x="30514" y="16503"/>
                  </a:cubicBezTo>
                  <a:cubicBezTo>
                    <a:pt x="30541" y="15240"/>
                    <a:pt x="30629" y="13983"/>
                    <a:pt x="30509" y="12720"/>
                  </a:cubicBezTo>
                  <a:cubicBezTo>
                    <a:pt x="30444" y="12022"/>
                    <a:pt x="30343" y="11336"/>
                    <a:pt x="30207" y="10663"/>
                  </a:cubicBezTo>
                  <a:close/>
                  <a:moveTo>
                    <a:pt x="30456" y="17737"/>
                  </a:moveTo>
                  <a:cubicBezTo>
                    <a:pt x="30423" y="18274"/>
                    <a:pt x="30378" y="18809"/>
                    <a:pt x="30278" y="19338"/>
                  </a:cubicBezTo>
                  <a:lnTo>
                    <a:pt x="30278" y="19338"/>
                  </a:lnTo>
                  <a:cubicBezTo>
                    <a:pt x="30281" y="19319"/>
                    <a:pt x="30283" y="19299"/>
                    <a:pt x="30286" y="19280"/>
                  </a:cubicBezTo>
                  <a:cubicBezTo>
                    <a:pt x="30364" y="18766"/>
                    <a:pt x="30419" y="18252"/>
                    <a:pt x="30456" y="17737"/>
                  </a:cubicBezTo>
                  <a:close/>
                  <a:moveTo>
                    <a:pt x="1187" y="35666"/>
                  </a:moveTo>
                  <a:lnTo>
                    <a:pt x="1187" y="35666"/>
                  </a:lnTo>
                  <a:cubicBezTo>
                    <a:pt x="1354" y="35803"/>
                    <a:pt x="1516" y="35975"/>
                    <a:pt x="1686" y="36156"/>
                  </a:cubicBezTo>
                  <a:lnTo>
                    <a:pt x="1686" y="36156"/>
                  </a:lnTo>
                  <a:cubicBezTo>
                    <a:pt x="1474" y="35979"/>
                    <a:pt x="1299" y="35773"/>
                    <a:pt x="1187" y="35666"/>
                  </a:cubicBezTo>
                  <a:close/>
                  <a:moveTo>
                    <a:pt x="23281" y="0"/>
                  </a:moveTo>
                  <a:cubicBezTo>
                    <a:pt x="23034" y="0"/>
                    <a:pt x="22787" y="15"/>
                    <a:pt x="22539" y="46"/>
                  </a:cubicBezTo>
                  <a:cubicBezTo>
                    <a:pt x="22283" y="79"/>
                    <a:pt x="22071" y="215"/>
                    <a:pt x="21956" y="460"/>
                  </a:cubicBezTo>
                  <a:cubicBezTo>
                    <a:pt x="21907" y="553"/>
                    <a:pt x="21853" y="661"/>
                    <a:pt x="21945" y="754"/>
                  </a:cubicBezTo>
                  <a:cubicBezTo>
                    <a:pt x="21978" y="789"/>
                    <a:pt x="22014" y="801"/>
                    <a:pt x="22051" y="801"/>
                  </a:cubicBezTo>
                  <a:cubicBezTo>
                    <a:pt x="22103" y="801"/>
                    <a:pt x="22156" y="778"/>
                    <a:pt x="22207" y="759"/>
                  </a:cubicBezTo>
                  <a:cubicBezTo>
                    <a:pt x="22392" y="683"/>
                    <a:pt x="22577" y="596"/>
                    <a:pt x="22773" y="553"/>
                  </a:cubicBezTo>
                  <a:cubicBezTo>
                    <a:pt x="22933" y="517"/>
                    <a:pt x="23090" y="496"/>
                    <a:pt x="23240" y="496"/>
                  </a:cubicBezTo>
                  <a:cubicBezTo>
                    <a:pt x="23596" y="496"/>
                    <a:pt x="23920" y="614"/>
                    <a:pt x="24188" y="939"/>
                  </a:cubicBezTo>
                  <a:cubicBezTo>
                    <a:pt x="24406" y="1206"/>
                    <a:pt x="24618" y="1473"/>
                    <a:pt x="24793" y="1767"/>
                  </a:cubicBezTo>
                  <a:cubicBezTo>
                    <a:pt x="25898" y="3558"/>
                    <a:pt x="26850" y="5420"/>
                    <a:pt x="27411" y="7466"/>
                  </a:cubicBezTo>
                  <a:cubicBezTo>
                    <a:pt x="27672" y="8435"/>
                    <a:pt x="28015" y="9377"/>
                    <a:pt x="28151" y="10379"/>
                  </a:cubicBezTo>
                  <a:cubicBezTo>
                    <a:pt x="28326" y="11582"/>
                    <a:pt x="28298" y="12802"/>
                    <a:pt x="28331" y="14010"/>
                  </a:cubicBezTo>
                  <a:cubicBezTo>
                    <a:pt x="28396" y="16471"/>
                    <a:pt x="28364" y="18937"/>
                    <a:pt x="28277" y="21403"/>
                  </a:cubicBezTo>
                  <a:cubicBezTo>
                    <a:pt x="28271" y="21506"/>
                    <a:pt x="28244" y="21610"/>
                    <a:pt x="28239" y="21719"/>
                  </a:cubicBezTo>
                  <a:cubicBezTo>
                    <a:pt x="28211" y="22367"/>
                    <a:pt x="28157" y="23020"/>
                    <a:pt x="28124" y="23651"/>
                  </a:cubicBezTo>
                  <a:cubicBezTo>
                    <a:pt x="28086" y="23630"/>
                    <a:pt x="28119" y="23564"/>
                    <a:pt x="28119" y="23510"/>
                  </a:cubicBezTo>
                  <a:cubicBezTo>
                    <a:pt x="28130" y="22840"/>
                    <a:pt x="28173" y="22165"/>
                    <a:pt x="28173" y="21501"/>
                  </a:cubicBezTo>
                  <a:cubicBezTo>
                    <a:pt x="28168" y="20369"/>
                    <a:pt x="28255" y="19242"/>
                    <a:pt x="28211" y="18109"/>
                  </a:cubicBezTo>
                  <a:cubicBezTo>
                    <a:pt x="28119" y="15921"/>
                    <a:pt x="28249" y="13727"/>
                    <a:pt x="28124" y="11533"/>
                  </a:cubicBezTo>
                  <a:cubicBezTo>
                    <a:pt x="28097" y="11038"/>
                    <a:pt x="28059" y="10548"/>
                    <a:pt x="27977" y="10058"/>
                  </a:cubicBezTo>
                  <a:cubicBezTo>
                    <a:pt x="27787" y="8866"/>
                    <a:pt x="27357" y="7733"/>
                    <a:pt x="27003" y="6585"/>
                  </a:cubicBezTo>
                  <a:cubicBezTo>
                    <a:pt x="26540" y="5082"/>
                    <a:pt x="25811" y="3688"/>
                    <a:pt x="24989" y="2349"/>
                  </a:cubicBezTo>
                  <a:cubicBezTo>
                    <a:pt x="24950" y="2289"/>
                    <a:pt x="24912" y="2229"/>
                    <a:pt x="24863" y="2180"/>
                  </a:cubicBezTo>
                  <a:cubicBezTo>
                    <a:pt x="24813" y="2130"/>
                    <a:pt x="24771" y="2107"/>
                    <a:pt x="24737" y="2107"/>
                  </a:cubicBezTo>
                  <a:cubicBezTo>
                    <a:pt x="24683" y="2107"/>
                    <a:pt x="24647" y="2163"/>
                    <a:pt x="24624" y="2257"/>
                  </a:cubicBezTo>
                  <a:cubicBezTo>
                    <a:pt x="24607" y="2327"/>
                    <a:pt x="24613" y="2398"/>
                    <a:pt x="24624" y="2469"/>
                  </a:cubicBezTo>
                  <a:cubicBezTo>
                    <a:pt x="24695" y="3040"/>
                    <a:pt x="24569" y="3569"/>
                    <a:pt x="24270" y="4059"/>
                  </a:cubicBezTo>
                  <a:cubicBezTo>
                    <a:pt x="24079" y="4369"/>
                    <a:pt x="23916" y="4695"/>
                    <a:pt x="23715" y="5006"/>
                  </a:cubicBezTo>
                  <a:cubicBezTo>
                    <a:pt x="23491" y="5349"/>
                    <a:pt x="23486" y="5713"/>
                    <a:pt x="23677" y="6078"/>
                  </a:cubicBezTo>
                  <a:cubicBezTo>
                    <a:pt x="23824" y="6361"/>
                    <a:pt x="24003" y="6623"/>
                    <a:pt x="24161" y="6900"/>
                  </a:cubicBezTo>
                  <a:cubicBezTo>
                    <a:pt x="24444" y="7396"/>
                    <a:pt x="24820" y="7837"/>
                    <a:pt x="24934" y="8435"/>
                  </a:cubicBezTo>
                  <a:cubicBezTo>
                    <a:pt x="25076" y="9143"/>
                    <a:pt x="24885" y="9889"/>
                    <a:pt x="25223" y="10580"/>
                  </a:cubicBezTo>
                  <a:cubicBezTo>
                    <a:pt x="24999" y="10482"/>
                    <a:pt x="24820" y="10363"/>
                    <a:pt x="24700" y="10188"/>
                  </a:cubicBezTo>
                  <a:cubicBezTo>
                    <a:pt x="24439" y="9796"/>
                    <a:pt x="24128" y="9432"/>
                    <a:pt x="23938" y="8996"/>
                  </a:cubicBezTo>
                  <a:cubicBezTo>
                    <a:pt x="23753" y="8572"/>
                    <a:pt x="23432" y="8294"/>
                    <a:pt x="23029" y="8092"/>
                  </a:cubicBezTo>
                  <a:cubicBezTo>
                    <a:pt x="22927" y="8042"/>
                    <a:pt x="22849" y="8014"/>
                    <a:pt x="22792" y="8014"/>
                  </a:cubicBezTo>
                  <a:cubicBezTo>
                    <a:pt x="22685" y="8014"/>
                    <a:pt x="22652" y="8111"/>
                    <a:pt x="22669" y="8332"/>
                  </a:cubicBezTo>
                  <a:cubicBezTo>
                    <a:pt x="22691" y="8637"/>
                    <a:pt x="22593" y="8866"/>
                    <a:pt x="22283" y="8915"/>
                  </a:cubicBezTo>
                  <a:cubicBezTo>
                    <a:pt x="21602" y="9023"/>
                    <a:pt x="21183" y="9464"/>
                    <a:pt x="20846" y="10009"/>
                  </a:cubicBezTo>
                  <a:cubicBezTo>
                    <a:pt x="20666" y="10303"/>
                    <a:pt x="20421" y="10477"/>
                    <a:pt x="20094" y="10548"/>
                  </a:cubicBezTo>
                  <a:cubicBezTo>
                    <a:pt x="19849" y="10602"/>
                    <a:pt x="19615" y="10689"/>
                    <a:pt x="19419" y="10842"/>
                  </a:cubicBezTo>
                  <a:cubicBezTo>
                    <a:pt x="19131" y="11070"/>
                    <a:pt x="18826" y="11266"/>
                    <a:pt x="18494" y="11424"/>
                  </a:cubicBezTo>
                  <a:cubicBezTo>
                    <a:pt x="18265" y="11528"/>
                    <a:pt x="18064" y="11680"/>
                    <a:pt x="17890" y="11854"/>
                  </a:cubicBezTo>
                  <a:cubicBezTo>
                    <a:pt x="17492" y="12252"/>
                    <a:pt x="17040" y="12557"/>
                    <a:pt x="16490" y="12714"/>
                  </a:cubicBezTo>
                  <a:cubicBezTo>
                    <a:pt x="16147" y="12812"/>
                    <a:pt x="16098" y="13003"/>
                    <a:pt x="16300" y="13302"/>
                  </a:cubicBezTo>
                  <a:cubicBezTo>
                    <a:pt x="16507" y="13607"/>
                    <a:pt x="16828" y="13771"/>
                    <a:pt x="17127" y="13956"/>
                  </a:cubicBezTo>
                  <a:cubicBezTo>
                    <a:pt x="17296" y="14065"/>
                    <a:pt x="17498" y="14146"/>
                    <a:pt x="17585" y="14331"/>
                  </a:cubicBezTo>
                  <a:cubicBezTo>
                    <a:pt x="17704" y="14585"/>
                    <a:pt x="17896" y="14662"/>
                    <a:pt x="18129" y="14662"/>
                  </a:cubicBezTo>
                  <a:cubicBezTo>
                    <a:pt x="18161" y="14662"/>
                    <a:pt x="18194" y="14661"/>
                    <a:pt x="18227" y="14658"/>
                  </a:cubicBezTo>
                  <a:cubicBezTo>
                    <a:pt x="19245" y="14582"/>
                    <a:pt x="20274" y="14533"/>
                    <a:pt x="21270" y="14293"/>
                  </a:cubicBezTo>
                  <a:cubicBezTo>
                    <a:pt x="21661" y="14200"/>
                    <a:pt x="22055" y="14161"/>
                    <a:pt x="22449" y="14161"/>
                  </a:cubicBezTo>
                  <a:cubicBezTo>
                    <a:pt x="22582" y="14161"/>
                    <a:pt x="22716" y="14165"/>
                    <a:pt x="22849" y="14173"/>
                  </a:cubicBezTo>
                  <a:cubicBezTo>
                    <a:pt x="23165" y="14190"/>
                    <a:pt x="23442" y="14304"/>
                    <a:pt x="23660" y="14549"/>
                  </a:cubicBezTo>
                  <a:cubicBezTo>
                    <a:pt x="23818" y="14729"/>
                    <a:pt x="23796" y="14832"/>
                    <a:pt x="23600" y="14968"/>
                  </a:cubicBezTo>
                  <a:cubicBezTo>
                    <a:pt x="23284" y="15178"/>
                    <a:pt x="22961" y="15263"/>
                    <a:pt x="22620" y="15263"/>
                  </a:cubicBezTo>
                  <a:cubicBezTo>
                    <a:pt x="22456" y="15263"/>
                    <a:pt x="22288" y="15243"/>
                    <a:pt x="22114" y="15208"/>
                  </a:cubicBezTo>
                  <a:cubicBezTo>
                    <a:pt x="21825" y="15151"/>
                    <a:pt x="21535" y="15099"/>
                    <a:pt x="21244" y="15099"/>
                  </a:cubicBezTo>
                  <a:cubicBezTo>
                    <a:pt x="21058" y="15099"/>
                    <a:pt x="20871" y="15120"/>
                    <a:pt x="20682" y="15175"/>
                  </a:cubicBezTo>
                  <a:cubicBezTo>
                    <a:pt x="20160" y="15333"/>
                    <a:pt x="19643" y="15518"/>
                    <a:pt x="19158" y="15741"/>
                  </a:cubicBezTo>
                  <a:cubicBezTo>
                    <a:pt x="19009" y="15809"/>
                    <a:pt x="18882" y="15839"/>
                    <a:pt x="18768" y="15839"/>
                  </a:cubicBezTo>
                  <a:cubicBezTo>
                    <a:pt x="18577" y="15839"/>
                    <a:pt x="18418" y="15756"/>
                    <a:pt x="18238" y="15627"/>
                  </a:cubicBezTo>
                  <a:cubicBezTo>
                    <a:pt x="18046" y="15493"/>
                    <a:pt x="17940" y="15423"/>
                    <a:pt x="17842" y="15423"/>
                  </a:cubicBezTo>
                  <a:cubicBezTo>
                    <a:pt x="17738" y="15423"/>
                    <a:pt x="17642" y="15502"/>
                    <a:pt x="17459" y="15665"/>
                  </a:cubicBezTo>
                  <a:cubicBezTo>
                    <a:pt x="17389" y="15730"/>
                    <a:pt x="17318" y="15790"/>
                    <a:pt x="17231" y="15834"/>
                  </a:cubicBezTo>
                  <a:cubicBezTo>
                    <a:pt x="17076" y="15916"/>
                    <a:pt x="16956" y="15960"/>
                    <a:pt x="16861" y="15960"/>
                  </a:cubicBezTo>
                  <a:cubicBezTo>
                    <a:pt x="16693" y="15960"/>
                    <a:pt x="16604" y="15823"/>
                    <a:pt x="16534" y="15524"/>
                  </a:cubicBezTo>
                  <a:cubicBezTo>
                    <a:pt x="16512" y="15442"/>
                    <a:pt x="16501" y="15360"/>
                    <a:pt x="16485" y="15279"/>
                  </a:cubicBezTo>
                  <a:cubicBezTo>
                    <a:pt x="16305" y="14500"/>
                    <a:pt x="16180" y="14397"/>
                    <a:pt x="15385" y="14391"/>
                  </a:cubicBezTo>
                  <a:cubicBezTo>
                    <a:pt x="15267" y="14391"/>
                    <a:pt x="15148" y="14397"/>
                    <a:pt x="15030" y="14397"/>
                  </a:cubicBezTo>
                  <a:cubicBezTo>
                    <a:pt x="14839" y="14397"/>
                    <a:pt x="14651" y="14381"/>
                    <a:pt x="14476" y="14293"/>
                  </a:cubicBezTo>
                  <a:cubicBezTo>
                    <a:pt x="14231" y="14167"/>
                    <a:pt x="13997" y="14109"/>
                    <a:pt x="13773" y="14109"/>
                  </a:cubicBezTo>
                  <a:cubicBezTo>
                    <a:pt x="13380" y="14109"/>
                    <a:pt x="13018" y="14287"/>
                    <a:pt x="12685" y="14582"/>
                  </a:cubicBezTo>
                  <a:cubicBezTo>
                    <a:pt x="12157" y="15050"/>
                    <a:pt x="11542" y="15317"/>
                    <a:pt x="10878" y="15507"/>
                  </a:cubicBezTo>
                  <a:cubicBezTo>
                    <a:pt x="10709" y="15556"/>
                    <a:pt x="10404" y="15540"/>
                    <a:pt x="10437" y="15747"/>
                  </a:cubicBezTo>
                  <a:cubicBezTo>
                    <a:pt x="10453" y="15849"/>
                    <a:pt x="10562" y="15869"/>
                    <a:pt x="10687" y="15869"/>
                  </a:cubicBezTo>
                  <a:cubicBezTo>
                    <a:pt x="10767" y="15869"/>
                    <a:pt x="10852" y="15861"/>
                    <a:pt x="10924" y="15861"/>
                  </a:cubicBezTo>
                  <a:cubicBezTo>
                    <a:pt x="10933" y="15861"/>
                    <a:pt x="10941" y="15861"/>
                    <a:pt x="10948" y="15861"/>
                  </a:cubicBezTo>
                  <a:cubicBezTo>
                    <a:pt x="11052" y="15864"/>
                    <a:pt x="11155" y="15865"/>
                    <a:pt x="11258" y="15865"/>
                  </a:cubicBezTo>
                  <a:cubicBezTo>
                    <a:pt x="11513" y="15865"/>
                    <a:pt x="11767" y="15859"/>
                    <a:pt x="12017" y="15859"/>
                  </a:cubicBezTo>
                  <a:cubicBezTo>
                    <a:pt x="12242" y="15859"/>
                    <a:pt x="12463" y="15864"/>
                    <a:pt x="12680" y="15883"/>
                  </a:cubicBezTo>
                  <a:cubicBezTo>
                    <a:pt x="12235" y="15874"/>
                    <a:pt x="11776" y="15866"/>
                    <a:pt x="11313" y="15866"/>
                  </a:cubicBezTo>
                  <a:cubicBezTo>
                    <a:pt x="10950" y="15866"/>
                    <a:pt x="10583" y="15871"/>
                    <a:pt x="10219" y="15883"/>
                  </a:cubicBezTo>
                  <a:cubicBezTo>
                    <a:pt x="8662" y="15937"/>
                    <a:pt x="7279" y="16498"/>
                    <a:pt x="6016" y="17380"/>
                  </a:cubicBezTo>
                  <a:cubicBezTo>
                    <a:pt x="5820" y="17516"/>
                    <a:pt x="5679" y="17712"/>
                    <a:pt x="5619" y="17952"/>
                  </a:cubicBezTo>
                  <a:cubicBezTo>
                    <a:pt x="5597" y="18022"/>
                    <a:pt x="5597" y="18099"/>
                    <a:pt x="5657" y="18148"/>
                  </a:cubicBezTo>
                  <a:cubicBezTo>
                    <a:pt x="5678" y="18165"/>
                    <a:pt x="5700" y="18172"/>
                    <a:pt x="5722" y="18172"/>
                  </a:cubicBezTo>
                  <a:cubicBezTo>
                    <a:pt x="5767" y="18172"/>
                    <a:pt x="5812" y="18142"/>
                    <a:pt x="5853" y="18120"/>
                  </a:cubicBezTo>
                  <a:cubicBezTo>
                    <a:pt x="5973" y="18044"/>
                    <a:pt x="6054" y="17924"/>
                    <a:pt x="6169" y="17837"/>
                  </a:cubicBezTo>
                  <a:cubicBezTo>
                    <a:pt x="6420" y="17658"/>
                    <a:pt x="6645" y="17428"/>
                    <a:pt x="6967" y="17428"/>
                  </a:cubicBezTo>
                  <a:cubicBezTo>
                    <a:pt x="7008" y="17428"/>
                    <a:pt x="7050" y="17432"/>
                    <a:pt x="7094" y="17440"/>
                  </a:cubicBezTo>
                  <a:cubicBezTo>
                    <a:pt x="6985" y="17472"/>
                    <a:pt x="6827" y="17407"/>
                    <a:pt x="6789" y="17598"/>
                  </a:cubicBezTo>
                  <a:cubicBezTo>
                    <a:pt x="6931" y="17598"/>
                    <a:pt x="7072" y="17631"/>
                    <a:pt x="7216" y="17631"/>
                  </a:cubicBezTo>
                  <a:cubicBezTo>
                    <a:pt x="7282" y="17631"/>
                    <a:pt x="7348" y="17624"/>
                    <a:pt x="7415" y="17603"/>
                  </a:cubicBezTo>
                  <a:cubicBezTo>
                    <a:pt x="7608" y="17542"/>
                    <a:pt x="7801" y="17515"/>
                    <a:pt x="7995" y="17515"/>
                  </a:cubicBezTo>
                  <a:cubicBezTo>
                    <a:pt x="8184" y="17515"/>
                    <a:pt x="8373" y="17541"/>
                    <a:pt x="8564" y="17587"/>
                  </a:cubicBezTo>
                  <a:cubicBezTo>
                    <a:pt x="8575" y="17532"/>
                    <a:pt x="8564" y="17478"/>
                    <a:pt x="8471" y="17385"/>
                  </a:cubicBezTo>
                  <a:lnTo>
                    <a:pt x="8471" y="17385"/>
                  </a:lnTo>
                  <a:cubicBezTo>
                    <a:pt x="8755" y="17581"/>
                    <a:pt x="9016" y="17647"/>
                    <a:pt x="9272" y="17739"/>
                  </a:cubicBezTo>
                  <a:cubicBezTo>
                    <a:pt x="9691" y="17886"/>
                    <a:pt x="10045" y="18131"/>
                    <a:pt x="10360" y="18441"/>
                  </a:cubicBezTo>
                  <a:cubicBezTo>
                    <a:pt x="10611" y="18692"/>
                    <a:pt x="10747" y="18997"/>
                    <a:pt x="10736" y="19362"/>
                  </a:cubicBezTo>
                  <a:cubicBezTo>
                    <a:pt x="10725" y="19666"/>
                    <a:pt x="10725" y="19971"/>
                    <a:pt x="10736" y="20282"/>
                  </a:cubicBezTo>
                  <a:cubicBezTo>
                    <a:pt x="10747" y="20657"/>
                    <a:pt x="10921" y="20842"/>
                    <a:pt x="11297" y="20870"/>
                  </a:cubicBezTo>
                  <a:cubicBezTo>
                    <a:pt x="11423" y="20880"/>
                    <a:pt x="11549" y="20887"/>
                    <a:pt x="11675" y="20887"/>
                  </a:cubicBezTo>
                  <a:cubicBezTo>
                    <a:pt x="11820" y="20887"/>
                    <a:pt x="11965" y="20877"/>
                    <a:pt x="12108" y="20848"/>
                  </a:cubicBezTo>
                  <a:cubicBezTo>
                    <a:pt x="12547" y="20756"/>
                    <a:pt x="12989" y="20731"/>
                    <a:pt x="13431" y="20731"/>
                  </a:cubicBezTo>
                  <a:cubicBezTo>
                    <a:pt x="13647" y="20731"/>
                    <a:pt x="13863" y="20737"/>
                    <a:pt x="14079" y="20744"/>
                  </a:cubicBezTo>
                  <a:cubicBezTo>
                    <a:pt x="14623" y="20761"/>
                    <a:pt x="15097" y="21038"/>
                    <a:pt x="15587" y="21223"/>
                  </a:cubicBezTo>
                  <a:cubicBezTo>
                    <a:pt x="15701" y="21267"/>
                    <a:pt x="15745" y="21370"/>
                    <a:pt x="15619" y="21430"/>
                  </a:cubicBezTo>
                  <a:cubicBezTo>
                    <a:pt x="15204" y="21635"/>
                    <a:pt x="14802" y="21876"/>
                    <a:pt x="14323" y="21876"/>
                  </a:cubicBezTo>
                  <a:cubicBezTo>
                    <a:pt x="14268" y="21876"/>
                    <a:pt x="14212" y="21872"/>
                    <a:pt x="14155" y="21866"/>
                  </a:cubicBezTo>
                  <a:cubicBezTo>
                    <a:pt x="13834" y="21828"/>
                    <a:pt x="13545" y="21692"/>
                    <a:pt x="13235" y="21632"/>
                  </a:cubicBezTo>
                  <a:cubicBezTo>
                    <a:pt x="13189" y="21624"/>
                    <a:pt x="13143" y="21619"/>
                    <a:pt x="13097" y="21619"/>
                  </a:cubicBezTo>
                  <a:cubicBezTo>
                    <a:pt x="12954" y="21619"/>
                    <a:pt x="12819" y="21665"/>
                    <a:pt x="12729" y="21806"/>
                  </a:cubicBezTo>
                  <a:cubicBezTo>
                    <a:pt x="12609" y="22002"/>
                    <a:pt x="12740" y="22138"/>
                    <a:pt x="12854" y="22279"/>
                  </a:cubicBezTo>
                  <a:cubicBezTo>
                    <a:pt x="12957" y="22405"/>
                    <a:pt x="13088" y="22535"/>
                    <a:pt x="13028" y="22715"/>
                  </a:cubicBezTo>
                  <a:cubicBezTo>
                    <a:pt x="12963" y="22911"/>
                    <a:pt x="12761" y="22867"/>
                    <a:pt x="12603" y="22900"/>
                  </a:cubicBezTo>
                  <a:cubicBezTo>
                    <a:pt x="12092" y="22998"/>
                    <a:pt x="11547" y="22911"/>
                    <a:pt x="11057" y="23194"/>
                  </a:cubicBezTo>
                  <a:cubicBezTo>
                    <a:pt x="10556" y="23483"/>
                    <a:pt x="10012" y="23673"/>
                    <a:pt x="9440" y="23787"/>
                  </a:cubicBezTo>
                  <a:cubicBezTo>
                    <a:pt x="9163" y="23847"/>
                    <a:pt x="8934" y="24022"/>
                    <a:pt x="8716" y="24207"/>
                  </a:cubicBezTo>
                  <a:cubicBezTo>
                    <a:pt x="8139" y="24708"/>
                    <a:pt x="7584" y="25236"/>
                    <a:pt x="6806" y="25437"/>
                  </a:cubicBezTo>
                  <a:cubicBezTo>
                    <a:pt x="6332" y="25551"/>
                    <a:pt x="6087" y="25943"/>
                    <a:pt x="5869" y="26346"/>
                  </a:cubicBezTo>
                  <a:cubicBezTo>
                    <a:pt x="5820" y="26439"/>
                    <a:pt x="5777" y="26558"/>
                    <a:pt x="5869" y="26640"/>
                  </a:cubicBezTo>
                  <a:cubicBezTo>
                    <a:pt x="5895" y="26662"/>
                    <a:pt x="5920" y="26671"/>
                    <a:pt x="5946" y="26671"/>
                  </a:cubicBezTo>
                  <a:cubicBezTo>
                    <a:pt x="6008" y="26671"/>
                    <a:pt x="6069" y="26619"/>
                    <a:pt x="6120" y="26580"/>
                  </a:cubicBezTo>
                  <a:cubicBezTo>
                    <a:pt x="6446" y="26346"/>
                    <a:pt x="6822" y="26254"/>
                    <a:pt x="7208" y="26205"/>
                  </a:cubicBezTo>
                  <a:cubicBezTo>
                    <a:pt x="7346" y="26190"/>
                    <a:pt x="7509" y="26110"/>
                    <a:pt x="7646" y="26110"/>
                  </a:cubicBezTo>
                  <a:cubicBezTo>
                    <a:pt x="7721" y="26110"/>
                    <a:pt x="7788" y="26134"/>
                    <a:pt x="7840" y="26205"/>
                  </a:cubicBezTo>
                  <a:cubicBezTo>
                    <a:pt x="8003" y="26422"/>
                    <a:pt x="7813" y="26684"/>
                    <a:pt x="7698" y="26891"/>
                  </a:cubicBezTo>
                  <a:cubicBezTo>
                    <a:pt x="7345" y="27533"/>
                    <a:pt x="6849" y="28083"/>
                    <a:pt x="6495" y="28720"/>
                  </a:cubicBezTo>
                  <a:cubicBezTo>
                    <a:pt x="6147" y="29357"/>
                    <a:pt x="5613" y="29792"/>
                    <a:pt x="5004" y="30130"/>
                  </a:cubicBezTo>
                  <a:cubicBezTo>
                    <a:pt x="3610" y="30897"/>
                    <a:pt x="2249" y="31719"/>
                    <a:pt x="812" y="32405"/>
                  </a:cubicBezTo>
                  <a:cubicBezTo>
                    <a:pt x="690" y="32464"/>
                    <a:pt x="572" y="32541"/>
                    <a:pt x="436" y="32541"/>
                  </a:cubicBezTo>
                  <a:cubicBezTo>
                    <a:pt x="408" y="32541"/>
                    <a:pt x="379" y="32538"/>
                    <a:pt x="349" y="32531"/>
                  </a:cubicBezTo>
                  <a:cubicBezTo>
                    <a:pt x="331" y="32534"/>
                    <a:pt x="314" y="32536"/>
                    <a:pt x="298" y="32536"/>
                  </a:cubicBezTo>
                  <a:cubicBezTo>
                    <a:pt x="236" y="32536"/>
                    <a:pt x="186" y="32509"/>
                    <a:pt x="148" y="32449"/>
                  </a:cubicBezTo>
                  <a:cubicBezTo>
                    <a:pt x="1" y="32585"/>
                    <a:pt x="66" y="32748"/>
                    <a:pt x="82" y="32906"/>
                  </a:cubicBezTo>
                  <a:cubicBezTo>
                    <a:pt x="99" y="33140"/>
                    <a:pt x="186" y="33380"/>
                    <a:pt x="104" y="33619"/>
                  </a:cubicBezTo>
                  <a:cubicBezTo>
                    <a:pt x="28" y="33766"/>
                    <a:pt x="60" y="33919"/>
                    <a:pt x="93" y="34066"/>
                  </a:cubicBezTo>
                  <a:cubicBezTo>
                    <a:pt x="289" y="35040"/>
                    <a:pt x="893" y="35764"/>
                    <a:pt x="1563" y="36450"/>
                  </a:cubicBezTo>
                  <a:cubicBezTo>
                    <a:pt x="1612" y="36500"/>
                    <a:pt x="1674" y="36540"/>
                    <a:pt x="1747" y="36540"/>
                  </a:cubicBezTo>
                  <a:cubicBezTo>
                    <a:pt x="1770" y="36540"/>
                    <a:pt x="1794" y="36536"/>
                    <a:pt x="1819" y="36526"/>
                  </a:cubicBezTo>
                  <a:cubicBezTo>
                    <a:pt x="1868" y="36440"/>
                    <a:pt x="1862" y="36369"/>
                    <a:pt x="1829" y="36308"/>
                  </a:cubicBezTo>
                  <a:lnTo>
                    <a:pt x="1829" y="36308"/>
                  </a:lnTo>
                  <a:cubicBezTo>
                    <a:pt x="2030" y="36519"/>
                    <a:pt x="2247" y="36733"/>
                    <a:pt x="2499" y="36913"/>
                  </a:cubicBezTo>
                  <a:cubicBezTo>
                    <a:pt x="2821" y="37147"/>
                    <a:pt x="3071" y="37468"/>
                    <a:pt x="3311" y="37789"/>
                  </a:cubicBezTo>
                  <a:cubicBezTo>
                    <a:pt x="3860" y="38524"/>
                    <a:pt x="4378" y="39292"/>
                    <a:pt x="5042" y="39934"/>
                  </a:cubicBezTo>
                  <a:cubicBezTo>
                    <a:pt x="5243" y="40130"/>
                    <a:pt x="5515" y="40245"/>
                    <a:pt x="5668" y="40495"/>
                  </a:cubicBezTo>
                  <a:cubicBezTo>
                    <a:pt x="5726" y="40514"/>
                    <a:pt x="5776" y="40523"/>
                    <a:pt x="5820" y="40523"/>
                  </a:cubicBezTo>
                  <a:cubicBezTo>
                    <a:pt x="6026" y="40523"/>
                    <a:pt x="6104" y="40335"/>
                    <a:pt x="6207" y="40147"/>
                  </a:cubicBezTo>
                  <a:cubicBezTo>
                    <a:pt x="6290" y="39985"/>
                    <a:pt x="6298" y="39717"/>
                    <a:pt x="6554" y="39717"/>
                  </a:cubicBezTo>
                  <a:cubicBezTo>
                    <a:pt x="6582" y="39717"/>
                    <a:pt x="6613" y="39720"/>
                    <a:pt x="6648" y="39727"/>
                  </a:cubicBezTo>
                  <a:cubicBezTo>
                    <a:pt x="6736" y="39757"/>
                    <a:pt x="6826" y="39773"/>
                    <a:pt x="6912" y="39773"/>
                  </a:cubicBezTo>
                  <a:cubicBezTo>
                    <a:pt x="7080" y="39773"/>
                    <a:pt x="7231" y="39710"/>
                    <a:pt x="7317" y="39559"/>
                  </a:cubicBezTo>
                  <a:cubicBezTo>
                    <a:pt x="7535" y="39172"/>
                    <a:pt x="7785" y="38786"/>
                    <a:pt x="7856" y="38339"/>
                  </a:cubicBezTo>
                  <a:cubicBezTo>
                    <a:pt x="7905" y="37991"/>
                    <a:pt x="8020" y="37686"/>
                    <a:pt x="8194" y="37387"/>
                  </a:cubicBezTo>
                  <a:cubicBezTo>
                    <a:pt x="8744" y="36434"/>
                    <a:pt x="9462" y="35617"/>
                    <a:pt x="10175" y="34888"/>
                  </a:cubicBezTo>
                  <a:lnTo>
                    <a:pt x="10175" y="34888"/>
                  </a:lnTo>
                  <a:cubicBezTo>
                    <a:pt x="9854" y="35432"/>
                    <a:pt x="9381" y="35966"/>
                    <a:pt x="8956" y="36532"/>
                  </a:cubicBezTo>
                  <a:cubicBezTo>
                    <a:pt x="8651" y="36935"/>
                    <a:pt x="8352" y="37343"/>
                    <a:pt x="8107" y="37789"/>
                  </a:cubicBezTo>
                  <a:cubicBezTo>
                    <a:pt x="8058" y="37887"/>
                    <a:pt x="7960" y="38023"/>
                    <a:pt x="8074" y="38105"/>
                  </a:cubicBezTo>
                  <a:cubicBezTo>
                    <a:pt x="8100" y="38124"/>
                    <a:pt x="8124" y="38132"/>
                    <a:pt x="8148" y="38132"/>
                  </a:cubicBezTo>
                  <a:cubicBezTo>
                    <a:pt x="8231" y="38132"/>
                    <a:pt x="8299" y="38029"/>
                    <a:pt x="8363" y="37969"/>
                  </a:cubicBezTo>
                  <a:cubicBezTo>
                    <a:pt x="8374" y="37957"/>
                    <a:pt x="8376" y="37955"/>
                    <a:pt x="8375" y="37955"/>
                  </a:cubicBezTo>
                  <a:lnTo>
                    <a:pt x="8375" y="37955"/>
                  </a:lnTo>
                  <a:cubicBezTo>
                    <a:pt x="8375" y="37955"/>
                    <a:pt x="8372" y="37956"/>
                    <a:pt x="8372" y="37956"/>
                  </a:cubicBezTo>
                  <a:cubicBezTo>
                    <a:pt x="8371" y="37956"/>
                    <a:pt x="8373" y="37954"/>
                    <a:pt x="8384" y="37942"/>
                  </a:cubicBezTo>
                  <a:cubicBezTo>
                    <a:pt x="8516" y="37795"/>
                    <a:pt x="8589" y="37717"/>
                    <a:pt x="8643" y="37717"/>
                  </a:cubicBezTo>
                  <a:cubicBezTo>
                    <a:pt x="8703" y="37717"/>
                    <a:pt x="8740" y="37812"/>
                    <a:pt x="8809" y="38013"/>
                  </a:cubicBezTo>
                  <a:cubicBezTo>
                    <a:pt x="8855" y="38132"/>
                    <a:pt x="8916" y="38267"/>
                    <a:pt x="9029" y="38267"/>
                  </a:cubicBezTo>
                  <a:cubicBezTo>
                    <a:pt x="9050" y="38267"/>
                    <a:pt x="9073" y="38262"/>
                    <a:pt x="9097" y="38252"/>
                  </a:cubicBezTo>
                  <a:cubicBezTo>
                    <a:pt x="9473" y="38100"/>
                    <a:pt x="9887" y="38018"/>
                    <a:pt x="10110" y="37610"/>
                  </a:cubicBezTo>
                  <a:cubicBezTo>
                    <a:pt x="10453" y="36984"/>
                    <a:pt x="10747" y="36320"/>
                    <a:pt x="11335" y="35862"/>
                  </a:cubicBezTo>
                  <a:cubicBezTo>
                    <a:pt x="11435" y="35787"/>
                    <a:pt x="11513" y="35675"/>
                    <a:pt x="11656" y="35675"/>
                  </a:cubicBezTo>
                  <a:cubicBezTo>
                    <a:pt x="11668" y="35675"/>
                    <a:pt x="11681" y="35675"/>
                    <a:pt x="11694" y="35677"/>
                  </a:cubicBezTo>
                  <a:cubicBezTo>
                    <a:pt x="11896" y="35514"/>
                    <a:pt x="12103" y="35367"/>
                    <a:pt x="12201" y="35116"/>
                  </a:cubicBezTo>
                  <a:cubicBezTo>
                    <a:pt x="12108" y="34654"/>
                    <a:pt x="11939" y="34213"/>
                    <a:pt x="11830" y="33755"/>
                  </a:cubicBezTo>
                  <a:cubicBezTo>
                    <a:pt x="11801" y="33625"/>
                    <a:pt x="11730" y="33533"/>
                    <a:pt x="11607" y="33533"/>
                  </a:cubicBezTo>
                  <a:cubicBezTo>
                    <a:pt x="11592" y="33533"/>
                    <a:pt x="11575" y="33535"/>
                    <a:pt x="11558" y="33538"/>
                  </a:cubicBezTo>
                  <a:cubicBezTo>
                    <a:pt x="11472" y="33551"/>
                    <a:pt x="11388" y="33557"/>
                    <a:pt x="11304" y="33557"/>
                  </a:cubicBezTo>
                  <a:cubicBezTo>
                    <a:pt x="10854" y="33557"/>
                    <a:pt x="10438" y="33382"/>
                    <a:pt x="10007" y="33276"/>
                  </a:cubicBezTo>
                  <a:cubicBezTo>
                    <a:pt x="9832" y="33238"/>
                    <a:pt x="9642" y="33189"/>
                    <a:pt x="9577" y="32917"/>
                  </a:cubicBezTo>
                  <a:lnTo>
                    <a:pt x="9577" y="32917"/>
                  </a:lnTo>
                  <a:cubicBezTo>
                    <a:pt x="9630" y="32918"/>
                    <a:pt x="9683" y="32918"/>
                    <a:pt x="9735" y="32918"/>
                  </a:cubicBezTo>
                  <a:cubicBezTo>
                    <a:pt x="10167" y="32918"/>
                    <a:pt x="10580" y="32895"/>
                    <a:pt x="10992" y="32808"/>
                  </a:cubicBezTo>
                  <a:cubicBezTo>
                    <a:pt x="11241" y="32751"/>
                    <a:pt x="11495" y="32699"/>
                    <a:pt x="11754" y="32699"/>
                  </a:cubicBezTo>
                  <a:cubicBezTo>
                    <a:pt x="11767" y="32699"/>
                    <a:pt x="11780" y="32699"/>
                    <a:pt x="11792" y="32699"/>
                  </a:cubicBezTo>
                  <a:cubicBezTo>
                    <a:pt x="12320" y="32710"/>
                    <a:pt x="12473" y="32808"/>
                    <a:pt x="12554" y="33325"/>
                  </a:cubicBezTo>
                  <a:cubicBezTo>
                    <a:pt x="12603" y="33619"/>
                    <a:pt x="12707" y="33891"/>
                    <a:pt x="12821" y="34164"/>
                  </a:cubicBezTo>
                  <a:cubicBezTo>
                    <a:pt x="12933" y="34427"/>
                    <a:pt x="13024" y="34553"/>
                    <a:pt x="13146" y="34553"/>
                  </a:cubicBezTo>
                  <a:cubicBezTo>
                    <a:pt x="13244" y="34553"/>
                    <a:pt x="13362" y="34474"/>
                    <a:pt x="13529" y="34322"/>
                  </a:cubicBezTo>
                  <a:cubicBezTo>
                    <a:pt x="13954" y="33930"/>
                    <a:pt x="14400" y="33565"/>
                    <a:pt x="14939" y="33342"/>
                  </a:cubicBezTo>
                  <a:cubicBezTo>
                    <a:pt x="15034" y="33306"/>
                    <a:pt x="15122" y="33245"/>
                    <a:pt x="15220" y="33245"/>
                  </a:cubicBezTo>
                  <a:cubicBezTo>
                    <a:pt x="15257" y="33245"/>
                    <a:pt x="15296" y="33254"/>
                    <a:pt x="15336" y="33276"/>
                  </a:cubicBezTo>
                  <a:cubicBezTo>
                    <a:pt x="15696" y="33227"/>
                    <a:pt x="16011" y="33026"/>
                    <a:pt x="16360" y="32944"/>
                  </a:cubicBezTo>
                  <a:cubicBezTo>
                    <a:pt x="16267" y="32726"/>
                    <a:pt x="16039" y="32726"/>
                    <a:pt x="15864" y="32650"/>
                  </a:cubicBezTo>
                  <a:cubicBezTo>
                    <a:pt x="15516" y="32487"/>
                    <a:pt x="15211" y="32291"/>
                    <a:pt x="15021" y="31943"/>
                  </a:cubicBezTo>
                  <a:lnTo>
                    <a:pt x="15021" y="31943"/>
                  </a:lnTo>
                  <a:cubicBezTo>
                    <a:pt x="15445" y="32019"/>
                    <a:pt x="15853" y="32122"/>
                    <a:pt x="16267" y="32215"/>
                  </a:cubicBezTo>
                  <a:cubicBezTo>
                    <a:pt x="16357" y="32235"/>
                    <a:pt x="16444" y="32246"/>
                    <a:pt x="16530" y="32246"/>
                  </a:cubicBezTo>
                  <a:cubicBezTo>
                    <a:pt x="16695" y="32246"/>
                    <a:pt x="16854" y="32208"/>
                    <a:pt x="17019" y="32133"/>
                  </a:cubicBezTo>
                  <a:cubicBezTo>
                    <a:pt x="17911" y="31714"/>
                    <a:pt x="18793" y="31246"/>
                    <a:pt x="19757" y="31006"/>
                  </a:cubicBezTo>
                  <a:cubicBezTo>
                    <a:pt x="21151" y="30663"/>
                    <a:pt x="22539" y="30260"/>
                    <a:pt x="23981" y="30179"/>
                  </a:cubicBezTo>
                  <a:cubicBezTo>
                    <a:pt x="24448" y="30150"/>
                    <a:pt x="24914" y="30072"/>
                    <a:pt x="25382" y="30072"/>
                  </a:cubicBezTo>
                  <a:cubicBezTo>
                    <a:pt x="25538" y="30072"/>
                    <a:pt x="25693" y="30081"/>
                    <a:pt x="25849" y="30102"/>
                  </a:cubicBezTo>
                  <a:cubicBezTo>
                    <a:pt x="26184" y="30147"/>
                    <a:pt x="26522" y="30168"/>
                    <a:pt x="26859" y="30168"/>
                  </a:cubicBezTo>
                  <a:cubicBezTo>
                    <a:pt x="27134" y="30168"/>
                    <a:pt x="27409" y="30154"/>
                    <a:pt x="27683" y="30130"/>
                  </a:cubicBezTo>
                  <a:cubicBezTo>
                    <a:pt x="28255" y="30081"/>
                    <a:pt x="28870" y="30004"/>
                    <a:pt x="29316" y="29618"/>
                  </a:cubicBezTo>
                  <a:cubicBezTo>
                    <a:pt x="30068" y="28959"/>
                    <a:pt x="30852" y="28344"/>
                    <a:pt x="31641" y="27734"/>
                  </a:cubicBezTo>
                  <a:cubicBezTo>
                    <a:pt x="31766" y="27631"/>
                    <a:pt x="31989" y="27484"/>
                    <a:pt x="31892" y="27321"/>
                  </a:cubicBezTo>
                  <a:cubicBezTo>
                    <a:pt x="31858" y="27264"/>
                    <a:pt x="31808" y="27245"/>
                    <a:pt x="31751" y="27245"/>
                  </a:cubicBezTo>
                  <a:cubicBezTo>
                    <a:pt x="31643" y="27245"/>
                    <a:pt x="31508" y="27314"/>
                    <a:pt x="31402" y="27332"/>
                  </a:cubicBezTo>
                  <a:cubicBezTo>
                    <a:pt x="31048" y="27391"/>
                    <a:pt x="30710" y="27549"/>
                    <a:pt x="30340" y="27609"/>
                  </a:cubicBezTo>
                  <a:cubicBezTo>
                    <a:pt x="30345" y="27419"/>
                    <a:pt x="30476" y="27353"/>
                    <a:pt x="30547" y="27250"/>
                  </a:cubicBezTo>
                  <a:cubicBezTo>
                    <a:pt x="30721" y="27016"/>
                    <a:pt x="30950" y="26814"/>
                    <a:pt x="31053" y="26531"/>
                  </a:cubicBezTo>
                  <a:cubicBezTo>
                    <a:pt x="31097" y="26406"/>
                    <a:pt x="31162" y="26275"/>
                    <a:pt x="31010" y="26188"/>
                  </a:cubicBezTo>
                  <a:cubicBezTo>
                    <a:pt x="30770" y="26052"/>
                    <a:pt x="30906" y="25949"/>
                    <a:pt x="31031" y="25851"/>
                  </a:cubicBezTo>
                  <a:cubicBezTo>
                    <a:pt x="31543" y="25464"/>
                    <a:pt x="31946" y="24969"/>
                    <a:pt x="32420" y="24544"/>
                  </a:cubicBezTo>
                  <a:cubicBezTo>
                    <a:pt x="33187" y="23858"/>
                    <a:pt x="33830" y="23058"/>
                    <a:pt x="34477" y="22263"/>
                  </a:cubicBezTo>
                  <a:cubicBezTo>
                    <a:pt x="34902" y="21741"/>
                    <a:pt x="35278" y="21185"/>
                    <a:pt x="35528" y="20554"/>
                  </a:cubicBezTo>
                  <a:cubicBezTo>
                    <a:pt x="36024" y="19329"/>
                    <a:pt x="36655" y="18169"/>
                    <a:pt x="37243" y="16988"/>
                  </a:cubicBezTo>
                  <a:cubicBezTo>
                    <a:pt x="37804" y="15872"/>
                    <a:pt x="38364" y="14756"/>
                    <a:pt x="38756" y="13569"/>
                  </a:cubicBezTo>
                  <a:cubicBezTo>
                    <a:pt x="38860" y="13259"/>
                    <a:pt x="38882" y="12927"/>
                    <a:pt x="39061" y="12649"/>
                  </a:cubicBezTo>
                  <a:cubicBezTo>
                    <a:pt x="39263" y="11963"/>
                    <a:pt x="39257" y="11277"/>
                    <a:pt x="39067" y="10591"/>
                  </a:cubicBezTo>
                  <a:lnTo>
                    <a:pt x="39067" y="10591"/>
                  </a:lnTo>
                  <a:cubicBezTo>
                    <a:pt x="39041" y="10596"/>
                    <a:pt x="39042" y="10648"/>
                    <a:pt x="39022" y="10648"/>
                  </a:cubicBezTo>
                  <a:cubicBezTo>
                    <a:pt x="39017" y="10648"/>
                    <a:pt x="39010" y="10644"/>
                    <a:pt x="39001" y="10635"/>
                  </a:cubicBezTo>
                  <a:cubicBezTo>
                    <a:pt x="38998" y="10632"/>
                    <a:pt x="38996" y="10629"/>
                    <a:pt x="38994" y="10628"/>
                  </a:cubicBezTo>
                  <a:lnTo>
                    <a:pt x="38994" y="10628"/>
                  </a:lnTo>
                  <a:cubicBezTo>
                    <a:pt x="38996" y="10627"/>
                    <a:pt x="38998" y="10622"/>
                    <a:pt x="38996" y="10608"/>
                  </a:cubicBezTo>
                  <a:cubicBezTo>
                    <a:pt x="38985" y="10499"/>
                    <a:pt x="38974" y="10401"/>
                    <a:pt x="38952" y="10292"/>
                  </a:cubicBezTo>
                  <a:cubicBezTo>
                    <a:pt x="38805" y="9660"/>
                    <a:pt x="38555" y="9062"/>
                    <a:pt x="38386" y="8441"/>
                  </a:cubicBezTo>
                  <a:cubicBezTo>
                    <a:pt x="37880" y="6634"/>
                    <a:pt x="37292" y="4864"/>
                    <a:pt x="36051" y="3389"/>
                  </a:cubicBezTo>
                  <a:cubicBezTo>
                    <a:pt x="35528" y="2768"/>
                    <a:pt x="34913" y="2267"/>
                    <a:pt x="34314" y="1739"/>
                  </a:cubicBezTo>
                  <a:cubicBezTo>
                    <a:pt x="34268" y="1698"/>
                    <a:pt x="34207" y="1645"/>
                    <a:pt x="34146" y="1645"/>
                  </a:cubicBezTo>
                  <a:cubicBezTo>
                    <a:pt x="34120" y="1645"/>
                    <a:pt x="34094" y="1655"/>
                    <a:pt x="34069" y="1679"/>
                  </a:cubicBezTo>
                  <a:cubicBezTo>
                    <a:pt x="33977" y="1767"/>
                    <a:pt x="34075" y="1854"/>
                    <a:pt x="34124" y="1924"/>
                  </a:cubicBezTo>
                  <a:cubicBezTo>
                    <a:pt x="34281" y="2148"/>
                    <a:pt x="34439" y="2371"/>
                    <a:pt x="34330" y="2670"/>
                  </a:cubicBezTo>
                  <a:cubicBezTo>
                    <a:pt x="34439" y="2991"/>
                    <a:pt x="34396" y="3296"/>
                    <a:pt x="34254" y="3601"/>
                  </a:cubicBezTo>
                  <a:cubicBezTo>
                    <a:pt x="34205" y="3705"/>
                    <a:pt x="34118" y="3830"/>
                    <a:pt x="34249" y="3944"/>
                  </a:cubicBezTo>
                  <a:cubicBezTo>
                    <a:pt x="34532" y="4391"/>
                    <a:pt x="34755" y="4870"/>
                    <a:pt x="35027" y="5322"/>
                  </a:cubicBezTo>
                  <a:cubicBezTo>
                    <a:pt x="35261" y="5719"/>
                    <a:pt x="35267" y="5773"/>
                    <a:pt x="34951" y="6111"/>
                  </a:cubicBezTo>
                  <a:cubicBezTo>
                    <a:pt x="34880" y="6187"/>
                    <a:pt x="34804" y="6258"/>
                    <a:pt x="34733" y="6340"/>
                  </a:cubicBezTo>
                  <a:cubicBezTo>
                    <a:pt x="34562" y="6524"/>
                    <a:pt x="34443" y="6618"/>
                    <a:pt x="34334" y="6618"/>
                  </a:cubicBezTo>
                  <a:cubicBezTo>
                    <a:pt x="34216" y="6618"/>
                    <a:pt x="34111" y="6505"/>
                    <a:pt x="33966" y="6274"/>
                  </a:cubicBezTo>
                  <a:cubicBezTo>
                    <a:pt x="33938" y="6225"/>
                    <a:pt x="33911" y="6171"/>
                    <a:pt x="33879" y="6122"/>
                  </a:cubicBezTo>
                  <a:cubicBezTo>
                    <a:pt x="33815" y="6034"/>
                    <a:pt x="33791" y="5870"/>
                    <a:pt x="33672" y="5870"/>
                  </a:cubicBezTo>
                  <a:cubicBezTo>
                    <a:pt x="33658" y="5870"/>
                    <a:pt x="33644" y="5872"/>
                    <a:pt x="33628" y="5877"/>
                  </a:cubicBezTo>
                  <a:cubicBezTo>
                    <a:pt x="33492" y="5915"/>
                    <a:pt x="33525" y="6095"/>
                    <a:pt x="33519" y="6220"/>
                  </a:cubicBezTo>
                  <a:cubicBezTo>
                    <a:pt x="33508" y="6361"/>
                    <a:pt x="33503" y="6503"/>
                    <a:pt x="33525" y="6644"/>
                  </a:cubicBezTo>
                  <a:cubicBezTo>
                    <a:pt x="33612" y="7134"/>
                    <a:pt x="33612" y="7635"/>
                    <a:pt x="33579" y="8125"/>
                  </a:cubicBezTo>
                  <a:cubicBezTo>
                    <a:pt x="33536" y="8784"/>
                    <a:pt x="33693" y="9388"/>
                    <a:pt x="33998" y="9960"/>
                  </a:cubicBezTo>
                  <a:cubicBezTo>
                    <a:pt x="34178" y="10292"/>
                    <a:pt x="34243" y="10646"/>
                    <a:pt x="34222" y="11021"/>
                  </a:cubicBezTo>
                  <a:cubicBezTo>
                    <a:pt x="34211" y="11234"/>
                    <a:pt x="34129" y="11419"/>
                    <a:pt x="33944" y="11522"/>
                  </a:cubicBezTo>
                  <a:cubicBezTo>
                    <a:pt x="33563" y="11740"/>
                    <a:pt x="33242" y="12001"/>
                    <a:pt x="33182" y="12491"/>
                  </a:cubicBezTo>
                  <a:cubicBezTo>
                    <a:pt x="32855" y="12050"/>
                    <a:pt x="32588" y="11615"/>
                    <a:pt x="32512" y="11092"/>
                  </a:cubicBezTo>
                  <a:cubicBezTo>
                    <a:pt x="32479" y="10907"/>
                    <a:pt x="32447" y="10711"/>
                    <a:pt x="32534" y="10537"/>
                  </a:cubicBezTo>
                  <a:cubicBezTo>
                    <a:pt x="32697" y="10188"/>
                    <a:pt x="32621" y="9867"/>
                    <a:pt x="32458" y="9551"/>
                  </a:cubicBezTo>
                  <a:cubicBezTo>
                    <a:pt x="32136" y="8947"/>
                    <a:pt x="31859" y="8321"/>
                    <a:pt x="31641" y="7673"/>
                  </a:cubicBezTo>
                  <a:cubicBezTo>
                    <a:pt x="31592" y="7526"/>
                    <a:pt x="31538" y="7374"/>
                    <a:pt x="31423" y="7270"/>
                  </a:cubicBezTo>
                  <a:cubicBezTo>
                    <a:pt x="30950" y="6829"/>
                    <a:pt x="30770" y="6334"/>
                    <a:pt x="30988" y="5686"/>
                  </a:cubicBezTo>
                  <a:cubicBezTo>
                    <a:pt x="31075" y="5430"/>
                    <a:pt x="30942" y="5278"/>
                    <a:pt x="30704" y="5278"/>
                  </a:cubicBezTo>
                  <a:cubicBezTo>
                    <a:pt x="30659" y="5278"/>
                    <a:pt x="30610" y="5283"/>
                    <a:pt x="30558" y="5294"/>
                  </a:cubicBezTo>
                  <a:cubicBezTo>
                    <a:pt x="30335" y="5343"/>
                    <a:pt x="30144" y="5463"/>
                    <a:pt x="29948" y="5572"/>
                  </a:cubicBezTo>
                  <a:cubicBezTo>
                    <a:pt x="29784" y="5662"/>
                    <a:pt x="29679" y="5712"/>
                    <a:pt x="29598" y="5712"/>
                  </a:cubicBezTo>
                  <a:cubicBezTo>
                    <a:pt x="29483" y="5712"/>
                    <a:pt x="29418" y="5610"/>
                    <a:pt x="29306" y="5376"/>
                  </a:cubicBezTo>
                  <a:cubicBezTo>
                    <a:pt x="28968" y="4674"/>
                    <a:pt x="28625" y="3977"/>
                    <a:pt x="28233" y="3302"/>
                  </a:cubicBezTo>
                  <a:cubicBezTo>
                    <a:pt x="28075" y="3024"/>
                    <a:pt x="27885" y="2779"/>
                    <a:pt x="27574" y="2643"/>
                  </a:cubicBezTo>
                  <a:cubicBezTo>
                    <a:pt x="27368" y="2551"/>
                    <a:pt x="27204" y="2393"/>
                    <a:pt x="27068" y="2208"/>
                  </a:cubicBezTo>
                  <a:cubicBezTo>
                    <a:pt x="26774" y="1805"/>
                    <a:pt x="26366" y="1549"/>
                    <a:pt x="25947" y="1304"/>
                  </a:cubicBezTo>
                  <a:cubicBezTo>
                    <a:pt x="25897" y="1275"/>
                    <a:pt x="25838" y="1238"/>
                    <a:pt x="25780" y="1238"/>
                  </a:cubicBezTo>
                  <a:cubicBezTo>
                    <a:pt x="25749" y="1238"/>
                    <a:pt x="25719" y="1248"/>
                    <a:pt x="25691" y="1277"/>
                  </a:cubicBezTo>
                  <a:cubicBezTo>
                    <a:pt x="25668" y="1299"/>
                    <a:pt x="25658" y="1322"/>
                    <a:pt x="25656" y="1345"/>
                  </a:cubicBezTo>
                  <a:lnTo>
                    <a:pt x="25656" y="1345"/>
                  </a:lnTo>
                  <a:cubicBezTo>
                    <a:pt x="25526" y="1087"/>
                    <a:pt x="25408" y="824"/>
                    <a:pt x="25293" y="558"/>
                  </a:cubicBezTo>
                  <a:cubicBezTo>
                    <a:pt x="25206" y="362"/>
                    <a:pt x="25065" y="226"/>
                    <a:pt x="24858" y="182"/>
                  </a:cubicBezTo>
                  <a:cubicBezTo>
                    <a:pt x="24335" y="67"/>
                    <a:pt x="23809" y="0"/>
                    <a:pt x="23281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39"/>
            <p:cNvSpPr/>
            <p:nvPr/>
          </p:nvSpPr>
          <p:spPr>
            <a:xfrm rot="-937699">
              <a:off x="-203849" y="1117864"/>
              <a:ext cx="3521098" cy="3007447"/>
            </a:xfrm>
            <a:custGeom>
              <a:rect b="b" l="l" r="r" t="t"/>
              <a:pathLst>
                <a:path extrusionOk="0" h="45722" w="53531">
                  <a:moveTo>
                    <a:pt x="44857" y="32856"/>
                  </a:moveTo>
                  <a:lnTo>
                    <a:pt x="44857" y="32856"/>
                  </a:lnTo>
                  <a:cubicBezTo>
                    <a:pt x="44956" y="32966"/>
                    <a:pt x="45041" y="33087"/>
                    <a:pt x="45082" y="33241"/>
                  </a:cubicBezTo>
                  <a:cubicBezTo>
                    <a:pt x="45109" y="33329"/>
                    <a:pt x="45202" y="33421"/>
                    <a:pt x="45109" y="33497"/>
                  </a:cubicBezTo>
                  <a:cubicBezTo>
                    <a:pt x="45041" y="33554"/>
                    <a:pt x="44963" y="33618"/>
                    <a:pt x="44874" y="33618"/>
                  </a:cubicBezTo>
                  <a:cubicBezTo>
                    <a:pt x="44835" y="33618"/>
                    <a:pt x="44793" y="33605"/>
                    <a:pt x="44750" y="33574"/>
                  </a:cubicBezTo>
                  <a:cubicBezTo>
                    <a:pt x="44761" y="33492"/>
                    <a:pt x="44804" y="33465"/>
                    <a:pt x="44848" y="33459"/>
                  </a:cubicBezTo>
                  <a:cubicBezTo>
                    <a:pt x="45163" y="33427"/>
                    <a:pt x="45087" y="33225"/>
                    <a:pt x="44995" y="33062"/>
                  </a:cubicBezTo>
                  <a:cubicBezTo>
                    <a:pt x="44954" y="32988"/>
                    <a:pt x="44908" y="32920"/>
                    <a:pt x="44857" y="32856"/>
                  </a:cubicBezTo>
                  <a:close/>
                  <a:moveTo>
                    <a:pt x="3399" y="0"/>
                  </a:moveTo>
                  <a:cubicBezTo>
                    <a:pt x="3377" y="0"/>
                    <a:pt x="3354" y="0"/>
                    <a:pt x="3332" y="1"/>
                  </a:cubicBezTo>
                  <a:cubicBezTo>
                    <a:pt x="2635" y="6"/>
                    <a:pt x="1944" y="93"/>
                    <a:pt x="1247" y="93"/>
                  </a:cubicBezTo>
                  <a:cubicBezTo>
                    <a:pt x="936" y="93"/>
                    <a:pt x="615" y="148"/>
                    <a:pt x="299" y="153"/>
                  </a:cubicBezTo>
                  <a:cubicBezTo>
                    <a:pt x="169" y="158"/>
                    <a:pt x="0" y="175"/>
                    <a:pt x="5" y="338"/>
                  </a:cubicBezTo>
                  <a:cubicBezTo>
                    <a:pt x="5" y="480"/>
                    <a:pt x="174" y="463"/>
                    <a:pt x="289" y="469"/>
                  </a:cubicBezTo>
                  <a:cubicBezTo>
                    <a:pt x="337" y="471"/>
                    <a:pt x="386" y="472"/>
                    <a:pt x="435" y="472"/>
                  </a:cubicBezTo>
                  <a:cubicBezTo>
                    <a:pt x="543" y="472"/>
                    <a:pt x="652" y="468"/>
                    <a:pt x="760" y="468"/>
                  </a:cubicBezTo>
                  <a:cubicBezTo>
                    <a:pt x="826" y="468"/>
                    <a:pt x="892" y="469"/>
                    <a:pt x="958" y="474"/>
                  </a:cubicBezTo>
                  <a:cubicBezTo>
                    <a:pt x="1562" y="523"/>
                    <a:pt x="2156" y="583"/>
                    <a:pt x="2613" y="1068"/>
                  </a:cubicBezTo>
                  <a:cubicBezTo>
                    <a:pt x="2793" y="1264"/>
                    <a:pt x="3011" y="1432"/>
                    <a:pt x="3239" y="1585"/>
                  </a:cubicBezTo>
                  <a:cubicBezTo>
                    <a:pt x="4045" y="2129"/>
                    <a:pt x="4981" y="2200"/>
                    <a:pt x="5901" y="2314"/>
                  </a:cubicBezTo>
                  <a:cubicBezTo>
                    <a:pt x="6310" y="2363"/>
                    <a:pt x="6712" y="2412"/>
                    <a:pt x="7083" y="2597"/>
                  </a:cubicBezTo>
                  <a:cubicBezTo>
                    <a:pt x="7050" y="2684"/>
                    <a:pt x="7001" y="2690"/>
                    <a:pt x="6952" y="2690"/>
                  </a:cubicBezTo>
                  <a:cubicBezTo>
                    <a:pt x="6819" y="2693"/>
                    <a:pt x="6687" y="2694"/>
                    <a:pt x="6554" y="2694"/>
                  </a:cubicBezTo>
                  <a:cubicBezTo>
                    <a:pt x="6414" y="2694"/>
                    <a:pt x="6273" y="2693"/>
                    <a:pt x="6132" y="2693"/>
                  </a:cubicBezTo>
                  <a:cubicBezTo>
                    <a:pt x="5959" y="2693"/>
                    <a:pt x="5786" y="2694"/>
                    <a:pt x="5613" y="2701"/>
                  </a:cubicBezTo>
                  <a:cubicBezTo>
                    <a:pt x="5139" y="2712"/>
                    <a:pt x="4666" y="2750"/>
                    <a:pt x="4214" y="2902"/>
                  </a:cubicBezTo>
                  <a:cubicBezTo>
                    <a:pt x="4105" y="2940"/>
                    <a:pt x="3952" y="2978"/>
                    <a:pt x="3969" y="3114"/>
                  </a:cubicBezTo>
                  <a:cubicBezTo>
                    <a:pt x="3985" y="3229"/>
                    <a:pt x="4137" y="3229"/>
                    <a:pt x="4241" y="3229"/>
                  </a:cubicBezTo>
                  <a:cubicBezTo>
                    <a:pt x="4249" y="3229"/>
                    <a:pt x="4257" y="3229"/>
                    <a:pt x="4265" y="3229"/>
                  </a:cubicBezTo>
                  <a:cubicBezTo>
                    <a:pt x="4686" y="3229"/>
                    <a:pt x="5069" y="3369"/>
                    <a:pt x="5411" y="3588"/>
                  </a:cubicBezTo>
                  <a:cubicBezTo>
                    <a:pt x="6368" y="4224"/>
                    <a:pt x="7443" y="4475"/>
                    <a:pt x="8552" y="4638"/>
                  </a:cubicBezTo>
                  <a:lnTo>
                    <a:pt x="8552" y="4638"/>
                  </a:lnTo>
                  <a:cubicBezTo>
                    <a:pt x="8545" y="4637"/>
                    <a:pt x="8539" y="4637"/>
                    <a:pt x="8533" y="4637"/>
                  </a:cubicBezTo>
                  <a:cubicBezTo>
                    <a:pt x="8481" y="4637"/>
                    <a:pt x="8444" y="4666"/>
                    <a:pt x="8411" y="4704"/>
                  </a:cubicBezTo>
                  <a:cubicBezTo>
                    <a:pt x="8574" y="4840"/>
                    <a:pt x="8874" y="4693"/>
                    <a:pt x="8972" y="4971"/>
                  </a:cubicBezTo>
                  <a:cubicBezTo>
                    <a:pt x="8994" y="4995"/>
                    <a:pt x="9019" y="4999"/>
                    <a:pt x="9047" y="4999"/>
                  </a:cubicBezTo>
                  <a:cubicBezTo>
                    <a:pt x="9060" y="4999"/>
                    <a:pt x="9074" y="4998"/>
                    <a:pt x="9088" y="4998"/>
                  </a:cubicBezTo>
                  <a:cubicBezTo>
                    <a:pt x="9102" y="4998"/>
                    <a:pt x="9116" y="4999"/>
                    <a:pt x="9130" y="5004"/>
                  </a:cubicBezTo>
                  <a:cubicBezTo>
                    <a:pt x="9059" y="5118"/>
                    <a:pt x="8934" y="5167"/>
                    <a:pt x="8841" y="5249"/>
                  </a:cubicBezTo>
                  <a:cubicBezTo>
                    <a:pt x="8787" y="5298"/>
                    <a:pt x="8727" y="5352"/>
                    <a:pt x="8754" y="5428"/>
                  </a:cubicBezTo>
                  <a:cubicBezTo>
                    <a:pt x="8778" y="5500"/>
                    <a:pt x="8844" y="5504"/>
                    <a:pt x="8908" y="5504"/>
                  </a:cubicBezTo>
                  <a:cubicBezTo>
                    <a:pt x="8917" y="5504"/>
                    <a:pt x="8925" y="5504"/>
                    <a:pt x="8934" y="5504"/>
                  </a:cubicBezTo>
                  <a:cubicBezTo>
                    <a:pt x="9151" y="5499"/>
                    <a:pt x="9375" y="5494"/>
                    <a:pt x="9598" y="5461"/>
                  </a:cubicBezTo>
                  <a:cubicBezTo>
                    <a:pt x="9758" y="5437"/>
                    <a:pt x="9920" y="5420"/>
                    <a:pt x="10083" y="5420"/>
                  </a:cubicBezTo>
                  <a:cubicBezTo>
                    <a:pt x="10258" y="5420"/>
                    <a:pt x="10433" y="5440"/>
                    <a:pt x="10605" y="5494"/>
                  </a:cubicBezTo>
                  <a:cubicBezTo>
                    <a:pt x="10746" y="5548"/>
                    <a:pt x="10828" y="5689"/>
                    <a:pt x="10964" y="5749"/>
                  </a:cubicBezTo>
                  <a:cubicBezTo>
                    <a:pt x="11171" y="5842"/>
                    <a:pt x="11383" y="5918"/>
                    <a:pt x="11579" y="6022"/>
                  </a:cubicBezTo>
                  <a:cubicBezTo>
                    <a:pt x="12755" y="6675"/>
                    <a:pt x="13877" y="7404"/>
                    <a:pt x="15009" y="8134"/>
                  </a:cubicBezTo>
                  <a:cubicBezTo>
                    <a:pt x="17154" y="9506"/>
                    <a:pt x="19239" y="10959"/>
                    <a:pt x="21210" y="12576"/>
                  </a:cubicBezTo>
                  <a:cubicBezTo>
                    <a:pt x="21814" y="13072"/>
                    <a:pt x="22408" y="13572"/>
                    <a:pt x="22957" y="14122"/>
                  </a:cubicBezTo>
                  <a:cubicBezTo>
                    <a:pt x="23681" y="14841"/>
                    <a:pt x="24411" y="15559"/>
                    <a:pt x="25081" y="16338"/>
                  </a:cubicBezTo>
                  <a:cubicBezTo>
                    <a:pt x="25903" y="17280"/>
                    <a:pt x="26687" y="18243"/>
                    <a:pt x="27356" y="19305"/>
                  </a:cubicBezTo>
                  <a:cubicBezTo>
                    <a:pt x="27400" y="19376"/>
                    <a:pt x="27481" y="19452"/>
                    <a:pt x="27405" y="19555"/>
                  </a:cubicBezTo>
                  <a:cubicBezTo>
                    <a:pt x="27391" y="19558"/>
                    <a:pt x="27377" y="19560"/>
                    <a:pt x="27365" y="19560"/>
                  </a:cubicBezTo>
                  <a:cubicBezTo>
                    <a:pt x="27289" y="19560"/>
                    <a:pt x="27237" y="19510"/>
                    <a:pt x="27176" y="19468"/>
                  </a:cubicBezTo>
                  <a:cubicBezTo>
                    <a:pt x="26997" y="19343"/>
                    <a:pt x="26817" y="19201"/>
                    <a:pt x="26605" y="19125"/>
                  </a:cubicBezTo>
                  <a:cubicBezTo>
                    <a:pt x="26571" y="19111"/>
                    <a:pt x="26536" y="19100"/>
                    <a:pt x="26501" y="19100"/>
                  </a:cubicBezTo>
                  <a:cubicBezTo>
                    <a:pt x="26468" y="19100"/>
                    <a:pt x="26435" y="19110"/>
                    <a:pt x="26403" y="19136"/>
                  </a:cubicBezTo>
                  <a:cubicBezTo>
                    <a:pt x="26327" y="19201"/>
                    <a:pt x="26365" y="19283"/>
                    <a:pt x="26398" y="19359"/>
                  </a:cubicBezTo>
                  <a:cubicBezTo>
                    <a:pt x="26447" y="19457"/>
                    <a:pt x="26507" y="19544"/>
                    <a:pt x="26572" y="19632"/>
                  </a:cubicBezTo>
                  <a:cubicBezTo>
                    <a:pt x="26779" y="19931"/>
                    <a:pt x="26931" y="20263"/>
                    <a:pt x="27089" y="20595"/>
                  </a:cubicBezTo>
                  <a:cubicBezTo>
                    <a:pt x="27127" y="20677"/>
                    <a:pt x="27176" y="20780"/>
                    <a:pt x="27078" y="20851"/>
                  </a:cubicBezTo>
                  <a:cubicBezTo>
                    <a:pt x="27056" y="20867"/>
                    <a:pt x="27034" y="20874"/>
                    <a:pt x="27012" y="20874"/>
                  </a:cubicBezTo>
                  <a:cubicBezTo>
                    <a:pt x="26955" y="20874"/>
                    <a:pt x="26901" y="20828"/>
                    <a:pt x="26850" y="20797"/>
                  </a:cubicBezTo>
                  <a:cubicBezTo>
                    <a:pt x="26501" y="20601"/>
                    <a:pt x="26137" y="20443"/>
                    <a:pt x="25788" y="20236"/>
                  </a:cubicBezTo>
                  <a:cubicBezTo>
                    <a:pt x="25380" y="19994"/>
                    <a:pt x="24956" y="19914"/>
                    <a:pt x="24523" y="19914"/>
                  </a:cubicBezTo>
                  <a:cubicBezTo>
                    <a:pt x="24205" y="19914"/>
                    <a:pt x="23882" y="19957"/>
                    <a:pt x="23556" y="20013"/>
                  </a:cubicBezTo>
                  <a:cubicBezTo>
                    <a:pt x="23480" y="20023"/>
                    <a:pt x="23377" y="20051"/>
                    <a:pt x="23366" y="20143"/>
                  </a:cubicBezTo>
                  <a:cubicBezTo>
                    <a:pt x="23344" y="20268"/>
                    <a:pt x="23475" y="20279"/>
                    <a:pt x="23556" y="20301"/>
                  </a:cubicBezTo>
                  <a:cubicBezTo>
                    <a:pt x="24128" y="20448"/>
                    <a:pt x="24607" y="20775"/>
                    <a:pt x="25108" y="21063"/>
                  </a:cubicBezTo>
                  <a:cubicBezTo>
                    <a:pt x="25592" y="21346"/>
                    <a:pt x="25892" y="21782"/>
                    <a:pt x="26039" y="22305"/>
                  </a:cubicBezTo>
                  <a:cubicBezTo>
                    <a:pt x="26169" y="22773"/>
                    <a:pt x="26131" y="23208"/>
                    <a:pt x="25712" y="23557"/>
                  </a:cubicBezTo>
                  <a:cubicBezTo>
                    <a:pt x="25146" y="24014"/>
                    <a:pt x="24640" y="24542"/>
                    <a:pt x="24160" y="25097"/>
                  </a:cubicBezTo>
                  <a:cubicBezTo>
                    <a:pt x="23785" y="25538"/>
                    <a:pt x="23534" y="26012"/>
                    <a:pt x="23790" y="26583"/>
                  </a:cubicBezTo>
                  <a:cubicBezTo>
                    <a:pt x="24030" y="27112"/>
                    <a:pt x="24405" y="27580"/>
                    <a:pt x="24841" y="27939"/>
                  </a:cubicBezTo>
                  <a:cubicBezTo>
                    <a:pt x="25255" y="28282"/>
                    <a:pt x="25723" y="28576"/>
                    <a:pt x="26197" y="28832"/>
                  </a:cubicBezTo>
                  <a:cubicBezTo>
                    <a:pt x="27427" y="29491"/>
                    <a:pt x="28570" y="30253"/>
                    <a:pt x="29621" y="31189"/>
                  </a:cubicBezTo>
                  <a:cubicBezTo>
                    <a:pt x="30612" y="32066"/>
                    <a:pt x="31548" y="32986"/>
                    <a:pt x="32424" y="33971"/>
                  </a:cubicBezTo>
                  <a:cubicBezTo>
                    <a:pt x="32816" y="34412"/>
                    <a:pt x="32980" y="34907"/>
                    <a:pt x="32751" y="35501"/>
                  </a:cubicBezTo>
                  <a:cubicBezTo>
                    <a:pt x="32642" y="35789"/>
                    <a:pt x="32495" y="36051"/>
                    <a:pt x="32343" y="36317"/>
                  </a:cubicBezTo>
                  <a:cubicBezTo>
                    <a:pt x="31967" y="36998"/>
                    <a:pt x="31662" y="37700"/>
                    <a:pt x="31918" y="38506"/>
                  </a:cubicBezTo>
                  <a:cubicBezTo>
                    <a:pt x="31984" y="38642"/>
                    <a:pt x="31940" y="38783"/>
                    <a:pt x="31929" y="38920"/>
                  </a:cubicBezTo>
                  <a:cubicBezTo>
                    <a:pt x="31837" y="39186"/>
                    <a:pt x="31641" y="39431"/>
                    <a:pt x="31831" y="39736"/>
                  </a:cubicBezTo>
                  <a:cubicBezTo>
                    <a:pt x="31869" y="39796"/>
                    <a:pt x="31804" y="39894"/>
                    <a:pt x="31744" y="39948"/>
                  </a:cubicBezTo>
                  <a:cubicBezTo>
                    <a:pt x="31630" y="40063"/>
                    <a:pt x="31619" y="40210"/>
                    <a:pt x="31592" y="40351"/>
                  </a:cubicBezTo>
                  <a:cubicBezTo>
                    <a:pt x="31461" y="40346"/>
                    <a:pt x="31385" y="40248"/>
                    <a:pt x="31276" y="40242"/>
                  </a:cubicBezTo>
                  <a:cubicBezTo>
                    <a:pt x="31269" y="40242"/>
                    <a:pt x="31262" y="40241"/>
                    <a:pt x="31256" y="40241"/>
                  </a:cubicBezTo>
                  <a:cubicBezTo>
                    <a:pt x="31162" y="40241"/>
                    <a:pt x="31090" y="40309"/>
                    <a:pt x="31004" y="40324"/>
                  </a:cubicBezTo>
                  <a:cubicBezTo>
                    <a:pt x="30301" y="40117"/>
                    <a:pt x="29643" y="39801"/>
                    <a:pt x="28968" y="39529"/>
                  </a:cubicBezTo>
                  <a:cubicBezTo>
                    <a:pt x="28788" y="39453"/>
                    <a:pt x="28505" y="39409"/>
                    <a:pt x="28521" y="39148"/>
                  </a:cubicBezTo>
                  <a:cubicBezTo>
                    <a:pt x="28537" y="38914"/>
                    <a:pt x="28793" y="38887"/>
                    <a:pt x="28978" y="38811"/>
                  </a:cubicBezTo>
                  <a:cubicBezTo>
                    <a:pt x="29360" y="38658"/>
                    <a:pt x="29365" y="38658"/>
                    <a:pt x="29245" y="38255"/>
                  </a:cubicBezTo>
                  <a:cubicBezTo>
                    <a:pt x="29213" y="38152"/>
                    <a:pt x="29164" y="38048"/>
                    <a:pt x="29278" y="37967"/>
                  </a:cubicBezTo>
                  <a:cubicBezTo>
                    <a:pt x="29321" y="37935"/>
                    <a:pt x="29366" y="37923"/>
                    <a:pt x="29410" y="37923"/>
                  </a:cubicBezTo>
                  <a:cubicBezTo>
                    <a:pt x="29466" y="37923"/>
                    <a:pt x="29523" y="37943"/>
                    <a:pt x="29577" y="37967"/>
                  </a:cubicBezTo>
                  <a:cubicBezTo>
                    <a:pt x="29692" y="38016"/>
                    <a:pt x="29768" y="38103"/>
                    <a:pt x="29855" y="38185"/>
                  </a:cubicBezTo>
                  <a:cubicBezTo>
                    <a:pt x="29947" y="38277"/>
                    <a:pt x="30035" y="38375"/>
                    <a:pt x="30143" y="38446"/>
                  </a:cubicBezTo>
                  <a:cubicBezTo>
                    <a:pt x="30196" y="38480"/>
                    <a:pt x="30249" y="38497"/>
                    <a:pt x="30300" y="38497"/>
                  </a:cubicBezTo>
                  <a:cubicBezTo>
                    <a:pt x="30369" y="38497"/>
                    <a:pt x="30435" y="38465"/>
                    <a:pt x="30492" y="38402"/>
                  </a:cubicBezTo>
                  <a:cubicBezTo>
                    <a:pt x="30590" y="38299"/>
                    <a:pt x="30552" y="38185"/>
                    <a:pt x="30476" y="38081"/>
                  </a:cubicBezTo>
                  <a:cubicBezTo>
                    <a:pt x="30356" y="37918"/>
                    <a:pt x="30187" y="37809"/>
                    <a:pt x="30018" y="37700"/>
                  </a:cubicBezTo>
                  <a:cubicBezTo>
                    <a:pt x="29855" y="37591"/>
                    <a:pt x="29724" y="37461"/>
                    <a:pt x="29751" y="37243"/>
                  </a:cubicBezTo>
                  <a:cubicBezTo>
                    <a:pt x="29800" y="37030"/>
                    <a:pt x="29855" y="36818"/>
                    <a:pt x="29719" y="36611"/>
                  </a:cubicBezTo>
                  <a:cubicBezTo>
                    <a:pt x="29643" y="36508"/>
                    <a:pt x="29545" y="36421"/>
                    <a:pt x="29479" y="36306"/>
                  </a:cubicBezTo>
                  <a:cubicBezTo>
                    <a:pt x="28603" y="34907"/>
                    <a:pt x="27460" y="33721"/>
                    <a:pt x="26414" y="32452"/>
                  </a:cubicBezTo>
                  <a:cubicBezTo>
                    <a:pt x="25734" y="31625"/>
                    <a:pt x="25032" y="30819"/>
                    <a:pt x="24672" y="29785"/>
                  </a:cubicBezTo>
                  <a:cubicBezTo>
                    <a:pt x="24525" y="29474"/>
                    <a:pt x="24307" y="29207"/>
                    <a:pt x="24133" y="28919"/>
                  </a:cubicBezTo>
                  <a:cubicBezTo>
                    <a:pt x="23736" y="28266"/>
                    <a:pt x="23393" y="27591"/>
                    <a:pt x="23257" y="26823"/>
                  </a:cubicBezTo>
                  <a:cubicBezTo>
                    <a:pt x="23159" y="26268"/>
                    <a:pt x="23240" y="25729"/>
                    <a:pt x="23529" y="25299"/>
                  </a:cubicBezTo>
                  <a:cubicBezTo>
                    <a:pt x="23779" y="24929"/>
                    <a:pt x="24193" y="24645"/>
                    <a:pt x="24574" y="24379"/>
                  </a:cubicBezTo>
                  <a:cubicBezTo>
                    <a:pt x="25010" y="24030"/>
                    <a:pt x="25440" y="23666"/>
                    <a:pt x="25821" y="23257"/>
                  </a:cubicBezTo>
                  <a:cubicBezTo>
                    <a:pt x="25941" y="23132"/>
                    <a:pt x="26011" y="22985"/>
                    <a:pt x="25892" y="22816"/>
                  </a:cubicBezTo>
                  <a:cubicBezTo>
                    <a:pt x="25723" y="22604"/>
                    <a:pt x="25543" y="22402"/>
                    <a:pt x="25369" y="22196"/>
                  </a:cubicBezTo>
                  <a:cubicBezTo>
                    <a:pt x="25211" y="22000"/>
                    <a:pt x="25015" y="21853"/>
                    <a:pt x="24770" y="21782"/>
                  </a:cubicBezTo>
                  <a:cubicBezTo>
                    <a:pt x="24041" y="21580"/>
                    <a:pt x="23322" y="21346"/>
                    <a:pt x="22593" y="21167"/>
                  </a:cubicBezTo>
                  <a:cubicBezTo>
                    <a:pt x="21166" y="20802"/>
                    <a:pt x="19740" y="20443"/>
                    <a:pt x="18276" y="20252"/>
                  </a:cubicBezTo>
                  <a:cubicBezTo>
                    <a:pt x="17448" y="20149"/>
                    <a:pt x="16648" y="19925"/>
                    <a:pt x="15799" y="19915"/>
                  </a:cubicBezTo>
                  <a:cubicBezTo>
                    <a:pt x="14497" y="19898"/>
                    <a:pt x="13185" y="19909"/>
                    <a:pt x="11890" y="19697"/>
                  </a:cubicBezTo>
                  <a:cubicBezTo>
                    <a:pt x="11840" y="19689"/>
                    <a:pt x="11786" y="19679"/>
                    <a:pt x="11734" y="19679"/>
                  </a:cubicBezTo>
                  <a:cubicBezTo>
                    <a:pt x="11639" y="19679"/>
                    <a:pt x="11553" y="19712"/>
                    <a:pt x="11514" y="19849"/>
                  </a:cubicBezTo>
                  <a:cubicBezTo>
                    <a:pt x="11846" y="20209"/>
                    <a:pt x="12309" y="20339"/>
                    <a:pt x="12739" y="20524"/>
                  </a:cubicBezTo>
                  <a:cubicBezTo>
                    <a:pt x="12912" y="20596"/>
                    <a:pt x="13090" y="20633"/>
                    <a:pt x="13271" y="20633"/>
                  </a:cubicBezTo>
                  <a:cubicBezTo>
                    <a:pt x="13391" y="20633"/>
                    <a:pt x="13513" y="20617"/>
                    <a:pt x="13637" y="20584"/>
                  </a:cubicBezTo>
                  <a:cubicBezTo>
                    <a:pt x="14200" y="20438"/>
                    <a:pt x="14765" y="20363"/>
                    <a:pt x="15331" y="20363"/>
                  </a:cubicBezTo>
                  <a:cubicBezTo>
                    <a:pt x="15701" y="20363"/>
                    <a:pt x="16073" y="20395"/>
                    <a:pt x="16445" y="20459"/>
                  </a:cubicBezTo>
                  <a:lnTo>
                    <a:pt x="16445" y="20459"/>
                  </a:lnTo>
                  <a:cubicBezTo>
                    <a:pt x="16409" y="20456"/>
                    <a:pt x="16373" y="20454"/>
                    <a:pt x="16337" y="20454"/>
                  </a:cubicBezTo>
                  <a:cubicBezTo>
                    <a:pt x="16098" y="20450"/>
                    <a:pt x="15858" y="20445"/>
                    <a:pt x="15618" y="20445"/>
                  </a:cubicBezTo>
                  <a:cubicBezTo>
                    <a:pt x="15035" y="20445"/>
                    <a:pt x="14453" y="20475"/>
                    <a:pt x="13882" y="20633"/>
                  </a:cubicBezTo>
                  <a:cubicBezTo>
                    <a:pt x="13680" y="20689"/>
                    <a:pt x="13477" y="20725"/>
                    <a:pt x="13274" y="20725"/>
                  </a:cubicBezTo>
                  <a:cubicBezTo>
                    <a:pt x="13082" y="20725"/>
                    <a:pt x="12891" y="20693"/>
                    <a:pt x="12701" y="20617"/>
                  </a:cubicBezTo>
                  <a:cubicBezTo>
                    <a:pt x="12645" y="20593"/>
                    <a:pt x="12582" y="20569"/>
                    <a:pt x="12520" y="20569"/>
                  </a:cubicBezTo>
                  <a:cubicBezTo>
                    <a:pt x="12468" y="20569"/>
                    <a:pt x="12416" y="20586"/>
                    <a:pt x="12369" y="20633"/>
                  </a:cubicBezTo>
                  <a:cubicBezTo>
                    <a:pt x="12614" y="20840"/>
                    <a:pt x="12897" y="20905"/>
                    <a:pt x="13213" y="20911"/>
                  </a:cubicBezTo>
                  <a:cubicBezTo>
                    <a:pt x="13235" y="20911"/>
                    <a:pt x="13258" y="20912"/>
                    <a:pt x="13281" y="20912"/>
                  </a:cubicBezTo>
                  <a:cubicBezTo>
                    <a:pt x="13768" y="20912"/>
                    <a:pt x="14236" y="20804"/>
                    <a:pt x="14710" y="20720"/>
                  </a:cubicBezTo>
                  <a:cubicBezTo>
                    <a:pt x="14964" y="20678"/>
                    <a:pt x="15218" y="20658"/>
                    <a:pt x="15471" y="20658"/>
                  </a:cubicBezTo>
                  <a:cubicBezTo>
                    <a:pt x="15933" y="20658"/>
                    <a:pt x="16392" y="20724"/>
                    <a:pt x="16849" y="20840"/>
                  </a:cubicBezTo>
                  <a:cubicBezTo>
                    <a:pt x="16852" y="20848"/>
                    <a:pt x="16864" y="20849"/>
                    <a:pt x="16878" y="20849"/>
                  </a:cubicBezTo>
                  <a:cubicBezTo>
                    <a:pt x="16889" y="20849"/>
                    <a:pt x="16902" y="20848"/>
                    <a:pt x="16912" y="20848"/>
                  </a:cubicBezTo>
                  <a:cubicBezTo>
                    <a:pt x="16936" y="20848"/>
                    <a:pt x="16950" y="20854"/>
                    <a:pt x="16915" y="20889"/>
                  </a:cubicBezTo>
                  <a:cubicBezTo>
                    <a:pt x="16474" y="21341"/>
                    <a:pt x="15956" y="21651"/>
                    <a:pt x="15303" y="21662"/>
                  </a:cubicBezTo>
                  <a:cubicBezTo>
                    <a:pt x="15201" y="21665"/>
                    <a:pt x="15099" y="21665"/>
                    <a:pt x="14997" y="21665"/>
                  </a:cubicBezTo>
                  <a:cubicBezTo>
                    <a:pt x="14815" y="21665"/>
                    <a:pt x="14634" y="21663"/>
                    <a:pt x="14453" y="21663"/>
                  </a:cubicBezTo>
                  <a:cubicBezTo>
                    <a:pt x="14288" y="21663"/>
                    <a:pt x="14123" y="21665"/>
                    <a:pt x="13958" y="21673"/>
                  </a:cubicBezTo>
                  <a:cubicBezTo>
                    <a:pt x="13517" y="21689"/>
                    <a:pt x="13191" y="22141"/>
                    <a:pt x="13218" y="22664"/>
                  </a:cubicBezTo>
                  <a:cubicBezTo>
                    <a:pt x="13234" y="23018"/>
                    <a:pt x="13392" y="23116"/>
                    <a:pt x="13942" y="23121"/>
                  </a:cubicBezTo>
                  <a:cubicBezTo>
                    <a:pt x="14031" y="23121"/>
                    <a:pt x="14121" y="23115"/>
                    <a:pt x="14212" y="23115"/>
                  </a:cubicBezTo>
                  <a:cubicBezTo>
                    <a:pt x="14333" y="23115"/>
                    <a:pt x="14453" y="23126"/>
                    <a:pt x="14568" y="23176"/>
                  </a:cubicBezTo>
                  <a:cubicBezTo>
                    <a:pt x="14791" y="23263"/>
                    <a:pt x="14819" y="23382"/>
                    <a:pt x="14650" y="23540"/>
                  </a:cubicBezTo>
                  <a:cubicBezTo>
                    <a:pt x="14378" y="23796"/>
                    <a:pt x="14138" y="24096"/>
                    <a:pt x="13790" y="24264"/>
                  </a:cubicBezTo>
                  <a:cubicBezTo>
                    <a:pt x="13436" y="24444"/>
                    <a:pt x="13213" y="24743"/>
                    <a:pt x="13071" y="25103"/>
                  </a:cubicBezTo>
                  <a:cubicBezTo>
                    <a:pt x="12935" y="25446"/>
                    <a:pt x="12750" y="25761"/>
                    <a:pt x="12483" y="26017"/>
                  </a:cubicBezTo>
                  <a:cubicBezTo>
                    <a:pt x="11939" y="26529"/>
                    <a:pt x="11781" y="27259"/>
                    <a:pt x="11438" y="27885"/>
                  </a:cubicBezTo>
                  <a:cubicBezTo>
                    <a:pt x="11400" y="27955"/>
                    <a:pt x="11383" y="28053"/>
                    <a:pt x="11465" y="28108"/>
                  </a:cubicBezTo>
                  <a:cubicBezTo>
                    <a:pt x="11488" y="28124"/>
                    <a:pt x="11511" y="28130"/>
                    <a:pt x="11532" y="28130"/>
                  </a:cubicBezTo>
                  <a:cubicBezTo>
                    <a:pt x="11591" y="28130"/>
                    <a:pt x="11641" y="28080"/>
                    <a:pt x="11677" y="28032"/>
                  </a:cubicBezTo>
                  <a:cubicBezTo>
                    <a:pt x="11873" y="27787"/>
                    <a:pt x="12113" y="27591"/>
                    <a:pt x="12347" y="27384"/>
                  </a:cubicBezTo>
                  <a:lnTo>
                    <a:pt x="12347" y="27384"/>
                  </a:lnTo>
                  <a:cubicBezTo>
                    <a:pt x="12303" y="27427"/>
                    <a:pt x="12282" y="27476"/>
                    <a:pt x="12271" y="27542"/>
                  </a:cubicBezTo>
                  <a:cubicBezTo>
                    <a:pt x="12288" y="27638"/>
                    <a:pt x="12336" y="27667"/>
                    <a:pt x="12396" y="27667"/>
                  </a:cubicBezTo>
                  <a:cubicBezTo>
                    <a:pt x="12431" y="27667"/>
                    <a:pt x="12470" y="27657"/>
                    <a:pt x="12510" y="27645"/>
                  </a:cubicBezTo>
                  <a:cubicBezTo>
                    <a:pt x="12603" y="27611"/>
                    <a:pt x="12695" y="27555"/>
                    <a:pt x="12799" y="27555"/>
                  </a:cubicBezTo>
                  <a:cubicBezTo>
                    <a:pt x="12811" y="27555"/>
                    <a:pt x="12824" y="27556"/>
                    <a:pt x="12837" y="27558"/>
                  </a:cubicBezTo>
                  <a:cubicBezTo>
                    <a:pt x="13270" y="27899"/>
                    <a:pt x="13770" y="27945"/>
                    <a:pt x="14296" y="27945"/>
                  </a:cubicBezTo>
                  <a:cubicBezTo>
                    <a:pt x="14332" y="27945"/>
                    <a:pt x="14369" y="27945"/>
                    <a:pt x="14405" y="27944"/>
                  </a:cubicBezTo>
                  <a:cubicBezTo>
                    <a:pt x="14711" y="27942"/>
                    <a:pt x="15020" y="27927"/>
                    <a:pt x="15328" y="27927"/>
                  </a:cubicBezTo>
                  <a:cubicBezTo>
                    <a:pt x="15747" y="27927"/>
                    <a:pt x="16166" y="27955"/>
                    <a:pt x="16577" y="28081"/>
                  </a:cubicBezTo>
                  <a:cubicBezTo>
                    <a:pt x="17040" y="28217"/>
                    <a:pt x="17513" y="28287"/>
                    <a:pt x="17998" y="28309"/>
                  </a:cubicBezTo>
                  <a:cubicBezTo>
                    <a:pt x="18433" y="28336"/>
                    <a:pt x="18874" y="28358"/>
                    <a:pt x="19283" y="28522"/>
                  </a:cubicBezTo>
                  <a:cubicBezTo>
                    <a:pt x="19822" y="28739"/>
                    <a:pt x="20475" y="28756"/>
                    <a:pt x="20872" y="29235"/>
                  </a:cubicBezTo>
                  <a:cubicBezTo>
                    <a:pt x="21428" y="29899"/>
                    <a:pt x="22233" y="30329"/>
                    <a:pt x="22625" y="31140"/>
                  </a:cubicBezTo>
                  <a:cubicBezTo>
                    <a:pt x="22805" y="31233"/>
                    <a:pt x="22859" y="31385"/>
                    <a:pt x="22816" y="31570"/>
                  </a:cubicBezTo>
                  <a:cubicBezTo>
                    <a:pt x="22810" y="31603"/>
                    <a:pt x="22810" y="31635"/>
                    <a:pt x="22810" y="31663"/>
                  </a:cubicBezTo>
                  <a:cubicBezTo>
                    <a:pt x="22843" y="31853"/>
                    <a:pt x="22691" y="31973"/>
                    <a:pt x="22647" y="32136"/>
                  </a:cubicBezTo>
                  <a:cubicBezTo>
                    <a:pt x="22261" y="33388"/>
                    <a:pt x="21558" y="34488"/>
                    <a:pt x="20900" y="35599"/>
                  </a:cubicBezTo>
                  <a:cubicBezTo>
                    <a:pt x="20747" y="35867"/>
                    <a:pt x="20472" y="36088"/>
                    <a:pt x="20149" y="36088"/>
                  </a:cubicBezTo>
                  <a:cubicBezTo>
                    <a:pt x="20092" y="36088"/>
                    <a:pt x="20034" y="36082"/>
                    <a:pt x="19974" y="36067"/>
                  </a:cubicBezTo>
                  <a:cubicBezTo>
                    <a:pt x="19555" y="35963"/>
                    <a:pt x="19136" y="35974"/>
                    <a:pt x="18711" y="35958"/>
                  </a:cubicBezTo>
                  <a:cubicBezTo>
                    <a:pt x="18412" y="35947"/>
                    <a:pt x="18134" y="35871"/>
                    <a:pt x="17911" y="35642"/>
                  </a:cubicBezTo>
                  <a:cubicBezTo>
                    <a:pt x="17808" y="35535"/>
                    <a:pt x="17744" y="35479"/>
                    <a:pt x="17690" y="35479"/>
                  </a:cubicBezTo>
                  <a:cubicBezTo>
                    <a:pt x="17627" y="35479"/>
                    <a:pt x="17579" y="35556"/>
                    <a:pt x="17502" y="35718"/>
                  </a:cubicBezTo>
                  <a:cubicBezTo>
                    <a:pt x="17470" y="35789"/>
                    <a:pt x="17443" y="35871"/>
                    <a:pt x="17410" y="35947"/>
                  </a:cubicBezTo>
                  <a:cubicBezTo>
                    <a:pt x="17246" y="36320"/>
                    <a:pt x="16972" y="36516"/>
                    <a:pt x="16579" y="36516"/>
                  </a:cubicBezTo>
                  <a:cubicBezTo>
                    <a:pt x="16554" y="36516"/>
                    <a:pt x="16527" y="36515"/>
                    <a:pt x="16501" y="36513"/>
                  </a:cubicBezTo>
                  <a:cubicBezTo>
                    <a:pt x="16492" y="36513"/>
                    <a:pt x="16483" y="36512"/>
                    <a:pt x="16475" y="36512"/>
                  </a:cubicBezTo>
                  <a:cubicBezTo>
                    <a:pt x="16330" y="36512"/>
                    <a:pt x="16268" y="36601"/>
                    <a:pt x="16196" y="36704"/>
                  </a:cubicBezTo>
                  <a:cubicBezTo>
                    <a:pt x="15978" y="37025"/>
                    <a:pt x="15771" y="37357"/>
                    <a:pt x="15570" y="37689"/>
                  </a:cubicBezTo>
                  <a:cubicBezTo>
                    <a:pt x="15363" y="38027"/>
                    <a:pt x="15096" y="38304"/>
                    <a:pt x="14726" y="38462"/>
                  </a:cubicBezTo>
                  <a:cubicBezTo>
                    <a:pt x="14525" y="38549"/>
                    <a:pt x="14350" y="38685"/>
                    <a:pt x="14269" y="38892"/>
                  </a:cubicBezTo>
                  <a:cubicBezTo>
                    <a:pt x="14046" y="39469"/>
                    <a:pt x="13534" y="39769"/>
                    <a:pt x="13055" y="40079"/>
                  </a:cubicBezTo>
                  <a:cubicBezTo>
                    <a:pt x="12902" y="40179"/>
                    <a:pt x="12759" y="40227"/>
                    <a:pt x="12626" y="40227"/>
                  </a:cubicBezTo>
                  <a:cubicBezTo>
                    <a:pt x="12371" y="40227"/>
                    <a:pt x="12158" y="40050"/>
                    <a:pt x="12004" y="39731"/>
                  </a:cubicBezTo>
                  <a:cubicBezTo>
                    <a:pt x="11977" y="39671"/>
                    <a:pt x="11944" y="39605"/>
                    <a:pt x="11873" y="39573"/>
                  </a:cubicBezTo>
                  <a:cubicBezTo>
                    <a:pt x="11558" y="39682"/>
                    <a:pt x="11536" y="39997"/>
                    <a:pt x="11405" y="40232"/>
                  </a:cubicBezTo>
                  <a:cubicBezTo>
                    <a:pt x="11498" y="40542"/>
                    <a:pt x="11405" y="40825"/>
                    <a:pt x="11280" y="41103"/>
                  </a:cubicBezTo>
                  <a:cubicBezTo>
                    <a:pt x="11111" y="41489"/>
                    <a:pt x="11182" y="41661"/>
                    <a:pt x="11526" y="41661"/>
                  </a:cubicBezTo>
                  <a:cubicBezTo>
                    <a:pt x="11570" y="41661"/>
                    <a:pt x="11619" y="41658"/>
                    <a:pt x="11672" y="41652"/>
                  </a:cubicBezTo>
                  <a:cubicBezTo>
                    <a:pt x="11993" y="41625"/>
                    <a:pt x="12293" y="41495"/>
                    <a:pt x="12636" y="41397"/>
                  </a:cubicBezTo>
                  <a:lnTo>
                    <a:pt x="12636" y="41397"/>
                  </a:lnTo>
                  <a:cubicBezTo>
                    <a:pt x="12521" y="41484"/>
                    <a:pt x="12418" y="41522"/>
                    <a:pt x="12363" y="41620"/>
                  </a:cubicBezTo>
                  <a:cubicBezTo>
                    <a:pt x="12456" y="41933"/>
                    <a:pt x="12648" y="42090"/>
                    <a:pt x="12962" y="42090"/>
                  </a:cubicBezTo>
                  <a:cubicBezTo>
                    <a:pt x="13090" y="42090"/>
                    <a:pt x="13238" y="42064"/>
                    <a:pt x="13409" y="42012"/>
                  </a:cubicBezTo>
                  <a:lnTo>
                    <a:pt x="13409" y="42012"/>
                  </a:lnTo>
                  <a:cubicBezTo>
                    <a:pt x="13269" y="42136"/>
                    <a:pt x="13139" y="42187"/>
                    <a:pt x="13009" y="42187"/>
                  </a:cubicBezTo>
                  <a:cubicBezTo>
                    <a:pt x="12905" y="42187"/>
                    <a:pt x="12802" y="42154"/>
                    <a:pt x="12695" y="42099"/>
                  </a:cubicBezTo>
                  <a:cubicBezTo>
                    <a:pt x="12582" y="42042"/>
                    <a:pt x="12498" y="41918"/>
                    <a:pt x="12352" y="41918"/>
                  </a:cubicBezTo>
                  <a:cubicBezTo>
                    <a:pt x="12343" y="41918"/>
                    <a:pt x="12334" y="41918"/>
                    <a:pt x="12325" y="41919"/>
                  </a:cubicBezTo>
                  <a:cubicBezTo>
                    <a:pt x="12369" y="42066"/>
                    <a:pt x="12227" y="42202"/>
                    <a:pt x="12309" y="42349"/>
                  </a:cubicBezTo>
                  <a:cubicBezTo>
                    <a:pt x="12456" y="42398"/>
                    <a:pt x="12478" y="42496"/>
                    <a:pt x="12418" y="42627"/>
                  </a:cubicBezTo>
                  <a:cubicBezTo>
                    <a:pt x="12303" y="42861"/>
                    <a:pt x="12434" y="42921"/>
                    <a:pt x="12636" y="42932"/>
                  </a:cubicBezTo>
                  <a:cubicBezTo>
                    <a:pt x="12683" y="42935"/>
                    <a:pt x="12730" y="42936"/>
                    <a:pt x="12777" y="42936"/>
                  </a:cubicBezTo>
                  <a:cubicBezTo>
                    <a:pt x="12865" y="42936"/>
                    <a:pt x="12954" y="42932"/>
                    <a:pt x="13042" y="42932"/>
                  </a:cubicBezTo>
                  <a:cubicBezTo>
                    <a:pt x="13165" y="42932"/>
                    <a:pt x="13287" y="42939"/>
                    <a:pt x="13409" y="42970"/>
                  </a:cubicBezTo>
                  <a:cubicBezTo>
                    <a:pt x="13498" y="42992"/>
                    <a:pt x="13584" y="43002"/>
                    <a:pt x="13666" y="43002"/>
                  </a:cubicBezTo>
                  <a:cubicBezTo>
                    <a:pt x="13951" y="43002"/>
                    <a:pt x="14187" y="42872"/>
                    <a:pt x="14378" y="42627"/>
                  </a:cubicBezTo>
                  <a:cubicBezTo>
                    <a:pt x="14672" y="42251"/>
                    <a:pt x="15025" y="41941"/>
                    <a:pt x="15347" y="41593"/>
                  </a:cubicBezTo>
                  <a:cubicBezTo>
                    <a:pt x="15744" y="41162"/>
                    <a:pt x="16152" y="40711"/>
                    <a:pt x="16419" y="40204"/>
                  </a:cubicBezTo>
                  <a:cubicBezTo>
                    <a:pt x="16795" y="39502"/>
                    <a:pt x="17388" y="39246"/>
                    <a:pt x="18063" y="39050"/>
                  </a:cubicBezTo>
                  <a:cubicBezTo>
                    <a:pt x="18217" y="39007"/>
                    <a:pt x="18369" y="38981"/>
                    <a:pt x="18521" y="38981"/>
                  </a:cubicBezTo>
                  <a:cubicBezTo>
                    <a:pt x="18692" y="38981"/>
                    <a:pt x="18862" y="39013"/>
                    <a:pt x="19032" y="39088"/>
                  </a:cubicBezTo>
                  <a:cubicBezTo>
                    <a:pt x="19310" y="39137"/>
                    <a:pt x="19473" y="39350"/>
                    <a:pt x="19669" y="39518"/>
                  </a:cubicBezTo>
                  <a:cubicBezTo>
                    <a:pt x="20028" y="39671"/>
                    <a:pt x="20361" y="39872"/>
                    <a:pt x="20725" y="40008"/>
                  </a:cubicBezTo>
                  <a:cubicBezTo>
                    <a:pt x="21135" y="40153"/>
                    <a:pt x="21553" y="40266"/>
                    <a:pt x="21970" y="40266"/>
                  </a:cubicBezTo>
                  <a:cubicBezTo>
                    <a:pt x="22258" y="40266"/>
                    <a:pt x="22545" y="40212"/>
                    <a:pt x="22827" y="40079"/>
                  </a:cubicBezTo>
                  <a:cubicBezTo>
                    <a:pt x="23398" y="39807"/>
                    <a:pt x="23965" y="39507"/>
                    <a:pt x="24493" y="39154"/>
                  </a:cubicBezTo>
                  <a:cubicBezTo>
                    <a:pt x="24825" y="38925"/>
                    <a:pt x="25162" y="38718"/>
                    <a:pt x="25549" y="38593"/>
                  </a:cubicBezTo>
                  <a:cubicBezTo>
                    <a:pt x="25578" y="38583"/>
                    <a:pt x="25606" y="38574"/>
                    <a:pt x="25627" y="38574"/>
                  </a:cubicBezTo>
                  <a:cubicBezTo>
                    <a:pt x="25661" y="38574"/>
                    <a:pt x="25677" y="38597"/>
                    <a:pt x="25647" y="38675"/>
                  </a:cubicBezTo>
                  <a:cubicBezTo>
                    <a:pt x="25641" y="38990"/>
                    <a:pt x="25908" y="39072"/>
                    <a:pt x="26109" y="39213"/>
                  </a:cubicBezTo>
                  <a:cubicBezTo>
                    <a:pt x="26398" y="39262"/>
                    <a:pt x="26627" y="39415"/>
                    <a:pt x="26833" y="39622"/>
                  </a:cubicBezTo>
                  <a:cubicBezTo>
                    <a:pt x="27340" y="40128"/>
                    <a:pt x="27743" y="40700"/>
                    <a:pt x="27993" y="41375"/>
                  </a:cubicBezTo>
                  <a:cubicBezTo>
                    <a:pt x="28249" y="42066"/>
                    <a:pt x="28646" y="42654"/>
                    <a:pt x="29343" y="42986"/>
                  </a:cubicBezTo>
                  <a:cubicBezTo>
                    <a:pt x="29479" y="43051"/>
                    <a:pt x="29610" y="43128"/>
                    <a:pt x="29643" y="43307"/>
                  </a:cubicBezTo>
                  <a:cubicBezTo>
                    <a:pt x="29664" y="43405"/>
                    <a:pt x="29773" y="43438"/>
                    <a:pt x="29855" y="43476"/>
                  </a:cubicBezTo>
                  <a:cubicBezTo>
                    <a:pt x="30089" y="43574"/>
                    <a:pt x="30274" y="43732"/>
                    <a:pt x="30470" y="43884"/>
                  </a:cubicBezTo>
                  <a:cubicBezTo>
                    <a:pt x="31058" y="44320"/>
                    <a:pt x="31597" y="44821"/>
                    <a:pt x="32261" y="45137"/>
                  </a:cubicBezTo>
                  <a:cubicBezTo>
                    <a:pt x="33013" y="45502"/>
                    <a:pt x="33786" y="45722"/>
                    <a:pt x="34573" y="45722"/>
                  </a:cubicBezTo>
                  <a:cubicBezTo>
                    <a:pt x="35041" y="45722"/>
                    <a:pt x="35514" y="45644"/>
                    <a:pt x="35990" y="45474"/>
                  </a:cubicBezTo>
                  <a:cubicBezTo>
                    <a:pt x="37172" y="45049"/>
                    <a:pt x="38015" y="44189"/>
                    <a:pt x="38625" y="43117"/>
                  </a:cubicBezTo>
                  <a:cubicBezTo>
                    <a:pt x="39333" y="41870"/>
                    <a:pt x="40079" y="40645"/>
                    <a:pt x="40846" y="39431"/>
                  </a:cubicBezTo>
                  <a:cubicBezTo>
                    <a:pt x="41184" y="38898"/>
                    <a:pt x="41560" y="38370"/>
                    <a:pt x="42180" y="38108"/>
                  </a:cubicBezTo>
                  <a:cubicBezTo>
                    <a:pt x="42235" y="37934"/>
                    <a:pt x="42414" y="37923"/>
                    <a:pt x="42534" y="37836"/>
                  </a:cubicBezTo>
                  <a:cubicBezTo>
                    <a:pt x="42262" y="37357"/>
                    <a:pt x="42316" y="36862"/>
                    <a:pt x="42447" y="36366"/>
                  </a:cubicBezTo>
                  <a:cubicBezTo>
                    <a:pt x="42545" y="36002"/>
                    <a:pt x="42746" y="35686"/>
                    <a:pt x="42953" y="35375"/>
                  </a:cubicBezTo>
                  <a:cubicBezTo>
                    <a:pt x="43057" y="35223"/>
                    <a:pt x="43100" y="35092"/>
                    <a:pt x="42855" y="35049"/>
                  </a:cubicBezTo>
                  <a:cubicBezTo>
                    <a:pt x="42825" y="35044"/>
                    <a:pt x="42795" y="35043"/>
                    <a:pt x="42765" y="35043"/>
                  </a:cubicBezTo>
                  <a:cubicBezTo>
                    <a:pt x="42725" y="35043"/>
                    <a:pt x="42684" y="35046"/>
                    <a:pt x="42643" y="35049"/>
                  </a:cubicBezTo>
                  <a:cubicBezTo>
                    <a:pt x="42582" y="35052"/>
                    <a:pt x="42513" y="35076"/>
                    <a:pt x="42452" y="35076"/>
                  </a:cubicBezTo>
                  <a:cubicBezTo>
                    <a:pt x="42410" y="35076"/>
                    <a:pt x="42372" y="35065"/>
                    <a:pt x="42343" y="35027"/>
                  </a:cubicBezTo>
                  <a:cubicBezTo>
                    <a:pt x="42267" y="34913"/>
                    <a:pt x="42371" y="34804"/>
                    <a:pt x="42431" y="34706"/>
                  </a:cubicBezTo>
                  <a:cubicBezTo>
                    <a:pt x="42719" y="34205"/>
                    <a:pt x="43187" y="33949"/>
                    <a:pt x="43759" y="33764"/>
                  </a:cubicBezTo>
                  <a:lnTo>
                    <a:pt x="43759" y="33764"/>
                  </a:lnTo>
                  <a:cubicBezTo>
                    <a:pt x="43574" y="33873"/>
                    <a:pt x="43427" y="33944"/>
                    <a:pt x="43285" y="34020"/>
                  </a:cubicBezTo>
                  <a:cubicBezTo>
                    <a:pt x="42991" y="34183"/>
                    <a:pt x="42735" y="34385"/>
                    <a:pt x="42556" y="34673"/>
                  </a:cubicBezTo>
                  <a:cubicBezTo>
                    <a:pt x="42496" y="34760"/>
                    <a:pt x="42414" y="34853"/>
                    <a:pt x="42458" y="34956"/>
                  </a:cubicBezTo>
                  <a:cubicBezTo>
                    <a:pt x="42487" y="35019"/>
                    <a:pt x="42530" y="35035"/>
                    <a:pt x="42579" y="35035"/>
                  </a:cubicBezTo>
                  <a:cubicBezTo>
                    <a:pt x="42632" y="35035"/>
                    <a:pt x="42690" y="35016"/>
                    <a:pt x="42741" y="35016"/>
                  </a:cubicBezTo>
                  <a:cubicBezTo>
                    <a:pt x="43018" y="35016"/>
                    <a:pt x="43280" y="34951"/>
                    <a:pt x="43530" y="34847"/>
                  </a:cubicBezTo>
                  <a:cubicBezTo>
                    <a:pt x="43559" y="34836"/>
                    <a:pt x="43585" y="34831"/>
                    <a:pt x="43610" y="34831"/>
                  </a:cubicBezTo>
                  <a:cubicBezTo>
                    <a:pt x="43750" y="34831"/>
                    <a:pt x="43828" y="34995"/>
                    <a:pt x="43970" y="34995"/>
                  </a:cubicBezTo>
                  <a:cubicBezTo>
                    <a:pt x="43976" y="34995"/>
                    <a:pt x="43982" y="34995"/>
                    <a:pt x="43988" y="34994"/>
                  </a:cubicBezTo>
                  <a:lnTo>
                    <a:pt x="43988" y="34994"/>
                  </a:lnTo>
                  <a:cubicBezTo>
                    <a:pt x="43966" y="35065"/>
                    <a:pt x="43939" y="35103"/>
                    <a:pt x="43911" y="35141"/>
                  </a:cubicBezTo>
                  <a:cubicBezTo>
                    <a:pt x="43683" y="35555"/>
                    <a:pt x="43688" y="35577"/>
                    <a:pt x="44167" y="35620"/>
                  </a:cubicBezTo>
                  <a:cubicBezTo>
                    <a:pt x="44325" y="35637"/>
                    <a:pt x="44320" y="35713"/>
                    <a:pt x="44325" y="35827"/>
                  </a:cubicBezTo>
                  <a:cubicBezTo>
                    <a:pt x="44336" y="36143"/>
                    <a:pt x="44418" y="36415"/>
                    <a:pt x="44755" y="36551"/>
                  </a:cubicBezTo>
                  <a:cubicBezTo>
                    <a:pt x="44869" y="36595"/>
                    <a:pt x="44962" y="36698"/>
                    <a:pt x="45076" y="36753"/>
                  </a:cubicBezTo>
                  <a:cubicBezTo>
                    <a:pt x="45194" y="36814"/>
                    <a:pt x="45315" y="36839"/>
                    <a:pt x="45437" y="36839"/>
                  </a:cubicBezTo>
                  <a:cubicBezTo>
                    <a:pt x="45512" y="36839"/>
                    <a:pt x="45588" y="36829"/>
                    <a:pt x="45664" y="36813"/>
                  </a:cubicBezTo>
                  <a:cubicBezTo>
                    <a:pt x="45699" y="36806"/>
                    <a:pt x="45734" y="36801"/>
                    <a:pt x="45767" y="36801"/>
                  </a:cubicBezTo>
                  <a:cubicBezTo>
                    <a:pt x="45862" y="36801"/>
                    <a:pt x="45942" y="36838"/>
                    <a:pt x="45975" y="36960"/>
                  </a:cubicBezTo>
                  <a:cubicBezTo>
                    <a:pt x="46045" y="37177"/>
                    <a:pt x="46214" y="37237"/>
                    <a:pt x="46410" y="37259"/>
                  </a:cubicBezTo>
                  <a:cubicBezTo>
                    <a:pt x="46546" y="37275"/>
                    <a:pt x="46671" y="37297"/>
                    <a:pt x="46704" y="37455"/>
                  </a:cubicBezTo>
                  <a:cubicBezTo>
                    <a:pt x="46824" y="37564"/>
                    <a:pt x="46976" y="37580"/>
                    <a:pt x="47123" y="37613"/>
                  </a:cubicBezTo>
                  <a:cubicBezTo>
                    <a:pt x="47526" y="37689"/>
                    <a:pt x="47962" y="37673"/>
                    <a:pt x="48245" y="38048"/>
                  </a:cubicBezTo>
                  <a:cubicBezTo>
                    <a:pt x="48517" y="38103"/>
                    <a:pt x="48653" y="38364"/>
                    <a:pt x="48887" y="38473"/>
                  </a:cubicBezTo>
                  <a:cubicBezTo>
                    <a:pt x="48887" y="38473"/>
                    <a:pt x="48882" y="38517"/>
                    <a:pt x="48898" y="38538"/>
                  </a:cubicBezTo>
                  <a:cubicBezTo>
                    <a:pt x="48903" y="38696"/>
                    <a:pt x="49279" y="38680"/>
                    <a:pt x="49094" y="38936"/>
                  </a:cubicBezTo>
                  <a:cubicBezTo>
                    <a:pt x="49142" y="38992"/>
                    <a:pt x="49189" y="39012"/>
                    <a:pt x="49235" y="39012"/>
                  </a:cubicBezTo>
                  <a:cubicBezTo>
                    <a:pt x="49305" y="39012"/>
                    <a:pt x="49374" y="38966"/>
                    <a:pt x="49442" y="38930"/>
                  </a:cubicBezTo>
                  <a:cubicBezTo>
                    <a:pt x="49666" y="38811"/>
                    <a:pt x="49883" y="38669"/>
                    <a:pt x="50090" y="38517"/>
                  </a:cubicBezTo>
                  <a:cubicBezTo>
                    <a:pt x="50308" y="38359"/>
                    <a:pt x="50509" y="38190"/>
                    <a:pt x="50466" y="37880"/>
                  </a:cubicBezTo>
                  <a:cubicBezTo>
                    <a:pt x="50457" y="37704"/>
                    <a:pt x="50372" y="37677"/>
                    <a:pt x="50273" y="37677"/>
                  </a:cubicBezTo>
                  <a:cubicBezTo>
                    <a:pt x="50228" y="37677"/>
                    <a:pt x="50181" y="37682"/>
                    <a:pt x="50136" y="37682"/>
                  </a:cubicBezTo>
                  <a:cubicBezTo>
                    <a:pt x="50102" y="37682"/>
                    <a:pt x="50070" y="37679"/>
                    <a:pt x="50041" y="37667"/>
                  </a:cubicBezTo>
                  <a:cubicBezTo>
                    <a:pt x="49796" y="37591"/>
                    <a:pt x="49486" y="37678"/>
                    <a:pt x="49285" y="37542"/>
                  </a:cubicBezTo>
                  <a:cubicBezTo>
                    <a:pt x="48773" y="37199"/>
                    <a:pt x="48174" y="36960"/>
                    <a:pt x="47798" y="36437"/>
                  </a:cubicBezTo>
                  <a:cubicBezTo>
                    <a:pt x="47493" y="36012"/>
                    <a:pt x="47210" y="35577"/>
                    <a:pt x="46677" y="35392"/>
                  </a:cubicBezTo>
                  <a:cubicBezTo>
                    <a:pt x="46808" y="35379"/>
                    <a:pt x="46938" y="35372"/>
                    <a:pt x="47066" y="35372"/>
                  </a:cubicBezTo>
                  <a:cubicBezTo>
                    <a:pt x="47532" y="35372"/>
                    <a:pt x="47978" y="35460"/>
                    <a:pt x="48413" y="35648"/>
                  </a:cubicBezTo>
                  <a:cubicBezTo>
                    <a:pt x="48718" y="35778"/>
                    <a:pt x="48980" y="35985"/>
                    <a:pt x="49301" y="36078"/>
                  </a:cubicBezTo>
                  <a:cubicBezTo>
                    <a:pt x="49584" y="36159"/>
                    <a:pt x="49807" y="36306"/>
                    <a:pt x="49981" y="36551"/>
                  </a:cubicBezTo>
                  <a:cubicBezTo>
                    <a:pt x="50050" y="36650"/>
                    <a:pt x="50128" y="36762"/>
                    <a:pt x="50272" y="36762"/>
                  </a:cubicBezTo>
                  <a:cubicBezTo>
                    <a:pt x="50287" y="36762"/>
                    <a:pt x="50302" y="36761"/>
                    <a:pt x="50319" y="36758"/>
                  </a:cubicBezTo>
                  <a:cubicBezTo>
                    <a:pt x="50361" y="36752"/>
                    <a:pt x="50396" y="36749"/>
                    <a:pt x="50424" y="36749"/>
                  </a:cubicBezTo>
                  <a:cubicBezTo>
                    <a:pt x="50630" y="36749"/>
                    <a:pt x="50518" y="36908"/>
                    <a:pt x="50460" y="37041"/>
                  </a:cubicBezTo>
                  <a:cubicBezTo>
                    <a:pt x="50581" y="37174"/>
                    <a:pt x="50713" y="37262"/>
                    <a:pt x="50877" y="37262"/>
                  </a:cubicBezTo>
                  <a:cubicBezTo>
                    <a:pt x="50935" y="37262"/>
                    <a:pt x="50998" y="37251"/>
                    <a:pt x="51065" y="37226"/>
                  </a:cubicBezTo>
                  <a:cubicBezTo>
                    <a:pt x="51135" y="37201"/>
                    <a:pt x="51204" y="37186"/>
                    <a:pt x="51270" y="37186"/>
                  </a:cubicBezTo>
                  <a:cubicBezTo>
                    <a:pt x="51398" y="37186"/>
                    <a:pt x="51513" y="37244"/>
                    <a:pt x="51593" y="37395"/>
                  </a:cubicBezTo>
                  <a:cubicBezTo>
                    <a:pt x="51626" y="37401"/>
                    <a:pt x="51657" y="37404"/>
                    <a:pt x="51688" y="37404"/>
                  </a:cubicBezTo>
                  <a:cubicBezTo>
                    <a:pt x="51934" y="37404"/>
                    <a:pt x="52107" y="37222"/>
                    <a:pt x="52306" y="37101"/>
                  </a:cubicBezTo>
                  <a:cubicBezTo>
                    <a:pt x="52412" y="37036"/>
                    <a:pt x="52509" y="36942"/>
                    <a:pt x="52644" y="36942"/>
                  </a:cubicBezTo>
                  <a:cubicBezTo>
                    <a:pt x="52655" y="36942"/>
                    <a:pt x="52665" y="36942"/>
                    <a:pt x="52676" y="36943"/>
                  </a:cubicBezTo>
                  <a:cubicBezTo>
                    <a:pt x="52694" y="36946"/>
                    <a:pt x="52710" y="36947"/>
                    <a:pt x="52725" y="36947"/>
                  </a:cubicBezTo>
                  <a:cubicBezTo>
                    <a:pt x="52897" y="36947"/>
                    <a:pt x="52915" y="36807"/>
                    <a:pt x="52905" y="36622"/>
                  </a:cubicBezTo>
                  <a:lnTo>
                    <a:pt x="52905" y="36622"/>
                  </a:lnTo>
                  <a:cubicBezTo>
                    <a:pt x="52959" y="36742"/>
                    <a:pt x="52992" y="36813"/>
                    <a:pt x="53079" y="36834"/>
                  </a:cubicBezTo>
                  <a:cubicBezTo>
                    <a:pt x="53193" y="36715"/>
                    <a:pt x="53231" y="36568"/>
                    <a:pt x="53215" y="36404"/>
                  </a:cubicBezTo>
                  <a:cubicBezTo>
                    <a:pt x="53177" y="36279"/>
                    <a:pt x="53280" y="36214"/>
                    <a:pt x="53319" y="36121"/>
                  </a:cubicBezTo>
                  <a:cubicBezTo>
                    <a:pt x="53531" y="35631"/>
                    <a:pt x="53362" y="35310"/>
                    <a:pt x="52856" y="35223"/>
                  </a:cubicBezTo>
                  <a:cubicBezTo>
                    <a:pt x="52731" y="35201"/>
                    <a:pt x="52600" y="35196"/>
                    <a:pt x="52475" y="35169"/>
                  </a:cubicBezTo>
                  <a:cubicBezTo>
                    <a:pt x="52121" y="35087"/>
                    <a:pt x="51762" y="35016"/>
                    <a:pt x="51522" y="34700"/>
                  </a:cubicBezTo>
                  <a:cubicBezTo>
                    <a:pt x="51282" y="34515"/>
                    <a:pt x="51043" y="34336"/>
                    <a:pt x="50803" y="34151"/>
                  </a:cubicBezTo>
                  <a:cubicBezTo>
                    <a:pt x="50482" y="34020"/>
                    <a:pt x="50237" y="33786"/>
                    <a:pt x="50025" y="33519"/>
                  </a:cubicBezTo>
                  <a:cubicBezTo>
                    <a:pt x="49589" y="32980"/>
                    <a:pt x="49246" y="32376"/>
                    <a:pt x="48756" y="31880"/>
                  </a:cubicBezTo>
                  <a:cubicBezTo>
                    <a:pt x="48642" y="31804"/>
                    <a:pt x="48539" y="31701"/>
                    <a:pt x="48397" y="31679"/>
                  </a:cubicBezTo>
                  <a:cubicBezTo>
                    <a:pt x="47996" y="31637"/>
                    <a:pt x="47689" y="31296"/>
                    <a:pt x="47272" y="31296"/>
                  </a:cubicBezTo>
                  <a:cubicBezTo>
                    <a:pt x="47253" y="31296"/>
                    <a:pt x="47235" y="31297"/>
                    <a:pt x="47216" y="31298"/>
                  </a:cubicBezTo>
                  <a:cubicBezTo>
                    <a:pt x="47275" y="31283"/>
                    <a:pt x="47333" y="31276"/>
                    <a:pt x="47389" y="31276"/>
                  </a:cubicBezTo>
                  <a:cubicBezTo>
                    <a:pt x="47600" y="31276"/>
                    <a:pt x="47789" y="31371"/>
                    <a:pt x="47978" y="31483"/>
                  </a:cubicBezTo>
                  <a:cubicBezTo>
                    <a:pt x="48042" y="31520"/>
                    <a:pt x="48126" y="31557"/>
                    <a:pt x="48194" y="31557"/>
                  </a:cubicBezTo>
                  <a:cubicBezTo>
                    <a:pt x="48265" y="31557"/>
                    <a:pt x="48318" y="31516"/>
                    <a:pt x="48310" y="31391"/>
                  </a:cubicBezTo>
                  <a:cubicBezTo>
                    <a:pt x="48283" y="30939"/>
                    <a:pt x="48386" y="30449"/>
                    <a:pt x="48011" y="30057"/>
                  </a:cubicBezTo>
                  <a:cubicBezTo>
                    <a:pt x="47510" y="29534"/>
                    <a:pt x="47270" y="28930"/>
                    <a:pt x="47417" y="28184"/>
                  </a:cubicBezTo>
                  <a:cubicBezTo>
                    <a:pt x="47493" y="27797"/>
                    <a:pt x="47292" y="27520"/>
                    <a:pt x="46933" y="27438"/>
                  </a:cubicBezTo>
                  <a:cubicBezTo>
                    <a:pt x="46388" y="27324"/>
                    <a:pt x="45860" y="27166"/>
                    <a:pt x="45321" y="27046"/>
                  </a:cubicBezTo>
                  <a:cubicBezTo>
                    <a:pt x="45279" y="27035"/>
                    <a:pt x="45233" y="27021"/>
                    <a:pt x="45192" y="27021"/>
                  </a:cubicBezTo>
                  <a:cubicBezTo>
                    <a:pt x="45152" y="27021"/>
                    <a:pt x="45117" y="27034"/>
                    <a:pt x="45093" y="27073"/>
                  </a:cubicBezTo>
                  <a:cubicBezTo>
                    <a:pt x="45033" y="27177"/>
                    <a:pt x="45125" y="27253"/>
                    <a:pt x="45191" y="27313"/>
                  </a:cubicBezTo>
                  <a:cubicBezTo>
                    <a:pt x="45436" y="27520"/>
                    <a:pt x="45724" y="27678"/>
                    <a:pt x="46029" y="27748"/>
                  </a:cubicBezTo>
                  <a:cubicBezTo>
                    <a:pt x="46388" y="27836"/>
                    <a:pt x="46416" y="28064"/>
                    <a:pt x="46383" y="28353"/>
                  </a:cubicBezTo>
                  <a:cubicBezTo>
                    <a:pt x="46367" y="28478"/>
                    <a:pt x="46323" y="28603"/>
                    <a:pt x="46301" y="28734"/>
                  </a:cubicBezTo>
                  <a:cubicBezTo>
                    <a:pt x="46214" y="29164"/>
                    <a:pt x="46236" y="29572"/>
                    <a:pt x="46508" y="29948"/>
                  </a:cubicBezTo>
                  <a:cubicBezTo>
                    <a:pt x="46622" y="30106"/>
                    <a:pt x="46726" y="30280"/>
                    <a:pt x="46808" y="30465"/>
                  </a:cubicBezTo>
                  <a:cubicBezTo>
                    <a:pt x="46871" y="30628"/>
                    <a:pt x="46740" y="31098"/>
                    <a:pt x="46658" y="31098"/>
                  </a:cubicBezTo>
                  <a:cubicBezTo>
                    <a:pt x="46655" y="31098"/>
                    <a:pt x="46652" y="31098"/>
                    <a:pt x="46650" y="31097"/>
                  </a:cubicBezTo>
                  <a:cubicBezTo>
                    <a:pt x="46594" y="31072"/>
                    <a:pt x="46541" y="31062"/>
                    <a:pt x="46490" y="31062"/>
                  </a:cubicBezTo>
                  <a:cubicBezTo>
                    <a:pt x="46299" y="31062"/>
                    <a:pt x="46137" y="31200"/>
                    <a:pt x="45953" y="31200"/>
                  </a:cubicBezTo>
                  <a:cubicBezTo>
                    <a:pt x="45947" y="31200"/>
                    <a:pt x="45942" y="31200"/>
                    <a:pt x="45936" y="31200"/>
                  </a:cubicBezTo>
                  <a:cubicBezTo>
                    <a:pt x="45882" y="31205"/>
                    <a:pt x="45838" y="31233"/>
                    <a:pt x="45800" y="31265"/>
                  </a:cubicBezTo>
                  <a:cubicBezTo>
                    <a:pt x="45761" y="31280"/>
                    <a:pt x="45727" y="31286"/>
                    <a:pt x="45696" y="31286"/>
                  </a:cubicBezTo>
                  <a:cubicBezTo>
                    <a:pt x="45527" y="31286"/>
                    <a:pt x="45464" y="31100"/>
                    <a:pt x="45381" y="30999"/>
                  </a:cubicBezTo>
                  <a:cubicBezTo>
                    <a:pt x="44978" y="30498"/>
                    <a:pt x="44472" y="30182"/>
                    <a:pt x="43851" y="30051"/>
                  </a:cubicBezTo>
                  <a:cubicBezTo>
                    <a:pt x="43634" y="30002"/>
                    <a:pt x="43416" y="29932"/>
                    <a:pt x="43204" y="29861"/>
                  </a:cubicBezTo>
                  <a:cubicBezTo>
                    <a:pt x="43018" y="29795"/>
                    <a:pt x="42904" y="29687"/>
                    <a:pt x="42850" y="29507"/>
                  </a:cubicBezTo>
                  <a:cubicBezTo>
                    <a:pt x="42735" y="29148"/>
                    <a:pt x="42583" y="28805"/>
                    <a:pt x="42512" y="28429"/>
                  </a:cubicBezTo>
                  <a:cubicBezTo>
                    <a:pt x="42421" y="27938"/>
                    <a:pt x="42250" y="27762"/>
                    <a:pt x="41857" y="27762"/>
                  </a:cubicBezTo>
                  <a:cubicBezTo>
                    <a:pt x="41779" y="27762"/>
                    <a:pt x="41693" y="27769"/>
                    <a:pt x="41598" y="27781"/>
                  </a:cubicBezTo>
                  <a:cubicBezTo>
                    <a:pt x="41037" y="27852"/>
                    <a:pt x="40492" y="28032"/>
                    <a:pt x="39921" y="28042"/>
                  </a:cubicBezTo>
                  <a:cubicBezTo>
                    <a:pt x="39834" y="28042"/>
                    <a:pt x="39703" y="28048"/>
                    <a:pt x="39709" y="28168"/>
                  </a:cubicBezTo>
                  <a:cubicBezTo>
                    <a:pt x="39714" y="28277"/>
                    <a:pt x="39834" y="28304"/>
                    <a:pt x="39921" y="28326"/>
                  </a:cubicBezTo>
                  <a:cubicBezTo>
                    <a:pt x="40351" y="28421"/>
                    <a:pt x="40770" y="28569"/>
                    <a:pt x="41209" y="28569"/>
                  </a:cubicBezTo>
                  <a:cubicBezTo>
                    <a:pt x="41298" y="28569"/>
                    <a:pt x="41387" y="28562"/>
                    <a:pt x="41478" y="28549"/>
                  </a:cubicBezTo>
                  <a:cubicBezTo>
                    <a:pt x="41499" y="28546"/>
                    <a:pt x="41518" y="28545"/>
                    <a:pt x="41537" y="28545"/>
                  </a:cubicBezTo>
                  <a:cubicBezTo>
                    <a:pt x="41669" y="28545"/>
                    <a:pt x="41745" y="28613"/>
                    <a:pt x="41788" y="28761"/>
                  </a:cubicBezTo>
                  <a:cubicBezTo>
                    <a:pt x="41870" y="29071"/>
                    <a:pt x="42022" y="29354"/>
                    <a:pt x="42093" y="29665"/>
                  </a:cubicBezTo>
                  <a:cubicBezTo>
                    <a:pt x="42213" y="30182"/>
                    <a:pt x="42512" y="30558"/>
                    <a:pt x="42969" y="30808"/>
                  </a:cubicBezTo>
                  <a:cubicBezTo>
                    <a:pt x="43165" y="30917"/>
                    <a:pt x="43351" y="31042"/>
                    <a:pt x="43536" y="31173"/>
                  </a:cubicBezTo>
                  <a:cubicBezTo>
                    <a:pt x="43753" y="31325"/>
                    <a:pt x="43911" y="31527"/>
                    <a:pt x="44015" y="31772"/>
                  </a:cubicBezTo>
                  <a:cubicBezTo>
                    <a:pt x="44163" y="32133"/>
                    <a:pt x="44202" y="32222"/>
                    <a:pt x="44418" y="32222"/>
                  </a:cubicBezTo>
                  <a:cubicBezTo>
                    <a:pt x="44494" y="32222"/>
                    <a:pt x="44593" y="32211"/>
                    <a:pt x="44728" y="32196"/>
                  </a:cubicBezTo>
                  <a:cubicBezTo>
                    <a:pt x="44799" y="32188"/>
                    <a:pt x="44870" y="32184"/>
                    <a:pt x="44940" y="32184"/>
                  </a:cubicBezTo>
                  <a:cubicBezTo>
                    <a:pt x="45205" y="32184"/>
                    <a:pt x="45455" y="32247"/>
                    <a:pt x="45675" y="32419"/>
                  </a:cubicBezTo>
                  <a:cubicBezTo>
                    <a:pt x="45638" y="32423"/>
                    <a:pt x="45602" y="32425"/>
                    <a:pt x="45565" y="32425"/>
                  </a:cubicBezTo>
                  <a:cubicBezTo>
                    <a:pt x="45321" y="32425"/>
                    <a:pt x="45087" y="32352"/>
                    <a:pt x="44846" y="32352"/>
                  </a:cubicBezTo>
                  <a:cubicBezTo>
                    <a:pt x="44805" y="32352"/>
                    <a:pt x="44764" y="32355"/>
                    <a:pt x="44722" y="32360"/>
                  </a:cubicBezTo>
                  <a:cubicBezTo>
                    <a:pt x="44641" y="32370"/>
                    <a:pt x="44543" y="32376"/>
                    <a:pt x="44516" y="32463"/>
                  </a:cubicBezTo>
                  <a:cubicBezTo>
                    <a:pt x="44507" y="32486"/>
                    <a:pt x="44510" y="32506"/>
                    <a:pt x="44518" y="32524"/>
                  </a:cubicBezTo>
                  <a:lnTo>
                    <a:pt x="44518" y="32524"/>
                  </a:lnTo>
                  <a:cubicBezTo>
                    <a:pt x="44414" y="32438"/>
                    <a:pt x="44305" y="32358"/>
                    <a:pt x="44200" y="32278"/>
                  </a:cubicBezTo>
                  <a:cubicBezTo>
                    <a:pt x="43821" y="32000"/>
                    <a:pt x="43424" y="31905"/>
                    <a:pt x="43018" y="31905"/>
                  </a:cubicBezTo>
                  <a:cubicBezTo>
                    <a:pt x="42613" y="31905"/>
                    <a:pt x="42199" y="32000"/>
                    <a:pt x="41788" y="32104"/>
                  </a:cubicBezTo>
                  <a:cubicBezTo>
                    <a:pt x="41592" y="32153"/>
                    <a:pt x="41674" y="32294"/>
                    <a:pt x="41783" y="32360"/>
                  </a:cubicBezTo>
                  <a:cubicBezTo>
                    <a:pt x="41994" y="32485"/>
                    <a:pt x="42205" y="32596"/>
                    <a:pt x="42447" y="32596"/>
                  </a:cubicBezTo>
                  <a:cubicBezTo>
                    <a:pt x="42542" y="32596"/>
                    <a:pt x="42641" y="32579"/>
                    <a:pt x="42746" y="32539"/>
                  </a:cubicBezTo>
                  <a:cubicBezTo>
                    <a:pt x="42847" y="32501"/>
                    <a:pt x="42947" y="32484"/>
                    <a:pt x="43044" y="32484"/>
                  </a:cubicBezTo>
                  <a:cubicBezTo>
                    <a:pt x="43418" y="32484"/>
                    <a:pt x="43734" y="32748"/>
                    <a:pt x="43764" y="33116"/>
                  </a:cubicBezTo>
                  <a:cubicBezTo>
                    <a:pt x="43504" y="32728"/>
                    <a:pt x="43351" y="32580"/>
                    <a:pt x="43066" y="32580"/>
                  </a:cubicBezTo>
                  <a:cubicBezTo>
                    <a:pt x="42940" y="32580"/>
                    <a:pt x="42787" y="32609"/>
                    <a:pt x="42588" y="32659"/>
                  </a:cubicBezTo>
                  <a:cubicBezTo>
                    <a:pt x="42545" y="32670"/>
                    <a:pt x="42503" y="32675"/>
                    <a:pt x="42462" y="32675"/>
                  </a:cubicBezTo>
                  <a:cubicBezTo>
                    <a:pt x="42325" y="32675"/>
                    <a:pt x="42204" y="32620"/>
                    <a:pt x="42082" y="32561"/>
                  </a:cubicBezTo>
                  <a:cubicBezTo>
                    <a:pt x="41803" y="32424"/>
                    <a:pt x="41585" y="32159"/>
                    <a:pt x="41248" y="32159"/>
                  </a:cubicBezTo>
                  <a:cubicBezTo>
                    <a:pt x="41224" y="32159"/>
                    <a:pt x="41199" y="32161"/>
                    <a:pt x="41173" y="32164"/>
                  </a:cubicBezTo>
                  <a:cubicBezTo>
                    <a:pt x="41170" y="32164"/>
                    <a:pt x="41167" y="32164"/>
                    <a:pt x="41164" y="32164"/>
                  </a:cubicBezTo>
                  <a:cubicBezTo>
                    <a:pt x="41134" y="32164"/>
                    <a:pt x="41100" y="32139"/>
                    <a:pt x="41080" y="32109"/>
                  </a:cubicBezTo>
                  <a:cubicBezTo>
                    <a:pt x="41000" y="31999"/>
                    <a:pt x="40928" y="31955"/>
                    <a:pt x="40859" y="31955"/>
                  </a:cubicBezTo>
                  <a:cubicBezTo>
                    <a:pt x="40765" y="31955"/>
                    <a:pt x="40679" y="32039"/>
                    <a:pt x="40590" y="32153"/>
                  </a:cubicBezTo>
                  <a:cubicBezTo>
                    <a:pt x="40220" y="32615"/>
                    <a:pt x="39839" y="33056"/>
                    <a:pt x="39257" y="33258"/>
                  </a:cubicBezTo>
                  <a:cubicBezTo>
                    <a:pt x="39160" y="33290"/>
                    <a:pt x="39069" y="33325"/>
                    <a:pt x="38983" y="33325"/>
                  </a:cubicBezTo>
                  <a:cubicBezTo>
                    <a:pt x="38895" y="33325"/>
                    <a:pt x="38811" y="33289"/>
                    <a:pt x="38729" y="33176"/>
                  </a:cubicBezTo>
                  <a:cubicBezTo>
                    <a:pt x="38644" y="33056"/>
                    <a:pt x="38580" y="32997"/>
                    <a:pt x="38510" y="32997"/>
                  </a:cubicBezTo>
                  <a:cubicBezTo>
                    <a:pt x="38442" y="32997"/>
                    <a:pt x="38369" y="33054"/>
                    <a:pt x="38266" y="33165"/>
                  </a:cubicBezTo>
                  <a:cubicBezTo>
                    <a:pt x="37972" y="33492"/>
                    <a:pt x="37721" y="33840"/>
                    <a:pt x="37531" y="34243"/>
                  </a:cubicBezTo>
                  <a:cubicBezTo>
                    <a:pt x="37348" y="34622"/>
                    <a:pt x="37204" y="34736"/>
                    <a:pt x="36878" y="34736"/>
                  </a:cubicBezTo>
                  <a:cubicBezTo>
                    <a:pt x="36796" y="34736"/>
                    <a:pt x="36703" y="34729"/>
                    <a:pt x="36595" y="34717"/>
                  </a:cubicBezTo>
                  <a:cubicBezTo>
                    <a:pt x="36558" y="34610"/>
                    <a:pt x="36509" y="34549"/>
                    <a:pt x="36454" y="34549"/>
                  </a:cubicBezTo>
                  <a:cubicBezTo>
                    <a:pt x="36410" y="34549"/>
                    <a:pt x="36362" y="34586"/>
                    <a:pt x="36311" y="34668"/>
                  </a:cubicBezTo>
                  <a:cubicBezTo>
                    <a:pt x="36208" y="34837"/>
                    <a:pt x="36072" y="34989"/>
                    <a:pt x="36034" y="35190"/>
                  </a:cubicBezTo>
                  <a:cubicBezTo>
                    <a:pt x="35992" y="35394"/>
                    <a:pt x="35868" y="35488"/>
                    <a:pt x="35688" y="35488"/>
                  </a:cubicBezTo>
                  <a:cubicBezTo>
                    <a:pt x="35656" y="35488"/>
                    <a:pt x="35622" y="35485"/>
                    <a:pt x="35587" y="35479"/>
                  </a:cubicBezTo>
                  <a:cubicBezTo>
                    <a:pt x="34852" y="35310"/>
                    <a:pt x="34379" y="34798"/>
                    <a:pt x="33938" y="34238"/>
                  </a:cubicBezTo>
                  <a:cubicBezTo>
                    <a:pt x="33410" y="33557"/>
                    <a:pt x="32893" y="32877"/>
                    <a:pt x="32446" y="32136"/>
                  </a:cubicBezTo>
                  <a:cubicBezTo>
                    <a:pt x="32283" y="31870"/>
                    <a:pt x="32114" y="31603"/>
                    <a:pt x="31777" y="31516"/>
                  </a:cubicBezTo>
                  <a:cubicBezTo>
                    <a:pt x="31773" y="31516"/>
                    <a:pt x="31769" y="31516"/>
                    <a:pt x="31765" y="31516"/>
                  </a:cubicBezTo>
                  <a:cubicBezTo>
                    <a:pt x="31668" y="31516"/>
                    <a:pt x="31605" y="31448"/>
                    <a:pt x="31537" y="31385"/>
                  </a:cubicBezTo>
                  <a:cubicBezTo>
                    <a:pt x="31069" y="30922"/>
                    <a:pt x="30655" y="30411"/>
                    <a:pt x="30372" y="29817"/>
                  </a:cubicBezTo>
                  <a:cubicBezTo>
                    <a:pt x="30192" y="29442"/>
                    <a:pt x="30029" y="29044"/>
                    <a:pt x="30100" y="28609"/>
                  </a:cubicBezTo>
                  <a:cubicBezTo>
                    <a:pt x="30122" y="28527"/>
                    <a:pt x="30111" y="28445"/>
                    <a:pt x="30100" y="28364"/>
                  </a:cubicBezTo>
                  <a:cubicBezTo>
                    <a:pt x="29996" y="27629"/>
                    <a:pt x="29839" y="26905"/>
                    <a:pt x="29773" y="26164"/>
                  </a:cubicBezTo>
                  <a:cubicBezTo>
                    <a:pt x="29702" y="25320"/>
                    <a:pt x="29735" y="24493"/>
                    <a:pt x="30165" y="23731"/>
                  </a:cubicBezTo>
                  <a:cubicBezTo>
                    <a:pt x="30258" y="23562"/>
                    <a:pt x="30285" y="23377"/>
                    <a:pt x="30318" y="23192"/>
                  </a:cubicBezTo>
                  <a:cubicBezTo>
                    <a:pt x="30503" y="22190"/>
                    <a:pt x="30889" y="21281"/>
                    <a:pt x="31739" y="20671"/>
                  </a:cubicBezTo>
                  <a:cubicBezTo>
                    <a:pt x="32218" y="20328"/>
                    <a:pt x="32517" y="19904"/>
                    <a:pt x="32680" y="19354"/>
                  </a:cubicBezTo>
                  <a:cubicBezTo>
                    <a:pt x="32675" y="19000"/>
                    <a:pt x="32767" y="18635"/>
                    <a:pt x="32620" y="18287"/>
                  </a:cubicBezTo>
                  <a:cubicBezTo>
                    <a:pt x="32424" y="18461"/>
                    <a:pt x="32435" y="18711"/>
                    <a:pt x="32381" y="18935"/>
                  </a:cubicBezTo>
                  <a:cubicBezTo>
                    <a:pt x="32305" y="19250"/>
                    <a:pt x="32174" y="19517"/>
                    <a:pt x="31837" y="19615"/>
                  </a:cubicBezTo>
                  <a:cubicBezTo>
                    <a:pt x="31559" y="19697"/>
                    <a:pt x="31325" y="19838"/>
                    <a:pt x="31145" y="20078"/>
                  </a:cubicBezTo>
                  <a:cubicBezTo>
                    <a:pt x="31092" y="20153"/>
                    <a:pt x="31017" y="20233"/>
                    <a:pt x="30920" y="20233"/>
                  </a:cubicBezTo>
                  <a:cubicBezTo>
                    <a:pt x="30898" y="20233"/>
                    <a:pt x="30875" y="20228"/>
                    <a:pt x="30851" y="20219"/>
                  </a:cubicBezTo>
                  <a:cubicBezTo>
                    <a:pt x="30737" y="20176"/>
                    <a:pt x="30721" y="20056"/>
                    <a:pt x="30699" y="19953"/>
                  </a:cubicBezTo>
                  <a:cubicBezTo>
                    <a:pt x="30623" y="19621"/>
                    <a:pt x="30606" y="19278"/>
                    <a:pt x="30546" y="18940"/>
                  </a:cubicBezTo>
                  <a:cubicBezTo>
                    <a:pt x="30525" y="18837"/>
                    <a:pt x="30525" y="18701"/>
                    <a:pt x="30421" y="18662"/>
                  </a:cubicBezTo>
                  <a:cubicBezTo>
                    <a:pt x="30405" y="18657"/>
                    <a:pt x="30391" y="18655"/>
                    <a:pt x="30378" y="18655"/>
                  </a:cubicBezTo>
                  <a:cubicBezTo>
                    <a:pt x="30286" y="18655"/>
                    <a:pt x="30250" y="18775"/>
                    <a:pt x="30192" y="18837"/>
                  </a:cubicBezTo>
                  <a:cubicBezTo>
                    <a:pt x="30089" y="18945"/>
                    <a:pt x="30020" y="19002"/>
                    <a:pt x="29960" y="19002"/>
                  </a:cubicBezTo>
                  <a:cubicBezTo>
                    <a:pt x="29893" y="19002"/>
                    <a:pt x="29837" y="18931"/>
                    <a:pt x="29757" y="18782"/>
                  </a:cubicBezTo>
                  <a:cubicBezTo>
                    <a:pt x="29588" y="18472"/>
                    <a:pt x="29441" y="18151"/>
                    <a:pt x="29294" y="17830"/>
                  </a:cubicBezTo>
                  <a:cubicBezTo>
                    <a:pt x="28973" y="17133"/>
                    <a:pt x="28674" y="16425"/>
                    <a:pt x="28145" y="15848"/>
                  </a:cubicBezTo>
                  <a:cubicBezTo>
                    <a:pt x="28061" y="15763"/>
                    <a:pt x="27976" y="15642"/>
                    <a:pt x="27857" y="15642"/>
                  </a:cubicBezTo>
                  <a:cubicBezTo>
                    <a:pt x="27838" y="15642"/>
                    <a:pt x="27818" y="15645"/>
                    <a:pt x="27797" y="15652"/>
                  </a:cubicBezTo>
                  <a:cubicBezTo>
                    <a:pt x="27623" y="15701"/>
                    <a:pt x="27726" y="15870"/>
                    <a:pt x="27710" y="15989"/>
                  </a:cubicBezTo>
                  <a:cubicBezTo>
                    <a:pt x="27705" y="16012"/>
                    <a:pt x="27693" y="16024"/>
                    <a:pt x="27648" y="16024"/>
                  </a:cubicBezTo>
                  <a:cubicBezTo>
                    <a:pt x="27640" y="16024"/>
                    <a:pt x="27629" y="16023"/>
                    <a:pt x="27617" y="16022"/>
                  </a:cubicBezTo>
                  <a:cubicBezTo>
                    <a:pt x="27313" y="15625"/>
                    <a:pt x="26872" y="15314"/>
                    <a:pt x="26518" y="14928"/>
                  </a:cubicBezTo>
                  <a:cubicBezTo>
                    <a:pt x="25652" y="13981"/>
                    <a:pt x="24683" y="13164"/>
                    <a:pt x="23583" y="12500"/>
                  </a:cubicBezTo>
                  <a:cubicBezTo>
                    <a:pt x="22876" y="12070"/>
                    <a:pt x="22233" y="11547"/>
                    <a:pt x="21683" y="10927"/>
                  </a:cubicBezTo>
                  <a:cubicBezTo>
                    <a:pt x="21134" y="10306"/>
                    <a:pt x="20524" y="9745"/>
                    <a:pt x="19865" y="9255"/>
                  </a:cubicBezTo>
                  <a:cubicBezTo>
                    <a:pt x="18183" y="7992"/>
                    <a:pt x="16626" y="6593"/>
                    <a:pt x="15123" y="5134"/>
                  </a:cubicBezTo>
                  <a:cubicBezTo>
                    <a:pt x="14318" y="4350"/>
                    <a:pt x="13403" y="3735"/>
                    <a:pt x="12445" y="3174"/>
                  </a:cubicBezTo>
                  <a:cubicBezTo>
                    <a:pt x="10970" y="2309"/>
                    <a:pt x="9424" y="1579"/>
                    <a:pt x="7834" y="937"/>
                  </a:cubicBezTo>
                  <a:cubicBezTo>
                    <a:pt x="6412" y="368"/>
                    <a:pt x="4948" y="0"/>
                    <a:pt x="3399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39"/>
            <p:cNvSpPr/>
            <p:nvPr/>
          </p:nvSpPr>
          <p:spPr>
            <a:xfrm rot="-937699">
              <a:off x="-1335" y="1739288"/>
              <a:ext cx="1439591" cy="943766"/>
            </a:xfrm>
            <a:custGeom>
              <a:rect b="b" l="l" r="r" t="t"/>
              <a:pathLst>
                <a:path extrusionOk="0" h="14348" w="21886">
                  <a:moveTo>
                    <a:pt x="4514" y="1"/>
                  </a:moveTo>
                  <a:cubicBezTo>
                    <a:pt x="4471" y="1"/>
                    <a:pt x="4438" y="25"/>
                    <a:pt x="4427" y="109"/>
                  </a:cubicBezTo>
                  <a:cubicBezTo>
                    <a:pt x="4459" y="283"/>
                    <a:pt x="4606" y="348"/>
                    <a:pt x="4732" y="430"/>
                  </a:cubicBezTo>
                  <a:cubicBezTo>
                    <a:pt x="5298" y="789"/>
                    <a:pt x="5858" y="1165"/>
                    <a:pt x="6414" y="1540"/>
                  </a:cubicBezTo>
                  <a:cubicBezTo>
                    <a:pt x="6784" y="1791"/>
                    <a:pt x="7013" y="2128"/>
                    <a:pt x="7072" y="2580"/>
                  </a:cubicBezTo>
                  <a:cubicBezTo>
                    <a:pt x="7127" y="2978"/>
                    <a:pt x="7181" y="3375"/>
                    <a:pt x="7323" y="3756"/>
                  </a:cubicBezTo>
                  <a:cubicBezTo>
                    <a:pt x="7464" y="4148"/>
                    <a:pt x="7704" y="4453"/>
                    <a:pt x="8118" y="4540"/>
                  </a:cubicBezTo>
                  <a:cubicBezTo>
                    <a:pt x="9060" y="4731"/>
                    <a:pt x="9854" y="5253"/>
                    <a:pt x="10704" y="5645"/>
                  </a:cubicBezTo>
                  <a:cubicBezTo>
                    <a:pt x="10938" y="5749"/>
                    <a:pt x="11041" y="5906"/>
                    <a:pt x="10981" y="6179"/>
                  </a:cubicBezTo>
                  <a:cubicBezTo>
                    <a:pt x="10938" y="6380"/>
                    <a:pt x="10927" y="6598"/>
                    <a:pt x="11079" y="6783"/>
                  </a:cubicBezTo>
                  <a:cubicBezTo>
                    <a:pt x="11498" y="7284"/>
                    <a:pt x="11896" y="7774"/>
                    <a:pt x="12636" y="7828"/>
                  </a:cubicBezTo>
                  <a:cubicBezTo>
                    <a:pt x="13050" y="7855"/>
                    <a:pt x="13464" y="8030"/>
                    <a:pt x="13774" y="8356"/>
                  </a:cubicBezTo>
                  <a:cubicBezTo>
                    <a:pt x="14024" y="8623"/>
                    <a:pt x="14003" y="8748"/>
                    <a:pt x="13654" y="8895"/>
                  </a:cubicBezTo>
                  <a:cubicBezTo>
                    <a:pt x="13500" y="8961"/>
                    <a:pt x="13342" y="8987"/>
                    <a:pt x="13184" y="8987"/>
                  </a:cubicBezTo>
                  <a:cubicBezTo>
                    <a:pt x="13029" y="8987"/>
                    <a:pt x="12874" y="8963"/>
                    <a:pt x="12718" y="8928"/>
                  </a:cubicBezTo>
                  <a:cubicBezTo>
                    <a:pt x="12293" y="8841"/>
                    <a:pt x="11880" y="8705"/>
                    <a:pt x="11460" y="8579"/>
                  </a:cubicBezTo>
                  <a:cubicBezTo>
                    <a:pt x="10731" y="8373"/>
                    <a:pt x="10170" y="7992"/>
                    <a:pt x="9773" y="7338"/>
                  </a:cubicBezTo>
                  <a:cubicBezTo>
                    <a:pt x="9359" y="6652"/>
                    <a:pt x="8771" y="6157"/>
                    <a:pt x="7971" y="5955"/>
                  </a:cubicBezTo>
                  <a:cubicBezTo>
                    <a:pt x="7786" y="5906"/>
                    <a:pt x="7611" y="5836"/>
                    <a:pt x="7443" y="5754"/>
                  </a:cubicBezTo>
                  <a:cubicBezTo>
                    <a:pt x="7411" y="5746"/>
                    <a:pt x="7380" y="5740"/>
                    <a:pt x="7351" y="5740"/>
                  </a:cubicBezTo>
                  <a:cubicBezTo>
                    <a:pt x="7300" y="5740"/>
                    <a:pt x="7254" y="5758"/>
                    <a:pt x="7219" y="5814"/>
                  </a:cubicBezTo>
                  <a:cubicBezTo>
                    <a:pt x="7209" y="5901"/>
                    <a:pt x="7127" y="5945"/>
                    <a:pt x="7083" y="6015"/>
                  </a:cubicBezTo>
                  <a:cubicBezTo>
                    <a:pt x="6909" y="6315"/>
                    <a:pt x="6920" y="6707"/>
                    <a:pt x="7154" y="6881"/>
                  </a:cubicBezTo>
                  <a:cubicBezTo>
                    <a:pt x="7470" y="7104"/>
                    <a:pt x="7742" y="7387"/>
                    <a:pt x="8063" y="7605"/>
                  </a:cubicBezTo>
                  <a:cubicBezTo>
                    <a:pt x="8265" y="7741"/>
                    <a:pt x="8346" y="7855"/>
                    <a:pt x="8090" y="8013"/>
                  </a:cubicBezTo>
                  <a:cubicBezTo>
                    <a:pt x="7976" y="8084"/>
                    <a:pt x="7889" y="8182"/>
                    <a:pt x="7856" y="8313"/>
                  </a:cubicBezTo>
                  <a:cubicBezTo>
                    <a:pt x="7809" y="8511"/>
                    <a:pt x="7697" y="8583"/>
                    <a:pt x="7539" y="8583"/>
                  </a:cubicBezTo>
                  <a:cubicBezTo>
                    <a:pt x="7497" y="8583"/>
                    <a:pt x="7452" y="8578"/>
                    <a:pt x="7405" y="8569"/>
                  </a:cubicBezTo>
                  <a:cubicBezTo>
                    <a:pt x="7326" y="8555"/>
                    <a:pt x="7249" y="8549"/>
                    <a:pt x="7175" y="8549"/>
                  </a:cubicBezTo>
                  <a:cubicBezTo>
                    <a:pt x="6909" y="8549"/>
                    <a:pt x="6670" y="8636"/>
                    <a:pt x="6457" y="8835"/>
                  </a:cubicBezTo>
                  <a:cubicBezTo>
                    <a:pt x="6218" y="9059"/>
                    <a:pt x="5924" y="9167"/>
                    <a:pt x="5603" y="9238"/>
                  </a:cubicBezTo>
                  <a:cubicBezTo>
                    <a:pt x="5363" y="9293"/>
                    <a:pt x="5118" y="9331"/>
                    <a:pt x="4884" y="9412"/>
                  </a:cubicBezTo>
                  <a:cubicBezTo>
                    <a:pt x="4655" y="9494"/>
                    <a:pt x="4470" y="9636"/>
                    <a:pt x="4465" y="9881"/>
                  </a:cubicBezTo>
                  <a:cubicBezTo>
                    <a:pt x="4454" y="10343"/>
                    <a:pt x="4203" y="10616"/>
                    <a:pt x="3828" y="10822"/>
                  </a:cubicBezTo>
                  <a:cubicBezTo>
                    <a:pt x="3643" y="10926"/>
                    <a:pt x="3490" y="11078"/>
                    <a:pt x="3338" y="11225"/>
                  </a:cubicBezTo>
                  <a:cubicBezTo>
                    <a:pt x="3245" y="11318"/>
                    <a:pt x="3158" y="11410"/>
                    <a:pt x="3022" y="11443"/>
                  </a:cubicBezTo>
                  <a:cubicBezTo>
                    <a:pt x="2151" y="11639"/>
                    <a:pt x="1405" y="12134"/>
                    <a:pt x="621" y="12526"/>
                  </a:cubicBezTo>
                  <a:cubicBezTo>
                    <a:pt x="398" y="12641"/>
                    <a:pt x="191" y="12777"/>
                    <a:pt x="61" y="13000"/>
                  </a:cubicBezTo>
                  <a:cubicBezTo>
                    <a:pt x="17" y="13071"/>
                    <a:pt x="1" y="13158"/>
                    <a:pt x="66" y="13229"/>
                  </a:cubicBezTo>
                  <a:cubicBezTo>
                    <a:pt x="90" y="13252"/>
                    <a:pt x="115" y="13261"/>
                    <a:pt x="142" y="13261"/>
                  </a:cubicBezTo>
                  <a:cubicBezTo>
                    <a:pt x="181" y="13261"/>
                    <a:pt x="223" y="13242"/>
                    <a:pt x="262" y="13229"/>
                  </a:cubicBezTo>
                  <a:cubicBezTo>
                    <a:pt x="333" y="13207"/>
                    <a:pt x="393" y="13169"/>
                    <a:pt x="453" y="13131"/>
                  </a:cubicBezTo>
                  <a:cubicBezTo>
                    <a:pt x="953" y="12804"/>
                    <a:pt x="1530" y="12739"/>
                    <a:pt x="2097" y="12646"/>
                  </a:cubicBezTo>
                  <a:cubicBezTo>
                    <a:pt x="2132" y="12641"/>
                    <a:pt x="2189" y="12613"/>
                    <a:pt x="2238" y="12613"/>
                  </a:cubicBezTo>
                  <a:cubicBezTo>
                    <a:pt x="2285" y="12613"/>
                    <a:pt x="2325" y="12639"/>
                    <a:pt x="2331" y="12739"/>
                  </a:cubicBezTo>
                  <a:cubicBezTo>
                    <a:pt x="2469" y="12786"/>
                    <a:pt x="2608" y="12822"/>
                    <a:pt x="2748" y="12822"/>
                  </a:cubicBezTo>
                  <a:cubicBezTo>
                    <a:pt x="2850" y="12822"/>
                    <a:pt x="2952" y="12803"/>
                    <a:pt x="3055" y="12755"/>
                  </a:cubicBezTo>
                  <a:cubicBezTo>
                    <a:pt x="3048" y="12595"/>
                    <a:pt x="3124" y="12564"/>
                    <a:pt x="3212" y="12564"/>
                  </a:cubicBezTo>
                  <a:cubicBezTo>
                    <a:pt x="3266" y="12564"/>
                    <a:pt x="3324" y="12576"/>
                    <a:pt x="3370" y="12576"/>
                  </a:cubicBezTo>
                  <a:cubicBezTo>
                    <a:pt x="3374" y="12576"/>
                    <a:pt x="3378" y="12576"/>
                    <a:pt x="3381" y="12575"/>
                  </a:cubicBezTo>
                  <a:cubicBezTo>
                    <a:pt x="3738" y="12567"/>
                    <a:pt x="4096" y="12566"/>
                    <a:pt x="4454" y="12566"/>
                  </a:cubicBezTo>
                  <a:cubicBezTo>
                    <a:pt x="4633" y="12566"/>
                    <a:pt x="4812" y="12566"/>
                    <a:pt x="4991" y="12566"/>
                  </a:cubicBezTo>
                  <a:cubicBezTo>
                    <a:pt x="5169" y="12566"/>
                    <a:pt x="5348" y="12566"/>
                    <a:pt x="5526" y="12564"/>
                  </a:cubicBezTo>
                  <a:cubicBezTo>
                    <a:pt x="5728" y="12564"/>
                    <a:pt x="5918" y="12505"/>
                    <a:pt x="6114" y="12488"/>
                  </a:cubicBezTo>
                  <a:cubicBezTo>
                    <a:pt x="6287" y="12440"/>
                    <a:pt x="6459" y="12422"/>
                    <a:pt x="6636" y="12422"/>
                  </a:cubicBezTo>
                  <a:cubicBezTo>
                    <a:pt x="6660" y="12422"/>
                    <a:pt x="6684" y="12422"/>
                    <a:pt x="6708" y="12423"/>
                  </a:cubicBezTo>
                  <a:cubicBezTo>
                    <a:pt x="7530" y="12466"/>
                    <a:pt x="8352" y="12521"/>
                    <a:pt x="9174" y="12564"/>
                  </a:cubicBezTo>
                  <a:cubicBezTo>
                    <a:pt x="10350" y="12624"/>
                    <a:pt x="11515" y="12771"/>
                    <a:pt x="12680" y="12913"/>
                  </a:cubicBezTo>
                  <a:cubicBezTo>
                    <a:pt x="13687" y="13033"/>
                    <a:pt x="14651" y="13359"/>
                    <a:pt x="15636" y="13599"/>
                  </a:cubicBezTo>
                  <a:cubicBezTo>
                    <a:pt x="16017" y="13691"/>
                    <a:pt x="16420" y="13740"/>
                    <a:pt x="16779" y="13920"/>
                  </a:cubicBezTo>
                  <a:cubicBezTo>
                    <a:pt x="16871" y="13999"/>
                    <a:pt x="16966" y="14066"/>
                    <a:pt x="17081" y="14066"/>
                  </a:cubicBezTo>
                  <a:cubicBezTo>
                    <a:pt x="17116" y="14066"/>
                    <a:pt x="17153" y="14059"/>
                    <a:pt x="17193" y="14045"/>
                  </a:cubicBezTo>
                  <a:cubicBezTo>
                    <a:pt x="17291" y="13773"/>
                    <a:pt x="17492" y="13691"/>
                    <a:pt x="17770" y="13680"/>
                  </a:cubicBezTo>
                  <a:cubicBezTo>
                    <a:pt x="18075" y="13670"/>
                    <a:pt x="18380" y="13642"/>
                    <a:pt x="18679" y="13593"/>
                  </a:cubicBezTo>
                  <a:cubicBezTo>
                    <a:pt x="18874" y="13560"/>
                    <a:pt x="19065" y="13544"/>
                    <a:pt x="19252" y="13544"/>
                  </a:cubicBezTo>
                  <a:cubicBezTo>
                    <a:pt x="19839" y="13544"/>
                    <a:pt x="20390" y="13708"/>
                    <a:pt x="20906" y="14051"/>
                  </a:cubicBezTo>
                  <a:cubicBezTo>
                    <a:pt x="21064" y="14154"/>
                    <a:pt x="21232" y="14236"/>
                    <a:pt x="21407" y="14307"/>
                  </a:cubicBezTo>
                  <a:cubicBezTo>
                    <a:pt x="21452" y="14326"/>
                    <a:pt x="21502" y="14348"/>
                    <a:pt x="21550" y="14348"/>
                  </a:cubicBezTo>
                  <a:cubicBezTo>
                    <a:pt x="21581" y="14348"/>
                    <a:pt x="21612" y="14338"/>
                    <a:pt x="21641" y="14312"/>
                  </a:cubicBezTo>
                  <a:cubicBezTo>
                    <a:pt x="21706" y="14241"/>
                    <a:pt x="21668" y="14154"/>
                    <a:pt x="21641" y="14078"/>
                  </a:cubicBezTo>
                  <a:cubicBezTo>
                    <a:pt x="21575" y="13860"/>
                    <a:pt x="21477" y="13664"/>
                    <a:pt x="21352" y="13474"/>
                  </a:cubicBezTo>
                  <a:cubicBezTo>
                    <a:pt x="21216" y="13267"/>
                    <a:pt x="21064" y="13071"/>
                    <a:pt x="20917" y="12875"/>
                  </a:cubicBezTo>
                  <a:cubicBezTo>
                    <a:pt x="20878" y="12820"/>
                    <a:pt x="20829" y="12750"/>
                    <a:pt x="20878" y="12679"/>
                  </a:cubicBezTo>
                  <a:cubicBezTo>
                    <a:pt x="20903" y="12643"/>
                    <a:pt x="20934" y="12633"/>
                    <a:pt x="20968" y="12633"/>
                  </a:cubicBezTo>
                  <a:cubicBezTo>
                    <a:pt x="21001" y="12633"/>
                    <a:pt x="21036" y="12643"/>
                    <a:pt x="21069" y="12652"/>
                  </a:cubicBezTo>
                  <a:cubicBezTo>
                    <a:pt x="21232" y="12695"/>
                    <a:pt x="21374" y="12788"/>
                    <a:pt x="21526" y="12848"/>
                  </a:cubicBezTo>
                  <a:cubicBezTo>
                    <a:pt x="21580" y="12873"/>
                    <a:pt x="21644" y="12908"/>
                    <a:pt x="21703" y="12908"/>
                  </a:cubicBezTo>
                  <a:cubicBezTo>
                    <a:pt x="21733" y="12908"/>
                    <a:pt x="21762" y="12899"/>
                    <a:pt x="21788" y="12875"/>
                  </a:cubicBezTo>
                  <a:cubicBezTo>
                    <a:pt x="21886" y="12782"/>
                    <a:pt x="21798" y="12679"/>
                    <a:pt x="21749" y="12586"/>
                  </a:cubicBezTo>
                  <a:cubicBezTo>
                    <a:pt x="21717" y="12515"/>
                    <a:pt x="21668" y="12445"/>
                    <a:pt x="21630" y="12374"/>
                  </a:cubicBezTo>
                  <a:cubicBezTo>
                    <a:pt x="21216" y="11628"/>
                    <a:pt x="20601" y="11029"/>
                    <a:pt x="20073" y="10376"/>
                  </a:cubicBezTo>
                  <a:cubicBezTo>
                    <a:pt x="19768" y="10000"/>
                    <a:pt x="19468" y="9619"/>
                    <a:pt x="19082" y="9325"/>
                  </a:cubicBezTo>
                  <a:cubicBezTo>
                    <a:pt x="18886" y="9342"/>
                    <a:pt x="18929" y="9576"/>
                    <a:pt x="18799" y="9647"/>
                  </a:cubicBezTo>
                  <a:cubicBezTo>
                    <a:pt x="18772" y="9723"/>
                    <a:pt x="18793" y="9788"/>
                    <a:pt x="18826" y="9853"/>
                  </a:cubicBezTo>
                  <a:cubicBezTo>
                    <a:pt x="19066" y="10300"/>
                    <a:pt x="19349" y="10719"/>
                    <a:pt x="19654" y="11127"/>
                  </a:cubicBezTo>
                  <a:cubicBezTo>
                    <a:pt x="19909" y="11476"/>
                    <a:pt x="20345" y="11683"/>
                    <a:pt x="20497" y="12211"/>
                  </a:cubicBezTo>
                  <a:cubicBezTo>
                    <a:pt x="20220" y="11759"/>
                    <a:pt x="19806" y="11546"/>
                    <a:pt x="19507" y="11209"/>
                  </a:cubicBezTo>
                  <a:cubicBezTo>
                    <a:pt x="19038" y="10675"/>
                    <a:pt x="18766" y="10044"/>
                    <a:pt x="18510" y="9396"/>
                  </a:cubicBezTo>
                  <a:cubicBezTo>
                    <a:pt x="17650" y="8443"/>
                    <a:pt x="16801" y="7485"/>
                    <a:pt x="15848" y="6614"/>
                  </a:cubicBezTo>
                  <a:cubicBezTo>
                    <a:pt x="15184" y="6004"/>
                    <a:pt x="14465" y="5487"/>
                    <a:pt x="13681" y="5057"/>
                  </a:cubicBezTo>
                  <a:cubicBezTo>
                    <a:pt x="12604" y="4458"/>
                    <a:pt x="11455" y="3979"/>
                    <a:pt x="10464" y="3223"/>
                  </a:cubicBezTo>
                  <a:cubicBezTo>
                    <a:pt x="10235" y="3043"/>
                    <a:pt x="9996" y="2863"/>
                    <a:pt x="9729" y="2738"/>
                  </a:cubicBezTo>
                  <a:cubicBezTo>
                    <a:pt x="9190" y="2471"/>
                    <a:pt x="8673" y="2161"/>
                    <a:pt x="8188" y="1807"/>
                  </a:cubicBezTo>
                  <a:cubicBezTo>
                    <a:pt x="7105" y="1007"/>
                    <a:pt x="5902" y="463"/>
                    <a:pt x="4639" y="32"/>
                  </a:cubicBezTo>
                  <a:cubicBezTo>
                    <a:pt x="4596" y="20"/>
                    <a:pt x="4551" y="1"/>
                    <a:pt x="4514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39"/>
            <p:cNvSpPr/>
            <p:nvPr/>
          </p:nvSpPr>
          <p:spPr>
            <a:xfrm rot="-937699">
              <a:off x="502605" y="3054925"/>
              <a:ext cx="1126625" cy="1642118"/>
            </a:xfrm>
            <a:custGeom>
              <a:rect b="b" l="l" r="r" t="t"/>
              <a:pathLst>
                <a:path extrusionOk="0" h="24965" w="17128">
                  <a:moveTo>
                    <a:pt x="5546" y="0"/>
                  </a:moveTo>
                  <a:cubicBezTo>
                    <a:pt x="5404" y="0"/>
                    <a:pt x="5268" y="37"/>
                    <a:pt x="5156" y="187"/>
                  </a:cubicBezTo>
                  <a:cubicBezTo>
                    <a:pt x="5129" y="323"/>
                    <a:pt x="5036" y="421"/>
                    <a:pt x="4938" y="503"/>
                  </a:cubicBezTo>
                  <a:cubicBezTo>
                    <a:pt x="4503" y="846"/>
                    <a:pt x="4149" y="1276"/>
                    <a:pt x="3779" y="1684"/>
                  </a:cubicBezTo>
                  <a:cubicBezTo>
                    <a:pt x="2390" y="3187"/>
                    <a:pt x="1383" y="4923"/>
                    <a:pt x="746" y="6856"/>
                  </a:cubicBezTo>
                  <a:cubicBezTo>
                    <a:pt x="425" y="7825"/>
                    <a:pt x="213" y="8832"/>
                    <a:pt x="66" y="9850"/>
                  </a:cubicBezTo>
                  <a:cubicBezTo>
                    <a:pt x="44" y="10008"/>
                    <a:pt x="1" y="10177"/>
                    <a:pt x="137" y="10318"/>
                  </a:cubicBezTo>
                  <a:cubicBezTo>
                    <a:pt x="191" y="10318"/>
                    <a:pt x="213" y="10356"/>
                    <a:pt x="224" y="10405"/>
                  </a:cubicBezTo>
                  <a:cubicBezTo>
                    <a:pt x="284" y="10797"/>
                    <a:pt x="218" y="11206"/>
                    <a:pt x="158" y="11549"/>
                  </a:cubicBezTo>
                  <a:cubicBezTo>
                    <a:pt x="115" y="11788"/>
                    <a:pt x="164" y="12055"/>
                    <a:pt x="278" y="12289"/>
                  </a:cubicBezTo>
                  <a:cubicBezTo>
                    <a:pt x="305" y="12333"/>
                    <a:pt x="322" y="12376"/>
                    <a:pt x="338" y="12420"/>
                  </a:cubicBezTo>
                  <a:cubicBezTo>
                    <a:pt x="714" y="13438"/>
                    <a:pt x="1068" y="14461"/>
                    <a:pt x="1792" y="15305"/>
                  </a:cubicBezTo>
                  <a:cubicBezTo>
                    <a:pt x="2766" y="16426"/>
                    <a:pt x="3817" y="17461"/>
                    <a:pt x="5091" y="18266"/>
                  </a:cubicBezTo>
                  <a:cubicBezTo>
                    <a:pt x="5929" y="18795"/>
                    <a:pt x="6833" y="19203"/>
                    <a:pt x="7698" y="19676"/>
                  </a:cubicBezTo>
                  <a:cubicBezTo>
                    <a:pt x="8842" y="20302"/>
                    <a:pt x="9947" y="20978"/>
                    <a:pt x="10791" y="22061"/>
                  </a:cubicBezTo>
                  <a:cubicBezTo>
                    <a:pt x="10627" y="21952"/>
                    <a:pt x="10502" y="21865"/>
                    <a:pt x="10399" y="21756"/>
                  </a:cubicBezTo>
                  <a:cubicBezTo>
                    <a:pt x="9691" y="21048"/>
                    <a:pt x="8869" y="20504"/>
                    <a:pt x="8009" y="20009"/>
                  </a:cubicBezTo>
                  <a:cubicBezTo>
                    <a:pt x="7929" y="19963"/>
                    <a:pt x="7848" y="19890"/>
                    <a:pt x="7755" y="19890"/>
                  </a:cubicBezTo>
                  <a:cubicBezTo>
                    <a:pt x="7715" y="19890"/>
                    <a:pt x="7673" y="19904"/>
                    <a:pt x="7628" y="19938"/>
                  </a:cubicBezTo>
                  <a:cubicBezTo>
                    <a:pt x="7775" y="20047"/>
                    <a:pt x="7922" y="20166"/>
                    <a:pt x="8079" y="20270"/>
                  </a:cubicBezTo>
                  <a:cubicBezTo>
                    <a:pt x="9277" y="21065"/>
                    <a:pt x="10486" y="21843"/>
                    <a:pt x="11237" y="23133"/>
                  </a:cubicBezTo>
                  <a:cubicBezTo>
                    <a:pt x="11240" y="23135"/>
                    <a:pt x="11242" y="23136"/>
                    <a:pt x="11245" y="23136"/>
                  </a:cubicBezTo>
                  <a:cubicBezTo>
                    <a:pt x="11267" y="23136"/>
                    <a:pt x="11275" y="23059"/>
                    <a:pt x="11295" y="23059"/>
                  </a:cubicBezTo>
                  <a:cubicBezTo>
                    <a:pt x="11302" y="23059"/>
                    <a:pt x="11312" y="23070"/>
                    <a:pt x="11324" y="23101"/>
                  </a:cubicBezTo>
                  <a:cubicBezTo>
                    <a:pt x="11471" y="23460"/>
                    <a:pt x="11596" y="23825"/>
                    <a:pt x="11689" y="24200"/>
                  </a:cubicBezTo>
                  <a:cubicBezTo>
                    <a:pt x="11716" y="24320"/>
                    <a:pt x="11711" y="24462"/>
                    <a:pt x="11858" y="24543"/>
                  </a:cubicBezTo>
                  <a:cubicBezTo>
                    <a:pt x="11972" y="24456"/>
                    <a:pt x="11950" y="24315"/>
                    <a:pt x="11983" y="24195"/>
                  </a:cubicBezTo>
                  <a:lnTo>
                    <a:pt x="11983" y="24195"/>
                  </a:lnTo>
                  <a:cubicBezTo>
                    <a:pt x="11994" y="24282"/>
                    <a:pt x="11939" y="24380"/>
                    <a:pt x="12021" y="24462"/>
                  </a:cubicBezTo>
                  <a:cubicBezTo>
                    <a:pt x="12067" y="24438"/>
                    <a:pt x="12102" y="24428"/>
                    <a:pt x="12130" y="24428"/>
                  </a:cubicBezTo>
                  <a:cubicBezTo>
                    <a:pt x="12251" y="24428"/>
                    <a:pt x="12229" y="24612"/>
                    <a:pt x="12304" y="24674"/>
                  </a:cubicBezTo>
                  <a:cubicBezTo>
                    <a:pt x="12337" y="24712"/>
                    <a:pt x="12358" y="24750"/>
                    <a:pt x="12386" y="24788"/>
                  </a:cubicBezTo>
                  <a:cubicBezTo>
                    <a:pt x="12443" y="24860"/>
                    <a:pt x="12496" y="24964"/>
                    <a:pt x="12584" y="24964"/>
                  </a:cubicBezTo>
                  <a:cubicBezTo>
                    <a:pt x="12597" y="24964"/>
                    <a:pt x="12611" y="24962"/>
                    <a:pt x="12625" y="24957"/>
                  </a:cubicBezTo>
                  <a:cubicBezTo>
                    <a:pt x="12767" y="24903"/>
                    <a:pt x="12707" y="24761"/>
                    <a:pt x="12691" y="24647"/>
                  </a:cubicBezTo>
                  <a:cubicBezTo>
                    <a:pt x="12652" y="24304"/>
                    <a:pt x="12576" y="23961"/>
                    <a:pt x="12407" y="23640"/>
                  </a:cubicBezTo>
                  <a:lnTo>
                    <a:pt x="12407" y="23640"/>
                  </a:lnTo>
                  <a:cubicBezTo>
                    <a:pt x="12495" y="23664"/>
                    <a:pt x="12535" y="23758"/>
                    <a:pt x="12616" y="23758"/>
                  </a:cubicBezTo>
                  <a:cubicBezTo>
                    <a:pt x="12626" y="23758"/>
                    <a:pt x="12636" y="23757"/>
                    <a:pt x="12647" y="23754"/>
                  </a:cubicBezTo>
                  <a:cubicBezTo>
                    <a:pt x="12658" y="23585"/>
                    <a:pt x="12739" y="23411"/>
                    <a:pt x="12593" y="23259"/>
                  </a:cubicBezTo>
                  <a:cubicBezTo>
                    <a:pt x="12424" y="23057"/>
                    <a:pt x="12326" y="22818"/>
                    <a:pt x="12173" y="22605"/>
                  </a:cubicBezTo>
                  <a:cubicBezTo>
                    <a:pt x="10992" y="20901"/>
                    <a:pt x="9370" y="19736"/>
                    <a:pt x="7589" y="18746"/>
                  </a:cubicBezTo>
                  <a:cubicBezTo>
                    <a:pt x="6114" y="17923"/>
                    <a:pt x="4688" y="17025"/>
                    <a:pt x="3550" y="15746"/>
                  </a:cubicBezTo>
                  <a:cubicBezTo>
                    <a:pt x="2978" y="15103"/>
                    <a:pt x="2521" y="14385"/>
                    <a:pt x="2374" y="13525"/>
                  </a:cubicBezTo>
                  <a:cubicBezTo>
                    <a:pt x="2205" y="12518"/>
                    <a:pt x="2058" y="11500"/>
                    <a:pt x="2205" y="10471"/>
                  </a:cubicBezTo>
                  <a:cubicBezTo>
                    <a:pt x="2358" y="9431"/>
                    <a:pt x="2527" y="8391"/>
                    <a:pt x="3017" y="7444"/>
                  </a:cubicBezTo>
                  <a:cubicBezTo>
                    <a:pt x="3550" y="6409"/>
                    <a:pt x="4252" y="5495"/>
                    <a:pt x="5118" y="4711"/>
                  </a:cubicBezTo>
                  <a:cubicBezTo>
                    <a:pt x="6125" y="3802"/>
                    <a:pt x="7328" y="3285"/>
                    <a:pt x="8635" y="2996"/>
                  </a:cubicBezTo>
                  <a:cubicBezTo>
                    <a:pt x="9223" y="2871"/>
                    <a:pt x="9832" y="2887"/>
                    <a:pt x="10431" y="2882"/>
                  </a:cubicBezTo>
                  <a:cubicBezTo>
                    <a:pt x="10455" y="2882"/>
                    <a:pt x="10479" y="2881"/>
                    <a:pt x="10502" y="2881"/>
                  </a:cubicBezTo>
                  <a:cubicBezTo>
                    <a:pt x="11663" y="2881"/>
                    <a:pt x="12772" y="3143"/>
                    <a:pt x="13812" y="3660"/>
                  </a:cubicBezTo>
                  <a:cubicBezTo>
                    <a:pt x="14786" y="4139"/>
                    <a:pt x="15636" y="4782"/>
                    <a:pt x="16245" y="5702"/>
                  </a:cubicBezTo>
                  <a:cubicBezTo>
                    <a:pt x="16315" y="5807"/>
                    <a:pt x="16372" y="5858"/>
                    <a:pt x="16428" y="5858"/>
                  </a:cubicBezTo>
                  <a:cubicBezTo>
                    <a:pt x="16492" y="5858"/>
                    <a:pt x="16554" y="5793"/>
                    <a:pt x="16632" y="5669"/>
                  </a:cubicBezTo>
                  <a:cubicBezTo>
                    <a:pt x="16697" y="5560"/>
                    <a:pt x="16692" y="5408"/>
                    <a:pt x="16833" y="5353"/>
                  </a:cubicBezTo>
                  <a:cubicBezTo>
                    <a:pt x="16904" y="5217"/>
                    <a:pt x="17127" y="5136"/>
                    <a:pt x="16980" y="4929"/>
                  </a:cubicBezTo>
                  <a:cubicBezTo>
                    <a:pt x="16822" y="4613"/>
                    <a:pt x="16659" y="4303"/>
                    <a:pt x="16441" y="4030"/>
                  </a:cubicBezTo>
                  <a:cubicBezTo>
                    <a:pt x="15892" y="3345"/>
                    <a:pt x="15178" y="2838"/>
                    <a:pt x="14482" y="2337"/>
                  </a:cubicBezTo>
                  <a:cubicBezTo>
                    <a:pt x="14030" y="2011"/>
                    <a:pt x="13420" y="1896"/>
                    <a:pt x="12854" y="1788"/>
                  </a:cubicBezTo>
                  <a:cubicBezTo>
                    <a:pt x="12331" y="1690"/>
                    <a:pt x="11787" y="1733"/>
                    <a:pt x="11281" y="1586"/>
                  </a:cubicBezTo>
                  <a:cubicBezTo>
                    <a:pt x="10617" y="1388"/>
                    <a:pt x="9950" y="1284"/>
                    <a:pt x="9267" y="1284"/>
                  </a:cubicBezTo>
                  <a:cubicBezTo>
                    <a:pt x="9160" y="1284"/>
                    <a:pt x="9053" y="1287"/>
                    <a:pt x="8945" y="1292"/>
                  </a:cubicBezTo>
                  <a:cubicBezTo>
                    <a:pt x="8843" y="1298"/>
                    <a:pt x="8742" y="1299"/>
                    <a:pt x="8640" y="1299"/>
                  </a:cubicBezTo>
                  <a:cubicBezTo>
                    <a:pt x="8436" y="1299"/>
                    <a:pt x="8232" y="1292"/>
                    <a:pt x="8025" y="1292"/>
                  </a:cubicBezTo>
                  <a:cubicBezTo>
                    <a:pt x="8018" y="1292"/>
                    <a:pt x="8011" y="1292"/>
                    <a:pt x="8004" y="1292"/>
                  </a:cubicBezTo>
                  <a:cubicBezTo>
                    <a:pt x="7654" y="1292"/>
                    <a:pt x="7356" y="1156"/>
                    <a:pt x="7116" y="900"/>
                  </a:cubicBezTo>
                  <a:cubicBezTo>
                    <a:pt x="7056" y="846"/>
                    <a:pt x="7012" y="770"/>
                    <a:pt x="6925" y="753"/>
                  </a:cubicBezTo>
                  <a:cubicBezTo>
                    <a:pt x="6897" y="734"/>
                    <a:pt x="6871" y="727"/>
                    <a:pt x="6846" y="727"/>
                  </a:cubicBezTo>
                  <a:cubicBezTo>
                    <a:pt x="6788" y="727"/>
                    <a:pt x="6740" y="770"/>
                    <a:pt x="6686" y="797"/>
                  </a:cubicBezTo>
                  <a:cubicBezTo>
                    <a:pt x="6636" y="822"/>
                    <a:pt x="6581" y="882"/>
                    <a:pt x="6522" y="882"/>
                  </a:cubicBezTo>
                  <a:cubicBezTo>
                    <a:pt x="6491" y="882"/>
                    <a:pt x="6458" y="865"/>
                    <a:pt x="6424" y="819"/>
                  </a:cubicBezTo>
                  <a:cubicBezTo>
                    <a:pt x="6413" y="816"/>
                    <a:pt x="6402" y="814"/>
                    <a:pt x="6391" y="814"/>
                  </a:cubicBezTo>
                  <a:cubicBezTo>
                    <a:pt x="6342" y="814"/>
                    <a:pt x="6303" y="844"/>
                    <a:pt x="6272" y="884"/>
                  </a:cubicBezTo>
                  <a:cubicBezTo>
                    <a:pt x="5798" y="1472"/>
                    <a:pt x="5232" y="2016"/>
                    <a:pt x="5200" y="2849"/>
                  </a:cubicBezTo>
                  <a:cubicBezTo>
                    <a:pt x="5194" y="2893"/>
                    <a:pt x="5183" y="2942"/>
                    <a:pt x="5112" y="2969"/>
                  </a:cubicBezTo>
                  <a:cubicBezTo>
                    <a:pt x="4998" y="2876"/>
                    <a:pt x="4976" y="2740"/>
                    <a:pt x="4987" y="2604"/>
                  </a:cubicBezTo>
                  <a:cubicBezTo>
                    <a:pt x="5014" y="2337"/>
                    <a:pt x="5058" y="2071"/>
                    <a:pt x="5151" y="1815"/>
                  </a:cubicBezTo>
                  <a:cubicBezTo>
                    <a:pt x="5330" y="1325"/>
                    <a:pt x="5641" y="900"/>
                    <a:pt x="5842" y="427"/>
                  </a:cubicBezTo>
                  <a:cubicBezTo>
                    <a:pt x="5896" y="301"/>
                    <a:pt x="6011" y="187"/>
                    <a:pt x="5929" y="35"/>
                  </a:cubicBezTo>
                  <a:cubicBezTo>
                    <a:pt x="5803" y="29"/>
                    <a:pt x="5672" y="0"/>
                    <a:pt x="5546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39"/>
            <p:cNvSpPr/>
            <p:nvPr/>
          </p:nvSpPr>
          <p:spPr>
            <a:xfrm rot="-937699">
              <a:off x="1773483" y="402832"/>
              <a:ext cx="1979553" cy="1577985"/>
            </a:xfrm>
            <a:custGeom>
              <a:rect b="b" l="l" r="r" t="t"/>
              <a:pathLst>
                <a:path extrusionOk="0" h="23990" w="30095">
                  <a:moveTo>
                    <a:pt x="17865" y="0"/>
                  </a:moveTo>
                  <a:cubicBezTo>
                    <a:pt x="17605" y="0"/>
                    <a:pt x="17345" y="19"/>
                    <a:pt x="17083" y="64"/>
                  </a:cubicBezTo>
                  <a:cubicBezTo>
                    <a:pt x="16735" y="118"/>
                    <a:pt x="16425" y="505"/>
                    <a:pt x="16419" y="869"/>
                  </a:cubicBezTo>
                  <a:cubicBezTo>
                    <a:pt x="16415" y="1064"/>
                    <a:pt x="16489" y="1150"/>
                    <a:pt x="16619" y="1150"/>
                  </a:cubicBezTo>
                  <a:cubicBezTo>
                    <a:pt x="16664" y="1150"/>
                    <a:pt x="16716" y="1139"/>
                    <a:pt x="16773" y="1120"/>
                  </a:cubicBezTo>
                  <a:cubicBezTo>
                    <a:pt x="16947" y="1060"/>
                    <a:pt x="17105" y="935"/>
                    <a:pt x="17285" y="897"/>
                  </a:cubicBezTo>
                  <a:cubicBezTo>
                    <a:pt x="17509" y="844"/>
                    <a:pt x="17710" y="812"/>
                    <a:pt x="17893" y="812"/>
                  </a:cubicBezTo>
                  <a:cubicBezTo>
                    <a:pt x="18314" y="812"/>
                    <a:pt x="18636" y="981"/>
                    <a:pt x="18902" y="1452"/>
                  </a:cubicBezTo>
                  <a:cubicBezTo>
                    <a:pt x="19239" y="2062"/>
                    <a:pt x="19136" y="2666"/>
                    <a:pt x="19054" y="3265"/>
                  </a:cubicBezTo>
                  <a:cubicBezTo>
                    <a:pt x="18967" y="3885"/>
                    <a:pt x="18591" y="4413"/>
                    <a:pt x="18248" y="4931"/>
                  </a:cubicBezTo>
                  <a:cubicBezTo>
                    <a:pt x="17894" y="5459"/>
                    <a:pt x="17894" y="5954"/>
                    <a:pt x="18265" y="6455"/>
                  </a:cubicBezTo>
                  <a:cubicBezTo>
                    <a:pt x="18352" y="6569"/>
                    <a:pt x="18444" y="6678"/>
                    <a:pt x="18521" y="6792"/>
                  </a:cubicBezTo>
                  <a:cubicBezTo>
                    <a:pt x="18912" y="7375"/>
                    <a:pt x="19402" y="7898"/>
                    <a:pt x="19517" y="8632"/>
                  </a:cubicBezTo>
                  <a:cubicBezTo>
                    <a:pt x="19593" y="9122"/>
                    <a:pt x="19642" y="9612"/>
                    <a:pt x="19588" y="10200"/>
                  </a:cubicBezTo>
                  <a:cubicBezTo>
                    <a:pt x="19321" y="9781"/>
                    <a:pt x="19049" y="9465"/>
                    <a:pt x="18907" y="9101"/>
                  </a:cubicBezTo>
                  <a:cubicBezTo>
                    <a:pt x="18667" y="8502"/>
                    <a:pt x="18199" y="8186"/>
                    <a:pt x="17666" y="7919"/>
                  </a:cubicBezTo>
                  <a:cubicBezTo>
                    <a:pt x="17568" y="7872"/>
                    <a:pt x="17463" y="7823"/>
                    <a:pt x="17358" y="7823"/>
                  </a:cubicBezTo>
                  <a:cubicBezTo>
                    <a:pt x="17292" y="7823"/>
                    <a:pt x="17227" y="7842"/>
                    <a:pt x="17165" y="7892"/>
                  </a:cubicBezTo>
                  <a:cubicBezTo>
                    <a:pt x="17023" y="8006"/>
                    <a:pt x="17094" y="8164"/>
                    <a:pt x="17127" y="8317"/>
                  </a:cubicBezTo>
                  <a:cubicBezTo>
                    <a:pt x="17203" y="8752"/>
                    <a:pt x="17160" y="8845"/>
                    <a:pt x="16724" y="8921"/>
                  </a:cubicBezTo>
                  <a:cubicBezTo>
                    <a:pt x="16272" y="8997"/>
                    <a:pt x="15924" y="9248"/>
                    <a:pt x="15701" y="9607"/>
                  </a:cubicBezTo>
                  <a:cubicBezTo>
                    <a:pt x="15368" y="10157"/>
                    <a:pt x="14966" y="10565"/>
                    <a:pt x="14301" y="10647"/>
                  </a:cubicBezTo>
                  <a:cubicBezTo>
                    <a:pt x="14247" y="10652"/>
                    <a:pt x="14193" y="10690"/>
                    <a:pt x="14149" y="10728"/>
                  </a:cubicBezTo>
                  <a:cubicBezTo>
                    <a:pt x="13583" y="11229"/>
                    <a:pt x="12832" y="11447"/>
                    <a:pt x="12282" y="11975"/>
                  </a:cubicBezTo>
                  <a:cubicBezTo>
                    <a:pt x="11890" y="12356"/>
                    <a:pt x="11394" y="12590"/>
                    <a:pt x="10899" y="12813"/>
                  </a:cubicBezTo>
                  <a:cubicBezTo>
                    <a:pt x="10665" y="12922"/>
                    <a:pt x="10534" y="13064"/>
                    <a:pt x="10736" y="13358"/>
                  </a:cubicBezTo>
                  <a:cubicBezTo>
                    <a:pt x="11008" y="13750"/>
                    <a:pt x="11383" y="14000"/>
                    <a:pt x="11781" y="14229"/>
                  </a:cubicBezTo>
                  <a:cubicBezTo>
                    <a:pt x="11922" y="14311"/>
                    <a:pt x="12146" y="14370"/>
                    <a:pt x="12151" y="14528"/>
                  </a:cubicBezTo>
                  <a:cubicBezTo>
                    <a:pt x="12173" y="14980"/>
                    <a:pt x="12499" y="14953"/>
                    <a:pt x="12783" y="14958"/>
                  </a:cubicBezTo>
                  <a:cubicBezTo>
                    <a:pt x="12845" y="14960"/>
                    <a:pt x="12908" y="14961"/>
                    <a:pt x="12971" y="14961"/>
                  </a:cubicBezTo>
                  <a:cubicBezTo>
                    <a:pt x="13719" y="14961"/>
                    <a:pt x="14461" y="14820"/>
                    <a:pt x="15200" y="14730"/>
                  </a:cubicBezTo>
                  <a:cubicBezTo>
                    <a:pt x="15887" y="14641"/>
                    <a:pt x="16566" y="14476"/>
                    <a:pt x="17265" y="14476"/>
                  </a:cubicBezTo>
                  <a:cubicBezTo>
                    <a:pt x="17380" y="14476"/>
                    <a:pt x="17495" y="14480"/>
                    <a:pt x="17611" y="14490"/>
                  </a:cubicBezTo>
                  <a:cubicBezTo>
                    <a:pt x="17775" y="14501"/>
                    <a:pt x="17938" y="14523"/>
                    <a:pt x="18074" y="14615"/>
                  </a:cubicBezTo>
                  <a:cubicBezTo>
                    <a:pt x="18341" y="14790"/>
                    <a:pt x="18346" y="14980"/>
                    <a:pt x="18074" y="15122"/>
                  </a:cubicBezTo>
                  <a:cubicBezTo>
                    <a:pt x="17846" y="15248"/>
                    <a:pt x="17600" y="15309"/>
                    <a:pt x="17329" y="15309"/>
                  </a:cubicBezTo>
                  <a:cubicBezTo>
                    <a:pt x="17296" y="15309"/>
                    <a:pt x="17263" y="15309"/>
                    <a:pt x="17230" y="15307"/>
                  </a:cubicBezTo>
                  <a:cubicBezTo>
                    <a:pt x="16791" y="15284"/>
                    <a:pt x="16371" y="15115"/>
                    <a:pt x="15931" y="15115"/>
                  </a:cubicBezTo>
                  <a:cubicBezTo>
                    <a:pt x="15843" y="15115"/>
                    <a:pt x="15753" y="15122"/>
                    <a:pt x="15662" y="15138"/>
                  </a:cubicBezTo>
                  <a:cubicBezTo>
                    <a:pt x="15004" y="15252"/>
                    <a:pt x="14394" y="15546"/>
                    <a:pt x="13762" y="15737"/>
                  </a:cubicBezTo>
                  <a:cubicBezTo>
                    <a:pt x="13634" y="15775"/>
                    <a:pt x="13529" y="15794"/>
                    <a:pt x="13435" y="15794"/>
                  </a:cubicBezTo>
                  <a:cubicBezTo>
                    <a:pt x="13277" y="15794"/>
                    <a:pt x="13150" y="15741"/>
                    <a:pt x="13000" y="15639"/>
                  </a:cubicBezTo>
                  <a:cubicBezTo>
                    <a:pt x="12919" y="15590"/>
                    <a:pt x="12837" y="15541"/>
                    <a:pt x="12755" y="15497"/>
                  </a:cubicBezTo>
                  <a:cubicBezTo>
                    <a:pt x="12655" y="15441"/>
                    <a:pt x="12560" y="15407"/>
                    <a:pt x="12471" y="15407"/>
                  </a:cubicBezTo>
                  <a:cubicBezTo>
                    <a:pt x="12352" y="15407"/>
                    <a:pt x="12244" y="15468"/>
                    <a:pt x="12151" y="15617"/>
                  </a:cubicBezTo>
                  <a:cubicBezTo>
                    <a:pt x="12034" y="15798"/>
                    <a:pt x="11851" y="15921"/>
                    <a:pt x="11653" y="15921"/>
                  </a:cubicBezTo>
                  <a:cubicBezTo>
                    <a:pt x="11631" y="15921"/>
                    <a:pt x="11608" y="15920"/>
                    <a:pt x="11585" y="15917"/>
                  </a:cubicBezTo>
                  <a:cubicBezTo>
                    <a:pt x="11340" y="15873"/>
                    <a:pt x="11389" y="15595"/>
                    <a:pt x="11340" y="15416"/>
                  </a:cubicBezTo>
                  <a:cubicBezTo>
                    <a:pt x="11100" y="14479"/>
                    <a:pt x="10986" y="14381"/>
                    <a:pt x="10022" y="14360"/>
                  </a:cubicBezTo>
                  <a:lnTo>
                    <a:pt x="9843" y="14360"/>
                  </a:lnTo>
                  <a:cubicBezTo>
                    <a:pt x="9779" y="14363"/>
                    <a:pt x="9715" y="14365"/>
                    <a:pt x="9652" y="14365"/>
                  </a:cubicBezTo>
                  <a:cubicBezTo>
                    <a:pt x="9399" y="14365"/>
                    <a:pt x="9157" y="14327"/>
                    <a:pt x="8939" y="14153"/>
                  </a:cubicBezTo>
                  <a:cubicBezTo>
                    <a:pt x="8859" y="14087"/>
                    <a:pt x="8764" y="14065"/>
                    <a:pt x="8666" y="14065"/>
                  </a:cubicBezTo>
                  <a:cubicBezTo>
                    <a:pt x="8610" y="14065"/>
                    <a:pt x="8553" y="14072"/>
                    <a:pt x="8498" y="14082"/>
                  </a:cubicBezTo>
                  <a:cubicBezTo>
                    <a:pt x="8052" y="14153"/>
                    <a:pt x="7627" y="14278"/>
                    <a:pt x="7295" y="14615"/>
                  </a:cubicBezTo>
                  <a:cubicBezTo>
                    <a:pt x="6522" y="15399"/>
                    <a:pt x="5449" y="15612"/>
                    <a:pt x="4475" y="15857"/>
                  </a:cubicBezTo>
                  <a:cubicBezTo>
                    <a:pt x="3119" y="16205"/>
                    <a:pt x="1807" y="16570"/>
                    <a:pt x="659" y="17386"/>
                  </a:cubicBezTo>
                  <a:cubicBezTo>
                    <a:pt x="174" y="17735"/>
                    <a:pt x="44" y="18241"/>
                    <a:pt x="0" y="18878"/>
                  </a:cubicBezTo>
                  <a:cubicBezTo>
                    <a:pt x="588" y="18546"/>
                    <a:pt x="915" y="17974"/>
                    <a:pt x="1486" y="17746"/>
                  </a:cubicBezTo>
                  <a:cubicBezTo>
                    <a:pt x="1549" y="17685"/>
                    <a:pt x="1622" y="17670"/>
                    <a:pt x="1699" y="17670"/>
                  </a:cubicBezTo>
                  <a:cubicBezTo>
                    <a:pt x="1777" y="17670"/>
                    <a:pt x="1858" y="17685"/>
                    <a:pt x="1937" y="17685"/>
                  </a:cubicBezTo>
                  <a:cubicBezTo>
                    <a:pt x="2020" y="17685"/>
                    <a:pt x="2099" y="17668"/>
                    <a:pt x="2167" y="17599"/>
                  </a:cubicBezTo>
                  <a:cubicBezTo>
                    <a:pt x="1990" y="17517"/>
                    <a:pt x="1831" y="17481"/>
                    <a:pt x="1685" y="17481"/>
                  </a:cubicBezTo>
                  <a:cubicBezTo>
                    <a:pt x="1145" y="17481"/>
                    <a:pt x="785" y="17964"/>
                    <a:pt x="343" y="18328"/>
                  </a:cubicBezTo>
                  <a:cubicBezTo>
                    <a:pt x="419" y="17931"/>
                    <a:pt x="604" y="17708"/>
                    <a:pt x="866" y="17528"/>
                  </a:cubicBezTo>
                  <a:cubicBezTo>
                    <a:pt x="1383" y="17174"/>
                    <a:pt x="1933" y="16891"/>
                    <a:pt x="2515" y="16668"/>
                  </a:cubicBezTo>
                  <a:cubicBezTo>
                    <a:pt x="3361" y="16337"/>
                    <a:pt x="4217" y="16113"/>
                    <a:pt x="5124" y="16113"/>
                  </a:cubicBezTo>
                  <a:cubicBezTo>
                    <a:pt x="5203" y="16113"/>
                    <a:pt x="5282" y="16114"/>
                    <a:pt x="5362" y="16118"/>
                  </a:cubicBezTo>
                  <a:cubicBezTo>
                    <a:pt x="5619" y="16130"/>
                    <a:pt x="5875" y="16134"/>
                    <a:pt x="6131" y="16134"/>
                  </a:cubicBezTo>
                  <a:cubicBezTo>
                    <a:pt x="6583" y="16134"/>
                    <a:pt x="7034" y="16121"/>
                    <a:pt x="7486" y="16118"/>
                  </a:cubicBezTo>
                  <a:cubicBezTo>
                    <a:pt x="7530" y="16118"/>
                    <a:pt x="7577" y="16126"/>
                    <a:pt x="7626" y="16126"/>
                  </a:cubicBezTo>
                  <a:cubicBezTo>
                    <a:pt x="7697" y="16126"/>
                    <a:pt x="7771" y="16109"/>
                    <a:pt x="7845" y="16025"/>
                  </a:cubicBezTo>
                  <a:cubicBezTo>
                    <a:pt x="6941" y="15829"/>
                    <a:pt x="6054" y="15949"/>
                    <a:pt x="5166" y="15873"/>
                  </a:cubicBezTo>
                  <a:cubicBezTo>
                    <a:pt x="6130" y="15677"/>
                    <a:pt x="6979" y="15263"/>
                    <a:pt x="7714" y="14605"/>
                  </a:cubicBezTo>
                  <a:cubicBezTo>
                    <a:pt x="7945" y="14398"/>
                    <a:pt x="8260" y="14347"/>
                    <a:pt x="8580" y="14347"/>
                  </a:cubicBezTo>
                  <a:cubicBezTo>
                    <a:pt x="8614" y="14347"/>
                    <a:pt x="8649" y="14348"/>
                    <a:pt x="8683" y="14349"/>
                  </a:cubicBezTo>
                  <a:cubicBezTo>
                    <a:pt x="8890" y="14360"/>
                    <a:pt x="9010" y="14517"/>
                    <a:pt x="9195" y="14572"/>
                  </a:cubicBezTo>
                  <a:cubicBezTo>
                    <a:pt x="9400" y="14627"/>
                    <a:pt x="9604" y="14639"/>
                    <a:pt x="9809" y="14639"/>
                  </a:cubicBezTo>
                  <a:cubicBezTo>
                    <a:pt x="9969" y="14639"/>
                    <a:pt x="10129" y="14631"/>
                    <a:pt x="10290" y="14631"/>
                  </a:cubicBezTo>
                  <a:cubicBezTo>
                    <a:pt x="10311" y="14631"/>
                    <a:pt x="10333" y="14631"/>
                    <a:pt x="10355" y="14632"/>
                  </a:cubicBezTo>
                  <a:cubicBezTo>
                    <a:pt x="10708" y="14637"/>
                    <a:pt x="10937" y="14773"/>
                    <a:pt x="11013" y="15133"/>
                  </a:cubicBezTo>
                  <a:cubicBezTo>
                    <a:pt x="11062" y="15399"/>
                    <a:pt x="11117" y="15661"/>
                    <a:pt x="11187" y="15922"/>
                  </a:cubicBezTo>
                  <a:cubicBezTo>
                    <a:pt x="11229" y="16083"/>
                    <a:pt x="11313" y="16251"/>
                    <a:pt x="11472" y="16251"/>
                  </a:cubicBezTo>
                  <a:cubicBezTo>
                    <a:pt x="11501" y="16251"/>
                    <a:pt x="11533" y="16245"/>
                    <a:pt x="11569" y="16232"/>
                  </a:cubicBezTo>
                  <a:cubicBezTo>
                    <a:pt x="11819" y="16151"/>
                    <a:pt x="12118" y="16096"/>
                    <a:pt x="12265" y="15846"/>
                  </a:cubicBezTo>
                  <a:cubicBezTo>
                    <a:pt x="12351" y="15700"/>
                    <a:pt x="12436" y="15643"/>
                    <a:pt x="12523" y="15643"/>
                  </a:cubicBezTo>
                  <a:cubicBezTo>
                    <a:pt x="12618" y="15643"/>
                    <a:pt x="12716" y="15711"/>
                    <a:pt x="12821" y="15808"/>
                  </a:cubicBezTo>
                  <a:cubicBezTo>
                    <a:pt x="12875" y="15862"/>
                    <a:pt x="12951" y="15911"/>
                    <a:pt x="13022" y="15949"/>
                  </a:cubicBezTo>
                  <a:cubicBezTo>
                    <a:pt x="13181" y="16039"/>
                    <a:pt x="13342" y="16179"/>
                    <a:pt x="13505" y="16179"/>
                  </a:cubicBezTo>
                  <a:cubicBezTo>
                    <a:pt x="13610" y="16179"/>
                    <a:pt x="13716" y="16121"/>
                    <a:pt x="13822" y="15955"/>
                  </a:cubicBezTo>
                  <a:cubicBezTo>
                    <a:pt x="13850" y="15911"/>
                    <a:pt x="13953" y="15917"/>
                    <a:pt x="14018" y="15906"/>
                  </a:cubicBezTo>
                  <a:cubicBezTo>
                    <a:pt x="14236" y="15862"/>
                    <a:pt x="14448" y="15802"/>
                    <a:pt x="14655" y="15704"/>
                  </a:cubicBezTo>
                  <a:cubicBezTo>
                    <a:pt x="15090" y="15505"/>
                    <a:pt x="15529" y="15345"/>
                    <a:pt x="15999" y="15345"/>
                  </a:cubicBezTo>
                  <a:cubicBezTo>
                    <a:pt x="16159" y="15345"/>
                    <a:pt x="16322" y="15363"/>
                    <a:pt x="16490" y="15405"/>
                  </a:cubicBezTo>
                  <a:cubicBezTo>
                    <a:pt x="16763" y="15468"/>
                    <a:pt x="17037" y="15513"/>
                    <a:pt x="17307" y="15513"/>
                  </a:cubicBezTo>
                  <a:cubicBezTo>
                    <a:pt x="17687" y="15513"/>
                    <a:pt x="18061" y="15424"/>
                    <a:pt x="18417" y="15176"/>
                  </a:cubicBezTo>
                  <a:cubicBezTo>
                    <a:pt x="18657" y="15007"/>
                    <a:pt x="18678" y="14904"/>
                    <a:pt x="18499" y="14686"/>
                  </a:cubicBezTo>
                  <a:cubicBezTo>
                    <a:pt x="18221" y="14349"/>
                    <a:pt x="17862" y="14234"/>
                    <a:pt x="17443" y="14207"/>
                  </a:cubicBezTo>
                  <a:cubicBezTo>
                    <a:pt x="17356" y="14201"/>
                    <a:pt x="17270" y="14199"/>
                    <a:pt x="17184" y="14199"/>
                  </a:cubicBezTo>
                  <a:cubicBezTo>
                    <a:pt x="16141" y="14199"/>
                    <a:pt x="15146" y="14595"/>
                    <a:pt x="14100" y="14610"/>
                  </a:cubicBezTo>
                  <a:cubicBezTo>
                    <a:pt x="13677" y="14615"/>
                    <a:pt x="13250" y="14711"/>
                    <a:pt x="12823" y="14711"/>
                  </a:cubicBezTo>
                  <a:cubicBezTo>
                    <a:pt x="12782" y="14711"/>
                    <a:pt x="12741" y="14710"/>
                    <a:pt x="12701" y="14708"/>
                  </a:cubicBezTo>
                  <a:cubicBezTo>
                    <a:pt x="12592" y="14702"/>
                    <a:pt x="12483" y="14724"/>
                    <a:pt x="12450" y="14577"/>
                  </a:cubicBezTo>
                  <a:cubicBezTo>
                    <a:pt x="12380" y="14289"/>
                    <a:pt x="12135" y="14185"/>
                    <a:pt x="11911" y="14049"/>
                  </a:cubicBezTo>
                  <a:cubicBezTo>
                    <a:pt x="11607" y="13859"/>
                    <a:pt x="11275" y="13695"/>
                    <a:pt x="11051" y="13385"/>
                  </a:cubicBezTo>
                  <a:cubicBezTo>
                    <a:pt x="10893" y="13162"/>
                    <a:pt x="10915" y="13004"/>
                    <a:pt x="11215" y="12944"/>
                  </a:cubicBezTo>
                  <a:cubicBezTo>
                    <a:pt x="11765" y="12835"/>
                    <a:pt x="12205" y="12519"/>
                    <a:pt x="12592" y="12133"/>
                  </a:cubicBezTo>
                  <a:cubicBezTo>
                    <a:pt x="12810" y="11915"/>
                    <a:pt x="13049" y="11719"/>
                    <a:pt x="13332" y="11605"/>
                  </a:cubicBezTo>
                  <a:cubicBezTo>
                    <a:pt x="13588" y="11501"/>
                    <a:pt x="13817" y="11354"/>
                    <a:pt x="14024" y="11186"/>
                  </a:cubicBezTo>
                  <a:cubicBezTo>
                    <a:pt x="14258" y="10995"/>
                    <a:pt x="14503" y="10864"/>
                    <a:pt x="14802" y="10799"/>
                  </a:cubicBezTo>
                  <a:cubicBezTo>
                    <a:pt x="15113" y="10734"/>
                    <a:pt x="15390" y="10614"/>
                    <a:pt x="15570" y="10298"/>
                  </a:cubicBezTo>
                  <a:cubicBezTo>
                    <a:pt x="15902" y="9710"/>
                    <a:pt x="16332" y="9242"/>
                    <a:pt x="17067" y="9139"/>
                  </a:cubicBezTo>
                  <a:cubicBezTo>
                    <a:pt x="17394" y="9090"/>
                    <a:pt x="17519" y="8828"/>
                    <a:pt x="17470" y="8502"/>
                  </a:cubicBezTo>
                  <a:cubicBezTo>
                    <a:pt x="17459" y="8415"/>
                    <a:pt x="17377" y="8333"/>
                    <a:pt x="17464" y="8208"/>
                  </a:cubicBezTo>
                  <a:lnTo>
                    <a:pt x="17464" y="8208"/>
                  </a:lnTo>
                  <a:cubicBezTo>
                    <a:pt x="17894" y="8442"/>
                    <a:pt x="18308" y="8660"/>
                    <a:pt x="18542" y="9150"/>
                  </a:cubicBezTo>
                  <a:cubicBezTo>
                    <a:pt x="18842" y="9787"/>
                    <a:pt x="19206" y="10396"/>
                    <a:pt x="19794" y="10826"/>
                  </a:cubicBezTo>
                  <a:cubicBezTo>
                    <a:pt x="19846" y="10866"/>
                    <a:pt x="19893" y="10933"/>
                    <a:pt x="19954" y="10933"/>
                  </a:cubicBezTo>
                  <a:cubicBezTo>
                    <a:pt x="19977" y="10933"/>
                    <a:pt x="20001" y="10924"/>
                    <a:pt x="20028" y="10903"/>
                  </a:cubicBezTo>
                  <a:cubicBezTo>
                    <a:pt x="20121" y="10826"/>
                    <a:pt x="20099" y="10728"/>
                    <a:pt x="20045" y="10647"/>
                  </a:cubicBezTo>
                  <a:cubicBezTo>
                    <a:pt x="19800" y="10277"/>
                    <a:pt x="19827" y="9868"/>
                    <a:pt x="19816" y="9454"/>
                  </a:cubicBezTo>
                  <a:cubicBezTo>
                    <a:pt x="19789" y="8720"/>
                    <a:pt x="19680" y="8012"/>
                    <a:pt x="19206" y="7402"/>
                  </a:cubicBezTo>
                  <a:cubicBezTo>
                    <a:pt x="18989" y="7124"/>
                    <a:pt x="18853" y="6792"/>
                    <a:pt x="18640" y="6509"/>
                  </a:cubicBezTo>
                  <a:cubicBezTo>
                    <a:pt x="18237" y="5970"/>
                    <a:pt x="18270" y="5486"/>
                    <a:pt x="18651" y="4931"/>
                  </a:cubicBezTo>
                  <a:cubicBezTo>
                    <a:pt x="19032" y="4370"/>
                    <a:pt x="19392" y="3787"/>
                    <a:pt x="19446" y="3074"/>
                  </a:cubicBezTo>
                  <a:cubicBezTo>
                    <a:pt x="19468" y="2818"/>
                    <a:pt x="19343" y="2573"/>
                    <a:pt x="19430" y="2285"/>
                  </a:cubicBezTo>
                  <a:lnTo>
                    <a:pt x="19430" y="2285"/>
                  </a:lnTo>
                  <a:cubicBezTo>
                    <a:pt x="19500" y="2388"/>
                    <a:pt x="19549" y="2464"/>
                    <a:pt x="19604" y="2541"/>
                  </a:cubicBezTo>
                  <a:cubicBezTo>
                    <a:pt x="20175" y="3406"/>
                    <a:pt x="20611" y="4348"/>
                    <a:pt x="21047" y="5284"/>
                  </a:cubicBezTo>
                  <a:cubicBezTo>
                    <a:pt x="21667" y="6635"/>
                    <a:pt x="22026" y="8077"/>
                    <a:pt x="22429" y="9498"/>
                  </a:cubicBezTo>
                  <a:cubicBezTo>
                    <a:pt x="22783" y="10739"/>
                    <a:pt x="22756" y="12035"/>
                    <a:pt x="22783" y="13309"/>
                  </a:cubicBezTo>
                  <a:cubicBezTo>
                    <a:pt x="22816" y="14964"/>
                    <a:pt x="22794" y="16613"/>
                    <a:pt x="22799" y="18263"/>
                  </a:cubicBezTo>
                  <a:cubicBezTo>
                    <a:pt x="22799" y="18677"/>
                    <a:pt x="22881" y="19085"/>
                    <a:pt x="22854" y="19499"/>
                  </a:cubicBezTo>
                  <a:cubicBezTo>
                    <a:pt x="22772" y="20871"/>
                    <a:pt x="22718" y="22248"/>
                    <a:pt x="22718" y="23625"/>
                  </a:cubicBezTo>
                  <a:cubicBezTo>
                    <a:pt x="22723" y="23750"/>
                    <a:pt x="22691" y="23892"/>
                    <a:pt x="22843" y="23990"/>
                  </a:cubicBezTo>
                  <a:cubicBezTo>
                    <a:pt x="22876" y="23848"/>
                    <a:pt x="22919" y="23723"/>
                    <a:pt x="22925" y="23598"/>
                  </a:cubicBezTo>
                  <a:cubicBezTo>
                    <a:pt x="23001" y="22248"/>
                    <a:pt x="23110" y="20898"/>
                    <a:pt x="23132" y="19548"/>
                  </a:cubicBezTo>
                  <a:cubicBezTo>
                    <a:pt x="23170" y="16978"/>
                    <a:pt x="23170" y="14409"/>
                    <a:pt x="23061" y="11844"/>
                  </a:cubicBezTo>
                  <a:cubicBezTo>
                    <a:pt x="23034" y="11284"/>
                    <a:pt x="22990" y="10723"/>
                    <a:pt x="22897" y="10162"/>
                  </a:cubicBezTo>
                  <a:cubicBezTo>
                    <a:pt x="22729" y="9128"/>
                    <a:pt x="22364" y="8143"/>
                    <a:pt x="22065" y="7146"/>
                  </a:cubicBezTo>
                  <a:cubicBezTo>
                    <a:pt x="21444" y="5039"/>
                    <a:pt x="20415" y="3129"/>
                    <a:pt x="19196" y="1310"/>
                  </a:cubicBezTo>
                  <a:cubicBezTo>
                    <a:pt x="18830" y="767"/>
                    <a:pt x="18408" y="540"/>
                    <a:pt x="17925" y="540"/>
                  </a:cubicBezTo>
                  <a:cubicBezTo>
                    <a:pt x="17623" y="540"/>
                    <a:pt x="17298" y="628"/>
                    <a:pt x="16947" y="782"/>
                  </a:cubicBezTo>
                  <a:cubicBezTo>
                    <a:pt x="16879" y="812"/>
                    <a:pt x="16818" y="884"/>
                    <a:pt x="16738" y="884"/>
                  </a:cubicBezTo>
                  <a:cubicBezTo>
                    <a:pt x="16715" y="884"/>
                    <a:pt x="16691" y="878"/>
                    <a:pt x="16664" y="864"/>
                  </a:cubicBezTo>
                  <a:cubicBezTo>
                    <a:pt x="16784" y="445"/>
                    <a:pt x="16958" y="292"/>
                    <a:pt x="17339" y="271"/>
                  </a:cubicBezTo>
                  <a:cubicBezTo>
                    <a:pt x="17546" y="258"/>
                    <a:pt x="17752" y="251"/>
                    <a:pt x="17958" y="251"/>
                  </a:cubicBezTo>
                  <a:cubicBezTo>
                    <a:pt x="18478" y="251"/>
                    <a:pt x="18995" y="297"/>
                    <a:pt x="19506" y="418"/>
                  </a:cubicBezTo>
                  <a:cubicBezTo>
                    <a:pt x="19724" y="466"/>
                    <a:pt x="19963" y="543"/>
                    <a:pt x="19876" y="864"/>
                  </a:cubicBezTo>
                  <a:cubicBezTo>
                    <a:pt x="19854" y="946"/>
                    <a:pt x="19930" y="989"/>
                    <a:pt x="19985" y="1033"/>
                  </a:cubicBezTo>
                  <a:cubicBezTo>
                    <a:pt x="20132" y="1158"/>
                    <a:pt x="20214" y="1327"/>
                    <a:pt x="20295" y="1501"/>
                  </a:cubicBezTo>
                  <a:cubicBezTo>
                    <a:pt x="20606" y="2149"/>
                    <a:pt x="21008" y="2742"/>
                    <a:pt x="21428" y="3325"/>
                  </a:cubicBezTo>
                  <a:cubicBezTo>
                    <a:pt x="22217" y="4413"/>
                    <a:pt x="22908" y="5568"/>
                    <a:pt x="23502" y="6765"/>
                  </a:cubicBezTo>
                  <a:cubicBezTo>
                    <a:pt x="23954" y="7669"/>
                    <a:pt x="24242" y="8643"/>
                    <a:pt x="24525" y="9618"/>
                  </a:cubicBezTo>
                  <a:cubicBezTo>
                    <a:pt x="24841" y="10690"/>
                    <a:pt x="25032" y="11785"/>
                    <a:pt x="25124" y="12895"/>
                  </a:cubicBezTo>
                  <a:cubicBezTo>
                    <a:pt x="25255" y="14485"/>
                    <a:pt x="25151" y="16069"/>
                    <a:pt x="25059" y="17653"/>
                  </a:cubicBezTo>
                  <a:cubicBezTo>
                    <a:pt x="25042" y="17909"/>
                    <a:pt x="25053" y="18165"/>
                    <a:pt x="25015" y="18426"/>
                  </a:cubicBezTo>
                  <a:cubicBezTo>
                    <a:pt x="24934" y="18971"/>
                    <a:pt x="24906" y="19526"/>
                    <a:pt x="24852" y="20076"/>
                  </a:cubicBezTo>
                  <a:cubicBezTo>
                    <a:pt x="25140" y="19324"/>
                    <a:pt x="25200" y="18540"/>
                    <a:pt x="25260" y="17762"/>
                  </a:cubicBezTo>
                  <a:cubicBezTo>
                    <a:pt x="25374" y="16292"/>
                    <a:pt x="25342" y="14817"/>
                    <a:pt x="25336" y="13347"/>
                  </a:cubicBezTo>
                  <a:cubicBezTo>
                    <a:pt x="25331" y="12971"/>
                    <a:pt x="25304" y="12596"/>
                    <a:pt x="25249" y="12225"/>
                  </a:cubicBezTo>
                  <a:cubicBezTo>
                    <a:pt x="25091" y="11099"/>
                    <a:pt x="24857" y="9983"/>
                    <a:pt x="24487" y="8905"/>
                  </a:cubicBezTo>
                  <a:cubicBezTo>
                    <a:pt x="24144" y="7892"/>
                    <a:pt x="23807" y="6879"/>
                    <a:pt x="23273" y="5943"/>
                  </a:cubicBezTo>
                  <a:cubicBezTo>
                    <a:pt x="22473" y="4528"/>
                    <a:pt x="21520" y="3216"/>
                    <a:pt x="20606" y="1876"/>
                  </a:cubicBezTo>
                  <a:cubicBezTo>
                    <a:pt x="20518" y="1746"/>
                    <a:pt x="20431" y="1610"/>
                    <a:pt x="20404" y="1457"/>
                  </a:cubicBezTo>
                  <a:lnTo>
                    <a:pt x="20404" y="1457"/>
                  </a:lnTo>
                  <a:cubicBezTo>
                    <a:pt x="21335" y="1751"/>
                    <a:pt x="21738" y="2704"/>
                    <a:pt x="22571" y="3107"/>
                  </a:cubicBezTo>
                  <a:cubicBezTo>
                    <a:pt x="22685" y="3161"/>
                    <a:pt x="22750" y="3325"/>
                    <a:pt x="22816" y="3450"/>
                  </a:cubicBezTo>
                  <a:cubicBezTo>
                    <a:pt x="23142" y="4060"/>
                    <a:pt x="23464" y="4675"/>
                    <a:pt x="23779" y="5290"/>
                  </a:cubicBezTo>
                  <a:cubicBezTo>
                    <a:pt x="24009" y="5739"/>
                    <a:pt x="24104" y="5925"/>
                    <a:pt x="24297" y="5925"/>
                  </a:cubicBezTo>
                  <a:cubicBezTo>
                    <a:pt x="24434" y="5925"/>
                    <a:pt x="24620" y="5831"/>
                    <a:pt x="24939" y="5671"/>
                  </a:cubicBezTo>
                  <a:cubicBezTo>
                    <a:pt x="25082" y="5599"/>
                    <a:pt x="25245" y="5485"/>
                    <a:pt x="25397" y="5485"/>
                  </a:cubicBezTo>
                  <a:cubicBezTo>
                    <a:pt x="25453" y="5485"/>
                    <a:pt x="25508" y="5500"/>
                    <a:pt x="25560" y="5540"/>
                  </a:cubicBezTo>
                  <a:cubicBezTo>
                    <a:pt x="25745" y="5687"/>
                    <a:pt x="25587" y="5943"/>
                    <a:pt x="25532" y="6134"/>
                  </a:cubicBezTo>
                  <a:cubicBezTo>
                    <a:pt x="25434" y="6493"/>
                    <a:pt x="25472" y="6792"/>
                    <a:pt x="25717" y="7086"/>
                  </a:cubicBezTo>
                  <a:cubicBezTo>
                    <a:pt x="25892" y="7293"/>
                    <a:pt x="26109" y="7462"/>
                    <a:pt x="26202" y="7734"/>
                  </a:cubicBezTo>
                  <a:cubicBezTo>
                    <a:pt x="26447" y="8475"/>
                    <a:pt x="26763" y="9182"/>
                    <a:pt x="27127" y="9868"/>
                  </a:cubicBezTo>
                  <a:cubicBezTo>
                    <a:pt x="27258" y="10119"/>
                    <a:pt x="27296" y="10369"/>
                    <a:pt x="27133" y="10641"/>
                  </a:cubicBezTo>
                  <a:cubicBezTo>
                    <a:pt x="27062" y="10761"/>
                    <a:pt x="27062" y="10913"/>
                    <a:pt x="27078" y="11077"/>
                  </a:cubicBezTo>
                  <a:cubicBezTo>
                    <a:pt x="27122" y="11681"/>
                    <a:pt x="27454" y="12155"/>
                    <a:pt x="27715" y="12666"/>
                  </a:cubicBezTo>
                  <a:cubicBezTo>
                    <a:pt x="27755" y="12741"/>
                    <a:pt x="27777" y="12843"/>
                    <a:pt x="27876" y="12843"/>
                  </a:cubicBezTo>
                  <a:cubicBezTo>
                    <a:pt x="27886" y="12843"/>
                    <a:pt x="27895" y="12842"/>
                    <a:pt x="27906" y="12841"/>
                  </a:cubicBezTo>
                  <a:cubicBezTo>
                    <a:pt x="28020" y="12813"/>
                    <a:pt x="28026" y="12705"/>
                    <a:pt x="28026" y="12607"/>
                  </a:cubicBezTo>
                  <a:cubicBezTo>
                    <a:pt x="28026" y="12253"/>
                    <a:pt x="28200" y="12019"/>
                    <a:pt x="28527" y="11872"/>
                  </a:cubicBezTo>
                  <a:cubicBezTo>
                    <a:pt x="28880" y="11708"/>
                    <a:pt x="29049" y="11442"/>
                    <a:pt x="29027" y="11028"/>
                  </a:cubicBezTo>
                  <a:cubicBezTo>
                    <a:pt x="29006" y="10690"/>
                    <a:pt x="28957" y="10375"/>
                    <a:pt x="28793" y="10081"/>
                  </a:cubicBezTo>
                  <a:cubicBezTo>
                    <a:pt x="28494" y="9531"/>
                    <a:pt x="28336" y="8965"/>
                    <a:pt x="28374" y="8322"/>
                  </a:cubicBezTo>
                  <a:cubicBezTo>
                    <a:pt x="28401" y="7821"/>
                    <a:pt x="28412" y="7315"/>
                    <a:pt x="28325" y="6809"/>
                  </a:cubicBezTo>
                  <a:cubicBezTo>
                    <a:pt x="28282" y="6569"/>
                    <a:pt x="28314" y="6319"/>
                    <a:pt x="28314" y="6074"/>
                  </a:cubicBezTo>
                  <a:lnTo>
                    <a:pt x="28314" y="6074"/>
                  </a:lnTo>
                  <a:cubicBezTo>
                    <a:pt x="28461" y="6313"/>
                    <a:pt x="28592" y="6537"/>
                    <a:pt x="28755" y="6738"/>
                  </a:cubicBezTo>
                  <a:cubicBezTo>
                    <a:pt x="28848" y="6856"/>
                    <a:pt x="28948" y="6913"/>
                    <a:pt x="29050" y="6913"/>
                  </a:cubicBezTo>
                  <a:cubicBezTo>
                    <a:pt x="29150" y="6913"/>
                    <a:pt x="29251" y="6857"/>
                    <a:pt x="29349" y="6749"/>
                  </a:cubicBezTo>
                  <a:cubicBezTo>
                    <a:pt x="29479" y="6596"/>
                    <a:pt x="29610" y="6444"/>
                    <a:pt x="29751" y="6302"/>
                  </a:cubicBezTo>
                  <a:cubicBezTo>
                    <a:pt x="30089" y="5943"/>
                    <a:pt x="30094" y="5867"/>
                    <a:pt x="29817" y="5464"/>
                  </a:cubicBezTo>
                  <a:cubicBezTo>
                    <a:pt x="29768" y="5399"/>
                    <a:pt x="29735" y="5317"/>
                    <a:pt x="29702" y="5241"/>
                  </a:cubicBezTo>
                  <a:cubicBezTo>
                    <a:pt x="29512" y="4811"/>
                    <a:pt x="29196" y="4451"/>
                    <a:pt x="29033" y="4005"/>
                  </a:cubicBezTo>
                  <a:cubicBezTo>
                    <a:pt x="29029" y="3991"/>
                    <a:pt x="29016" y="3942"/>
                    <a:pt x="28996" y="3942"/>
                  </a:cubicBezTo>
                  <a:cubicBezTo>
                    <a:pt x="28986" y="3942"/>
                    <a:pt x="28975" y="3954"/>
                    <a:pt x="28962" y="3989"/>
                  </a:cubicBezTo>
                  <a:cubicBezTo>
                    <a:pt x="28951" y="4021"/>
                    <a:pt x="28951" y="4060"/>
                    <a:pt x="28946" y="4092"/>
                  </a:cubicBezTo>
                  <a:cubicBezTo>
                    <a:pt x="29055" y="4544"/>
                    <a:pt x="29311" y="4925"/>
                    <a:pt x="29506" y="5333"/>
                  </a:cubicBezTo>
                  <a:cubicBezTo>
                    <a:pt x="29741" y="5823"/>
                    <a:pt x="29702" y="5981"/>
                    <a:pt x="29256" y="6286"/>
                  </a:cubicBezTo>
                  <a:cubicBezTo>
                    <a:pt x="29173" y="6345"/>
                    <a:pt x="29097" y="6377"/>
                    <a:pt x="29029" y="6377"/>
                  </a:cubicBezTo>
                  <a:cubicBezTo>
                    <a:pt x="28933" y="6377"/>
                    <a:pt x="28852" y="6311"/>
                    <a:pt x="28788" y="6161"/>
                  </a:cubicBezTo>
                  <a:cubicBezTo>
                    <a:pt x="28679" y="5927"/>
                    <a:pt x="28625" y="5671"/>
                    <a:pt x="28450" y="5470"/>
                  </a:cubicBezTo>
                  <a:cubicBezTo>
                    <a:pt x="28373" y="5379"/>
                    <a:pt x="28299" y="5292"/>
                    <a:pt x="28190" y="5292"/>
                  </a:cubicBezTo>
                  <a:cubicBezTo>
                    <a:pt x="28162" y="5292"/>
                    <a:pt x="28131" y="5298"/>
                    <a:pt x="28096" y="5312"/>
                  </a:cubicBezTo>
                  <a:cubicBezTo>
                    <a:pt x="27955" y="5366"/>
                    <a:pt x="27939" y="5508"/>
                    <a:pt x="27950" y="5644"/>
                  </a:cubicBezTo>
                  <a:cubicBezTo>
                    <a:pt x="28080" y="7266"/>
                    <a:pt x="27781" y="8948"/>
                    <a:pt x="28652" y="10467"/>
                  </a:cubicBezTo>
                  <a:cubicBezTo>
                    <a:pt x="28695" y="10543"/>
                    <a:pt x="28717" y="10647"/>
                    <a:pt x="28723" y="10734"/>
                  </a:cubicBezTo>
                  <a:cubicBezTo>
                    <a:pt x="28739" y="11028"/>
                    <a:pt x="28815" y="11349"/>
                    <a:pt x="28527" y="11550"/>
                  </a:cubicBezTo>
                  <a:cubicBezTo>
                    <a:pt x="28238" y="11752"/>
                    <a:pt x="27999" y="11997"/>
                    <a:pt x="27846" y="12323"/>
                  </a:cubicBezTo>
                  <a:cubicBezTo>
                    <a:pt x="27411" y="11806"/>
                    <a:pt x="27258" y="11235"/>
                    <a:pt x="27443" y="10636"/>
                  </a:cubicBezTo>
                  <a:cubicBezTo>
                    <a:pt x="27579" y="10200"/>
                    <a:pt x="27481" y="9814"/>
                    <a:pt x="27258" y="9460"/>
                  </a:cubicBezTo>
                  <a:cubicBezTo>
                    <a:pt x="26997" y="9041"/>
                    <a:pt x="26768" y="8611"/>
                    <a:pt x="26594" y="8143"/>
                  </a:cubicBezTo>
                  <a:cubicBezTo>
                    <a:pt x="26474" y="7827"/>
                    <a:pt x="26376" y="7489"/>
                    <a:pt x="26120" y="7250"/>
                  </a:cubicBezTo>
                  <a:cubicBezTo>
                    <a:pt x="25707" y="6858"/>
                    <a:pt x="25576" y="6417"/>
                    <a:pt x="25805" y="5883"/>
                  </a:cubicBezTo>
                  <a:cubicBezTo>
                    <a:pt x="25832" y="5818"/>
                    <a:pt x="25832" y="5742"/>
                    <a:pt x="25832" y="5671"/>
                  </a:cubicBezTo>
                  <a:cubicBezTo>
                    <a:pt x="25832" y="5405"/>
                    <a:pt x="25695" y="5250"/>
                    <a:pt x="25475" y="5250"/>
                  </a:cubicBezTo>
                  <a:cubicBezTo>
                    <a:pt x="25421" y="5250"/>
                    <a:pt x="25362" y="5260"/>
                    <a:pt x="25298" y="5279"/>
                  </a:cubicBezTo>
                  <a:cubicBezTo>
                    <a:pt x="25086" y="5344"/>
                    <a:pt x="24868" y="5415"/>
                    <a:pt x="24672" y="5513"/>
                  </a:cubicBezTo>
                  <a:cubicBezTo>
                    <a:pt x="24587" y="5559"/>
                    <a:pt x="24515" y="5581"/>
                    <a:pt x="24451" y="5581"/>
                  </a:cubicBezTo>
                  <a:cubicBezTo>
                    <a:pt x="24321" y="5581"/>
                    <a:pt x="24230" y="5488"/>
                    <a:pt x="24150" y="5323"/>
                  </a:cubicBezTo>
                  <a:cubicBezTo>
                    <a:pt x="23594" y="4190"/>
                    <a:pt x="23088" y="3025"/>
                    <a:pt x="21999" y="2252"/>
                  </a:cubicBezTo>
                  <a:cubicBezTo>
                    <a:pt x="21656" y="2013"/>
                    <a:pt x="21368" y="1697"/>
                    <a:pt x="21003" y="1474"/>
                  </a:cubicBezTo>
                  <a:cubicBezTo>
                    <a:pt x="20638" y="1256"/>
                    <a:pt x="20257" y="1044"/>
                    <a:pt x="20072" y="608"/>
                  </a:cubicBezTo>
                  <a:cubicBezTo>
                    <a:pt x="20001" y="434"/>
                    <a:pt x="19876" y="238"/>
                    <a:pt x="19642" y="200"/>
                  </a:cubicBezTo>
                  <a:cubicBezTo>
                    <a:pt x="19051" y="97"/>
                    <a:pt x="18460" y="0"/>
                    <a:pt x="17865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39"/>
            <p:cNvSpPr/>
            <p:nvPr/>
          </p:nvSpPr>
          <p:spPr>
            <a:xfrm rot="-937699">
              <a:off x="1589334" y="3645540"/>
              <a:ext cx="412552" cy="629681"/>
            </a:xfrm>
            <a:custGeom>
              <a:rect b="b" l="l" r="r" t="t"/>
              <a:pathLst>
                <a:path extrusionOk="0" h="9573" w="6272">
                  <a:moveTo>
                    <a:pt x="3977" y="1"/>
                  </a:moveTo>
                  <a:cubicBezTo>
                    <a:pt x="3888" y="1"/>
                    <a:pt x="3817" y="53"/>
                    <a:pt x="3746" y="102"/>
                  </a:cubicBezTo>
                  <a:cubicBezTo>
                    <a:pt x="3436" y="293"/>
                    <a:pt x="3120" y="478"/>
                    <a:pt x="2815" y="679"/>
                  </a:cubicBezTo>
                  <a:cubicBezTo>
                    <a:pt x="2586" y="826"/>
                    <a:pt x="2477" y="1011"/>
                    <a:pt x="2434" y="1273"/>
                  </a:cubicBezTo>
                  <a:cubicBezTo>
                    <a:pt x="2167" y="2781"/>
                    <a:pt x="1993" y="4305"/>
                    <a:pt x="1808" y="5824"/>
                  </a:cubicBezTo>
                  <a:cubicBezTo>
                    <a:pt x="1775" y="6058"/>
                    <a:pt x="1819" y="6319"/>
                    <a:pt x="1634" y="6521"/>
                  </a:cubicBezTo>
                  <a:cubicBezTo>
                    <a:pt x="1530" y="6651"/>
                    <a:pt x="1590" y="6853"/>
                    <a:pt x="1427" y="6951"/>
                  </a:cubicBezTo>
                  <a:cubicBezTo>
                    <a:pt x="1328" y="7164"/>
                    <a:pt x="1240" y="7268"/>
                    <a:pt x="1134" y="7268"/>
                  </a:cubicBezTo>
                  <a:cubicBezTo>
                    <a:pt x="1054" y="7268"/>
                    <a:pt x="963" y="7207"/>
                    <a:pt x="850" y="7087"/>
                  </a:cubicBezTo>
                  <a:cubicBezTo>
                    <a:pt x="805" y="7042"/>
                    <a:pt x="767" y="7024"/>
                    <a:pt x="734" y="7024"/>
                  </a:cubicBezTo>
                  <a:cubicBezTo>
                    <a:pt x="680" y="7024"/>
                    <a:pt x="638" y="7072"/>
                    <a:pt x="594" y="7119"/>
                  </a:cubicBezTo>
                  <a:cubicBezTo>
                    <a:pt x="425" y="7305"/>
                    <a:pt x="305" y="7522"/>
                    <a:pt x="164" y="7724"/>
                  </a:cubicBezTo>
                  <a:cubicBezTo>
                    <a:pt x="0" y="7952"/>
                    <a:pt x="77" y="8094"/>
                    <a:pt x="300" y="8230"/>
                  </a:cubicBezTo>
                  <a:cubicBezTo>
                    <a:pt x="504" y="8359"/>
                    <a:pt x="715" y="8388"/>
                    <a:pt x="924" y="8388"/>
                  </a:cubicBezTo>
                  <a:cubicBezTo>
                    <a:pt x="1104" y="8388"/>
                    <a:pt x="1282" y="8366"/>
                    <a:pt x="1454" y="8366"/>
                  </a:cubicBezTo>
                  <a:cubicBezTo>
                    <a:pt x="1176" y="8529"/>
                    <a:pt x="795" y="8399"/>
                    <a:pt x="485" y="8589"/>
                  </a:cubicBezTo>
                  <a:cubicBezTo>
                    <a:pt x="523" y="8655"/>
                    <a:pt x="556" y="8725"/>
                    <a:pt x="588" y="8796"/>
                  </a:cubicBezTo>
                  <a:cubicBezTo>
                    <a:pt x="675" y="8851"/>
                    <a:pt x="763" y="8911"/>
                    <a:pt x="844" y="8976"/>
                  </a:cubicBezTo>
                  <a:cubicBezTo>
                    <a:pt x="1041" y="9135"/>
                    <a:pt x="1228" y="9215"/>
                    <a:pt x="1412" y="9215"/>
                  </a:cubicBezTo>
                  <a:cubicBezTo>
                    <a:pt x="1601" y="9215"/>
                    <a:pt x="1787" y="9132"/>
                    <a:pt x="1982" y="8965"/>
                  </a:cubicBezTo>
                  <a:cubicBezTo>
                    <a:pt x="2133" y="8834"/>
                    <a:pt x="2305" y="8768"/>
                    <a:pt x="2487" y="8716"/>
                  </a:cubicBezTo>
                  <a:lnTo>
                    <a:pt x="2487" y="8716"/>
                  </a:lnTo>
                  <a:cubicBezTo>
                    <a:pt x="2442" y="8730"/>
                    <a:pt x="2396" y="8745"/>
                    <a:pt x="2352" y="8764"/>
                  </a:cubicBezTo>
                  <a:cubicBezTo>
                    <a:pt x="1987" y="8911"/>
                    <a:pt x="1742" y="9188"/>
                    <a:pt x="1808" y="9373"/>
                  </a:cubicBezTo>
                  <a:cubicBezTo>
                    <a:pt x="1857" y="9501"/>
                    <a:pt x="2059" y="9572"/>
                    <a:pt x="2282" y="9572"/>
                  </a:cubicBezTo>
                  <a:cubicBezTo>
                    <a:pt x="2428" y="9572"/>
                    <a:pt x="2584" y="9542"/>
                    <a:pt x="2711" y="9477"/>
                  </a:cubicBezTo>
                  <a:cubicBezTo>
                    <a:pt x="2719" y="9473"/>
                    <a:pt x="2723" y="9471"/>
                    <a:pt x="2726" y="9469"/>
                  </a:cubicBezTo>
                  <a:lnTo>
                    <a:pt x="2726" y="9469"/>
                  </a:lnTo>
                  <a:cubicBezTo>
                    <a:pt x="2726" y="9469"/>
                    <a:pt x="2730" y="9468"/>
                    <a:pt x="2744" y="9460"/>
                  </a:cubicBezTo>
                  <a:cubicBezTo>
                    <a:pt x="2956" y="9330"/>
                    <a:pt x="3169" y="9210"/>
                    <a:pt x="3387" y="9090"/>
                  </a:cubicBezTo>
                  <a:cubicBezTo>
                    <a:pt x="3751" y="8894"/>
                    <a:pt x="3936" y="8595"/>
                    <a:pt x="3991" y="8197"/>
                  </a:cubicBezTo>
                  <a:cubicBezTo>
                    <a:pt x="4132" y="7168"/>
                    <a:pt x="4078" y="6150"/>
                    <a:pt x="3784" y="5160"/>
                  </a:cubicBezTo>
                  <a:cubicBezTo>
                    <a:pt x="3566" y="4436"/>
                    <a:pt x="3964" y="3880"/>
                    <a:pt x="4377" y="3472"/>
                  </a:cubicBezTo>
                  <a:cubicBezTo>
                    <a:pt x="4428" y="3426"/>
                    <a:pt x="4487" y="3415"/>
                    <a:pt x="4552" y="3415"/>
                  </a:cubicBezTo>
                  <a:cubicBezTo>
                    <a:pt x="4571" y="3415"/>
                    <a:pt x="4591" y="3416"/>
                    <a:pt x="4611" y="3418"/>
                  </a:cubicBezTo>
                  <a:cubicBezTo>
                    <a:pt x="4726" y="3390"/>
                    <a:pt x="4846" y="3363"/>
                    <a:pt x="4960" y="3341"/>
                  </a:cubicBezTo>
                  <a:cubicBezTo>
                    <a:pt x="4944" y="3151"/>
                    <a:pt x="4775" y="3200"/>
                    <a:pt x="4666" y="3167"/>
                  </a:cubicBezTo>
                  <a:cubicBezTo>
                    <a:pt x="4317" y="3075"/>
                    <a:pt x="3991" y="2949"/>
                    <a:pt x="3762" y="2639"/>
                  </a:cubicBezTo>
                  <a:lnTo>
                    <a:pt x="3762" y="2639"/>
                  </a:lnTo>
                  <a:cubicBezTo>
                    <a:pt x="4282" y="2956"/>
                    <a:pt x="4843" y="3084"/>
                    <a:pt x="5431" y="3084"/>
                  </a:cubicBezTo>
                  <a:cubicBezTo>
                    <a:pt x="5490" y="3084"/>
                    <a:pt x="5549" y="3083"/>
                    <a:pt x="5608" y="3080"/>
                  </a:cubicBezTo>
                  <a:cubicBezTo>
                    <a:pt x="5618" y="3080"/>
                    <a:pt x="5629" y="3079"/>
                    <a:pt x="5639" y="3079"/>
                  </a:cubicBezTo>
                  <a:cubicBezTo>
                    <a:pt x="5770" y="3079"/>
                    <a:pt x="5901" y="3109"/>
                    <a:pt x="6027" y="3134"/>
                  </a:cubicBezTo>
                  <a:cubicBezTo>
                    <a:pt x="6076" y="3107"/>
                    <a:pt x="6119" y="3075"/>
                    <a:pt x="6168" y="3042"/>
                  </a:cubicBezTo>
                  <a:cubicBezTo>
                    <a:pt x="6272" y="2917"/>
                    <a:pt x="6185" y="2797"/>
                    <a:pt x="6141" y="2683"/>
                  </a:cubicBezTo>
                  <a:cubicBezTo>
                    <a:pt x="5798" y="1795"/>
                    <a:pt x="5232" y="1071"/>
                    <a:pt x="4464" y="511"/>
                  </a:cubicBezTo>
                  <a:cubicBezTo>
                    <a:pt x="4350" y="320"/>
                    <a:pt x="4051" y="287"/>
                    <a:pt x="4040" y="10"/>
                  </a:cubicBezTo>
                  <a:cubicBezTo>
                    <a:pt x="4018" y="4"/>
                    <a:pt x="3997" y="1"/>
                    <a:pt x="3977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39"/>
            <p:cNvSpPr/>
            <p:nvPr/>
          </p:nvSpPr>
          <p:spPr>
            <a:xfrm rot="-937699">
              <a:off x="-450604" y="1325744"/>
              <a:ext cx="2192275" cy="1355594"/>
            </a:xfrm>
            <a:custGeom>
              <a:rect b="b" l="l" r="r" t="t"/>
              <a:pathLst>
                <a:path extrusionOk="0" h="20609" w="33329">
                  <a:moveTo>
                    <a:pt x="4262" y="0"/>
                  </a:moveTo>
                  <a:cubicBezTo>
                    <a:pt x="3449" y="0"/>
                    <a:pt x="2640" y="116"/>
                    <a:pt x="1824" y="137"/>
                  </a:cubicBezTo>
                  <a:cubicBezTo>
                    <a:pt x="1312" y="148"/>
                    <a:pt x="795" y="230"/>
                    <a:pt x="283" y="301"/>
                  </a:cubicBezTo>
                  <a:cubicBezTo>
                    <a:pt x="185" y="312"/>
                    <a:pt x="11" y="290"/>
                    <a:pt x="6" y="453"/>
                  </a:cubicBezTo>
                  <a:cubicBezTo>
                    <a:pt x="0" y="611"/>
                    <a:pt x="158" y="627"/>
                    <a:pt x="278" y="682"/>
                  </a:cubicBezTo>
                  <a:cubicBezTo>
                    <a:pt x="828" y="905"/>
                    <a:pt x="1416" y="807"/>
                    <a:pt x="1987" y="878"/>
                  </a:cubicBezTo>
                  <a:cubicBezTo>
                    <a:pt x="2450" y="938"/>
                    <a:pt x="2858" y="1052"/>
                    <a:pt x="3212" y="1406"/>
                  </a:cubicBezTo>
                  <a:cubicBezTo>
                    <a:pt x="3844" y="2032"/>
                    <a:pt x="4606" y="2435"/>
                    <a:pt x="5510" y="2527"/>
                  </a:cubicBezTo>
                  <a:cubicBezTo>
                    <a:pt x="5853" y="2560"/>
                    <a:pt x="6190" y="2642"/>
                    <a:pt x="6609" y="2718"/>
                  </a:cubicBezTo>
                  <a:cubicBezTo>
                    <a:pt x="6346" y="2749"/>
                    <a:pt x="6156" y="2795"/>
                    <a:pt x="5970" y="2795"/>
                  </a:cubicBezTo>
                  <a:cubicBezTo>
                    <a:pt x="5960" y="2795"/>
                    <a:pt x="5950" y="2794"/>
                    <a:pt x="5940" y="2794"/>
                  </a:cubicBezTo>
                  <a:cubicBezTo>
                    <a:pt x="5916" y="2793"/>
                    <a:pt x="5891" y="2793"/>
                    <a:pt x="5868" y="2793"/>
                  </a:cubicBezTo>
                  <a:cubicBezTo>
                    <a:pt x="5062" y="2793"/>
                    <a:pt x="4397" y="3146"/>
                    <a:pt x="3784" y="3622"/>
                  </a:cubicBezTo>
                  <a:cubicBezTo>
                    <a:pt x="3702" y="3681"/>
                    <a:pt x="3577" y="3752"/>
                    <a:pt x="3648" y="3872"/>
                  </a:cubicBezTo>
                  <a:cubicBezTo>
                    <a:pt x="3676" y="3918"/>
                    <a:pt x="3709" y="3935"/>
                    <a:pt x="3745" y="3935"/>
                  </a:cubicBezTo>
                  <a:cubicBezTo>
                    <a:pt x="3807" y="3935"/>
                    <a:pt x="3874" y="3885"/>
                    <a:pt x="3925" y="3850"/>
                  </a:cubicBezTo>
                  <a:cubicBezTo>
                    <a:pt x="4261" y="3648"/>
                    <a:pt x="4595" y="3555"/>
                    <a:pt x="4923" y="3555"/>
                  </a:cubicBezTo>
                  <a:cubicBezTo>
                    <a:pt x="5329" y="3555"/>
                    <a:pt x="5726" y="3698"/>
                    <a:pt x="6108" y="3954"/>
                  </a:cubicBezTo>
                  <a:cubicBezTo>
                    <a:pt x="7029" y="4563"/>
                    <a:pt x="8036" y="4852"/>
                    <a:pt x="9119" y="4928"/>
                  </a:cubicBezTo>
                  <a:cubicBezTo>
                    <a:pt x="9239" y="4917"/>
                    <a:pt x="9353" y="4906"/>
                    <a:pt x="9506" y="4895"/>
                  </a:cubicBezTo>
                  <a:cubicBezTo>
                    <a:pt x="9179" y="4776"/>
                    <a:pt x="8885" y="4678"/>
                    <a:pt x="8569" y="4640"/>
                  </a:cubicBezTo>
                  <a:cubicBezTo>
                    <a:pt x="7829" y="4542"/>
                    <a:pt x="7126" y="4324"/>
                    <a:pt x="6490" y="3921"/>
                  </a:cubicBezTo>
                  <a:cubicBezTo>
                    <a:pt x="5975" y="3597"/>
                    <a:pt x="5451" y="3336"/>
                    <a:pt x="4825" y="3336"/>
                  </a:cubicBezTo>
                  <a:cubicBezTo>
                    <a:pt x="4788" y="3336"/>
                    <a:pt x="4752" y="3337"/>
                    <a:pt x="4715" y="3338"/>
                  </a:cubicBezTo>
                  <a:cubicBezTo>
                    <a:pt x="4824" y="3268"/>
                    <a:pt x="4938" y="3202"/>
                    <a:pt x="5052" y="3175"/>
                  </a:cubicBezTo>
                  <a:cubicBezTo>
                    <a:pt x="5444" y="3083"/>
                    <a:pt x="5836" y="3023"/>
                    <a:pt x="6239" y="3012"/>
                  </a:cubicBezTo>
                  <a:cubicBezTo>
                    <a:pt x="6408" y="3008"/>
                    <a:pt x="6577" y="3007"/>
                    <a:pt x="6745" y="3007"/>
                  </a:cubicBezTo>
                  <a:cubicBezTo>
                    <a:pt x="7083" y="3007"/>
                    <a:pt x="7420" y="3012"/>
                    <a:pt x="7758" y="3012"/>
                  </a:cubicBezTo>
                  <a:cubicBezTo>
                    <a:pt x="7765" y="3011"/>
                    <a:pt x="7772" y="3011"/>
                    <a:pt x="7779" y="3011"/>
                  </a:cubicBezTo>
                  <a:cubicBezTo>
                    <a:pt x="7800" y="3011"/>
                    <a:pt x="7823" y="3013"/>
                    <a:pt x="7845" y="3013"/>
                  </a:cubicBezTo>
                  <a:cubicBezTo>
                    <a:pt x="7900" y="3013"/>
                    <a:pt x="7953" y="3003"/>
                    <a:pt x="7970" y="2936"/>
                  </a:cubicBezTo>
                  <a:cubicBezTo>
                    <a:pt x="7998" y="2821"/>
                    <a:pt x="7910" y="2767"/>
                    <a:pt x="7823" y="2723"/>
                  </a:cubicBezTo>
                  <a:cubicBezTo>
                    <a:pt x="7758" y="2696"/>
                    <a:pt x="7687" y="2674"/>
                    <a:pt x="7622" y="2653"/>
                  </a:cubicBezTo>
                  <a:cubicBezTo>
                    <a:pt x="7121" y="2451"/>
                    <a:pt x="6588" y="2440"/>
                    <a:pt x="6065" y="2380"/>
                  </a:cubicBezTo>
                  <a:cubicBezTo>
                    <a:pt x="5101" y="2266"/>
                    <a:pt x="4192" y="2043"/>
                    <a:pt x="3484" y="1313"/>
                  </a:cubicBezTo>
                  <a:cubicBezTo>
                    <a:pt x="3103" y="916"/>
                    <a:pt x="2657" y="698"/>
                    <a:pt x="2096" y="644"/>
                  </a:cubicBezTo>
                  <a:cubicBezTo>
                    <a:pt x="1780" y="617"/>
                    <a:pt x="1465" y="622"/>
                    <a:pt x="1144" y="606"/>
                  </a:cubicBezTo>
                  <a:cubicBezTo>
                    <a:pt x="1018" y="595"/>
                    <a:pt x="888" y="589"/>
                    <a:pt x="757" y="584"/>
                  </a:cubicBezTo>
                  <a:cubicBezTo>
                    <a:pt x="790" y="480"/>
                    <a:pt x="839" y="475"/>
                    <a:pt x="882" y="475"/>
                  </a:cubicBezTo>
                  <a:cubicBezTo>
                    <a:pt x="1704" y="442"/>
                    <a:pt x="2526" y="399"/>
                    <a:pt x="3348" y="328"/>
                  </a:cubicBezTo>
                  <a:cubicBezTo>
                    <a:pt x="3587" y="306"/>
                    <a:pt x="3825" y="296"/>
                    <a:pt x="4062" y="296"/>
                  </a:cubicBezTo>
                  <a:cubicBezTo>
                    <a:pt x="5201" y="296"/>
                    <a:pt x="6315" y="530"/>
                    <a:pt x="7415" y="845"/>
                  </a:cubicBezTo>
                  <a:cubicBezTo>
                    <a:pt x="8482" y="1150"/>
                    <a:pt x="9473" y="1645"/>
                    <a:pt x="10480" y="2108"/>
                  </a:cubicBezTo>
                  <a:cubicBezTo>
                    <a:pt x="12821" y="3175"/>
                    <a:pt x="15020" y="4465"/>
                    <a:pt x="16800" y="6354"/>
                  </a:cubicBezTo>
                  <a:cubicBezTo>
                    <a:pt x="17606" y="7209"/>
                    <a:pt x="18499" y="7950"/>
                    <a:pt x="19419" y="8663"/>
                  </a:cubicBezTo>
                  <a:cubicBezTo>
                    <a:pt x="20524" y="9523"/>
                    <a:pt x="21608" y="10410"/>
                    <a:pt x="22560" y="11445"/>
                  </a:cubicBezTo>
                  <a:cubicBezTo>
                    <a:pt x="22985" y="11907"/>
                    <a:pt x="23475" y="12288"/>
                    <a:pt x="23997" y="12637"/>
                  </a:cubicBezTo>
                  <a:cubicBezTo>
                    <a:pt x="24564" y="13018"/>
                    <a:pt x="25162" y="13361"/>
                    <a:pt x="25680" y="13802"/>
                  </a:cubicBezTo>
                  <a:cubicBezTo>
                    <a:pt x="26583" y="14569"/>
                    <a:pt x="27427" y="15408"/>
                    <a:pt x="28238" y="16273"/>
                  </a:cubicBezTo>
                  <a:cubicBezTo>
                    <a:pt x="28294" y="16339"/>
                    <a:pt x="28354" y="16440"/>
                    <a:pt x="28443" y="16440"/>
                  </a:cubicBezTo>
                  <a:cubicBezTo>
                    <a:pt x="28457" y="16440"/>
                    <a:pt x="28473" y="16437"/>
                    <a:pt x="28489" y="16431"/>
                  </a:cubicBezTo>
                  <a:cubicBezTo>
                    <a:pt x="28647" y="16377"/>
                    <a:pt x="28478" y="16252"/>
                    <a:pt x="28511" y="16165"/>
                  </a:cubicBezTo>
                  <a:cubicBezTo>
                    <a:pt x="28538" y="16088"/>
                    <a:pt x="28440" y="16012"/>
                    <a:pt x="28538" y="15892"/>
                  </a:cubicBezTo>
                  <a:cubicBezTo>
                    <a:pt x="28843" y="16175"/>
                    <a:pt x="29093" y="16486"/>
                    <a:pt x="29300" y="16840"/>
                  </a:cubicBezTo>
                  <a:cubicBezTo>
                    <a:pt x="29697" y="17515"/>
                    <a:pt x="29959" y="18250"/>
                    <a:pt x="30329" y="18935"/>
                  </a:cubicBezTo>
                  <a:cubicBezTo>
                    <a:pt x="30421" y="19104"/>
                    <a:pt x="30481" y="19376"/>
                    <a:pt x="30672" y="19376"/>
                  </a:cubicBezTo>
                  <a:cubicBezTo>
                    <a:pt x="30846" y="19376"/>
                    <a:pt x="30982" y="19148"/>
                    <a:pt x="31075" y="18963"/>
                  </a:cubicBezTo>
                  <a:cubicBezTo>
                    <a:pt x="31080" y="18952"/>
                    <a:pt x="31107" y="18952"/>
                    <a:pt x="31129" y="18946"/>
                  </a:cubicBezTo>
                  <a:cubicBezTo>
                    <a:pt x="31194" y="19382"/>
                    <a:pt x="31254" y="19807"/>
                    <a:pt x="31320" y="20237"/>
                  </a:cubicBezTo>
                  <a:cubicBezTo>
                    <a:pt x="31341" y="20378"/>
                    <a:pt x="31336" y="20541"/>
                    <a:pt x="31499" y="20596"/>
                  </a:cubicBezTo>
                  <a:cubicBezTo>
                    <a:pt x="31527" y="20604"/>
                    <a:pt x="31552" y="20608"/>
                    <a:pt x="31577" y="20608"/>
                  </a:cubicBezTo>
                  <a:cubicBezTo>
                    <a:pt x="31708" y="20608"/>
                    <a:pt x="31799" y="20497"/>
                    <a:pt x="31891" y="20405"/>
                  </a:cubicBezTo>
                  <a:cubicBezTo>
                    <a:pt x="32033" y="20269"/>
                    <a:pt x="32104" y="20046"/>
                    <a:pt x="32327" y="20013"/>
                  </a:cubicBezTo>
                  <a:cubicBezTo>
                    <a:pt x="32877" y="19921"/>
                    <a:pt x="33127" y="19589"/>
                    <a:pt x="33181" y="19055"/>
                  </a:cubicBezTo>
                  <a:cubicBezTo>
                    <a:pt x="33203" y="18870"/>
                    <a:pt x="33279" y="18691"/>
                    <a:pt x="33328" y="18511"/>
                  </a:cubicBezTo>
                  <a:cubicBezTo>
                    <a:pt x="33286" y="18505"/>
                    <a:pt x="33255" y="18502"/>
                    <a:pt x="33231" y="18502"/>
                  </a:cubicBezTo>
                  <a:cubicBezTo>
                    <a:pt x="33161" y="18502"/>
                    <a:pt x="33158" y="18534"/>
                    <a:pt x="33122" y="18652"/>
                  </a:cubicBezTo>
                  <a:cubicBezTo>
                    <a:pt x="33007" y="18990"/>
                    <a:pt x="33007" y="19420"/>
                    <a:pt x="32643" y="19589"/>
                  </a:cubicBezTo>
                  <a:cubicBezTo>
                    <a:pt x="32283" y="19763"/>
                    <a:pt x="31869" y="19823"/>
                    <a:pt x="31641" y="20231"/>
                  </a:cubicBezTo>
                  <a:cubicBezTo>
                    <a:pt x="31565" y="19915"/>
                    <a:pt x="31532" y="19638"/>
                    <a:pt x="31488" y="19360"/>
                  </a:cubicBezTo>
                  <a:cubicBezTo>
                    <a:pt x="31434" y="19001"/>
                    <a:pt x="31396" y="18636"/>
                    <a:pt x="31254" y="18293"/>
                  </a:cubicBezTo>
                  <a:cubicBezTo>
                    <a:pt x="31224" y="18222"/>
                    <a:pt x="31203" y="18112"/>
                    <a:pt x="31097" y="18112"/>
                  </a:cubicBezTo>
                  <a:cubicBezTo>
                    <a:pt x="31090" y="18112"/>
                    <a:pt x="31082" y="18112"/>
                    <a:pt x="31075" y="18113"/>
                  </a:cubicBezTo>
                  <a:cubicBezTo>
                    <a:pt x="30966" y="18124"/>
                    <a:pt x="30922" y="18222"/>
                    <a:pt x="30895" y="18309"/>
                  </a:cubicBezTo>
                  <a:cubicBezTo>
                    <a:pt x="30862" y="18413"/>
                    <a:pt x="30868" y="18522"/>
                    <a:pt x="30846" y="18620"/>
                  </a:cubicBezTo>
                  <a:cubicBezTo>
                    <a:pt x="30819" y="18761"/>
                    <a:pt x="30846" y="18919"/>
                    <a:pt x="30694" y="19023"/>
                  </a:cubicBezTo>
                  <a:cubicBezTo>
                    <a:pt x="30421" y="18424"/>
                    <a:pt x="30176" y="17841"/>
                    <a:pt x="29893" y="17275"/>
                  </a:cubicBezTo>
                  <a:cubicBezTo>
                    <a:pt x="29643" y="16758"/>
                    <a:pt x="29371" y="16246"/>
                    <a:pt x="28919" y="15860"/>
                  </a:cubicBezTo>
                  <a:cubicBezTo>
                    <a:pt x="28791" y="15747"/>
                    <a:pt x="28641" y="15638"/>
                    <a:pt x="28473" y="15638"/>
                  </a:cubicBezTo>
                  <a:cubicBezTo>
                    <a:pt x="28455" y="15638"/>
                    <a:pt x="28436" y="15639"/>
                    <a:pt x="28418" y="15642"/>
                  </a:cubicBezTo>
                  <a:cubicBezTo>
                    <a:pt x="28249" y="15664"/>
                    <a:pt x="28331" y="15898"/>
                    <a:pt x="28249" y="16012"/>
                  </a:cubicBezTo>
                  <a:cubicBezTo>
                    <a:pt x="27879" y="15647"/>
                    <a:pt x="27487" y="15337"/>
                    <a:pt x="27182" y="14956"/>
                  </a:cubicBezTo>
                  <a:cubicBezTo>
                    <a:pt x="26464" y="14047"/>
                    <a:pt x="25620" y="13296"/>
                    <a:pt x="24640" y="12686"/>
                  </a:cubicBezTo>
                  <a:cubicBezTo>
                    <a:pt x="24041" y="12316"/>
                    <a:pt x="23453" y="11918"/>
                    <a:pt x="22974" y="11385"/>
                  </a:cubicBezTo>
                  <a:cubicBezTo>
                    <a:pt x="22043" y="10345"/>
                    <a:pt x="20981" y="9452"/>
                    <a:pt x="19904" y="8570"/>
                  </a:cubicBezTo>
                  <a:cubicBezTo>
                    <a:pt x="18973" y="7813"/>
                    <a:pt x="17949" y="7193"/>
                    <a:pt x="17138" y="6278"/>
                  </a:cubicBezTo>
                  <a:cubicBezTo>
                    <a:pt x="15537" y="4476"/>
                    <a:pt x="13512" y="3224"/>
                    <a:pt x="11438" y="2048"/>
                  </a:cubicBezTo>
                  <a:cubicBezTo>
                    <a:pt x="10426" y="1471"/>
                    <a:pt x="9293" y="1188"/>
                    <a:pt x="8221" y="758"/>
                  </a:cubicBezTo>
                  <a:cubicBezTo>
                    <a:pt x="7181" y="339"/>
                    <a:pt x="6081" y="143"/>
                    <a:pt x="4965" y="34"/>
                  </a:cubicBezTo>
                  <a:cubicBezTo>
                    <a:pt x="4730" y="10"/>
                    <a:pt x="4496" y="0"/>
                    <a:pt x="4262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39"/>
            <p:cNvSpPr/>
            <p:nvPr/>
          </p:nvSpPr>
          <p:spPr>
            <a:xfrm rot="-937699">
              <a:off x="380806" y="2512374"/>
              <a:ext cx="1112615" cy="279025"/>
            </a:xfrm>
            <a:custGeom>
              <a:rect b="b" l="l" r="r" t="t"/>
              <a:pathLst>
                <a:path extrusionOk="0" h="4242" w="16915">
                  <a:moveTo>
                    <a:pt x="2216" y="0"/>
                  </a:moveTo>
                  <a:cubicBezTo>
                    <a:pt x="2020" y="22"/>
                    <a:pt x="1829" y="49"/>
                    <a:pt x="1633" y="71"/>
                  </a:cubicBezTo>
                  <a:cubicBezTo>
                    <a:pt x="1418" y="160"/>
                    <a:pt x="1192" y="173"/>
                    <a:pt x="965" y="173"/>
                  </a:cubicBezTo>
                  <a:cubicBezTo>
                    <a:pt x="874" y="173"/>
                    <a:pt x="783" y="171"/>
                    <a:pt x="693" y="171"/>
                  </a:cubicBezTo>
                  <a:cubicBezTo>
                    <a:pt x="638" y="171"/>
                    <a:pt x="583" y="172"/>
                    <a:pt x="528" y="174"/>
                  </a:cubicBezTo>
                  <a:cubicBezTo>
                    <a:pt x="509" y="176"/>
                    <a:pt x="489" y="176"/>
                    <a:pt x="469" y="176"/>
                  </a:cubicBezTo>
                  <a:cubicBezTo>
                    <a:pt x="423" y="176"/>
                    <a:pt x="375" y="174"/>
                    <a:pt x="328" y="174"/>
                  </a:cubicBezTo>
                  <a:cubicBezTo>
                    <a:pt x="210" y="174"/>
                    <a:pt x="94" y="188"/>
                    <a:pt x="0" y="289"/>
                  </a:cubicBezTo>
                  <a:cubicBezTo>
                    <a:pt x="180" y="359"/>
                    <a:pt x="245" y="572"/>
                    <a:pt x="436" y="632"/>
                  </a:cubicBezTo>
                  <a:cubicBezTo>
                    <a:pt x="524" y="595"/>
                    <a:pt x="611" y="581"/>
                    <a:pt x="699" y="581"/>
                  </a:cubicBezTo>
                  <a:cubicBezTo>
                    <a:pt x="807" y="581"/>
                    <a:pt x="916" y="602"/>
                    <a:pt x="1024" y="626"/>
                  </a:cubicBezTo>
                  <a:cubicBezTo>
                    <a:pt x="1405" y="713"/>
                    <a:pt x="1731" y="920"/>
                    <a:pt x="2074" y="1100"/>
                  </a:cubicBezTo>
                  <a:cubicBezTo>
                    <a:pt x="2156" y="1141"/>
                    <a:pt x="2232" y="1215"/>
                    <a:pt x="2324" y="1215"/>
                  </a:cubicBezTo>
                  <a:cubicBezTo>
                    <a:pt x="2355" y="1215"/>
                    <a:pt x="2388" y="1207"/>
                    <a:pt x="2423" y="1187"/>
                  </a:cubicBezTo>
                  <a:cubicBezTo>
                    <a:pt x="2472" y="1132"/>
                    <a:pt x="2530" y="1116"/>
                    <a:pt x="2589" y="1116"/>
                  </a:cubicBezTo>
                  <a:cubicBezTo>
                    <a:pt x="2634" y="1116"/>
                    <a:pt x="2680" y="1125"/>
                    <a:pt x="2722" y="1133"/>
                  </a:cubicBezTo>
                  <a:cubicBezTo>
                    <a:pt x="3600" y="1279"/>
                    <a:pt x="4485" y="1341"/>
                    <a:pt x="5371" y="1341"/>
                  </a:cubicBezTo>
                  <a:cubicBezTo>
                    <a:pt x="5540" y="1341"/>
                    <a:pt x="5710" y="1338"/>
                    <a:pt x="5880" y="1334"/>
                  </a:cubicBezTo>
                  <a:cubicBezTo>
                    <a:pt x="5946" y="1332"/>
                    <a:pt x="6011" y="1331"/>
                    <a:pt x="6077" y="1331"/>
                  </a:cubicBezTo>
                  <a:cubicBezTo>
                    <a:pt x="6432" y="1331"/>
                    <a:pt x="6788" y="1354"/>
                    <a:pt x="7132" y="1372"/>
                  </a:cubicBezTo>
                  <a:cubicBezTo>
                    <a:pt x="8308" y="1443"/>
                    <a:pt x="9457" y="1769"/>
                    <a:pt x="10622" y="1955"/>
                  </a:cubicBezTo>
                  <a:cubicBezTo>
                    <a:pt x="12135" y="2200"/>
                    <a:pt x="13594" y="2679"/>
                    <a:pt x="15075" y="3065"/>
                  </a:cubicBezTo>
                  <a:cubicBezTo>
                    <a:pt x="15625" y="3207"/>
                    <a:pt x="16120" y="3403"/>
                    <a:pt x="16436" y="3914"/>
                  </a:cubicBezTo>
                  <a:cubicBezTo>
                    <a:pt x="16512" y="4040"/>
                    <a:pt x="16599" y="4203"/>
                    <a:pt x="16784" y="4241"/>
                  </a:cubicBezTo>
                  <a:cubicBezTo>
                    <a:pt x="16915" y="4105"/>
                    <a:pt x="16893" y="3931"/>
                    <a:pt x="16844" y="3778"/>
                  </a:cubicBezTo>
                  <a:cubicBezTo>
                    <a:pt x="16692" y="3245"/>
                    <a:pt x="16463" y="2760"/>
                    <a:pt x="15935" y="2488"/>
                  </a:cubicBezTo>
                  <a:cubicBezTo>
                    <a:pt x="15663" y="2352"/>
                    <a:pt x="15412" y="2161"/>
                    <a:pt x="15140" y="2031"/>
                  </a:cubicBezTo>
                  <a:cubicBezTo>
                    <a:pt x="14664" y="1795"/>
                    <a:pt x="14169" y="1597"/>
                    <a:pt x="13637" y="1597"/>
                  </a:cubicBezTo>
                  <a:cubicBezTo>
                    <a:pt x="13530" y="1597"/>
                    <a:pt x="13421" y="1605"/>
                    <a:pt x="13311" y="1622"/>
                  </a:cubicBezTo>
                  <a:cubicBezTo>
                    <a:pt x="13191" y="1584"/>
                    <a:pt x="13060" y="1579"/>
                    <a:pt x="12968" y="1486"/>
                  </a:cubicBezTo>
                  <a:cubicBezTo>
                    <a:pt x="12794" y="1361"/>
                    <a:pt x="12581" y="1399"/>
                    <a:pt x="12391" y="1356"/>
                  </a:cubicBezTo>
                  <a:cubicBezTo>
                    <a:pt x="11433" y="1149"/>
                    <a:pt x="10502" y="844"/>
                    <a:pt x="9544" y="675"/>
                  </a:cubicBezTo>
                  <a:cubicBezTo>
                    <a:pt x="7121" y="256"/>
                    <a:pt x="4666" y="142"/>
                    <a:pt x="2216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39"/>
            <p:cNvSpPr/>
            <p:nvPr/>
          </p:nvSpPr>
          <p:spPr>
            <a:xfrm rot="-937699">
              <a:off x="636481" y="3221475"/>
              <a:ext cx="980864" cy="1347635"/>
            </a:xfrm>
            <a:custGeom>
              <a:rect b="b" l="l" r="r" t="t"/>
              <a:pathLst>
                <a:path extrusionOk="0" h="20488" w="14912">
                  <a:moveTo>
                    <a:pt x="8408" y="1"/>
                  </a:moveTo>
                  <a:cubicBezTo>
                    <a:pt x="7841" y="1"/>
                    <a:pt x="7266" y="51"/>
                    <a:pt x="6686" y="143"/>
                  </a:cubicBezTo>
                  <a:cubicBezTo>
                    <a:pt x="5428" y="345"/>
                    <a:pt x="4263" y="895"/>
                    <a:pt x="3283" y="1749"/>
                  </a:cubicBezTo>
                  <a:cubicBezTo>
                    <a:pt x="2145" y="2740"/>
                    <a:pt x="1214" y="3900"/>
                    <a:pt x="719" y="5332"/>
                  </a:cubicBezTo>
                  <a:cubicBezTo>
                    <a:pt x="229" y="6736"/>
                    <a:pt x="0" y="8201"/>
                    <a:pt x="202" y="9698"/>
                  </a:cubicBezTo>
                  <a:cubicBezTo>
                    <a:pt x="294" y="10367"/>
                    <a:pt x="349" y="11042"/>
                    <a:pt x="654" y="11674"/>
                  </a:cubicBezTo>
                  <a:cubicBezTo>
                    <a:pt x="1214" y="12822"/>
                    <a:pt x="2096" y="13666"/>
                    <a:pt x="3082" y="14428"/>
                  </a:cubicBezTo>
                  <a:cubicBezTo>
                    <a:pt x="4149" y="15250"/>
                    <a:pt x="5341" y="15877"/>
                    <a:pt x="6490" y="16562"/>
                  </a:cubicBezTo>
                  <a:cubicBezTo>
                    <a:pt x="7731" y="17308"/>
                    <a:pt x="8841" y="18201"/>
                    <a:pt x="9767" y="19328"/>
                  </a:cubicBezTo>
                  <a:cubicBezTo>
                    <a:pt x="10077" y="19704"/>
                    <a:pt x="10284" y="20166"/>
                    <a:pt x="10671" y="20488"/>
                  </a:cubicBezTo>
                  <a:cubicBezTo>
                    <a:pt x="10562" y="20057"/>
                    <a:pt x="10317" y="19698"/>
                    <a:pt x="10061" y="19344"/>
                  </a:cubicBezTo>
                  <a:cubicBezTo>
                    <a:pt x="9016" y="17902"/>
                    <a:pt x="7567" y="16944"/>
                    <a:pt x="6076" y="16034"/>
                  </a:cubicBezTo>
                  <a:cubicBezTo>
                    <a:pt x="4873" y="15299"/>
                    <a:pt x="3588" y="14695"/>
                    <a:pt x="2543" y="13721"/>
                  </a:cubicBezTo>
                  <a:cubicBezTo>
                    <a:pt x="1693" y="12937"/>
                    <a:pt x="958" y="12055"/>
                    <a:pt x="648" y="10928"/>
                  </a:cubicBezTo>
                  <a:cubicBezTo>
                    <a:pt x="398" y="10008"/>
                    <a:pt x="338" y="9044"/>
                    <a:pt x="414" y="8092"/>
                  </a:cubicBezTo>
                  <a:cubicBezTo>
                    <a:pt x="501" y="6954"/>
                    <a:pt x="686" y="5821"/>
                    <a:pt x="1209" y="4798"/>
                  </a:cubicBezTo>
                  <a:cubicBezTo>
                    <a:pt x="2314" y="2620"/>
                    <a:pt x="4012" y="1096"/>
                    <a:pt x="6435" y="541"/>
                  </a:cubicBezTo>
                  <a:cubicBezTo>
                    <a:pt x="7076" y="394"/>
                    <a:pt x="7720" y="317"/>
                    <a:pt x="8360" y="317"/>
                  </a:cubicBezTo>
                  <a:cubicBezTo>
                    <a:pt x="9264" y="317"/>
                    <a:pt x="10164" y="471"/>
                    <a:pt x="11046" y="802"/>
                  </a:cubicBezTo>
                  <a:cubicBezTo>
                    <a:pt x="12320" y="1276"/>
                    <a:pt x="13409" y="1994"/>
                    <a:pt x="14171" y="3149"/>
                  </a:cubicBezTo>
                  <a:cubicBezTo>
                    <a:pt x="14307" y="3350"/>
                    <a:pt x="14340" y="3530"/>
                    <a:pt x="14215" y="3758"/>
                  </a:cubicBezTo>
                  <a:cubicBezTo>
                    <a:pt x="13823" y="4450"/>
                    <a:pt x="13458" y="5163"/>
                    <a:pt x="13071" y="5860"/>
                  </a:cubicBezTo>
                  <a:cubicBezTo>
                    <a:pt x="12919" y="6141"/>
                    <a:pt x="12537" y="6393"/>
                    <a:pt x="12280" y="6393"/>
                  </a:cubicBezTo>
                  <a:cubicBezTo>
                    <a:pt x="12243" y="6393"/>
                    <a:pt x="12209" y="6388"/>
                    <a:pt x="12178" y="6377"/>
                  </a:cubicBezTo>
                  <a:cubicBezTo>
                    <a:pt x="11944" y="6297"/>
                    <a:pt x="11712" y="6279"/>
                    <a:pt x="11478" y="6279"/>
                  </a:cubicBezTo>
                  <a:cubicBezTo>
                    <a:pt x="11315" y="6279"/>
                    <a:pt x="11152" y="6287"/>
                    <a:pt x="10986" y="6290"/>
                  </a:cubicBezTo>
                  <a:cubicBezTo>
                    <a:pt x="10966" y="6290"/>
                    <a:pt x="10946" y="6290"/>
                    <a:pt x="10927" y="6290"/>
                  </a:cubicBezTo>
                  <a:cubicBezTo>
                    <a:pt x="10386" y="6290"/>
                    <a:pt x="10213" y="6140"/>
                    <a:pt x="10066" y="5598"/>
                  </a:cubicBezTo>
                  <a:cubicBezTo>
                    <a:pt x="10044" y="5522"/>
                    <a:pt x="10072" y="5386"/>
                    <a:pt x="9941" y="5375"/>
                  </a:cubicBezTo>
                  <a:cubicBezTo>
                    <a:pt x="9938" y="5375"/>
                    <a:pt x="9935" y="5375"/>
                    <a:pt x="9933" y="5375"/>
                  </a:cubicBezTo>
                  <a:cubicBezTo>
                    <a:pt x="9809" y="5375"/>
                    <a:pt x="9777" y="5492"/>
                    <a:pt x="9740" y="5587"/>
                  </a:cubicBezTo>
                  <a:cubicBezTo>
                    <a:pt x="9652" y="5843"/>
                    <a:pt x="9554" y="6094"/>
                    <a:pt x="9467" y="6344"/>
                  </a:cubicBezTo>
                  <a:cubicBezTo>
                    <a:pt x="9369" y="6627"/>
                    <a:pt x="9184" y="6779"/>
                    <a:pt x="8955" y="6779"/>
                  </a:cubicBezTo>
                  <a:cubicBezTo>
                    <a:pt x="8867" y="6779"/>
                    <a:pt x="8771" y="6756"/>
                    <a:pt x="8673" y="6709"/>
                  </a:cubicBezTo>
                  <a:cubicBezTo>
                    <a:pt x="8639" y="6694"/>
                    <a:pt x="8608" y="6687"/>
                    <a:pt x="8580" y="6687"/>
                  </a:cubicBezTo>
                  <a:cubicBezTo>
                    <a:pt x="8506" y="6687"/>
                    <a:pt x="8450" y="6735"/>
                    <a:pt x="8422" y="6818"/>
                  </a:cubicBezTo>
                  <a:cubicBezTo>
                    <a:pt x="8221" y="7373"/>
                    <a:pt x="7791" y="7781"/>
                    <a:pt x="7513" y="8282"/>
                  </a:cubicBezTo>
                  <a:cubicBezTo>
                    <a:pt x="7393" y="8500"/>
                    <a:pt x="7224" y="8631"/>
                    <a:pt x="7012" y="8745"/>
                  </a:cubicBezTo>
                  <a:cubicBezTo>
                    <a:pt x="6724" y="8897"/>
                    <a:pt x="6446" y="9050"/>
                    <a:pt x="6288" y="9382"/>
                  </a:cubicBezTo>
                  <a:cubicBezTo>
                    <a:pt x="6005" y="9992"/>
                    <a:pt x="5499" y="10362"/>
                    <a:pt x="4856" y="10552"/>
                  </a:cubicBezTo>
                  <a:cubicBezTo>
                    <a:pt x="4818" y="10564"/>
                    <a:pt x="4782" y="10569"/>
                    <a:pt x="4749" y="10569"/>
                  </a:cubicBezTo>
                  <a:cubicBezTo>
                    <a:pt x="4638" y="10569"/>
                    <a:pt x="4550" y="10513"/>
                    <a:pt x="4475" y="10438"/>
                  </a:cubicBezTo>
                  <a:cubicBezTo>
                    <a:pt x="4355" y="10329"/>
                    <a:pt x="4470" y="10220"/>
                    <a:pt x="4519" y="10122"/>
                  </a:cubicBezTo>
                  <a:cubicBezTo>
                    <a:pt x="4551" y="10062"/>
                    <a:pt x="4617" y="10013"/>
                    <a:pt x="4551" y="9943"/>
                  </a:cubicBezTo>
                  <a:cubicBezTo>
                    <a:pt x="4516" y="9899"/>
                    <a:pt x="4468" y="9881"/>
                    <a:pt x="4416" y="9881"/>
                  </a:cubicBezTo>
                  <a:cubicBezTo>
                    <a:pt x="4396" y="9881"/>
                    <a:pt x="4376" y="9884"/>
                    <a:pt x="4355" y="9888"/>
                  </a:cubicBezTo>
                  <a:cubicBezTo>
                    <a:pt x="4241" y="9910"/>
                    <a:pt x="4132" y="9959"/>
                    <a:pt x="4072" y="10068"/>
                  </a:cubicBezTo>
                  <a:cubicBezTo>
                    <a:pt x="4217" y="10568"/>
                    <a:pt x="4417" y="10827"/>
                    <a:pt x="4738" y="10827"/>
                  </a:cubicBezTo>
                  <a:cubicBezTo>
                    <a:pt x="4865" y="10827"/>
                    <a:pt x="5010" y="10786"/>
                    <a:pt x="5178" y="10705"/>
                  </a:cubicBezTo>
                  <a:cubicBezTo>
                    <a:pt x="5711" y="10449"/>
                    <a:pt x="6245" y="10117"/>
                    <a:pt x="6500" y="9513"/>
                  </a:cubicBezTo>
                  <a:cubicBezTo>
                    <a:pt x="6588" y="9311"/>
                    <a:pt x="6713" y="9153"/>
                    <a:pt x="6920" y="9066"/>
                  </a:cubicBezTo>
                  <a:cubicBezTo>
                    <a:pt x="7322" y="8892"/>
                    <a:pt x="7627" y="8614"/>
                    <a:pt x="7845" y="8233"/>
                  </a:cubicBezTo>
                  <a:cubicBezTo>
                    <a:pt x="8008" y="7950"/>
                    <a:pt x="8193" y="7678"/>
                    <a:pt x="8379" y="7400"/>
                  </a:cubicBezTo>
                  <a:cubicBezTo>
                    <a:pt x="8459" y="7276"/>
                    <a:pt x="8506" y="7075"/>
                    <a:pt x="8656" y="7075"/>
                  </a:cubicBezTo>
                  <a:cubicBezTo>
                    <a:pt x="8710" y="7075"/>
                    <a:pt x="8777" y="7101"/>
                    <a:pt x="8863" y="7166"/>
                  </a:cubicBezTo>
                  <a:cubicBezTo>
                    <a:pt x="8866" y="7169"/>
                    <a:pt x="8871" y="7171"/>
                    <a:pt x="8878" y="7171"/>
                  </a:cubicBezTo>
                  <a:cubicBezTo>
                    <a:pt x="8905" y="7171"/>
                    <a:pt x="8957" y="7146"/>
                    <a:pt x="8988" y="7128"/>
                  </a:cubicBezTo>
                  <a:cubicBezTo>
                    <a:pt x="9315" y="6943"/>
                    <a:pt x="9663" y="6791"/>
                    <a:pt x="9740" y="6355"/>
                  </a:cubicBezTo>
                  <a:cubicBezTo>
                    <a:pt x="9761" y="6241"/>
                    <a:pt x="9794" y="6099"/>
                    <a:pt x="9919" y="6017"/>
                  </a:cubicBezTo>
                  <a:cubicBezTo>
                    <a:pt x="10115" y="6431"/>
                    <a:pt x="10491" y="6507"/>
                    <a:pt x="10883" y="6546"/>
                  </a:cubicBezTo>
                  <a:cubicBezTo>
                    <a:pt x="10947" y="6551"/>
                    <a:pt x="11012" y="6553"/>
                    <a:pt x="11077" y="6553"/>
                  </a:cubicBezTo>
                  <a:cubicBezTo>
                    <a:pt x="11202" y="6553"/>
                    <a:pt x="11327" y="6546"/>
                    <a:pt x="11452" y="6546"/>
                  </a:cubicBezTo>
                  <a:cubicBezTo>
                    <a:pt x="11592" y="6546"/>
                    <a:pt x="11732" y="6554"/>
                    <a:pt x="11868" y="6589"/>
                  </a:cubicBezTo>
                  <a:cubicBezTo>
                    <a:pt x="12009" y="6624"/>
                    <a:pt x="12142" y="6642"/>
                    <a:pt x="12268" y="6642"/>
                  </a:cubicBezTo>
                  <a:cubicBezTo>
                    <a:pt x="12690" y="6642"/>
                    <a:pt x="13028" y="6443"/>
                    <a:pt x="13267" y="6028"/>
                  </a:cubicBezTo>
                  <a:cubicBezTo>
                    <a:pt x="13703" y="5261"/>
                    <a:pt x="14127" y="4488"/>
                    <a:pt x="14530" y="3704"/>
                  </a:cubicBezTo>
                  <a:cubicBezTo>
                    <a:pt x="14710" y="3355"/>
                    <a:pt x="14895" y="2996"/>
                    <a:pt x="14911" y="2582"/>
                  </a:cubicBezTo>
                  <a:cubicBezTo>
                    <a:pt x="14893" y="2501"/>
                    <a:pt x="14870" y="2466"/>
                    <a:pt x="14843" y="2466"/>
                  </a:cubicBezTo>
                  <a:cubicBezTo>
                    <a:pt x="14815" y="2466"/>
                    <a:pt x="14784" y="2503"/>
                    <a:pt x="14748" y="2566"/>
                  </a:cubicBezTo>
                  <a:cubicBezTo>
                    <a:pt x="14666" y="2724"/>
                    <a:pt x="14650" y="2914"/>
                    <a:pt x="14498" y="3040"/>
                  </a:cubicBezTo>
                  <a:cubicBezTo>
                    <a:pt x="14024" y="2316"/>
                    <a:pt x="13447" y="1739"/>
                    <a:pt x="12734" y="1265"/>
                  </a:cubicBezTo>
                  <a:cubicBezTo>
                    <a:pt x="11379" y="362"/>
                    <a:pt x="9921" y="1"/>
                    <a:pt x="8408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39"/>
            <p:cNvSpPr/>
            <p:nvPr/>
          </p:nvSpPr>
          <p:spPr>
            <a:xfrm rot="-937699">
              <a:off x="2605836" y="1088666"/>
              <a:ext cx="1598574" cy="1592062"/>
            </a:xfrm>
            <a:custGeom>
              <a:rect b="b" l="l" r="r" t="t"/>
              <a:pathLst>
                <a:path extrusionOk="0" h="24204" w="24303">
                  <a:moveTo>
                    <a:pt x="24272" y="0"/>
                  </a:moveTo>
                  <a:cubicBezTo>
                    <a:pt x="24188" y="0"/>
                    <a:pt x="24193" y="84"/>
                    <a:pt x="24177" y="137"/>
                  </a:cubicBezTo>
                  <a:cubicBezTo>
                    <a:pt x="23954" y="1040"/>
                    <a:pt x="23600" y="1895"/>
                    <a:pt x="23224" y="2744"/>
                  </a:cubicBezTo>
                  <a:cubicBezTo>
                    <a:pt x="22854" y="3561"/>
                    <a:pt x="22419" y="4339"/>
                    <a:pt x="22032" y="5145"/>
                  </a:cubicBezTo>
                  <a:cubicBezTo>
                    <a:pt x="21499" y="6256"/>
                    <a:pt x="20981" y="7377"/>
                    <a:pt x="20448" y="8493"/>
                  </a:cubicBezTo>
                  <a:cubicBezTo>
                    <a:pt x="19952" y="9533"/>
                    <a:pt x="19120" y="10366"/>
                    <a:pt x="18336" y="11210"/>
                  </a:cubicBezTo>
                  <a:cubicBezTo>
                    <a:pt x="17633" y="11966"/>
                    <a:pt x="16888" y="12685"/>
                    <a:pt x="16093" y="13349"/>
                  </a:cubicBezTo>
                  <a:cubicBezTo>
                    <a:pt x="15940" y="13480"/>
                    <a:pt x="15810" y="13665"/>
                    <a:pt x="16163" y="13719"/>
                  </a:cubicBezTo>
                  <a:cubicBezTo>
                    <a:pt x="16365" y="13757"/>
                    <a:pt x="16256" y="13861"/>
                    <a:pt x="16229" y="13948"/>
                  </a:cubicBezTo>
                  <a:cubicBezTo>
                    <a:pt x="16098" y="14318"/>
                    <a:pt x="15782" y="14547"/>
                    <a:pt x="15570" y="14852"/>
                  </a:cubicBezTo>
                  <a:cubicBezTo>
                    <a:pt x="15505" y="14944"/>
                    <a:pt x="15341" y="15009"/>
                    <a:pt x="15418" y="15140"/>
                  </a:cubicBezTo>
                  <a:cubicBezTo>
                    <a:pt x="15454" y="15198"/>
                    <a:pt x="15503" y="15217"/>
                    <a:pt x="15556" y="15217"/>
                  </a:cubicBezTo>
                  <a:cubicBezTo>
                    <a:pt x="15624" y="15217"/>
                    <a:pt x="15699" y="15186"/>
                    <a:pt x="15766" y="15162"/>
                  </a:cubicBezTo>
                  <a:cubicBezTo>
                    <a:pt x="16202" y="14999"/>
                    <a:pt x="16653" y="14906"/>
                    <a:pt x="17203" y="14775"/>
                  </a:cubicBezTo>
                  <a:lnTo>
                    <a:pt x="17203" y="14775"/>
                  </a:lnTo>
                  <a:cubicBezTo>
                    <a:pt x="16849" y="15107"/>
                    <a:pt x="16626" y="15434"/>
                    <a:pt x="16267" y="15603"/>
                  </a:cubicBezTo>
                  <a:cubicBezTo>
                    <a:pt x="15815" y="15826"/>
                    <a:pt x="15434" y="16142"/>
                    <a:pt x="15113" y="16517"/>
                  </a:cubicBezTo>
                  <a:cubicBezTo>
                    <a:pt x="14438" y="17291"/>
                    <a:pt x="13539" y="17481"/>
                    <a:pt x="12581" y="17546"/>
                  </a:cubicBezTo>
                  <a:cubicBezTo>
                    <a:pt x="12412" y="17558"/>
                    <a:pt x="12242" y="17563"/>
                    <a:pt x="12073" y="17563"/>
                  </a:cubicBezTo>
                  <a:cubicBezTo>
                    <a:pt x="11472" y="17563"/>
                    <a:pt x="10873" y="17504"/>
                    <a:pt x="10271" y="17504"/>
                  </a:cubicBezTo>
                  <a:cubicBezTo>
                    <a:pt x="10184" y="17504"/>
                    <a:pt x="10098" y="17506"/>
                    <a:pt x="10012" y="17508"/>
                  </a:cubicBezTo>
                  <a:cubicBezTo>
                    <a:pt x="8504" y="17557"/>
                    <a:pt x="7072" y="17927"/>
                    <a:pt x="5613" y="18221"/>
                  </a:cubicBezTo>
                  <a:cubicBezTo>
                    <a:pt x="4383" y="18477"/>
                    <a:pt x="3267" y="19038"/>
                    <a:pt x="2140" y="19566"/>
                  </a:cubicBezTo>
                  <a:cubicBezTo>
                    <a:pt x="2023" y="19619"/>
                    <a:pt x="1916" y="19651"/>
                    <a:pt x="1798" y="19651"/>
                  </a:cubicBezTo>
                  <a:cubicBezTo>
                    <a:pt x="1746" y="19651"/>
                    <a:pt x="1692" y="19645"/>
                    <a:pt x="1633" y="19631"/>
                  </a:cubicBezTo>
                  <a:cubicBezTo>
                    <a:pt x="1203" y="19523"/>
                    <a:pt x="762" y="19463"/>
                    <a:pt x="349" y="19288"/>
                  </a:cubicBezTo>
                  <a:cubicBezTo>
                    <a:pt x="309" y="19274"/>
                    <a:pt x="272" y="19267"/>
                    <a:pt x="238" y="19267"/>
                  </a:cubicBezTo>
                  <a:cubicBezTo>
                    <a:pt x="179" y="19267"/>
                    <a:pt x="129" y="19289"/>
                    <a:pt x="87" y="19337"/>
                  </a:cubicBezTo>
                  <a:cubicBezTo>
                    <a:pt x="0" y="19446"/>
                    <a:pt x="125" y="19501"/>
                    <a:pt x="180" y="19561"/>
                  </a:cubicBezTo>
                  <a:cubicBezTo>
                    <a:pt x="474" y="19876"/>
                    <a:pt x="795" y="20138"/>
                    <a:pt x="1220" y="20263"/>
                  </a:cubicBezTo>
                  <a:cubicBezTo>
                    <a:pt x="1345" y="20301"/>
                    <a:pt x="1503" y="20312"/>
                    <a:pt x="1579" y="20453"/>
                  </a:cubicBezTo>
                  <a:cubicBezTo>
                    <a:pt x="1225" y="21237"/>
                    <a:pt x="1231" y="21994"/>
                    <a:pt x="1726" y="22724"/>
                  </a:cubicBezTo>
                  <a:cubicBezTo>
                    <a:pt x="1971" y="23077"/>
                    <a:pt x="1960" y="23072"/>
                    <a:pt x="1601" y="23284"/>
                  </a:cubicBezTo>
                  <a:cubicBezTo>
                    <a:pt x="1443" y="23377"/>
                    <a:pt x="1220" y="23442"/>
                    <a:pt x="1231" y="23698"/>
                  </a:cubicBezTo>
                  <a:cubicBezTo>
                    <a:pt x="1272" y="23758"/>
                    <a:pt x="1313" y="23780"/>
                    <a:pt x="1353" y="23780"/>
                  </a:cubicBezTo>
                  <a:cubicBezTo>
                    <a:pt x="1418" y="23780"/>
                    <a:pt x="1479" y="23722"/>
                    <a:pt x="1530" y="23682"/>
                  </a:cubicBezTo>
                  <a:cubicBezTo>
                    <a:pt x="1614" y="23620"/>
                    <a:pt x="1687" y="23586"/>
                    <a:pt x="1752" y="23586"/>
                  </a:cubicBezTo>
                  <a:cubicBezTo>
                    <a:pt x="1847" y="23586"/>
                    <a:pt x="1925" y="23658"/>
                    <a:pt x="1993" y="23823"/>
                  </a:cubicBezTo>
                  <a:cubicBezTo>
                    <a:pt x="2080" y="23448"/>
                    <a:pt x="2434" y="23126"/>
                    <a:pt x="2129" y="22734"/>
                  </a:cubicBezTo>
                  <a:cubicBezTo>
                    <a:pt x="1677" y="22168"/>
                    <a:pt x="1535" y="21564"/>
                    <a:pt x="1770" y="20862"/>
                  </a:cubicBezTo>
                  <a:cubicBezTo>
                    <a:pt x="1895" y="20492"/>
                    <a:pt x="1742" y="20296"/>
                    <a:pt x="1378" y="20143"/>
                  </a:cubicBezTo>
                  <a:cubicBezTo>
                    <a:pt x="1029" y="20002"/>
                    <a:pt x="659" y="19893"/>
                    <a:pt x="376" y="19523"/>
                  </a:cubicBezTo>
                  <a:lnTo>
                    <a:pt x="376" y="19523"/>
                  </a:lnTo>
                  <a:cubicBezTo>
                    <a:pt x="920" y="19675"/>
                    <a:pt x="1394" y="19844"/>
                    <a:pt x="1889" y="19931"/>
                  </a:cubicBezTo>
                  <a:cubicBezTo>
                    <a:pt x="2608" y="20061"/>
                    <a:pt x="2690" y="20143"/>
                    <a:pt x="2597" y="20873"/>
                  </a:cubicBezTo>
                  <a:cubicBezTo>
                    <a:pt x="2526" y="21417"/>
                    <a:pt x="2646" y="21961"/>
                    <a:pt x="3033" y="22315"/>
                  </a:cubicBezTo>
                  <a:cubicBezTo>
                    <a:pt x="3550" y="22789"/>
                    <a:pt x="3501" y="23366"/>
                    <a:pt x="3555" y="23954"/>
                  </a:cubicBezTo>
                  <a:cubicBezTo>
                    <a:pt x="3031" y="23748"/>
                    <a:pt x="2768" y="23654"/>
                    <a:pt x="2582" y="23654"/>
                  </a:cubicBezTo>
                  <a:cubicBezTo>
                    <a:pt x="2428" y="23654"/>
                    <a:pt x="2328" y="23719"/>
                    <a:pt x="2178" y="23840"/>
                  </a:cubicBezTo>
                  <a:cubicBezTo>
                    <a:pt x="2624" y="23840"/>
                    <a:pt x="3027" y="23889"/>
                    <a:pt x="3370" y="24150"/>
                  </a:cubicBezTo>
                  <a:cubicBezTo>
                    <a:pt x="3418" y="24185"/>
                    <a:pt x="3473" y="24204"/>
                    <a:pt x="3529" y="24204"/>
                  </a:cubicBezTo>
                  <a:cubicBezTo>
                    <a:pt x="3587" y="24204"/>
                    <a:pt x="3647" y="24183"/>
                    <a:pt x="3702" y="24139"/>
                  </a:cubicBezTo>
                  <a:cubicBezTo>
                    <a:pt x="3582" y="24074"/>
                    <a:pt x="3680" y="24008"/>
                    <a:pt x="3697" y="23938"/>
                  </a:cubicBezTo>
                  <a:cubicBezTo>
                    <a:pt x="3784" y="23464"/>
                    <a:pt x="3936" y="22952"/>
                    <a:pt x="3555" y="22560"/>
                  </a:cubicBezTo>
                  <a:cubicBezTo>
                    <a:pt x="3011" y="22005"/>
                    <a:pt x="2766" y="21395"/>
                    <a:pt x="2869" y="20622"/>
                  </a:cubicBezTo>
                  <a:cubicBezTo>
                    <a:pt x="2913" y="20274"/>
                    <a:pt x="2820" y="19947"/>
                    <a:pt x="2461" y="19768"/>
                  </a:cubicBezTo>
                  <a:cubicBezTo>
                    <a:pt x="3664" y="19158"/>
                    <a:pt x="4905" y="18706"/>
                    <a:pt x="6217" y="18407"/>
                  </a:cubicBezTo>
                  <a:cubicBezTo>
                    <a:pt x="7828" y="18033"/>
                    <a:pt x="9448" y="17811"/>
                    <a:pt x="11097" y="17811"/>
                  </a:cubicBezTo>
                  <a:cubicBezTo>
                    <a:pt x="11276" y="17811"/>
                    <a:pt x="11455" y="17813"/>
                    <a:pt x="11634" y="17819"/>
                  </a:cubicBezTo>
                  <a:cubicBezTo>
                    <a:pt x="11882" y="17827"/>
                    <a:pt x="12132" y="17838"/>
                    <a:pt x="12382" y="17838"/>
                  </a:cubicBezTo>
                  <a:cubicBezTo>
                    <a:pt x="12800" y="17838"/>
                    <a:pt x="13218" y="17807"/>
                    <a:pt x="13627" y="17677"/>
                  </a:cubicBezTo>
                  <a:cubicBezTo>
                    <a:pt x="14133" y="17514"/>
                    <a:pt x="14672" y="17421"/>
                    <a:pt x="15042" y="16980"/>
                  </a:cubicBezTo>
                  <a:cubicBezTo>
                    <a:pt x="15505" y="16436"/>
                    <a:pt x="16060" y="16017"/>
                    <a:pt x="16670" y="15641"/>
                  </a:cubicBezTo>
                  <a:cubicBezTo>
                    <a:pt x="17133" y="15347"/>
                    <a:pt x="17454" y="14873"/>
                    <a:pt x="17835" y="14471"/>
                  </a:cubicBezTo>
                  <a:cubicBezTo>
                    <a:pt x="17889" y="14411"/>
                    <a:pt x="17944" y="14334"/>
                    <a:pt x="17873" y="14253"/>
                  </a:cubicBezTo>
                  <a:cubicBezTo>
                    <a:pt x="17841" y="14215"/>
                    <a:pt x="17800" y="14202"/>
                    <a:pt x="17758" y="14202"/>
                  </a:cubicBezTo>
                  <a:cubicBezTo>
                    <a:pt x="17720" y="14202"/>
                    <a:pt x="17680" y="14213"/>
                    <a:pt x="17644" y="14226"/>
                  </a:cubicBezTo>
                  <a:cubicBezTo>
                    <a:pt x="17568" y="14247"/>
                    <a:pt x="17497" y="14302"/>
                    <a:pt x="17426" y="14340"/>
                  </a:cubicBezTo>
                  <a:cubicBezTo>
                    <a:pt x="17018" y="14569"/>
                    <a:pt x="16572" y="14677"/>
                    <a:pt x="16022" y="14770"/>
                  </a:cubicBezTo>
                  <a:cubicBezTo>
                    <a:pt x="16267" y="14471"/>
                    <a:pt x="16441" y="14242"/>
                    <a:pt x="16637" y="14030"/>
                  </a:cubicBezTo>
                  <a:cubicBezTo>
                    <a:pt x="16795" y="13850"/>
                    <a:pt x="16931" y="13643"/>
                    <a:pt x="16866" y="13431"/>
                  </a:cubicBezTo>
                  <a:cubicBezTo>
                    <a:pt x="16800" y="13224"/>
                    <a:pt x="16893" y="13120"/>
                    <a:pt x="16986" y="12995"/>
                  </a:cubicBezTo>
                  <a:cubicBezTo>
                    <a:pt x="17323" y="12532"/>
                    <a:pt x="17802" y="12211"/>
                    <a:pt x="18183" y="11798"/>
                  </a:cubicBezTo>
                  <a:cubicBezTo>
                    <a:pt x="19310" y="10584"/>
                    <a:pt x="20459" y="9397"/>
                    <a:pt x="21101" y="7813"/>
                  </a:cubicBezTo>
                  <a:cubicBezTo>
                    <a:pt x="21787" y="6136"/>
                    <a:pt x="22729" y="4573"/>
                    <a:pt x="23415" y="2891"/>
                  </a:cubicBezTo>
                  <a:cubicBezTo>
                    <a:pt x="23774" y="1993"/>
                    <a:pt x="24139" y="1095"/>
                    <a:pt x="24302" y="131"/>
                  </a:cubicBezTo>
                  <a:cubicBezTo>
                    <a:pt x="24297" y="82"/>
                    <a:pt x="24291" y="0"/>
                    <a:pt x="24280" y="0"/>
                  </a:cubicBezTo>
                  <a:cubicBezTo>
                    <a:pt x="24278" y="0"/>
                    <a:pt x="24275" y="0"/>
                    <a:pt x="24272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39"/>
            <p:cNvSpPr/>
            <p:nvPr/>
          </p:nvSpPr>
          <p:spPr>
            <a:xfrm rot="-937699">
              <a:off x="190613" y="1683494"/>
              <a:ext cx="1012437" cy="689275"/>
            </a:xfrm>
            <a:custGeom>
              <a:rect b="b" l="l" r="r" t="t"/>
              <a:pathLst>
                <a:path extrusionOk="0" h="10479" w="15392">
                  <a:moveTo>
                    <a:pt x="1765" y="1"/>
                  </a:moveTo>
                  <a:cubicBezTo>
                    <a:pt x="1523" y="90"/>
                    <a:pt x="1276" y="105"/>
                    <a:pt x="1028" y="105"/>
                  </a:cubicBezTo>
                  <a:cubicBezTo>
                    <a:pt x="912" y="105"/>
                    <a:pt x="796" y="102"/>
                    <a:pt x="680" y="102"/>
                  </a:cubicBezTo>
                  <a:cubicBezTo>
                    <a:pt x="591" y="102"/>
                    <a:pt x="503" y="103"/>
                    <a:pt x="415" y="110"/>
                  </a:cubicBezTo>
                  <a:cubicBezTo>
                    <a:pt x="401" y="111"/>
                    <a:pt x="388" y="111"/>
                    <a:pt x="374" y="111"/>
                  </a:cubicBezTo>
                  <a:cubicBezTo>
                    <a:pt x="334" y="111"/>
                    <a:pt x="293" y="108"/>
                    <a:pt x="252" y="108"/>
                  </a:cubicBezTo>
                  <a:cubicBezTo>
                    <a:pt x="149" y="108"/>
                    <a:pt x="51" y="127"/>
                    <a:pt x="1" y="262"/>
                  </a:cubicBezTo>
                  <a:cubicBezTo>
                    <a:pt x="137" y="278"/>
                    <a:pt x="300" y="235"/>
                    <a:pt x="278" y="474"/>
                  </a:cubicBezTo>
                  <a:cubicBezTo>
                    <a:pt x="268" y="562"/>
                    <a:pt x="333" y="654"/>
                    <a:pt x="431" y="698"/>
                  </a:cubicBezTo>
                  <a:cubicBezTo>
                    <a:pt x="441" y="696"/>
                    <a:pt x="450" y="695"/>
                    <a:pt x="459" y="695"/>
                  </a:cubicBezTo>
                  <a:cubicBezTo>
                    <a:pt x="602" y="695"/>
                    <a:pt x="604" y="923"/>
                    <a:pt x="750" y="923"/>
                  </a:cubicBezTo>
                  <a:cubicBezTo>
                    <a:pt x="758" y="923"/>
                    <a:pt x="766" y="922"/>
                    <a:pt x="774" y="921"/>
                  </a:cubicBezTo>
                  <a:cubicBezTo>
                    <a:pt x="1297" y="1106"/>
                    <a:pt x="1825" y="1264"/>
                    <a:pt x="2331" y="1487"/>
                  </a:cubicBezTo>
                  <a:cubicBezTo>
                    <a:pt x="2968" y="1776"/>
                    <a:pt x="3583" y="2108"/>
                    <a:pt x="4166" y="2521"/>
                  </a:cubicBezTo>
                  <a:cubicBezTo>
                    <a:pt x="4884" y="3033"/>
                    <a:pt x="5673" y="3452"/>
                    <a:pt x="6414" y="3948"/>
                  </a:cubicBezTo>
                  <a:cubicBezTo>
                    <a:pt x="7557" y="4710"/>
                    <a:pt x="8771" y="5341"/>
                    <a:pt x="9980" y="5984"/>
                  </a:cubicBezTo>
                  <a:cubicBezTo>
                    <a:pt x="10715" y="6370"/>
                    <a:pt x="11390" y="6844"/>
                    <a:pt x="12010" y="7416"/>
                  </a:cubicBezTo>
                  <a:cubicBezTo>
                    <a:pt x="12756" y="8101"/>
                    <a:pt x="13431" y="8853"/>
                    <a:pt x="14139" y="9571"/>
                  </a:cubicBezTo>
                  <a:cubicBezTo>
                    <a:pt x="14362" y="9795"/>
                    <a:pt x="14509" y="10089"/>
                    <a:pt x="14792" y="10257"/>
                  </a:cubicBezTo>
                  <a:cubicBezTo>
                    <a:pt x="14934" y="10262"/>
                    <a:pt x="14953" y="10474"/>
                    <a:pt x="15099" y="10474"/>
                  </a:cubicBezTo>
                  <a:cubicBezTo>
                    <a:pt x="15110" y="10474"/>
                    <a:pt x="15122" y="10472"/>
                    <a:pt x="15135" y="10470"/>
                  </a:cubicBezTo>
                  <a:cubicBezTo>
                    <a:pt x="15163" y="10475"/>
                    <a:pt x="15187" y="10478"/>
                    <a:pt x="15207" y="10478"/>
                  </a:cubicBezTo>
                  <a:cubicBezTo>
                    <a:pt x="15381" y="10478"/>
                    <a:pt x="15320" y="10288"/>
                    <a:pt x="15364" y="10181"/>
                  </a:cubicBezTo>
                  <a:cubicBezTo>
                    <a:pt x="15391" y="9996"/>
                    <a:pt x="15244" y="9909"/>
                    <a:pt x="15135" y="9811"/>
                  </a:cubicBezTo>
                  <a:cubicBezTo>
                    <a:pt x="14585" y="9299"/>
                    <a:pt x="14057" y="8760"/>
                    <a:pt x="13513" y="8243"/>
                  </a:cubicBezTo>
                  <a:cubicBezTo>
                    <a:pt x="12751" y="7519"/>
                    <a:pt x="11923" y="6877"/>
                    <a:pt x="11096" y="6234"/>
                  </a:cubicBezTo>
                  <a:cubicBezTo>
                    <a:pt x="9767" y="5194"/>
                    <a:pt x="8401" y="4214"/>
                    <a:pt x="6980" y="3305"/>
                  </a:cubicBezTo>
                  <a:cubicBezTo>
                    <a:pt x="5739" y="2511"/>
                    <a:pt x="4481" y="1737"/>
                    <a:pt x="3245" y="948"/>
                  </a:cubicBezTo>
                  <a:cubicBezTo>
                    <a:pt x="2859" y="703"/>
                    <a:pt x="2402" y="583"/>
                    <a:pt x="2059" y="268"/>
                  </a:cubicBezTo>
                  <a:cubicBezTo>
                    <a:pt x="1933" y="213"/>
                    <a:pt x="1906" y="39"/>
                    <a:pt x="1765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39"/>
            <p:cNvSpPr/>
            <p:nvPr/>
          </p:nvSpPr>
          <p:spPr>
            <a:xfrm rot="-937699">
              <a:off x="1709884" y="1733866"/>
              <a:ext cx="1021382" cy="1012502"/>
            </a:xfrm>
            <a:custGeom>
              <a:rect b="b" l="l" r="r" t="t"/>
              <a:pathLst>
                <a:path extrusionOk="0" h="15393" w="15528">
                  <a:moveTo>
                    <a:pt x="7944" y="0"/>
                  </a:moveTo>
                  <a:cubicBezTo>
                    <a:pt x="8031" y="104"/>
                    <a:pt x="8123" y="207"/>
                    <a:pt x="8216" y="311"/>
                  </a:cubicBezTo>
                  <a:cubicBezTo>
                    <a:pt x="8445" y="452"/>
                    <a:pt x="8717" y="507"/>
                    <a:pt x="8962" y="616"/>
                  </a:cubicBezTo>
                  <a:cubicBezTo>
                    <a:pt x="9778" y="970"/>
                    <a:pt x="10377" y="1476"/>
                    <a:pt x="10268" y="2472"/>
                  </a:cubicBezTo>
                  <a:cubicBezTo>
                    <a:pt x="10247" y="2657"/>
                    <a:pt x="10274" y="2853"/>
                    <a:pt x="10247" y="3038"/>
                  </a:cubicBezTo>
                  <a:cubicBezTo>
                    <a:pt x="10198" y="3403"/>
                    <a:pt x="10399" y="3610"/>
                    <a:pt x="10698" y="3702"/>
                  </a:cubicBezTo>
                  <a:cubicBezTo>
                    <a:pt x="10963" y="3782"/>
                    <a:pt x="11235" y="3823"/>
                    <a:pt x="11505" y="3823"/>
                  </a:cubicBezTo>
                  <a:cubicBezTo>
                    <a:pt x="11752" y="3823"/>
                    <a:pt x="11997" y="3789"/>
                    <a:pt x="12234" y="3719"/>
                  </a:cubicBezTo>
                  <a:cubicBezTo>
                    <a:pt x="12511" y="3636"/>
                    <a:pt x="12782" y="3603"/>
                    <a:pt x="13049" y="3603"/>
                  </a:cubicBezTo>
                  <a:cubicBezTo>
                    <a:pt x="13734" y="3603"/>
                    <a:pt x="14396" y="3825"/>
                    <a:pt x="15097" y="4013"/>
                  </a:cubicBezTo>
                  <a:cubicBezTo>
                    <a:pt x="14712" y="4296"/>
                    <a:pt x="14336" y="4416"/>
                    <a:pt x="13957" y="4416"/>
                  </a:cubicBezTo>
                  <a:cubicBezTo>
                    <a:pt x="13667" y="4416"/>
                    <a:pt x="13375" y="4345"/>
                    <a:pt x="13077" y="4225"/>
                  </a:cubicBezTo>
                  <a:cubicBezTo>
                    <a:pt x="12964" y="4180"/>
                    <a:pt x="12857" y="4158"/>
                    <a:pt x="12757" y="4158"/>
                  </a:cubicBezTo>
                  <a:cubicBezTo>
                    <a:pt x="12540" y="4158"/>
                    <a:pt x="12354" y="4262"/>
                    <a:pt x="12201" y="4459"/>
                  </a:cubicBezTo>
                  <a:cubicBezTo>
                    <a:pt x="11972" y="4748"/>
                    <a:pt x="12239" y="4900"/>
                    <a:pt x="12381" y="5085"/>
                  </a:cubicBezTo>
                  <a:cubicBezTo>
                    <a:pt x="12511" y="5248"/>
                    <a:pt x="12522" y="5390"/>
                    <a:pt x="12272" y="5439"/>
                  </a:cubicBezTo>
                  <a:cubicBezTo>
                    <a:pt x="12156" y="5464"/>
                    <a:pt x="12035" y="5494"/>
                    <a:pt x="11919" y="5494"/>
                  </a:cubicBezTo>
                  <a:cubicBezTo>
                    <a:pt x="11909" y="5494"/>
                    <a:pt x="11900" y="5494"/>
                    <a:pt x="11891" y="5493"/>
                  </a:cubicBezTo>
                  <a:cubicBezTo>
                    <a:pt x="11834" y="5489"/>
                    <a:pt x="11779" y="5486"/>
                    <a:pt x="11724" y="5486"/>
                  </a:cubicBezTo>
                  <a:cubicBezTo>
                    <a:pt x="11353" y="5486"/>
                    <a:pt x="11008" y="5594"/>
                    <a:pt x="10671" y="5760"/>
                  </a:cubicBezTo>
                  <a:cubicBezTo>
                    <a:pt x="10159" y="6016"/>
                    <a:pt x="9642" y="6261"/>
                    <a:pt x="9060" y="6348"/>
                  </a:cubicBezTo>
                  <a:cubicBezTo>
                    <a:pt x="8777" y="6392"/>
                    <a:pt x="8559" y="6571"/>
                    <a:pt x="8336" y="6751"/>
                  </a:cubicBezTo>
                  <a:cubicBezTo>
                    <a:pt x="7726" y="7241"/>
                    <a:pt x="7160" y="7791"/>
                    <a:pt x="6370" y="8025"/>
                  </a:cubicBezTo>
                  <a:cubicBezTo>
                    <a:pt x="5739" y="8210"/>
                    <a:pt x="5450" y="8749"/>
                    <a:pt x="5276" y="9348"/>
                  </a:cubicBezTo>
                  <a:cubicBezTo>
                    <a:pt x="5244" y="9462"/>
                    <a:pt x="5200" y="9587"/>
                    <a:pt x="5320" y="9674"/>
                  </a:cubicBezTo>
                  <a:cubicBezTo>
                    <a:pt x="5361" y="9703"/>
                    <a:pt x="5399" y="9714"/>
                    <a:pt x="5435" y="9714"/>
                  </a:cubicBezTo>
                  <a:cubicBezTo>
                    <a:pt x="5525" y="9714"/>
                    <a:pt x="5601" y="9644"/>
                    <a:pt x="5663" y="9582"/>
                  </a:cubicBezTo>
                  <a:cubicBezTo>
                    <a:pt x="5951" y="9272"/>
                    <a:pt x="6321" y="9146"/>
                    <a:pt x="6724" y="9086"/>
                  </a:cubicBezTo>
                  <a:cubicBezTo>
                    <a:pt x="6850" y="9065"/>
                    <a:pt x="6975" y="9037"/>
                    <a:pt x="7100" y="9005"/>
                  </a:cubicBezTo>
                  <a:cubicBezTo>
                    <a:pt x="7174" y="8986"/>
                    <a:pt x="7261" y="8933"/>
                    <a:pt x="7334" y="8933"/>
                  </a:cubicBezTo>
                  <a:cubicBezTo>
                    <a:pt x="7369" y="8933"/>
                    <a:pt x="7400" y="8944"/>
                    <a:pt x="7427" y="8978"/>
                  </a:cubicBezTo>
                  <a:cubicBezTo>
                    <a:pt x="7519" y="9097"/>
                    <a:pt x="7372" y="9212"/>
                    <a:pt x="7312" y="9315"/>
                  </a:cubicBezTo>
                  <a:cubicBezTo>
                    <a:pt x="6958" y="9925"/>
                    <a:pt x="6468" y="10442"/>
                    <a:pt x="6131" y="11068"/>
                  </a:cubicBezTo>
                  <a:cubicBezTo>
                    <a:pt x="5636" y="12004"/>
                    <a:pt x="4781" y="12511"/>
                    <a:pt x="3899" y="13033"/>
                  </a:cubicBezTo>
                  <a:cubicBezTo>
                    <a:pt x="2609" y="13790"/>
                    <a:pt x="1220" y="14378"/>
                    <a:pt x="1" y="15255"/>
                  </a:cubicBezTo>
                  <a:cubicBezTo>
                    <a:pt x="32" y="15359"/>
                    <a:pt x="79" y="15393"/>
                    <a:pt x="130" y="15393"/>
                  </a:cubicBezTo>
                  <a:cubicBezTo>
                    <a:pt x="203" y="15393"/>
                    <a:pt x="283" y="15322"/>
                    <a:pt x="328" y="15293"/>
                  </a:cubicBezTo>
                  <a:cubicBezTo>
                    <a:pt x="899" y="14955"/>
                    <a:pt x="1520" y="14726"/>
                    <a:pt x="2091" y="14405"/>
                  </a:cubicBezTo>
                  <a:cubicBezTo>
                    <a:pt x="2892" y="13959"/>
                    <a:pt x="3692" y="13507"/>
                    <a:pt x="4487" y="13055"/>
                  </a:cubicBezTo>
                  <a:cubicBezTo>
                    <a:pt x="5178" y="12669"/>
                    <a:pt x="5810" y="12228"/>
                    <a:pt x="6223" y="11504"/>
                  </a:cubicBezTo>
                  <a:cubicBezTo>
                    <a:pt x="6507" y="11014"/>
                    <a:pt x="6817" y="10524"/>
                    <a:pt x="7193" y="10083"/>
                  </a:cubicBezTo>
                  <a:cubicBezTo>
                    <a:pt x="7394" y="9838"/>
                    <a:pt x="7525" y="9538"/>
                    <a:pt x="7612" y="9233"/>
                  </a:cubicBezTo>
                  <a:cubicBezTo>
                    <a:pt x="7706" y="8910"/>
                    <a:pt x="7622" y="8749"/>
                    <a:pt x="7369" y="8749"/>
                  </a:cubicBezTo>
                  <a:cubicBezTo>
                    <a:pt x="7316" y="8749"/>
                    <a:pt x="7255" y="8757"/>
                    <a:pt x="7187" y="8771"/>
                  </a:cubicBezTo>
                  <a:cubicBezTo>
                    <a:pt x="6615" y="8885"/>
                    <a:pt x="6000" y="8907"/>
                    <a:pt x="5532" y="9353"/>
                  </a:cubicBezTo>
                  <a:cubicBezTo>
                    <a:pt x="5728" y="8798"/>
                    <a:pt x="6022" y="8341"/>
                    <a:pt x="6626" y="8188"/>
                  </a:cubicBezTo>
                  <a:cubicBezTo>
                    <a:pt x="7035" y="8079"/>
                    <a:pt x="7378" y="7878"/>
                    <a:pt x="7704" y="7611"/>
                  </a:cubicBezTo>
                  <a:cubicBezTo>
                    <a:pt x="8319" y="7105"/>
                    <a:pt x="8875" y="6473"/>
                    <a:pt x="9773" y="6446"/>
                  </a:cubicBezTo>
                  <a:cubicBezTo>
                    <a:pt x="9893" y="6441"/>
                    <a:pt x="10023" y="6375"/>
                    <a:pt x="10132" y="6305"/>
                  </a:cubicBezTo>
                  <a:cubicBezTo>
                    <a:pt x="10813" y="5864"/>
                    <a:pt x="11580" y="5738"/>
                    <a:pt x="12375" y="5706"/>
                  </a:cubicBezTo>
                  <a:cubicBezTo>
                    <a:pt x="12539" y="5700"/>
                    <a:pt x="12729" y="5706"/>
                    <a:pt x="12800" y="5526"/>
                  </a:cubicBezTo>
                  <a:cubicBezTo>
                    <a:pt x="12865" y="5352"/>
                    <a:pt x="12789" y="5178"/>
                    <a:pt x="12669" y="5036"/>
                  </a:cubicBezTo>
                  <a:cubicBezTo>
                    <a:pt x="12620" y="4976"/>
                    <a:pt x="12555" y="4922"/>
                    <a:pt x="12500" y="4862"/>
                  </a:cubicBezTo>
                  <a:cubicBezTo>
                    <a:pt x="12343" y="4677"/>
                    <a:pt x="12392" y="4497"/>
                    <a:pt x="12620" y="4443"/>
                  </a:cubicBezTo>
                  <a:cubicBezTo>
                    <a:pt x="12677" y="4429"/>
                    <a:pt x="12735" y="4421"/>
                    <a:pt x="12793" y="4421"/>
                  </a:cubicBezTo>
                  <a:cubicBezTo>
                    <a:pt x="12875" y="4421"/>
                    <a:pt x="12957" y="4437"/>
                    <a:pt x="13034" y="4475"/>
                  </a:cubicBezTo>
                  <a:cubicBezTo>
                    <a:pt x="13328" y="4626"/>
                    <a:pt x="13614" y="4687"/>
                    <a:pt x="13893" y="4687"/>
                  </a:cubicBezTo>
                  <a:cubicBezTo>
                    <a:pt x="14393" y="4687"/>
                    <a:pt x="14872" y="4490"/>
                    <a:pt x="15348" y="4252"/>
                  </a:cubicBezTo>
                  <a:cubicBezTo>
                    <a:pt x="15429" y="4209"/>
                    <a:pt x="15522" y="4149"/>
                    <a:pt x="15527" y="4051"/>
                  </a:cubicBezTo>
                  <a:cubicBezTo>
                    <a:pt x="15527" y="3942"/>
                    <a:pt x="15424" y="3909"/>
                    <a:pt x="15337" y="3866"/>
                  </a:cubicBezTo>
                  <a:cubicBezTo>
                    <a:pt x="14610" y="3516"/>
                    <a:pt x="13862" y="3352"/>
                    <a:pt x="13089" y="3352"/>
                  </a:cubicBezTo>
                  <a:cubicBezTo>
                    <a:pt x="12779" y="3352"/>
                    <a:pt x="12465" y="3379"/>
                    <a:pt x="12147" y="3430"/>
                  </a:cubicBezTo>
                  <a:cubicBezTo>
                    <a:pt x="11845" y="3478"/>
                    <a:pt x="11539" y="3522"/>
                    <a:pt x="11231" y="3522"/>
                  </a:cubicBezTo>
                  <a:cubicBezTo>
                    <a:pt x="11150" y="3522"/>
                    <a:pt x="11068" y="3519"/>
                    <a:pt x="10987" y="3512"/>
                  </a:cubicBezTo>
                  <a:cubicBezTo>
                    <a:pt x="10622" y="3485"/>
                    <a:pt x="10481" y="3354"/>
                    <a:pt x="10475" y="2995"/>
                  </a:cubicBezTo>
                  <a:cubicBezTo>
                    <a:pt x="10475" y="2673"/>
                    <a:pt x="10470" y="2358"/>
                    <a:pt x="10481" y="2037"/>
                  </a:cubicBezTo>
                  <a:cubicBezTo>
                    <a:pt x="10497" y="1699"/>
                    <a:pt x="10366" y="1421"/>
                    <a:pt x="10154" y="1171"/>
                  </a:cubicBezTo>
                  <a:cubicBezTo>
                    <a:pt x="9577" y="490"/>
                    <a:pt x="8711" y="343"/>
                    <a:pt x="7944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39"/>
            <p:cNvSpPr/>
            <p:nvPr/>
          </p:nvSpPr>
          <p:spPr>
            <a:xfrm rot="-937699">
              <a:off x="1825824" y="3444339"/>
              <a:ext cx="1065387" cy="514440"/>
            </a:xfrm>
            <a:custGeom>
              <a:rect b="b" l="l" r="r" t="t"/>
              <a:pathLst>
                <a:path extrusionOk="0" h="7821" w="16197">
                  <a:moveTo>
                    <a:pt x="16102" y="1"/>
                  </a:moveTo>
                  <a:cubicBezTo>
                    <a:pt x="16048" y="1"/>
                    <a:pt x="15996" y="49"/>
                    <a:pt x="15951" y="73"/>
                  </a:cubicBezTo>
                  <a:cubicBezTo>
                    <a:pt x="15695" y="226"/>
                    <a:pt x="15478" y="427"/>
                    <a:pt x="15298" y="661"/>
                  </a:cubicBezTo>
                  <a:cubicBezTo>
                    <a:pt x="14443" y="1761"/>
                    <a:pt x="13757" y="2964"/>
                    <a:pt x="13071" y="4167"/>
                  </a:cubicBezTo>
                  <a:cubicBezTo>
                    <a:pt x="12576" y="5038"/>
                    <a:pt x="12080" y="5904"/>
                    <a:pt x="11291" y="6557"/>
                  </a:cubicBezTo>
                  <a:cubicBezTo>
                    <a:pt x="10692" y="7058"/>
                    <a:pt x="10034" y="7472"/>
                    <a:pt x="9255" y="7542"/>
                  </a:cubicBezTo>
                  <a:cubicBezTo>
                    <a:pt x="9061" y="7560"/>
                    <a:pt x="8870" y="7569"/>
                    <a:pt x="8681" y="7569"/>
                  </a:cubicBezTo>
                  <a:cubicBezTo>
                    <a:pt x="7435" y="7569"/>
                    <a:pt x="6293" y="7176"/>
                    <a:pt x="5281" y="6339"/>
                  </a:cubicBezTo>
                  <a:cubicBezTo>
                    <a:pt x="4824" y="5964"/>
                    <a:pt x="4399" y="5523"/>
                    <a:pt x="3816" y="5310"/>
                  </a:cubicBezTo>
                  <a:cubicBezTo>
                    <a:pt x="3778" y="5299"/>
                    <a:pt x="3691" y="5299"/>
                    <a:pt x="3724" y="5240"/>
                  </a:cubicBezTo>
                  <a:cubicBezTo>
                    <a:pt x="3849" y="4995"/>
                    <a:pt x="3610" y="4984"/>
                    <a:pt x="3506" y="4935"/>
                  </a:cubicBezTo>
                  <a:cubicBezTo>
                    <a:pt x="2771" y="4575"/>
                    <a:pt x="2330" y="3977"/>
                    <a:pt x="2064" y="3225"/>
                  </a:cubicBezTo>
                  <a:cubicBezTo>
                    <a:pt x="1878" y="2708"/>
                    <a:pt x="1590" y="2251"/>
                    <a:pt x="1225" y="1848"/>
                  </a:cubicBezTo>
                  <a:cubicBezTo>
                    <a:pt x="940" y="1526"/>
                    <a:pt x="686" y="1117"/>
                    <a:pt x="175" y="1117"/>
                  </a:cubicBezTo>
                  <a:cubicBezTo>
                    <a:pt x="159" y="1117"/>
                    <a:pt x="142" y="1118"/>
                    <a:pt x="125" y="1119"/>
                  </a:cubicBezTo>
                  <a:cubicBezTo>
                    <a:pt x="0" y="1287"/>
                    <a:pt x="196" y="1271"/>
                    <a:pt x="256" y="1320"/>
                  </a:cubicBezTo>
                  <a:cubicBezTo>
                    <a:pt x="1018" y="1935"/>
                    <a:pt x="1552" y="2708"/>
                    <a:pt x="1829" y="3650"/>
                  </a:cubicBezTo>
                  <a:cubicBezTo>
                    <a:pt x="2112" y="4260"/>
                    <a:pt x="2461" y="4831"/>
                    <a:pt x="3098" y="5109"/>
                  </a:cubicBezTo>
                  <a:cubicBezTo>
                    <a:pt x="3626" y="5338"/>
                    <a:pt x="4023" y="5724"/>
                    <a:pt x="4464" y="6067"/>
                  </a:cubicBezTo>
                  <a:cubicBezTo>
                    <a:pt x="5395" y="6780"/>
                    <a:pt x="6315" y="7477"/>
                    <a:pt x="7529" y="7689"/>
                  </a:cubicBezTo>
                  <a:cubicBezTo>
                    <a:pt x="7957" y="7763"/>
                    <a:pt x="8380" y="7820"/>
                    <a:pt x="8797" y="7820"/>
                  </a:cubicBezTo>
                  <a:cubicBezTo>
                    <a:pt x="9214" y="7820"/>
                    <a:pt x="9625" y="7763"/>
                    <a:pt x="10028" y="7608"/>
                  </a:cubicBezTo>
                  <a:cubicBezTo>
                    <a:pt x="11242" y="7150"/>
                    <a:pt x="12217" y="6383"/>
                    <a:pt x="12805" y="5196"/>
                  </a:cubicBezTo>
                  <a:cubicBezTo>
                    <a:pt x="13376" y="4058"/>
                    <a:pt x="14117" y="3018"/>
                    <a:pt x="14737" y="1908"/>
                  </a:cubicBezTo>
                  <a:cubicBezTo>
                    <a:pt x="15124" y="1216"/>
                    <a:pt x="15646" y="629"/>
                    <a:pt x="16196" y="62"/>
                  </a:cubicBezTo>
                  <a:cubicBezTo>
                    <a:pt x="16164" y="17"/>
                    <a:pt x="16133" y="1"/>
                    <a:pt x="16102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39"/>
            <p:cNvSpPr/>
            <p:nvPr/>
          </p:nvSpPr>
          <p:spPr>
            <a:xfrm rot="-937699">
              <a:off x="224549" y="1761649"/>
              <a:ext cx="659676" cy="614026"/>
            </a:xfrm>
            <a:custGeom>
              <a:rect b="b" l="l" r="r" t="t"/>
              <a:pathLst>
                <a:path extrusionOk="0" h="9335" w="10029">
                  <a:moveTo>
                    <a:pt x="75" y="0"/>
                  </a:moveTo>
                  <a:cubicBezTo>
                    <a:pt x="42" y="0"/>
                    <a:pt x="15" y="35"/>
                    <a:pt x="1" y="116"/>
                  </a:cubicBezTo>
                  <a:cubicBezTo>
                    <a:pt x="164" y="486"/>
                    <a:pt x="453" y="731"/>
                    <a:pt x="785" y="949"/>
                  </a:cubicBezTo>
                  <a:cubicBezTo>
                    <a:pt x="1220" y="1226"/>
                    <a:pt x="1640" y="1531"/>
                    <a:pt x="2070" y="1820"/>
                  </a:cubicBezTo>
                  <a:cubicBezTo>
                    <a:pt x="2543" y="2141"/>
                    <a:pt x="2799" y="2571"/>
                    <a:pt x="2837" y="3164"/>
                  </a:cubicBezTo>
                  <a:cubicBezTo>
                    <a:pt x="2913" y="4335"/>
                    <a:pt x="3267" y="4749"/>
                    <a:pt x="4378" y="5086"/>
                  </a:cubicBezTo>
                  <a:cubicBezTo>
                    <a:pt x="4481" y="5119"/>
                    <a:pt x="4579" y="5157"/>
                    <a:pt x="4683" y="5179"/>
                  </a:cubicBezTo>
                  <a:cubicBezTo>
                    <a:pt x="5352" y="5331"/>
                    <a:pt x="5908" y="5767"/>
                    <a:pt x="6550" y="5979"/>
                  </a:cubicBezTo>
                  <a:cubicBezTo>
                    <a:pt x="6800" y="6061"/>
                    <a:pt x="6822" y="6289"/>
                    <a:pt x="6773" y="6507"/>
                  </a:cubicBezTo>
                  <a:cubicBezTo>
                    <a:pt x="6751" y="6605"/>
                    <a:pt x="6800" y="6768"/>
                    <a:pt x="6615" y="6768"/>
                  </a:cubicBezTo>
                  <a:cubicBezTo>
                    <a:pt x="6611" y="6768"/>
                    <a:pt x="6606" y="6769"/>
                    <a:pt x="6601" y="6769"/>
                  </a:cubicBezTo>
                  <a:cubicBezTo>
                    <a:pt x="6564" y="6769"/>
                    <a:pt x="6524" y="6761"/>
                    <a:pt x="6489" y="6761"/>
                  </a:cubicBezTo>
                  <a:cubicBezTo>
                    <a:pt x="6438" y="6761"/>
                    <a:pt x="6396" y="6776"/>
                    <a:pt x="6387" y="6850"/>
                  </a:cubicBezTo>
                  <a:cubicBezTo>
                    <a:pt x="6365" y="6991"/>
                    <a:pt x="6490" y="7068"/>
                    <a:pt x="6604" y="7089"/>
                  </a:cubicBezTo>
                  <a:cubicBezTo>
                    <a:pt x="6877" y="7128"/>
                    <a:pt x="7018" y="7313"/>
                    <a:pt x="7171" y="7514"/>
                  </a:cubicBezTo>
                  <a:cubicBezTo>
                    <a:pt x="7443" y="7884"/>
                    <a:pt x="7775" y="8146"/>
                    <a:pt x="8276" y="8189"/>
                  </a:cubicBezTo>
                  <a:cubicBezTo>
                    <a:pt x="8679" y="8227"/>
                    <a:pt x="9087" y="8325"/>
                    <a:pt x="9414" y="8608"/>
                  </a:cubicBezTo>
                  <a:cubicBezTo>
                    <a:pt x="9501" y="8684"/>
                    <a:pt x="9675" y="8755"/>
                    <a:pt x="9615" y="8891"/>
                  </a:cubicBezTo>
                  <a:cubicBezTo>
                    <a:pt x="9571" y="9000"/>
                    <a:pt x="9408" y="9022"/>
                    <a:pt x="9277" y="9044"/>
                  </a:cubicBezTo>
                  <a:cubicBezTo>
                    <a:pt x="9211" y="9052"/>
                    <a:pt x="9146" y="9056"/>
                    <a:pt x="9081" y="9056"/>
                  </a:cubicBezTo>
                  <a:cubicBezTo>
                    <a:pt x="8766" y="9056"/>
                    <a:pt x="8465" y="8968"/>
                    <a:pt x="8167" y="8891"/>
                  </a:cubicBezTo>
                  <a:cubicBezTo>
                    <a:pt x="7280" y="8652"/>
                    <a:pt x="6392" y="8423"/>
                    <a:pt x="5859" y="7563"/>
                  </a:cubicBezTo>
                  <a:cubicBezTo>
                    <a:pt x="5276" y="6627"/>
                    <a:pt x="4367" y="6213"/>
                    <a:pt x="3333" y="6006"/>
                  </a:cubicBezTo>
                  <a:lnTo>
                    <a:pt x="3333" y="6006"/>
                  </a:lnTo>
                  <a:cubicBezTo>
                    <a:pt x="3382" y="6120"/>
                    <a:pt x="3501" y="6137"/>
                    <a:pt x="3599" y="6158"/>
                  </a:cubicBezTo>
                  <a:cubicBezTo>
                    <a:pt x="4623" y="6447"/>
                    <a:pt x="5325" y="7122"/>
                    <a:pt x="5853" y="8015"/>
                  </a:cubicBezTo>
                  <a:cubicBezTo>
                    <a:pt x="6027" y="8298"/>
                    <a:pt x="6289" y="8494"/>
                    <a:pt x="6572" y="8625"/>
                  </a:cubicBezTo>
                  <a:cubicBezTo>
                    <a:pt x="7296" y="8968"/>
                    <a:pt x="8058" y="9196"/>
                    <a:pt x="8847" y="9316"/>
                  </a:cubicBezTo>
                  <a:cubicBezTo>
                    <a:pt x="8927" y="9328"/>
                    <a:pt x="9007" y="9335"/>
                    <a:pt x="9087" y="9335"/>
                  </a:cubicBezTo>
                  <a:cubicBezTo>
                    <a:pt x="9321" y="9335"/>
                    <a:pt x="9552" y="9279"/>
                    <a:pt x="9767" y="9153"/>
                  </a:cubicBezTo>
                  <a:cubicBezTo>
                    <a:pt x="10018" y="9006"/>
                    <a:pt x="10029" y="8875"/>
                    <a:pt x="9844" y="8652"/>
                  </a:cubicBezTo>
                  <a:cubicBezTo>
                    <a:pt x="9424" y="8151"/>
                    <a:pt x="8837" y="8015"/>
                    <a:pt x="8243" y="7922"/>
                  </a:cubicBezTo>
                  <a:cubicBezTo>
                    <a:pt x="7900" y="7862"/>
                    <a:pt x="7661" y="7710"/>
                    <a:pt x="7448" y="7460"/>
                  </a:cubicBezTo>
                  <a:cubicBezTo>
                    <a:pt x="7356" y="7340"/>
                    <a:pt x="7280" y="7193"/>
                    <a:pt x="7160" y="7106"/>
                  </a:cubicBezTo>
                  <a:cubicBezTo>
                    <a:pt x="6877" y="6915"/>
                    <a:pt x="6877" y="6654"/>
                    <a:pt x="6958" y="6393"/>
                  </a:cubicBezTo>
                  <a:cubicBezTo>
                    <a:pt x="7045" y="6104"/>
                    <a:pt x="6920" y="5957"/>
                    <a:pt x="6697" y="5854"/>
                  </a:cubicBezTo>
                  <a:cubicBezTo>
                    <a:pt x="5837" y="5462"/>
                    <a:pt x="5053" y="4901"/>
                    <a:pt x="4095" y="4727"/>
                  </a:cubicBezTo>
                  <a:cubicBezTo>
                    <a:pt x="3638" y="4645"/>
                    <a:pt x="3387" y="4329"/>
                    <a:pt x="3267" y="3905"/>
                  </a:cubicBezTo>
                  <a:cubicBezTo>
                    <a:pt x="3197" y="3654"/>
                    <a:pt x="3120" y="3409"/>
                    <a:pt x="3104" y="3148"/>
                  </a:cubicBezTo>
                  <a:cubicBezTo>
                    <a:pt x="3071" y="2462"/>
                    <a:pt x="2772" y="1945"/>
                    <a:pt x="2173" y="1591"/>
                  </a:cubicBezTo>
                  <a:cubicBezTo>
                    <a:pt x="1689" y="1297"/>
                    <a:pt x="1231" y="970"/>
                    <a:pt x="758" y="660"/>
                  </a:cubicBezTo>
                  <a:cubicBezTo>
                    <a:pt x="611" y="562"/>
                    <a:pt x="436" y="502"/>
                    <a:pt x="344" y="339"/>
                  </a:cubicBezTo>
                  <a:cubicBezTo>
                    <a:pt x="289" y="252"/>
                    <a:pt x="240" y="159"/>
                    <a:pt x="175" y="78"/>
                  </a:cubicBezTo>
                  <a:cubicBezTo>
                    <a:pt x="139" y="29"/>
                    <a:pt x="104" y="0"/>
                    <a:pt x="75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39"/>
            <p:cNvSpPr/>
            <p:nvPr/>
          </p:nvSpPr>
          <p:spPr>
            <a:xfrm rot="-937699">
              <a:off x="2752640" y="3070640"/>
              <a:ext cx="206013" cy="206539"/>
            </a:xfrm>
            <a:custGeom>
              <a:rect b="b" l="l" r="r" t="t"/>
              <a:pathLst>
                <a:path extrusionOk="0" h="3140" w="3132">
                  <a:moveTo>
                    <a:pt x="1719" y="0"/>
                  </a:moveTo>
                  <a:cubicBezTo>
                    <a:pt x="1668" y="0"/>
                    <a:pt x="1605" y="28"/>
                    <a:pt x="1558" y="69"/>
                  </a:cubicBezTo>
                  <a:cubicBezTo>
                    <a:pt x="1487" y="287"/>
                    <a:pt x="1286" y="254"/>
                    <a:pt x="1122" y="292"/>
                  </a:cubicBezTo>
                  <a:cubicBezTo>
                    <a:pt x="1105" y="296"/>
                    <a:pt x="1086" y="297"/>
                    <a:pt x="1067" y="297"/>
                  </a:cubicBezTo>
                  <a:cubicBezTo>
                    <a:pt x="1047" y="297"/>
                    <a:pt x="1026" y="296"/>
                    <a:pt x="1006" y="296"/>
                  </a:cubicBezTo>
                  <a:cubicBezTo>
                    <a:pt x="933" y="296"/>
                    <a:pt x="866" y="309"/>
                    <a:pt x="856" y="428"/>
                  </a:cubicBezTo>
                  <a:cubicBezTo>
                    <a:pt x="937" y="450"/>
                    <a:pt x="1117" y="401"/>
                    <a:pt x="954" y="586"/>
                  </a:cubicBezTo>
                  <a:cubicBezTo>
                    <a:pt x="741" y="831"/>
                    <a:pt x="567" y="1109"/>
                    <a:pt x="491" y="1408"/>
                  </a:cubicBezTo>
                  <a:cubicBezTo>
                    <a:pt x="344" y="1985"/>
                    <a:pt x="1" y="2589"/>
                    <a:pt x="578" y="3139"/>
                  </a:cubicBezTo>
                  <a:cubicBezTo>
                    <a:pt x="899" y="3030"/>
                    <a:pt x="1166" y="2818"/>
                    <a:pt x="1476" y="2682"/>
                  </a:cubicBezTo>
                  <a:cubicBezTo>
                    <a:pt x="1983" y="2464"/>
                    <a:pt x="2527" y="2377"/>
                    <a:pt x="3050" y="2203"/>
                  </a:cubicBezTo>
                  <a:cubicBezTo>
                    <a:pt x="3104" y="2132"/>
                    <a:pt x="3115" y="2056"/>
                    <a:pt x="3131" y="1974"/>
                  </a:cubicBezTo>
                  <a:cubicBezTo>
                    <a:pt x="3017" y="1892"/>
                    <a:pt x="2919" y="1773"/>
                    <a:pt x="2794" y="1735"/>
                  </a:cubicBezTo>
                  <a:cubicBezTo>
                    <a:pt x="2462" y="1637"/>
                    <a:pt x="2467" y="1348"/>
                    <a:pt x="2472" y="1125"/>
                  </a:cubicBezTo>
                  <a:cubicBezTo>
                    <a:pt x="2472" y="932"/>
                    <a:pt x="2485" y="804"/>
                    <a:pt x="2353" y="804"/>
                  </a:cubicBezTo>
                  <a:cubicBezTo>
                    <a:pt x="2310" y="804"/>
                    <a:pt x="2252" y="818"/>
                    <a:pt x="2173" y="847"/>
                  </a:cubicBezTo>
                  <a:cubicBezTo>
                    <a:pt x="2143" y="858"/>
                    <a:pt x="2104" y="864"/>
                    <a:pt x="2065" y="864"/>
                  </a:cubicBezTo>
                  <a:cubicBezTo>
                    <a:pt x="2003" y="864"/>
                    <a:pt x="1939" y="850"/>
                    <a:pt x="1906" y="820"/>
                  </a:cubicBezTo>
                  <a:cubicBezTo>
                    <a:pt x="1819" y="733"/>
                    <a:pt x="1950" y="662"/>
                    <a:pt x="1988" y="586"/>
                  </a:cubicBezTo>
                  <a:cubicBezTo>
                    <a:pt x="2059" y="444"/>
                    <a:pt x="2146" y="314"/>
                    <a:pt x="2244" y="150"/>
                  </a:cubicBezTo>
                  <a:lnTo>
                    <a:pt x="2244" y="150"/>
                  </a:lnTo>
                  <a:cubicBezTo>
                    <a:pt x="2147" y="153"/>
                    <a:pt x="2051" y="196"/>
                    <a:pt x="1970" y="196"/>
                  </a:cubicBezTo>
                  <a:cubicBezTo>
                    <a:pt x="1901" y="196"/>
                    <a:pt x="1843" y="165"/>
                    <a:pt x="1803" y="52"/>
                  </a:cubicBezTo>
                  <a:cubicBezTo>
                    <a:pt x="1789" y="15"/>
                    <a:pt x="1757" y="0"/>
                    <a:pt x="1719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39"/>
            <p:cNvSpPr/>
            <p:nvPr/>
          </p:nvSpPr>
          <p:spPr>
            <a:xfrm rot="-937699">
              <a:off x="3384465" y="133335"/>
              <a:ext cx="455175" cy="735385"/>
            </a:xfrm>
            <a:custGeom>
              <a:rect b="b" l="l" r="r" t="t"/>
              <a:pathLst>
                <a:path extrusionOk="0" h="11180" w="6920">
                  <a:moveTo>
                    <a:pt x="207" y="1"/>
                  </a:moveTo>
                  <a:cubicBezTo>
                    <a:pt x="178" y="1"/>
                    <a:pt x="148" y="12"/>
                    <a:pt x="115" y="41"/>
                  </a:cubicBezTo>
                  <a:cubicBezTo>
                    <a:pt x="0" y="133"/>
                    <a:pt x="55" y="259"/>
                    <a:pt x="131" y="357"/>
                  </a:cubicBezTo>
                  <a:cubicBezTo>
                    <a:pt x="278" y="553"/>
                    <a:pt x="430" y="748"/>
                    <a:pt x="518" y="983"/>
                  </a:cubicBezTo>
                  <a:cubicBezTo>
                    <a:pt x="686" y="1451"/>
                    <a:pt x="1008" y="1794"/>
                    <a:pt x="1416" y="2071"/>
                  </a:cubicBezTo>
                  <a:cubicBezTo>
                    <a:pt x="1770" y="2311"/>
                    <a:pt x="2058" y="2621"/>
                    <a:pt x="2183" y="3051"/>
                  </a:cubicBezTo>
                  <a:cubicBezTo>
                    <a:pt x="2209" y="3065"/>
                    <a:pt x="2229" y="3071"/>
                    <a:pt x="2245" y="3071"/>
                  </a:cubicBezTo>
                  <a:cubicBezTo>
                    <a:pt x="2287" y="3071"/>
                    <a:pt x="2301" y="3028"/>
                    <a:pt x="2309" y="2964"/>
                  </a:cubicBezTo>
                  <a:cubicBezTo>
                    <a:pt x="2358" y="2605"/>
                    <a:pt x="2134" y="2354"/>
                    <a:pt x="1955" y="2082"/>
                  </a:cubicBezTo>
                  <a:lnTo>
                    <a:pt x="1955" y="2082"/>
                  </a:lnTo>
                  <a:cubicBezTo>
                    <a:pt x="2423" y="2452"/>
                    <a:pt x="2902" y="2806"/>
                    <a:pt x="3305" y="3236"/>
                  </a:cubicBezTo>
                  <a:cubicBezTo>
                    <a:pt x="4002" y="3993"/>
                    <a:pt x="4671" y="4772"/>
                    <a:pt x="5058" y="5762"/>
                  </a:cubicBezTo>
                  <a:cubicBezTo>
                    <a:pt x="5455" y="6775"/>
                    <a:pt x="5913" y="7766"/>
                    <a:pt x="6152" y="8838"/>
                  </a:cubicBezTo>
                  <a:cubicBezTo>
                    <a:pt x="6332" y="9639"/>
                    <a:pt x="6713" y="10373"/>
                    <a:pt x="6898" y="11179"/>
                  </a:cubicBezTo>
                  <a:lnTo>
                    <a:pt x="6920" y="10972"/>
                  </a:lnTo>
                  <a:cubicBezTo>
                    <a:pt x="6833" y="10139"/>
                    <a:pt x="6457" y="9383"/>
                    <a:pt x="6299" y="8561"/>
                  </a:cubicBezTo>
                  <a:cubicBezTo>
                    <a:pt x="6081" y="7406"/>
                    <a:pt x="5635" y="6323"/>
                    <a:pt x="5161" y="5251"/>
                  </a:cubicBezTo>
                  <a:cubicBezTo>
                    <a:pt x="4742" y="4298"/>
                    <a:pt x="4111" y="3514"/>
                    <a:pt x="3359" y="2844"/>
                  </a:cubicBezTo>
                  <a:cubicBezTo>
                    <a:pt x="2363" y="1957"/>
                    <a:pt x="1356" y="1081"/>
                    <a:pt x="409" y="139"/>
                  </a:cubicBezTo>
                  <a:cubicBezTo>
                    <a:pt x="346" y="80"/>
                    <a:pt x="283" y="1"/>
                    <a:pt x="207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39"/>
            <p:cNvSpPr/>
            <p:nvPr/>
          </p:nvSpPr>
          <p:spPr>
            <a:xfrm rot="-937699">
              <a:off x="610631" y="3903940"/>
              <a:ext cx="705522" cy="654676"/>
            </a:xfrm>
            <a:custGeom>
              <a:rect b="b" l="l" r="r" t="t"/>
              <a:pathLst>
                <a:path extrusionOk="0" h="9953" w="10726">
                  <a:moveTo>
                    <a:pt x="33" y="1"/>
                  </a:moveTo>
                  <a:lnTo>
                    <a:pt x="33" y="1"/>
                  </a:lnTo>
                  <a:cubicBezTo>
                    <a:pt x="1" y="230"/>
                    <a:pt x="82" y="442"/>
                    <a:pt x="137" y="654"/>
                  </a:cubicBezTo>
                  <a:cubicBezTo>
                    <a:pt x="659" y="2777"/>
                    <a:pt x="2135" y="4209"/>
                    <a:pt x="3757" y="5494"/>
                  </a:cubicBezTo>
                  <a:cubicBezTo>
                    <a:pt x="4862" y="6370"/>
                    <a:pt x="6120" y="7024"/>
                    <a:pt x="7383" y="7650"/>
                  </a:cubicBezTo>
                  <a:cubicBezTo>
                    <a:pt x="7448" y="7666"/>
                    <a:pt x="7519" y="7677"/>
                    <a:pt x="7579" y="7710"/>
                  </a:cubicBezTo>
                  <a:cubicBezTo>
                    <a:pt x="8471" y="8232"/>
                    <a:pt x="9348" y="8771"/>
                    <a:pt x="10083" y="9522"/>
                  </a:cubicBezTo>
                  <a:cubicBezTo>
                    <a:pt x="10252" y="9691"/>
                    <a:pt x="10437" y="9860"/>
                    <a:pt x="10671" y="9953"/>
                  </a:cubicBezTo>
                  <a:cubicBezTo>
                    <a:pt x="10725" y="9844"/>
                    <a:pt x="10687" y="9784"/>
                    <a:pt x="10638" y="9729"/>
                  </a:cubicBezTo>
                  <a:cubicBezTo>
                    <a:pt x="10181" y="9179"/>
                    <a:pt x="9664" y="8684"/>
                    <a:pt x="9070" y="8276"/>
                  </a:cubicBezTo>
                  <a:cubicBezTo>
                    <a:pt x="8248" y="7704"/>
                    <a:pt x="7366" y="7241"/>
                    <a:pt x="6468" y="6795"/>
                  </a:cubicBezTo>
                  <a:cubicBezTo>
                    <a:pt x="4965" y="6049"/>
                    <a:pt x="3615" y="5097"/>
                    <a:pt x="2434" y="3883"/>
                  </a:cubicBezTo>
                  <a:cubicBezTo>
                    <a:pt x="1476" y="2892"/>
                    <a:pt x="735" y="1792"/>
                    <a:pt x="311" y="480"/>
                  </a:cubicBezTo>
                  <a:cubicBezTo>
                    <a:pt x="256" y="300"/>
                    <a:pt x="202" y="115"/>
                    <a:pt x="33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39"/>
            <p:cNvSpPr/>
            <p:nvPr/>
          </p:nvSpPr>
          <p:spPr>
            <a:xfrm rot="-937699">
              <a:off x="572685" y="2697188"/>
              <a:ext cx="422945" cy="607778"/>
            </a:xfrm>
            <a:custGeom>
              <a:rect b="b" l="l" r="r" t="t"/>
              <a:pathLst>
                <a:path extrusionOk="0" h="9240" w="6430">
                  <a:moveTo>
                    <a:pt x="6430" y="0"/>
                  </a:moveTo>
                  <a:lnTo>
                    <a:pt x="6430" y="0"/>
                  </a:lnTo>
                  <a:cubicBezTo>
                    <a:pt x="6343" y="66"/>
                    <a:pt x="6250" y="136"/>
                    <a:pt x="6163" y="207"/>
                  </a:cubicBezTo>
                  <a:cubicBezTo>
                    <a:pt x="5668" y="602"/>
                    <a:pt x="5118" y="802"/>
                    <a:pt x="4500" y="802"/>
                  </a:cubicBezTo>
                  <a:cubicBezTo>
                    <a:pt x="4412" y="802"/>
                    <a:pt x="4322" y="798"/>
                    <a:pt x="4231" y="790"/>
                  </a:cubicBezTo>
                  <a:cubicBezTo>
                    <a:pt x="4102" y="777"/>
                    <a:pt x="3973" y="772"/>
                    <a:pt x="3844" y="772"/>
                  </a:cubicBezTo>
                  <a:cubicBezTo>
                    <a:pt x="3643" y="772"/>
                    <a:pt x="3442" y="783"/>
                    <a:pt x="3240" y="790"/>
                  </a:cubicBezTo>
                  <a:cubicBezTo>
                    <a:pt x="2826" y="806"/>
                    <a:pt x="2576" y="1035"/>
                    <a:pt x="2423" y="1410"/>
                  </a:cubicBezTo>
                  <a:cubicBezTo>
                    <a:pt x="2320" y="1672"/>
                    <a:pt x="2314" y="1938"/>
                    <a:pt x="2347" y="2210"/>
                  </a:cubicBezTo>
                  <a:cubicBezTo>
                    <a:pt x="2380" y="2510"/>
                    <a:pt x="2554" y="2662"/>
                    <a:pt x="2859" y="2679"/>
                  </a:cubicBezTo>
                  <a:cubicBezTo>
                    <a:pt x="3158" y="2695"/>
                    <a:pt x="3447" y="2733"/>
                    <a:pt x="3768" y="2760"/>
                  </a:cubicBezTo>
                  <a:cubicBezTo>
                    <a:pt x="3528" y="3043"/>
                    <a:pt x="3360" y="3337"/>
                    <a:pt x="3082" y="3522"/>
                  </a:cubicBezTo>
                  <a:cubicBezTo>
                    <a:pt x="2793" y="3713"/>
                    <a:pt x="2548" y="3953"/>
                    <a:pt x="2385" y="4257"/>
                  </a:cubicBezTo>
                  <a:cubicBezTo>
                    <a:pt x="2091" y="4802"/>
                    <a:pt x="1786" y="5335"/>
                    <a:pt x="1362" y="5793"/>
                  </a:cubicBezTo>
                  <a:cubicBezTo>
                    <a:pt x="1264" y="5891"/>
                    <a:pt x="1204" y="6021"/>
                    <a:pt x="1122" y="6136"/>
                  </a:cubicBezTo>
                  <a:cubicBezTo>
                    <a:pt x="932" y="6511"/>
                    <a:pt x="736" y="6887"/>
                    <a:pt x="550" y="7262"/>
                  </a:cubicBezTo>
                  <a:cubicBezTo>
                    <a:pt x="278" y="7801"/>
                    <a:pt x="1" y="8335"/>
                    <a:pt x="126" y="8961"/>
                  </a:cubicBezTo>
                  <a:cubicBezTo>
                    <a:pt x="147" y="9075"/>
                    <a:pt x="162" y="9240"/>
                    <a:pt x="311" y="9240"/>
                  </a:cubicBezTo>
                  <a:cubicBezTo>
                    <a:pt x="318" y="9240"/>
                    <a:pt x="325" y="9239"/>
                    <a:pt x="333" y="9239"/>
                  </a:cubicBezTo>
                  <a:cubicBezTo>
                    <a:pt x="507" y="9222"/>
                    <a:pt x="491" y="9059"/>
                    <a:pt x="491" y="8934"/>
                  </a:cubicBezTo>
                  <a:cubicBezTo>
                    <a:pt x="496" y="8591"/>
                    <a:pt x="589" y="8280"/>
                    <a:pt x="790" y="8008"/>
                  </a:cubicBezTo>
                  <a:cubicBezTo>
                    <a:pt x="1062" y="7644"/>
                    <a:pt x="1345" y="7284"/>
                    <a:pt x="1617" y="6920"/>
                  </a:cubicBezTo>
                  <a:lnTo>
                    <a:pt x="1939" y="6549"/>
                  </a:lnTo>
                  <a:lnTo>
                    <a:pt x="1939" y="6549"/>
                  </a:lnTo>
                  <a:cubicBezTo>
                    <a:pt x="1465" y="6740"/>
                    <a:pt x="1133" y="7088"/>
                    <a:pt x="779" y="7431"/>
                  </a:cubicBezTo>
                  <a:cubicBezTo>
                    <a:pt x="1149" y="6925"/>
                    <a:pt x="1160" y="6255"/>
                    <a:pt x="1590" y="5776"/>
                  </a:cubicBezTo>
                  <a:cubicBezTo>
                    <a:pt x="2009" y="5314"/>
                    <a:pt x="2401" y="4829"/>
                    <a:pt x="2597" y="4219"/>
                  </a:cubicBezTo>
                  <a:cubicBezTo>
                    <a:pt x="2641" y="4067"/>
                    <a:pt x="2755" y="3947"/>
                    <a:pt x="2886" y="3871"/>
                  </a:cubicBezTo>
                  <a:cubicBezTo>
                    <a:pt x="3278" y="3648"/>
                    <a:pt x="3643" y="3403"/>
                    <a:pt x="3937" y="3054"/>
                  </a:cubicBezTo>
                  <a:cubicBezTo>
                    <a:pt x="4035" y="2935"/>
                    <a:pt x="4269" y="2891"/>
                    <a:pt x="4203" y="2690"/>
                  </a:cubicBezTo>
                  <a:cubicBezTo>
                    <a:pt x="4133" y="2477"/>
                    <a:pt x="3920" y="2412"/>
                    <a:pt x="3713" y="2401"/>
                  </a:cubicBezTo>
                  <a:cubicBezTo>
                    <a:pt x="3458" y="2385"/>
                    <a:pt x="3196" y="2390"/>
                    <a:pt x="2940" y="2385"/>
                  </a:cubicBezTo>
                  <a:cubicBezTo>
                    <a:pt x="2837" y="2379"/>
                    <a:pt x="2728" y="2379"/>
                    <a:pt x="2663" y="2265"/>
                  </a:cubicBezTo>
                  <a:cubicBezTo>
                    <a:pt x="2429" y="1867"/>
                    <a:pt x="2831" y="1133"/>
                    <a:pt x="3289" y="1122"/>
                  </a:cubicBezTo>
                  <a:cubicBezTo>
                    <a:pt x="3321" y="1121"/>
                    <a:pt x="3354" y="1121"/>
                    <a:pt x="3387" y="1121"/>
                  </a:cubicBezTo>
                  <a:cubicBezTo>
                    <a:pt x="3666" y="1121"/>
                    <a:pt x="3945" y="1133"/>
                    <a:pt x="4222" y="1133"/>
                  </a:cubicBezTo>
                  <a:cubicBezTo>
                    <a:pt x="4384" y="1133"/>
                    <a:pt x="4544" y="1129"/>
                    <a:pt x="4704" y="1116"/>
                  </a:cubicBezTo>
                  <a:cubicBezTo>
                    <a:pt x="5461" y="1051"/>
                    <a:pt x="6071" y="702"/>
                    <a:pt x="6430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39"/>
            <p:cNvSpPr/>
            <p:nvPr/>
          </p:nvSpPr>
          <p:spPr>
            <a:xfrm rot="-937699">
              <a:off x="3038606" y="3017780"/>
              <a:ext cx="280275" cy="161350"/>
            </a:xfrm>
            <a:custGeom>
              <a:rect b="b" l="l" r="r" t="t"/>
              <a:pathLst>
                <a:path extrusionOk="0" h="2453" w="4261">
                  <a:moveTo>
                    <a:pt x="145" y="1"/>
                  </a:moveTo>
                  <a:cubicBezTo>
                    <a:pt x="88" y="1"/>
                    <a:pt x="41" y="18"/>
                    <a:pt x="28" y="89"/>
                  </a:cubicBezTo>
                  <a:cubicBezTo>
                    <a:pt x="1" y="231"/>
                    <a:pt x="175" y="263"/>
                    <a:pt x="284" y="280"/>
                  </a:cubicBezTo>
                  <a:cubicBezTo>
                    <a:pt x="556" y="340"/>
                    <a:pt x="790" y="498"/>
                    <a:pt x="905" y="710"/>
                  </a:cubicBezTo>
                  <a:cubicBezTo>
                    <a:pt x="1313" y="1467"/>
                    <a:pt x="2042" y="1848"/>
                    <a:pt x="2696" y="2316"/>
                  </a:cubicBezTo>
                  <a:cubicBezTo>
                    <a:pt x="2839" y="2420"/>
                    <a:pt x="3006" y="2453"/>
                    <a:pt x="3180" y="2453"/>
                  </a:cubicBezTo>
                  <a:cubicBezTo>
                    <a:pt x="3323" y="2453"/>
                    <a:pt x="3470" y="2431"/>
                    <a:pt x="3610" y="2408"/>
                  </a:cubicBezTo>
                  <a:cubicBezTo>
                    <a:pt x="3572" y="2163"/>
                    <a:pt x="3578" y="1918"/>
                    <a:pt x="3616" y="1641"/>
                  </a:cubicBezTo>
                  <a:cubicBezTo>
                    <a:pt x="3762" y="1724"/>
                    <a:pt x="3878" y="1783"/>
                    <a:pt x="4012" y="1783"/>
                  </a:cubicBezTo>
                  <a:cubicBezTo>
                    <a:pt x="4018" y="1783"/>
                    <a:pt x="4023" y="1783"/>
                    <a:pt x="4029" y="1782"/>
                  </a:cubicBezTo>
                  <a:cubicBezTo>
                    <a:pt x="4038" y="1783"/>
                    <a:pt x="4047" y="1783"/>
                    <a:pt x="4055" y="1783"/>
                  </a:cubicBezTo>
                  <a:cubicBezTo>
                    <a:pt x="4248" y="1783"/>
                    <a:pt x="4261" y="1662"/>
                    <a:pt x="4198" y="1510"/>
                  </a:cubicBezTo>
                  <a:cubicBezTo>
                    <a:pt x="4168" y="1436"/>
                    <a:pt x="4116" y="1305"/>
                    <a:pt x="4051" y="1305"/>
                  </a:cubicBezTo>
                  <a:cubicBezTo>
                    <a:pt x="4036" y="1305"/>
                    <a:pt x="4019" y="1312"/>
                    <a:pt x="4002" y="1330"/>
                  </a:cubicBezTo>
                  <a:cubicBezTo>
                    <a:pt x="3917" y="1416"/>
                    <a:pt x="3854" y="1448"/>
                    <a:pt x="3805" y="1448"/>
                  </a:cubicBezTo>
                  <a:cubicBezTo>
                    <a:pt x="3681" y="1448"/>
                    <a:pt x="3646" y="1244"/>
                    <a:pt x="3572" y="1162"/>
                  </a:cubicBezTo>
                  <a:cubicBezTo>
                    <a:pt x="3420" y="988"/>
                    <a:pt x="3262" y="851"/>
                    <a:pt x="3033" y="786"/>
                  </a:cubicBezTo>
                  <a:cubicBezTo>
                    <a:pt x="2881" y="737"/>
                    <a:pt x="2723" y="677"/>
                    <a:pt x="2581" y="596"/>
                  </a:cubicBezTo>
                  <a:cubicBezTo>
                    <a:pt x="1963" y="216"/>
                    <a:pt x="1300" y="10"/>
                    <a:pt x="587" y="10"/>
                  </a:cubicBezTo>
                  <a:cubicBezTo>
                    <a:pt x="503" y="10"/>
                    <a:pt x="418" y="13"/>
                    <a:pt x="333" y="19"/>
                  </a:cubicBezTo>
                  <a:cubicBezTo>
                    <a:pt x="330" y="19"/>
                    <a:pt x="326" y="19"/>
                    <a:pt x="322" y="19"/>
                  </a:cubicBezTo>
                  <a:cubicBezTo>
                    <a:pt x="270" y="19"/>
                    <a:pt x="203" y="1"/>
                    <a:pt x="145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39"/>
            <p:cNvSpPr/>
            <p:nvPr/>
          </p:nvSpPr>
          <p:spPr>
            <a:xfrm rot="-937699">
              <a:off x="36469" y="2237445"/>
              <a:ext cx="583374" cy="523781"/>
            </a:xfrm>
            <a:custGeom>
              <a:rect b="b" l="l" r="r" t="t"/>
              <a:pathLst>
                <a:path extrusionOk="0" h="7963" w="8869">
                  <a:moveTo>
                    <a:pt x="7605" y="1"/>
                  </a:moveTo>
                  <a:cubicBezTo>
                    <a:pt x="7203" y="317"/>
                    <a:pt x="7164" y="801"/>
                    <a:pt x="7518" y="1144"/>
                  </a:cubicBezTo>
                  <a:cubicBezTo>
                    <a:pt x="7807" y="1416"/>
                    <a:pt x="8095" y="1683"/>
                    <a:pt x="8389" y="1955"/>
                  </a:cubicBezTo>
                  <a:cubicBezTo>
                    <a:pt x="8308" y="2032"/>
                    <a:pt x="8215" y="2097"/>
                    <a:pt x="8172" y="2184"/>
                  </a:cubicBezTo>
                  <a:cubicBezTo>
                    <a:pt x="8078" y="2372"/>
                    <a:pt x="7968" y="2456"/>
                    <a:pt x="7800" y="2456"/>
                  </a:cubicBezTo>
                  <a:cubicBezTo>
                    <a:pt x="7744" y="2456"/>
                    <a:pt x="7681" y="2447"/>
                    <a:pt x="7611" y="2429"/>
                  </a:cubicBezTo>
                  <a:cubicBezTo>
                    <a:pt x="7551" y="2414"/>
                    <a:pt x="7491" y="2407"/>
                    <a:pt x="7431" y="2407"/>
                  </a:cubicBezTo>
                  <a:cubicBezTo>
                    <a:pt x="7210" y="2407"/>
                    <a:pt x="6997" y="2507"/>
                    <a:pt x="6838" y="2674"/>
                  </a:cubicBezTo>
                  <a:cubicBezTo>
                    <a:pt x="6473" y="3060"/>
                    <a:pt x="5989" y="3158"/>
                    <a:pt x="5510" y="3251"/>
                  </a:cubicBezTo>
                  <a:cubicBezTo>
                    <a:pt x="4834" y="3382"/>
                    <a:pt x="4644" y="3545"/>
                    <a:pt x="4584" y="4236"/>
                  </a:cubicBezTo>
                  <a:cubicBezTo>
                    <a:pt x="4568" y="4449"/>
                    <a:pt x="4491" y="4574"/>
                    <a:pt x="4323" y="4688"/>
                  </a:cubicBezTo>
                  <a:cubicBezTo>
                    <a:pt x="4100" y="4835"/>
                    <a:pt x="3806" y="4933"/>
                    <a:pt x="3702" y="5194"/>
                  </a:cubicBezTo>
                  <a:cubicBezTo>
                    <a:pt x="3588" y="5483"/>
                    <a:pt x="3386" y="5565"/>
                    <a:pt x="3114" y="5597"/>
                  </a:cubicBezTo>
                  <a:cubicBezTo>
                    <a:pt x="2967" y="5619"/>
                    <a:pt x="2826" y="5690"/>
                    <a:pt x="2679" y="5739"/>
                  </a:cubicBezTo>
                  <a:cubicBezTo>
                    <a:pt x="2118" y="5929"/>
                    <a:pt x="1644" y="6289"/>
                    <a:pt x="1105" y="6512"/>
                  </a:cubicBezTo>
                  <a:cubicBezTo>
                    <a:pt x="545" y="6746"/>
                    <a:pt x="256" y="7182"/>
                    <a:pt x="55" y="7715"/>
                  </a:cubicBezTo>
                  <a:cubicBezTo>
                    <a:pt x="27" y="7797"/>
                    <a:pt x="0" y="7895"/>
                    <a:pt x="71" y="7944"/>
                  </a:cubicBezTo>
                  <a:cubicBezTo>
                    <a:pt x="88" y="7957"/>
                    <a:pt x="104" y="7963"/>
                    <a:pt x="120" y="7963"/>
                  </a:cubicBezTo>
                  <a:cubicBezTo>
                    <a:pt x="174" y="7963"/>
                    <a:pt x="222" y="7897"/>
                    <a:pt x="272" y="7867"/>
                  </a:cubicBezTo>
                  <a:cubicBezTo>
                    <a:pt x="697" y="7644"/>
                    <a:pt x="1040" y="7274"/>
                    <a:pt x="1514" y="7154"/>
                  </a:cubicBezTo>
                  <a:cubicBezTo>
                    <a:pt x="1911" y="7051"/>
                    <a:pt x="2319" y="6996"/>
                    <a:pt x="2717" y="6926"/>
                  </a:cubicBezTo>
                  <a:cubicBezTo>
                    <a:pt x="2766" y="6893"/>
                    <a:pt x="2847" y="6866"/>
                    <a:pt x="2853" y="6828"/>
                  </a:cubicBezTo>
                  <a:cubicBezTo>
                    <a:pt x="2858" y="6762"/>
                    <a:pt x="2771" y="6757"/>
                    <a:pt x="2722" y="6746"/>
                  </a:cubicBezTo>
                  <a:cubicBezTo>
                    <a:pt x="2667" y="6735"/>
                    <a:pt x="2611" y="6730"/>
                    <a:pt x="2555" y="6730"/>
                  </a:cubicBezTo>
                  <a:cubicBezTo>
                    <a:pt x="2472" y="6730"/>
                    <a:pt x="2387" y="6741"/>
                    <a:pt x="2303" y="6757"/>
                  </a:cubicBezTo>
                  <a:cubicBezTo>
                    <a:pt x="1661" y="6866"/>
                    <a:pt x="1029" y="7007"/>
                    <a:pt x="457" y="7454"/>
                  </a:cubicBezTo>
                  <a:cubicBezTo>
                    <a:pt x="474" y="7149"/>
                    <a:pt x="632" y="7029"/>
                    <a:pt x="790" y="6947"/>
                  </a:cubicBezTo>
                  <a:cubicBezTo>
                    <a:pt x="1595" y="6539"/>
                    <a:pt x="2341" y="6006"/>
                    <a:pt x="3234" y="5782"/>
                  </a:cubicBezTo>
                  <a:cubicBezTo>
                    <a:pt x="3403" y="5744"/>
                    <a:pt x="3582" y="5701"/>
                    <a:pt x="3702" y="5559"/>
                  </a:cubicBezTo>
                  <a:cubicBezTo>
                    <a:pt x="3931" y="5282"/>
                    <a:pt x="4230" y="5086"/>
                    <a:pt x="4535" y="4911"/>
                  </a:cubicBezTo>
                  <a:cubicBezTo>
                    <a:pt x="4758" y="4781"/>
                    <a:pt x="4900" y="4585"/>
                    <a:pt x="4900" y="4345"/>
                  </a:cubicBezTo>
                  <a:cubicBezTo>
                    <a:pt x="4905" y="3752"/>
                    <a:pt x="5123" y="3714"/>
                    <a:pt x="5635" y="3605"/>
                  </a:cubicBezTo>
                  <a:cubicBezTo>
                    <a:pt x="6038" y="3512"/>
                    <a:pt x="6484" y="3480"/>
                    <a:pt x="6805" y="3169"/>
                  </a:cubicBezTo>
                  <a:cubicBezTo>
                    <a:pt x="7043" y="2943"/>
                    <a:pt x="7293" y="2815"/>
                    <a:pt x="7584" y="2815"/>
                  </a:cubicBezTo>
                  <a:cubicBezTo>
                    <a:pt x="7692" y="2815"/>
                    <a:pt x="7806" y="2833"/>
                    <a:pt x="7927" y="2870"/>
                  </a:cubicBezTo>
                  <a:cubicBezTo>
                    <a:pt x="7966" y="2881"/>
                    <a:pt x="8005" y="2887"/>
                    <a:pt x="8043" y="2887"/>
                  </a:cubicBezTo>
                  <a:cubicBezTo>
                    <a:pt x="8184" y="2887"/>
                    <a:pt x="8303" y="2804"/>
                    <a:pt x="8308" y="2619"/>
                  </a:cubicBezTo>
                  <a:cubicBezTo>
                    <a:pt x="8308" y="2385"/>
                    <a:pt x="8444" y="2287"/>
                    <a:pt x="8623" y="2206"/>
                  </a:cubicBezTo>
                  <a:cubicBezTo>
                    <a:pt x="8868" y="2097"/>
                    <a:pt x="8852" y="1939"/>
                    <a:pt x="8651" y="1819"/>
                  </a:cubicBezTo>
                  <a:cubicBezTo>
                    <a:pt x="8329" y="1634"/>
                    <a:pt x="8090" y="1356"/>
                    <a:pt x="7791" y="1155"/>
                  </a:cubicBezTo>
                  <a:cubicBezTo>
                    <a:pt x="7311" y="828"/>
                    <a:pt x="7273" y="556"/>
                    <a:pt x="7654" y="104"/>
                  </a:cubicBezTo>
                  <a:cubicBezTo>
                    <a:pt x="7736" y="12"/>
                    <a:pt x="7649" y="23"/>
                    <a:pt x="7605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39"/>
            <p:cNvSpPr/>
            <p:nvPr/>
          </p:nvSpPr>
          <p:spPr>
            <a:xfrm rot="-937699">
              <a:off x="1435961" y="3672953"/>
              <a:ext cx="406501" cy="444059"/>
            </a:xfrm>
            <a:custGeom>
              <a:rect b="b" l="l" r="r" t="t"/>
              <a:pathLst>
                <a:path extrusionOk="0" h="6751" w="6180">
                  <a:moveTo>
                    <a:pt x="6179" y="1"/>
                  </a:moveTo>
                  <a:lnTo>
                    <a:pt x="6179" y="1"/>
                  </a:lnTo>
                  <a:cubicBezTo>
                    <a:pt x="5678" y="6"/>
                    <a:pt x="5281" y="246"/>
                    <a:pt x="4911" y="518"/>
                  </a:cubicBezTo>
                  <a:cubicBezTo>
                    <a:pt x="4377" y="910"/>
                    <a:pt x="3762" y="1144"/>
                    <a:pt x="3207" y="1492"/>
                  </a:cubicBezTo>
                  <a:cubicBezTo>
                    <a:pt x="2967" y="1645"/>
                    <a:pt x="2690" y="1683"/>
                    <a:pt x="2401" y="1694"/>
                  </a:cubicBezTo>
                  <a:cubicBezTo>
                    <a:pt x="2373" y="1695"/>
                    <a:pt x="2345" y="1695"/>
                    <a:pt x="2318" y="1695"/>
                  </a:cubicBezTo>
                  <a:cubicBezTo>
                    <a:pt x="1584" y="1695"/>
                    <a:pt x="934" y="1420"/>
                    <a:pt x="300" y="1095"/>
                  </a:cubicBezTo>
                  <a:cubicBezTo>
                    <a:pt x="233" y="1062"/>
                    <a:pt x="177" y="986"/>
                    <a:pt x="109" y="986"/>
                  </a:cubicBezTo>
                  <a:cubicBezTo>
                    <a:pt x="76" y="986"/>
                    <a:pt x="41" y="1004"/>
                    <a:pt x="0" y="1051"/>
                  </a:cubicBezTo>
                  <a:cubicBezTo>
                    <a:pt x="676" y="1736"/>
                    <a:pt x="1381" y="2033"/>
                    <a:pt x="2104" y="2033"/>
                  </a:cubicBezTo>
                  <a:cubicBezTo>
                    <a:pt x="2790" y="2033"/>
                    <a:pt x="3493" y="1766"/>
                    <a:pt x="4203" y="1307"/>
                  </a:cubicBezTo>
                  <a:lnTo>
                    <a:pt x="4203" y="1307"/>
                  </a:lnTo>
                  <a:cubicBezTo>
                    <a:pt x="3898" y="3126"/>
                    <a:pt x="3577" y="4895"/>
                    <a:pt x="3610" y="6708"/>
                  </a:cubicBezTo>
                  <a:cubicBezTo>
                    <a:pt x="3662" y="6738"/>
                    <a:pt x="3700" y="6751"/>
                    <a:pt x="3729" y="6751"/>
                  </a:cubicBezTo>
                  <a:cubicBezTo>
                    <a:pt x="3838" y="6751"/>
                    <a:pt x="3802" y="6569"/>
                    <a:pt x="3811" y="6517"/>
                  </a:cubicBezTo>
                  <a:cubicBezTo>
                    <a:pt x="3865" y="6185"/>
                    <a:pt x="3887" y="5848"/>
                    <a:pt x="3931" y="5510"/>
                  </a:cubicBezTo>
                  <a:cubicBezTo>
                    <a:pt x="4007" y="4895"/>
                    <a:pt x="4110" y="4285"/>
                    <a:pt x="4176" y="3664"/>
                  </a:cubicBezTo>
                  <a:cubicBezTo>
                    <a:pt x="4257" y="2853"/>
                    <a:pt x="4421" y="2048"/>
                    <a:pt x="4535" y="1236"/>
                  </a:cubicBezTo>
                  <a:cubicBezTo>
                    <a:pt x="4551" y="1111"/>
                    <a:pt x="4655" y="1073"/>
                    <a:pt x="4742" y="1019"/>
                  </a:cubicBezTo>
                  <a:cubicBezTo>
                    <a:pt x="5167" y="746"/>
                    <a:pt x="5591" y="474"/>
                    <a:pt x="6016" y="197"/>
                  </a:cubicBezTo>
                  <a:cubicBezTo>
                    <a:pt x="6081" y="159"/>
                    <a:pt x="6163" y="126"/>
                    <a:pt x="6179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39"/>
            <p:cNvSpPr/>
            <p:nvPr/>
          </p:nvSpPr>
          <p:spPr>
            <a:xfrm rot="-937699">
              <a:off x="387729" y="3189956"/>
              <a:ext cx="354932" cy="717691"/>
            </a:xfrm>
            <a:custGeom>
              <a:rect b="b" l="l" r="r" t="t"/>
              <a:pathLst>
                <a:path extrusionOk="0" h="10911" w="5396">
                  <a:moveTo>
                    <a:pt x="5281" y="1"/>
                  </a:moveTo>
                  <a:lnTo>
                    <a:pt x="5281" y="1"/>
                  </a:lnTo>
                  <a:cubicBezTo>
                    <a:pt x="5199" y="50"/>
                    <a:pt x="5112" y="94"/>
                    <a:pt x="5047" y="153"/>
                  </a:cubicBezTo>
                  <a:cubicBezTo>
                    <a:pt x="2826" y="2075"/>
                    <a:pt x="1263" y="4416"/>
                    <a:pt x="528" y="7280"/>
                  </a:cubicBezTo>
                  <a:cubicBezTo>
                    <a:pt x="273" y="8265"/>
                    <a:pt x="0" y="9250"/>
                    <a:pt x="44" y="10285"/>
                  </a:cubicBezTo>
                  <a:cubicBezTo>
                    <a:pt x="55" y="10502"/>
                    <a:pt x="60" y="10720"/>
                    <a:pt x="262" y="10911"/>
                  </a:cubicBezTo>
                  <a:lnTo>
                    <a:pt x="262" y="10132"/>
                  </a:lnTo>
                  <a:cubicBezTo>
                    <a:pt x="256" y="10023"/>
                    <a:pt x="234" y="9914"/>
                    <a:pt x="256" y="9816"/>
                  </a:cubicBezTo>
                  <a:cubicBezTo>
                    <a:pt x="539" y="8406"/>
                    <a:pt x="757" y="6980"/>
                    <a:pt x="1350" y="5646"/>
                  </a:cubicBezTo>
                  <a:cubicBezTo>
                    <a:pt x="2238" y="3643"/>
                    <a:pt x="3446" y="1879"/>
                    <a:pt x="5090" y="420"/>
                  </a:cubicBezTo>
                  <a:cubicBezTo>
                    <a:pt x="5210" y="317"/>
                    <a:pt x="5395" y="219"/>
                    <a:pt x="5281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39"/>
            <p:cNvSpPr/>
            <p:nvPr/>
          </p:nvSpPr>
          <p:spPr>
            <a:xfrm rot="-937699">
              <a:off x="1754341" y="2310349"/>
              <a:ext cx="201343" cy="614224"/>
            </a:xfrm>
            <a:custGeom>
              <a:rect b="b" l="l" r="r" t="t"/>
              <a:pathLst>
                <a:path extrusionOk="0" h="9338" w="3061">
                  <a:moveTo>
                    <a:pt x="3060" y="1"/>
                  </a:moveTo>
                  <a:lnTo>
                    <a:pt x="3060" y="1"/>
                  </a:lnTo>
                  <a:cubicBezTo>
                    <a:pt x="3028" y="17"/>
                    <a:pt x="2973" y="28"/>
                    <a:pt x="2973" y="44"/>
                  </a:cubicBezTo>
                  <a:cubicBezTo>
                    <a:pt x="2881" y="545"/>
                    <a:pt x="2565" y="877"/>
                    <a:pt x="2168" y="1155"/>
                  </a:cubicBezTo>
                  <a:cubicBezTo>
                    <a:pt x="1291" y="1759"/>
                    <a:pt x="866" y="2636"/>
                    <a:pt x="627" y="3637"/>
                  </a:cubicBezTo>
                  <a:cubicBezTo>
                    <a:pt x="572" y="3861"/>
                    <a:pt x="616" y="4111"/>
                    <a:pt x="480" y="4318"/>
                  </a:cubicBezTo>
                  <a:cubicBezTo>
                    <a:pt x="126" y="4835"/>
                    <a:pt x="50" y="5429"/>
                    <a:pt x="33" y="6027"/>
                  </a:cubicBezTo>
                  <a:cubicBezTo>
                    <a:pt x="1" y="7127"/>
                    <a:pt x="257" y="8189"/>
                    <a:pt x="480" y="9256"/>
                  </a:cubicBezTo>
                  <a:cubicBezTo>
                    <a:pt x="507" y="9283"/>
                    <a:pt x="540" y="9310"/>
                    <a:pt x="572" y="9337"/>
                  </a:cubicBezTo>
                  <a:cubicBezTo>
                    <a:pt x="572" y="9305"/>
                    <a:pt x="578" y="9272"/>
                    <a:pt x="578" y="9245"/>
                  </a:cubicBezTo>
                  <a:cubicBezTo>
                    <a:pt x="513" y="8869"/>
                    <a:pt x="453" y="8499"/>
                    <a:pt x="464" y="8118"/>
                  </a:cubicBezTo>
                  <a:cubicBezTo>
                    <a:pt x="453" y="7622"/>
                    <a:pt x="453" y="7132"/>
                    <a:pt x="431" y="6637"/>
                  </a:cubicBezTo>
                  <a:cubicBezTo>
                    <a:pt x="398" y="5880"/>
                    <a:pt x="513" y="5129"/>
                    <a:pt x="730" y="4416"/>
                  </a:cubicBezTo>
                  <a:cubicBezTo>
                    <a:pt x="1084" y="3251"/>
                    <a:pt x="1525" y="2124"/>
                    <a:pt x="2462" y="1253"/>
                  </a:cubicBezTo>
                  <a:cubicBezTo>
                    <a:pt x="2804" y="943"/>
                    <a:pt x="3022" y="496"/>
                    <a:pt x="3060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39"/>
            <p:cNvSpPr/>
            <p:nvPr/>
          </p:nvSpPr>
          <p:spPr>
            <a:xfrm rot="-937699">
              <a:off x="1652812" y="3871375"/>
              <a:ext cx="272579" cy="422550"/>
            </a:xfrm>
            <a:custGeom>
              <a:rect b="b" l="l" r="r" t="t"/>
              <a:pathLst>
                <a:path extrusionOk="0" h="6424" w="4144">
                  <a:moveTo>
                    <a:pt x="4003" y="0"/>
                  </a:moveTo>
                  <a:cubicBezTo>
                    <a:pt x="3947" y="0"/>
                    <a:pt x="3889" y="30"/>
                    <a:pt x="3833" y="69"/>
                  </a:cubicBezTo>
                  <a:cubicBezTo>
                    <a:pt x="3430" y="335"/>
                    <a:pt x="3017" y="1179"/>
                    <a:pt x="3169" y="1609"/>
                  </a:cubicBezTo>
                  <a:cubicBezTo>
                    <a:pt x="3403" y="2252"/>
                    <a:pt x="3414" y="2921"/>
                    <a:pt x="3485" y="3580"/>
                  </a:cubicBezTo>
                  <a:cubicBezTo>
                    <a:pt x="3539" y="4059"/>
                    <a:pt x="3517" y="4544"/>
                    <a:pt x="3398" y="5012"/>
                  </a:cubicBezTo>
                  <a:cubicBezTo>
                    <a:pt x="3295" y="5426"/>
                    <a:pt x="2319" y="6155"/>
                    <a:pt x="1877" y="6155"/>
                  </a:cubicBezTo>
                  <a:cubicBezTo>
                    <a:pt x="1872" y="6155"/>
                    <a:pt x="1867" y="6155"/>
                    <a:pt x="1862" y="6155"/>
                  </a:cubicBezTo>
                  <a:cubicBezTo>
                    <a:pt x="1699" y="6150"/>
                    <a:pt x="1454" y="6155"/>
                    <a:pt x="1411" y="5986"/>
                  </a:cubicBezTo>
                  <a:cubicBezTo>
                    <a:pt x="1362" y="5818"/>
                    <a:pt x="1574" y="5698"/>
                    <a:pt x="1721" y="5605"/>
                  </a:cubicBezTo>
                  <a:cubicBezTo>
                    <a:pt x="1846" y="5524"/>
                    <a:pt x="1988" y="5453"/>
                    <a:pt x="2145" y="5447"/>
                  </a:cubicBezTo>
                  <a:cubicBezTo>
                    <a:pt x="2249" y="5447"/>
                    <a:pt x="2341" y="5420"/>
                    <a:pt x="2418" y="5279"/>
                  </a:cubicBezTo>
                  <a:cubicBezTo>
                    <a:pt x="2341" y="5264"/>
                    <a:pt x="2267" y="5257"/>
                    <a:pt x="2196" y="5257"/>
                  </a:cubicBezTo>
                  <a:cubicBezTo>
                    <a:pt x="1925" y="5257"/>
                    <a:pt x="1697" y="5357"/>
                    <a:pt x="1503" y="5513"/>
                  </a:cubicBezTo>
                  <a:cubicBezTo>
                    <a:pt x="1276" y="5698"/>
                    <a:pt x="1107" y="5794"/>
                    <a:pt x="944" y="5794"/>
                  </a:cubicBezTo>
                  <a:cubicBezTo>
                    <a:pt x="767" y="5794"/>
                    <a:pt x="598" y="5680"/>
                    <a:pt x="371" y="5442"/>
                  </a:cubicBezTo>
                  <a:cubicBezTo>
                    <a:pt x="338" y="5407"/>
                    <a:pt x="308" y="5395"/>
                    <a:pt x="280" y="5395"/>
                  </a:cubicBezTo>
                  <a:cubicBezTo>
                    <a:pt x="224" y="5395"/>
                    <a:pt x="175" y="5444"/>
                    <a:pt x="120" y="5458"/>
                  </a:cubicBezTo>
                  <a:cubicBezTo>
                    <a:pt x="1" y="5578"/>
                    <a:pt x="28" y="5654"/>
                    <a:pt x="164" y="5763"/>
                  </a:cubicBezTo>
                  <a:cubicBezTo>
                    <a:pt x="523" y="6046"/>
                    <a:pt x="1029" y="6046"/>
                    <a:pt x="1345" y="6405"/>
                  </a:cubicBezTo>
                  <a:cubicBezTo>
                    <a:pt x="1357" y="6419"/>
                    <a:pt x="1383" y="6423"/>
                    <a:pt x="1414" y="6423"/>
                  </a:cubicBezTo>
                  <a:cubicBezTo>
                    <a:pt x="1455" y="6423"/>
                    <a:pt x="1506" y="6416"/>
                    <a:pt x="1547" y="6416"/>
                  </a:cubicBezTo>
                  <a:cubicBezTo>
                    <a:pt x="2096" y="6411"/>
                    <a:pt x="2548" y="6139"/>
                    <a:pt x="3000" y="5867"/>
                  </a:cubicBezTo>
                  <a:cubicBezTo>
                    <a:pt x="3370" y="5643"/>
                    <a:pt x="3583" y="5328"/>
                    <a:pt x="3643" y="4908"/>
                  </a:cubicBezTo>
                  <a:cubicBezTo>
                    <a:pt x="3790" y="3858"/>
                    <a:pt x="3697" y="2823"/>
                    <a:pt x="3468" y="1794"/>
                  </a:cubicBezTo>
                  <a:cubicBezTo>
                    <a:pt x="3408" y="1539"/>
                    <a:pt x="3278" y="1283"/>
                    <a:pt x="3419" y="1011"/>
                  </a:cubicBezTo>
                  <a:cubicBezTo>
                    <a:pt x="3604" y="657"/>
                    <a:pt x="3795" y="308"/>
                    <a:pt x="4143" y="80"/>
                  </a:cubicBezTo>
                  <a:cubicBezTo>
                    <a:pt x="4098" y="22"/>
                    <a:pt x="4051" y="0"/>
                    <a:pt x="4003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39"/>
            <p:cNvSpPr/>
            <p:nvPr/>
          </p:nvSpPr>
          <p:spPr>
            <a:xfrm rot="-937699">
              <a:off x="925417" y="3831635"/>
              <a:ext cx="471685" cy="279946"/>
            </a:xfrm>
            <a:custGeom>
              <a:rect b="b" l="l" r="r" t="t"/>
              <a:pathLst>
                <a:path extrusionOk="0" h="4256" w="7171">
                  <a:moveTo>
                    <a:pt x="6739" y="0"/>
                  </a:moveTo>
                  <a:cubicBezTo>
                    <a:pt x="6681" y="0"/>
                    <a:pt x="6622" y="7"/>
                    <a:pt x="6566" y="19"/>
                  </a:cubicBezTo>
                  <a:cubicBezTo>
                    <a:pt x="5722" y="188"/>
                    <a:pt x="4862" y="351"/>
                    <a:pt x="4503" y="1304"/>
                  </a:cubicBezTo>
                  <a:cubicBezTo>
                    <a:pt x="4486" y="1347"/>
                    <a:pt x="4459" y="1391"/>
                    <a:pt x="4426" y="1423"/>
                  </a:cubicBezTo>
                  <a:cubicBezTo>
                    <a:pt x="3751" y="2234"/>
                    <a:pt x="3076" y="3046"/>
                    <a:pt x="2341" y="3808"/>
                  </a:cubicBezTo>
                  <a:cubicBezTo>
                    <a:pt x="2240" y="3914"/>
                    <a:pt x="2129" y="4031"/>
                    <a:pt x="1971" y="4031"/>
                  </a:cubicBezTo>
                  <a:cubicBezTo>
                    <a:pt x="1967" y="4031"/>
                    <a:pt x="1964" y="4031"/>
                    <a:pt x="1960" y="4031"/>
                  </a:cubicBezTo>
                  <a:cubicBezTo>
                    <a:pt x="1498" y="4009"/>
                    <a:pt x="1035" y="3977"/>
                    <a:pt x="561" y="3949"/>
                  </a:cubicBezTo>
                  <a:cubicBezTo>
                    <a:pt x="621" y="3824"/>
                    <a:pt x="670" y="3737"/>
                    <a:pt x="708" y="3639"/>
                  </a:cubicBezTo>
                  <a:cubicBezTo>
                    <a:pt x="741" y="3536"/>
                    <a:pt x="686" y="3448"/>
                    <a:pt x="610" y="3389"/>
                  </a:cubicBezTo>
                  <a:cubicBezTo>
                    <a:pt x="594" y="3377"/>
                    <a:pt x="580" y="3372"/>
                    <a:pt x="567" y="3372"/>
                  </a:cubicBezTo>
                  <a:cubicBezTo>
                    <a:pt x="515" y="3372"/>
                    <a:pt x="495" y="3457"/>
                    <a:pt x="447" y="3470"/>
                  </a:cubicBezTo>
                  <a:cubicBezTo>
                    <a:pt x="447" y="3612"/>
                    <a:pt x="387" y="3710"/>
                    <a:pt x="273" y="3797"/>
                  </a:cubicBezTo>
                  <a:cubicBezTo>
                    <a:pt x="180" y="3873"/>
                    <a:pt x="0" y="3944"/>
                    <a:pt x="55" y="4080"/>
                  </a:cubicBezTo>
                  <a:cubicBezTo>
                    <a:pt x="109" y="4227"/>
                    <a:pt x="300" y="4243"/>
                    <a:pt x="452" y="4243"/>
                  </a:cubicBezTo>
                  <a:cubicBezTo>
                    <a:pt x="714" y="4243"/>
                    <a:pt x="977" y="4236"/>
                    <a:pt x="1239" y="4236"/>
                  </a:cubicBezTo>
                  <a:cubicBezTo>
                    <a:pt x="1435" y="4236"/>
                    <a:pt x="1631" y="4240"/>
                    <a:pt x="1824" y="4254"/>
                  </a:cubicBezTo>
                  <a:cubicBezTo>
                    <a:pt x="1844" y="4255"/>
                    <a:pt x="1864" y="4256"/>
                    <a:pt x="1884" y="4256"/>
                  </a:cubicBezTo>
                  <a:cubicBezTo>
                    <a:pt x="2146" y="4256"/>
                    <a:pt x="2332" y="4154"/>
                    <a:pt x="2505" y="3971"/>
                  </a:cubicBezTo>
                  <a:cubicBezTo>
                    <a:pt x="2918" y="3541"/>
                    <a:pt x="3392" y="3149"/>
                    <a:pt x="3735" y="2665"/>
                  </a:cubicBezTo>
                  <a:cubicBezTo>
                    <a:pt x="4105" y="2147"/>
                    <a:pt x="4617" y="1728"/>
                    <a:pt x="4884" y="1129"/>
                  </a:cubicBezTo>
                  <a:cubicBezTo>
                    <a:pt x="5009" y="846"/>
                    <a:pt x="5265" y="705"/>
                    <a:pt x="5537" y="574"/>
                  </a:cubicBezTo>
                  <a:cubicBezTo>
                    <a:pt x="6054" y="318"/>
                    <a:pt x="6615" y="296"/>
                    <a:pt x="7170" y="209"/>
                  </a:cubicBezTo>
                  <a:cubicBezTo>
                    <a:pt x="7058" y="53"/>
                    <a:pt x="6899" y="0"/>
                    <a:pt x="6739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39"/>
            <p:cNvSpPr/>
            <p:nvPr/>
          </p:nvSpPr>
          <p:spPr>
            <a:xfrm rot="-937699">
              <a:off x="402623" y="2624723"/>
              <a:ext cx="482473" cy="111229"/>
            </a:xfrm>
            <a:custGeom>
              <a:rect b="b" l="l" r="r" t="t"/>
              <a:pathLst>
                <a:path extrusionOk="0" h="1691" w="7335">
                  <a:moveTo>
                    <a:pt x="305" y="1"/>
                  </a:moveTo>
                  <a:cubicBezTo>
                    <a:pt x="270" y="1"/>
                    <a:pt x="234" y="2"/>
                    <a:pt x="197" y="5"/>
                  </a:cubicBezTo>
                  <a:cubicBezTo>
                    <a:pt x="188" y="5"/>
                    <a:pt x="177" y="5"/>
                    <a:pt x="167" y="5"/>
                  </a:cubicBezTo>
                  <a:cubicBezTo>
                    <a:pt x="156" y="5"/>
                    <a:pt x="145" y="5"/>
                    <a:pt x="135" y="5"/>
                  </a:cubicBezTo>
                  <a:cubicBezTo>
                    <a:pt x="61" y="5"/>
                    <a:pt x="1" y="13"/>
                    <a:pt x="56" y="141"/>
                  </a:cubicBezTo>
                  <a:cubicBezTo>
                    <a:pt x="578" y="293"/>
                    <a:pt x="1101" y="429"/>
                    <a:pt x="1569" y="718"/>
                  </a:cubicBezTo>
                  <a:cubicBezTo>
                    <a:pt x="1999" y="990"/>
                    <a:pt x="2440" y="1240"/>
                    <a:pt x="2876" y="1496"/>
                  </a:cubicBezTo>
                  <a:cubicBezTo>
                    <a:pt x="3207" y="1602"/>
                    <a:pt x="3538" y="1690"/>
                    <a:pt x="3875" y="1690"/>
                  </a:cubicBezTo>
                  <a:cubicBezTo>
                    <a:pt x="4043" y="1690"/>
                    <a:pt x="4212" y="1668"/>
                    <a:pt x="4384" y="1616"/>
                  </a:cubicBezTo>
                  <a:cubicBezTo>
                    <a:pt x="4897" y="1456"/>
                    <a:pt x="5423" y="1413"/>
                    <a:pt x="5959" y="1413"/>
                  </a:cubicBezTo>
                  <a:cubicBezTo>
                    <a:pt x="6025" y="1413"/>
                    <a:pt x="6092" y="1413"/>
                    <a:pt x="6159" y="1415"/>
                  </a:cubicBezTo>
                  <a:cubicBezTo>
                    <a:pt x="6289" y="1416"/>
                    <a:pt x="6420" y="1417"/>
                    <a:pt x="6550" y="1417"/>
                  </a:cubicBezTo>
                  <a:cubicBezTo>
                    <a:pt x="6812" y="1417"/>
                    <a:pt x="7073" y="1415"/>
                    <a:pt x="7334" y="1415"/>
                  </a:cubicBezTo>
                  <a:cubicBezTo>
                    <a:pt x="6876" y="1185"/>
                    <a:pt x="6392" y="1085"/>
                    <a:pt x="5911" y="1085"/>
                  </a:cubicBezTo>
                  <a:cubicBezTo>
                    <a:pt x="5617" y="1085"/>
                    <a:pt x="5323" y="1123"/>
                    <a:pt x="5037" y="1191"/>
                  </a:cubicBezTo>
                  <a:cubicBezTo>
                    <a:pt x="4666" y="1279"/>
                    <a:pt x="4310" y="1329"/>
                    <a:pt x="3964" y="1329"/>
                  </a:cubicBezTo>
                  <a:cubicBezTo>
                    <a:pt x="3346" y="1329"/>
                    <a:pt x="2763" y="1169"/>
                    <a:pt x="2201" y="778"/>
                  </a:cubicBezTo>
                  <a:cubicBezTo>
                    <a:pt x="2152" y="745"/>
                    <a:pt x="2097" y="723"/>
                    <a:pt x="2043" y="696"/>
                  </a:cubicBezTo>
                  <a:cubicBezTo>
                    <a:pt x="1945" y="642"/>
                    <a:pt x="1841" y="582"/>
                    <a:pt x="1738" y="527"/>
                  </a:cubicBezTo>
                  <a:cubicBezTo>
                    <a:pt x="1278" y="297"/>
                    <a:pt x="843" y="1"/>
                    <a:pt x="305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39"/>
            <p:cNvSpPr/>
            <p:nvPr/>
          </p:nvSpPr>
          <p:spPr>
            <a:xfrm rot="-937699">
              <a:off x="1628502" y="4112364"/>
              <a:ext cx="131093" cy="134382"/>
            </a:xfrm>
            <a:custGeom>
              <a:rect b="b" l="l" r="r" t="t"/>
              <a:pathLst>
                <a:path extrusionOk="0" h="2043" w="1993">
                  <a:moveTo>
                    <a:pt x="984" y="0"/>
                  </a:moveTo>
                  <a:cubicBezTo>
                    <a:pt x="951" y="0"/>
                    <a:pt x="921" y="24"/>
                    <a:pt x="899" y="82"/>
                  </a:cubicBezTo>
                  <a:cubicBezTo>
                    <a:pt x="790" y="376"/>
                    <a:pt x="561" y="583"/>
                    <a:pt x="403" y="839"/>
                  </a:cubicBezTo>
                  <a:cubicBezTo>
                    <a:pt x="0" y="1487"/>
                    <a:pt x="0" y="1487"/>
                    <a:pt x="616" y="1950"/>
                  </a:cubicBezTo>
                  <a:cubicBezTo>
                    <a:pt x="654" y="1977"/>
                    <a:pt x="692" y="2004"/>
                    <a:pt x="730" y="2031"/>
                  </a:cubicBezTo>
                  <a:cubicBezTo>
                    <a:pt x="1165" y="2010"/>
                    <a:pt x="1612" y="2042"/>
                    <a:pt x="1993" y="1726"/>
                  </a:cubicBezTo>
                  <a:cubicBezTo>
                    <a:pt x="1946" y="1690"/>
                    <a:pt x="1905" y="1679"/>
                    <a:pt x="1868" y="1679"/>
                  </a:cubicBezTo>
                  <a:cubicBezTo>
                    <a:pt x="1809" y="1679"/>
                    <a:pt x="1758" y="1707"/>
                    <a:pt x="1704" y="1710"/>
                  </a:cubicBezTo>
                  <a:cubicBezTo>
                    <a:pt x="1526" y="1724"/>
                    <a:pt x="1346" y="1748"/>
                    <a:pt x="1170" y="1748"/>
                  </a:cubicBezTo>
                  <a:cubicBezTo>
                    <a:pt x="932" y="1748"/>
                    <a:pt x="700" y="1705"/>
                    <a:pt x="485" y="1536"/>
                  </a:cubicBezTo>
                  <a:cubicBezTo>
                    <a:pt x="403" y="1476"/>
                    <a:pt x="322" y="1443"/>
                    <a:pt x="414" y="1324"/>
                  </a:cubicBezTo>
                  <a:cubicBezTo>
                    <a:pt x="610" y="1057"/>
                    <a:pt x="746" y="747"/>
                    <a:pt x="980" y="540"/>
                  </a:cubicBezTo>
                  <a:cubicBezTo>
                    <a:pt x="1123" y="616"/>
                    <a:pt x="1027" y="870"/>
                    <a:pt x="1207" y="870"/>
                  </a:cubicBezTo>
                  <a:cubicBezTo>
                    <a:pt x="1219" y="870"/>
                    <a:pt x="1232" y="869"/>
                    <a:pt x="1247" y="866"/>
                  </a:cubicBezTo>
                  <a:cubicBezTo>
                    <a:pt x="1448" y="828"/>
                    <a:pt x="1644" y="719"/>
                    <a:pt x="1764" y="529"/>
                  </a:cubicBezTo>
                  <a:cubicBezTo>
                    <a:pt x="1824" y="431"/>
                    <a:pt x="1737" y="414"/>
                    <a:pt x="1672" y="393"/>
                  </a:cubicBezTo>
                  <a:cubicBezTo>
                    <a:pt x="1565" y="477"/>
                    <a:pt x="1467" y="533"/>
                    <a:pt x="1386" y="533"/>
                  </a:cubicBezTo>
                  <a:cubicBezTo>
                    <a:pt x="1289" y="533"/>
                    <a:pt x="1215" y="453"/>
                    <a:pt x="1176" y="246"/>
                  </a:cubicBezTo>
                  <a:cubicBezTo>
                    <a:pt x="1165" y="180"/>
                    <a:pt x="1127" y="115"/>
                    <a:pt x="1084" y="61"/>
                  </a:cubicBezTo>
                  <a:cubicBezTo>
                    <a:pt x="1052" y="23"/>
                    <a:pt x="1017" y="0"/>
                    <a:pt x="984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39"/>
            <p:cNvSpPr/>
            <p:nvPr/>
          </p:nvSpPr>
          <p:spPr>
            <a:xfrm rot="-937699">
              <a:off x="1514017" y="4498002"/>
              <a:ext cx="50582" cy="174966"/>
            </a:xfrm>
            <a:custGeom>
              <a:rect b="b" l="l" r="r" t="t"/>
              <a:pathLst>
                <a:path extrusionOk="0" h="2660" w="769">
                  <a:moveTo>
                    <a:pt x="125" y="1"/>
                  </a:moveTo>
                  <a:cubicBezTo>
                    <a:pt x="89" y="1"/>
                    <a:pt x="49" y="10"/>
                    <a:pt x="1" y="30"/>
                  </a:cubicBezTo>
                  <a:cubicBezTo>
                    <a:pt x="333" y="444"/>
                    <a:pt x="371" y="934"/>
                    <a:pt x="442" y="1478"/>
                  </a:cubicBezTo>
                  <a:cubicBezTo>
                    <a:pt x="295" y="1358"/>
                    <a:pt x="197" y="1277"/>
                    <a:pt x="99" y="1195"/>
                  </a:cubicBezTo>
                  <a:lnTo>
                    <a:pt x="99" y="1195"/>
                  </a:lnTo>
                  <a:cubicBezTo>
                    <a:pt x="251" y="1609"/>
                    <a:pt x="398" y="2022"/>
                    <a:pt x="447" y="2469"/>
                  </a:cubicBezTo>
                  <a:cubicBezTo>
                    <a:pt x="453" y="2540"/>
                    <a:pt x="437" y="2659"/>
                    <a:pt x="545" y="2659"/>
                  </a:cubicBezTo>
                  <a:cubicBezTo>
                    <a:pt x="671" y="2659"/>
                    <a:pt x="654" y="2534"/>
                    <a:pt x="665" y="2447"/>
                  </a:cubicBezTo>
                  <a:cubicBezTo>
                    <a:pt x="769" y="1707"/>
                    <a:pt x="687" y="983"/>
                    <a:pt x="442" y="275"/>
                  </a:cubicBezTo>
                  <a:cubicBezTo>
                    <a:pt x="339" y="186"/>
                    <a:pt x="288" y="1"/>
                    <a:pt x="125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39"/>
            <p:cNvSpPr/>
            <p:nvPr/>
          </p:nvSpPr>
          <p:spPr>
            <a:xfrm rot="-937699">
              <a:off x="3338684" y="2913026"/>
              <a:ext cx="149379" cy="112149"/>
            </a:xfrm>
            <a:custGeom>
              <a:rect b="b" l="l" r="r" t="t"/>
              <a:pathLst>
                <a:path extrusionOk="0" h="1705" w="2271">
                  <a:moveTo>
                    <a:pt x="131" y="0"/>
                  </a:moveTo>
                  <a:lnTo>
                    <a:pt x="131" y="0"/>
                  </a:lnTo>
                  <a:cubicBezTo>
                    <a:pt x="0" y="164"/>
                    <a:pt x="169" y="191"/>
                    <a:pt x="245" y="245"/>
                  </a:cubicBezTo>
                  <a:cubicBezTo>
                    <a:pt x="665" y="556"/>
                    <a:pt x="1165" y="572"/>
                    <a:pt x="1650" y="643"/>
                  </a:cubicBezTo>
                  <a:cubicBezTo>
                    <a:pt x="1665" y="645"/>
                    <a:pt x="1683" y="645"/>
                    <a:pt x="1702" y="645"/>
                  </a:cubicBezTo>
                  <a:cubicBezTo>
                    <a:pt x="1714" y="645"/>
                    <a:pt x="1727" y="645"/>
                    <a:pt x="1739" y="645"/>
                  </a:cubicBezTo>
                  <a:cubicBezTo>
                    <a:pt x="1815" y="645"/>
                    <a:pt x="1890" y="651"/>
                    <a:pt x="1879" y="735"/>
                  </a:cubicBezTo>
                  <a:cubicBezTo>
                    <a:pt x="1840" y="1002"/>
                    <a:pt x="2069" y="1307"/>
                    <a:pt x="1726" y="1536"/>
                  </a:cubicBezTo>
                  <a:cubicBezTo>
                    <a:pt x="1514" y="1672"/>
                    <a:pt x="1710" y="1694"/>
                    <a:pt x="1824" y="1704"/>
                  </a:cubicBezTo>
                  <a:cubicBezTo>
                    <a:pt x="2271" y="1427"/>
                    <a:pt x="2124" y="1002"/>
                    <a:pt x="2113" y="605"/>
                  </a:cubicBezTo>
                  <a:cubicBezTo>
                    <a:pt x="2107" y="441"/>
                    <a:pt x="2042" y="365"/>
                    <a:pt x="1879" y="365"/>
                  </a:cubicBezTo>
                  <a:cubicBezTo>
                    <a:pt x="1860" y="366"/>
                    <a:pt x="1841" y="366"/>
                    <a:pt x="1823" y="366"/>
                  </a:cubicBezTo>
                  <a:cubicBezTo>
                    <a:pt x="1234" y="366"/>
                    <a:pt x="680" y="201"/>
                    <a:pt x="131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39"/>
            <p:cNvSpPr/>
            <p:nvPr/>
          </p:nvSpPr>
          <p:spPr>
            <a:xfrm rot="-937699">
              <a:off x="1784196" y="3781574"/>
              <a:ext cx="164047" cy="59660"/>
            </a:xfrm>
            <a:custGeom>
              <a:rect b="b" l="l" r="r" t="t"/>
              <a:pathLst>
                <a:path extrusionOk="0" h="907" w="2494">
                  <a:moveTo>
                    <a:pt x="100" y="1"/>
                  </a:moveTo>
                  <a:cubicBezTo>
                    <a:pt x="79" y="1"/>
                    <a:pt x="58" y="10"/>
                    <a:pt x="39" y="35"/>
                  </a:cubicBezTo>
                  <a:cubicBezTo>
                    <a:pt x="1" y="89"/>
                    <a:pt x="22" y="149"/>
                    <a:pt x="60" y="193"/>
                  </a:cubicBezTo>
                  <a:cubicBezTo>
                    <a:pt x="109" y="247"/>
                    <a:pt x="158" y="296"/>
                    <a:pt x="207" y="351"/>
                  </a:cubicBezTo>
                  <a:cubicBezTo>
                    <a:pt x="534" y="704"/>
                    <a:pt x="991" y="781"/>
                    <a:pt x="1427" y="900"/>
                  </a:cubicBezTo>
                  <a:cubicBezTo>
                    <a:pt x="1517" y="903"/>
                    <a:pt x="1608" y="906"/>
                    <a:pt x="1698" y="906"/>
                  </a:cubicBezTo>
                  <a:cubicBezTo>
                    <a:pt x="1977" y="906"/>
                    <a:pt x="2251" y="875"/>
                    <a:pt x="2494" y="693"/>
                  </a:cubicBezTo>
                  <a:cubicBezTo>
                    <a:pt x="2448" y="587"/>
                    <a:pt x="2360" y="551"/>
                    <a:pt x="2256" y="551"/>
                  </a:cubicBezTo>
                  <a:cubicBezTo>
                    <a:pt x="2248" y="551"/>
                    <a:pt x="2240" y="552"/>
                    <a:pt x="2233" y="552"/>
                  </a:cubicBezTo>
                  <a:cubicBezTo>
                    <a:pt x="2147" y="556"/>
                    <a:pt x="2062" y="558"/>
                    <a:pt x="1977" y="558"/>
                  </a:cubicBezTo>
                  <a:cubicBezTo>
                    <a:pt x="1340" y="558"/>
                    <a:pt x="735" y="439"/>
                    <a:pt x="196" y="40"/>
                  </a:cubicBezTo>
                  <a:cubicBezTo>
                    <a:pt x="170" y="23"/>
                    <a:pt x="135" y="1"/>
                    <a:pt x="100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39"/>
            <p:cNvSpPr/>
            <p:nvPr/>
          </p:nvSpPr>
          <p:spPr>
            <a:xfrm rot="-937699">
              <a:off x="72656" y="1785658"/>
              <a:ext cx="156154" cy="56502"/>
            </a:xfrm>
            <a:custGeom>
              <a:rect b="b" l="l" r="r" t="t"/>
              <a:pathLst>
                <a:path extrusionOk="0" h="859" w="2374">
                  <a:moveTo>
                    <a:pt x="956" y="0"/>
                  </a:moveTo>
                  <a:cubicBezTo>
                    <a:pt x="847" y="0"/>
                    <a:pt x="770" y="106"/>
                    <a:pt x="670" y="123"/>
                  </a:cubicBezTo>
                  <a:cubicBezTo>
                    <a:pt x="588" y="172"/>
                    <a:pt x="512" y="221"/>
                    <a:pt x="436" y="275"/>
                  </a:cubicBezTo>
                  <a:cubicBezTo>
                    <a:pt x="261" y="390"/>
                    <a:pt x="0" y="504"/>
                    <a:pt x="76" y="727"/>
                  </a:cubicBezTo>
                  <a:cubicBezTo>
                    <a:pt x="109" y="831"/>
                    <a:pt x="186" y="858"/>
                    <a:pt x="277" y="858"/>
                  </a:cubicBezTo>
                  <a:cubicBezTo>
                    <a:pt x="379" y="858"/>
                    <a:pt x="498" y="825"/>
                    <a:pt x="598" y="825"/>
                  </a:cubicBezTo>
                  <a:cubicBezTo>
                    <a:pt x="602" y="825"/>
                    <a:pt x="606" y="825"/>
                    <a:pt x="610" y="825"/>
                  </a:cubicBezTo>
                  <a:cubicBezTo>
                    <a:pt x="776" y="779"/>
                    <a:pt x="944" y="768"/>
                    <a:pt x="1112" y="768"/>
                  </a:cubicBezTo>
                  <a:cubicBezTo>
                    <a:pt x="1286" y="768"/>
                    <a:pt x="1461" y="780"/>
                    <a:pt x="1634" y="780"/>
                  </a:cubicBezTo>
                  <a:cubicBezTo>
                    <a:pt x="1710" y="780"/>
                    <a:pt x="1786" y="778"/>
                    <a:pt x="1862" y="771"/>
                  </a:cubicBezTo>
                  <a:cubicBezTo>
                    <a:pt x="2053" y="754"/>
                    <a:pt x="2270" y="803"/>
                    <a:pt x="2374" y="564"/>
                  </a:cubicBezTo>
                  <a:cubicBezTo>
                    <a:pt x="2188" y="506"/>
                    <a:pt x="2002" y="486"/>
                    <a:pt x="1815" y="486"/>
                  </a:cubicBezTo>
                  <a:cubicBezTo>
                    <a:pt x="1443" y="486"/>
                    <a:pt x="1065" y="563"/>
                    <a:pt x="668" y="563"/>
                  </a:cubicBezTo>
                  <a:cubicBezTo>
                    <a:pt x="591" y="563"/>
                    <a:pt x="514" y="560"/>
                    <a:pt x="436" y="553"/>
                  </a:cubicBezTo>
                  <a:cubicBezTo>
                    <a:pt x="702" y="390"/>
                    <a:pt x="947" y="281"/>
                    <a:pt x="1067" y="36"/>
                  </a:cubicBezTo>
                  <a:cubicBezTo>
                    <a:pt x="1026" y="10"/>
                    <a:pt x="990" y="0"/>
                    <a:pt x="956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39"/>
            <p:cNvSpPr/>
            <p:nvPr/>
          </p:nvSpPr>
          <p:spPr>
            <a:xfrm rot="-937699">
              <a:off x="869648" y="3981019"/>
              <a:ext cx="133658" cy="107414"/>
            </a:xfrm>
            <a:custGeom>
              <a:rect b="b" l="l" r="r" t="t"/>
              <a:pathLst>
                <a:path extrusionOk="0" h="1633" w="2032">
                  <a:moveTo>
                    <a:pt x="606" y="1"/>
                  </a:moveTo>
                  <a:cubicBezTo>
                    <a:pt x="586" y="1"/>
                    <a:pt x="559" y="12"/>
                    <a:pt x="523" y="38"/>
                  </a:cubicBezTo>
                  <a:cubicBezTo>
                    <a:pt x="425" y="359"/>
                    <a:pt x="354" y="685"/>
                    <a:pt x="191" y="990"/>
                  </a:cubicBezTo>
                  <a:cubicBezTo>
                    <a:pt x="1" y="1339"/>
                    <a:pt x="142" y="1497"/>
                    <a:pt x="501" y="1605"/>
                  </a:cubicBezTo>
                  <a:cubicBezTo>
                    <a:pt x="566" y="1625"/>
                    <a:pt x="628" y="1633"/>
                    <a:pt x="687" y="1633"/>
                  </a:cubicBezTo>
                  <a:cubicBezTo>
                    <a:pt x="915" y="1633"/>
                    <a:pt x="1112" y="1518"/>
                    <a:pt x="1333" y="1518"/>
                  </a:cubicBezTo>
                  <a:cubicBezTo>
                    <a:pt x="1340" y="1518"/>
                    <a:pt x="1348" y="1518"/>
                    <a:pt x="1356" y="1518"/>
                  </a:cubicBezTo>
                  <a:cubicBezTo>
                    <a:pt x="1361" y="1519"/>
                    <a:pt x="1366" y="1519"/>
                    <a:pt x="1371" y="1519"/>
                  </a:cubicBezTo>
                  <a:cubicBezTo>
                    <a:pt x="1423" y="1519"/>
                    <a:pt x="1462" y="1492"/>
                    <a:pt x="1492" y="1448"/>
                  </a:cubicBezTo>
                  <a:cubicBezTo>
                    <a:pt x="1607" y="1388"/>
                    <a:pt x="1726" y="1344"/>
                    <a:pt x="1835" y="1273"/>
                  </a:cubicBezTo>
                  <a:cubicBezTo>
                    <a:pt x="1906" y="1230"/>
                    <a:pt x="2031" y="1175"/>
                    <a:pt x="1955" y="1061"/>
                  </a:cubicBezTo>
                  <a:cubicBezTo>
                    <a:pt x="1936" y="1032"/>
                    <a:pt x="1912" y="1022"/>
                    <a:pt x="1885" y="1022"/>
                  </a:cubicBezTo>
                  <a:cubicBezTo>
                    <a:pt x="1837" y="1022"/>
                    <a:pt x="1781" y="1056"/>
                    <a:pt x="1732" y="1077"/>
                  </a:cubicBezTo>
                  <a:cubicBezTo>
                    <a:pt x="1389" y="1224"/>
                    <a:pt x="1046" y="1377"/>
                    <a:pt x="665" y="1377"/>
                  </a:cubicBezTo>
                  <a:cubicBezTo>
                    <a:pt x="333" y="1377"/>
                    <a:pt x="278" y="1290"/>
                    <a:pt x="447" y="996"/>
                  </a:cubicBezTo>
                  <a:cubicBezTo>
                    <a:pt x="610" y="723"/>
                    <a:pt x="665" y="435"/>
                    <a:pt x="659" y="125"/>
                  </a:cubicBezTo>
                  <a:cubicBezTo>
                    <a:pt x="659" y="48"/>
                    <a:pt x="647" y="1"/>
                    <a:pt x="606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39"/>
            <p:cNvSpPr/>
            <p:nvPr/>
          </p:nvSpPr>
          <p:spPr>
            <a:xfrm rot="-937699">
              <a:off x="3127284" y="2782344"/>
              <a:ext cx="134711" cy="150826"/>
            </a:xfrm>
            <a:custGeom>
              <a:rect b="b" l="l" r="r" t="t"/>
              <a:pathLst>
                <a:path extrusionOk="0" h="2293" w="2048">
                  <a:moveTo>
                    <a:pt x="0" y="0"/>
                  </a:moveTo>
                  <a:lnTo>
                    <a:pt x="0" y="0"/>
                  </a:lnTo>
                  <a:cubicBezTo>
                    <a:pt x="55" y="267"/>
                    <a:pt x="278" y="425"/>
                    <a:pt x="431" y="627"/>
                  </a:cubicBezTo>
                  <a:cubicBezTo>
                    <a:pt x="779" y="1106"/>
                    <a:pt x="1078" y="1628"/>
                    <a:pt x="1525" y="2037"/>
                  </a:cubicBezTo>
                  <a:cubicBezTo>
                    <a:pt x="1646" y="2144"/>
                    <a:pt x="1752" y="2293"/>
                    <a:pt x="1926" y="2293"/>
                  </a:cubicBezTo>
                  <a:cubicBezTo>
                    <a:pt x="1963" y="2293"/>
                    <a:pt x="2003" y="2286"/>
                    <a:pt x="2047" y="2271"/>
                  </a:cubicBezTo>
                  <a:cubicBezTo>
                    <a:pt x="1590" y="1737"/>
                    <a:pt x="1116" y="1220"/>
                    <a:pt x="730" y="632"/>
                  </a:cubicBezTo>
                  <a:cubicBezTo>
                    <a:pt x="550" y="354"/>
                    <a:pt x="322" y="126"/>
                    <a:pt x="0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39"/>
            <p:cNvSpPr/>
            <p:nvPr/>
          </p:nvSpPr>
          <p:spPr>
            <a:xfrm rot="-937699">
              <a:off x="1437391" y="4481764"/>
              <a:ext cx="62422" cy="131159"/>
            </a:xfrm>
            <a:custGeom>
              <a:rect b="b" l="l" r="r" t="t"/>
              <a:pathLst>
                <a:path extrusionOk="0" h="1994" w="949">
                  <a:moveTo>
                    <a:pt x="68" y="0"/>
                  </a:moveTo>
                  <a:cubicBezTo>
                    <a:pt x="61" y="0"/>
                    <a:pt x="53" y="2"/>
                    <a:pt x="45" y="6"/>
                  </a:cubicBezTo>
                  <a:cubicBezTo>
                    <a:pt x="12" y="22"/>
                    <a:pt x="12" y="115"/>
                    <a:pt x="1" y="169"/>
                  </a:cubicBezTo>
                  <a:cubicBezTo>
                    <a:pt x="94" y="599"/>
                    <a:pt x="181" y="1030"/>
                    <a:pt x="295" y="1454"/>
                  </a:cubicBezTo>
                  <a:cubicBezTo>
                    <a:pt x="344" y="1645"/>
                    <a:pt x="279" y="1977"/>
                    <a:pt x="507" y="1993"/>
                  </a:cubicBezTo>
                  <a:cubicBezTo>
                    <a:pt x="512" y="1993"/>
                    <a:pt x="517" y="1994"/>
                    <a:pt x="522" y="1994"/>
                  </a:cubicBezTo>
                  <a:cubicBezTo>
                    <a:pt x="729" y="1994"/>
                    <a:pt x="694" y="1663"/>
                    <a:pt x="785" y="1498"/>
                  </a:cubicBezTo>
                  <a:cubicBezTo>
                    <a:pt x="807" y="1329"/>
                    <a:pt x="948" y="1149"/>
                    <a:pt x="747" y="1002"/>
                  </a:cubicBezTo>
                  <a:cubicBezTo>
                    <a:pt x="632" y="1149"/>
                    <a:pt x="665" y="1334"/>
                    <a:pt x="611" y="1536"/>
                  </a:cubicBezTo>
                  <a:cubicBezTo>
                    <a:pt x="491" y="1024"/>
                    <a:pt x="382" y="545"/>
                    <a:pt x="159" y="109"/>
                  </a:cubicBezTo>
                  <a:cubicBezTo>
                    <a:pt x="136" y="63"/>
                    <a:pt x="112" y="0"/>
                    <a:pt x="68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39"/>
            <p:cNvSpPr/>
            <p:nvPr/>
          </p:nvSpPr>
          <p:spPr>
            <a:xfrm rot="-937699">
              <a:off x="2956332" y="3156419"/>
              <a:ext cx="128594" cy="55516"/>
            </a:xfrm>
            <a:custGeom>
              <a:rect b="b" l="l" r="r" t="t"/>
              <a:pathLst>
                <a:path extrusionOk="0" h="844" w="1955">
                  <a:moveTo>
                    <a:pt x="169" y="0"/>
                  </a:moveTo>
                  <a:cubicBezTo>
                    <a:pt x="0" y="27"/>
                    <a:pt x="39" y="125"/>
                    <a:pt x="88" y="229"/>
                  </a:cubicBezTo>
                  <a:cubicBezTo>
                    <a:pt x="207" y="272"/>
                    <a:pt x="322" y="332"/>
                    <a:pt x="447" y="359"/>
                  </a:cubicBezTo>
                  <a:cubicBezTo>
                    <a:pt x="461" y="363"/>
                    <a:pt x="477" y="364"/>
                    <a:pt x="493" y="364"/>
                  </a:cubicBezTo>
                  <a:cubicBezTo>
                    <a:pt x="552" y="364"/>
                    <a:pt x="621" y="345"/>
                    <a:pt x="678" y="345"/>
                  </a:cubicBezTo>
                  <a:cubicBezTo>
                    <a:pt x="722" y="345"/>
                    <a:pt x="758" y="356"/>
                    <a:pt x="779" y="398"/>
                  </a:cubicBezTo>
                  <a:cubicBezTo>
                    <a:pt x="1002" y="844"/>
                    <a:pt x="1432" y="713"/>
                    <a:pt x="1786" y="784"/>
                  </a:cubicBezTo>
                  <a:cubicBezTo>
                    <a:pt x="1819" y="708"/>
                    <a:pt x="1955" y="664"/>
                    <a:pt x="1895" y="555"/>
                  </a:cubicBezTo>
                  <a:cubicBezTo>
                    <a:pt x="1870" y="515"/>
                    <a:pt x="1834" y="505"/>
                    <a:pt x="1793" y="505"/>
                  </a:cubicBezTo>
                  <a:cubicBezTo>
                    <a:pt x="1757" y="505"/>
                    <a:pt x="1718" y="512"/>
                    <a:pt x="1682" y="512"/>
                  </a:cubicBezTo>
                  <a:cubicBezTo>
                    <a:pt x="1677" y="512"/>
                    <a:pt x="1671" y="512"/>
                    <a:pt x="1666" y="512"/>
                  </a:cubicBezTo>
                  <a:cubicBezTo>
                    <a:pt x="1427" y="490"/>
                    <a:pt x="1144" y="561"/>
                    <a:pt x="1122" y="158"/>
                  </a:cubicBezTo>
                  <a:cubicBezTo>
                    <a:pt x="1115" y="42"/>
                    <a:pt x="1029" y="1"/>
                    <a:pt x="933" y="1"/>
                  </a:cubicBezTo>
                  <a:cubicBezTo>
                    <a:pt x="881" y="1"/>
                    <a:pt x="825" y="13"/>
                    <a:pt x="779" y="33"/>
                  </a:cubicBezTo>
                  <a:cubicBezTo>
                    <a:pt x="692" y="68"/>
                    <a:pt x="608" y="82"/>
                    <a:pt x="527" y="82"/>
                  </a:cubicBezTo>
                  <a:cubicBezTo>
                    <a:pt x="404" y="82"/>
                    <a:pt x="287" y="49"/>
                    <a:pt x="169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39"/>
            <p:cNvSpPr/>
            <p:nvPr/>
          </p:nvSpPr>
          <p:spPr>
            <a:xfrm rot="-937699">
              <a:off x="294140" y="2664776"/>
              <a:ext cx="184438" cy="21575"/>
            </a:xfrm>
            <a:custGeom>
              <a:rect b="b" l="l" r="r" t="t"/>
              <a:pathLst>
                <a:path extrusionOk="0" h="328" w="2804">
                  <a:moveTo>
                    <a:pt x="1391" y="0"/>
                  </a:moveTo>
                  <a:cubicBezTo>
                    <a:pt x="928" y="0"/>
                    <a:pt x="464" y="24"/>
                    <a:pt x="0" y="121"/>
                  </a:cubicBezTo>
                  <a:cubicBezTo>
                    <a:pt x="55" y="328"/>
                    <a:pt x="191" y="262"/>
                    <a:pt x="278" y="306"/>
                  </a:cubicBezTo>
                  <a:cubicBezTo>
                    <a:pt x="550" y="284"/>
                    <a:pt x="828" y="262"/>
                    <a:pt x="1105" y="241"/>
                  </a:cubicBezTo>
                  <a:cubicBezTo>
                    <a:pt x="1243" y="227"/>
                    <a:pt x="1381" y="224"/>
                    <a:pt x="1519" y="224"/>
                  </a:cubicBezTo>
                  <a:cubicBezTo>
                    <a:pt x="1654" y="224"/>
                    <a:pt x="1790" y="227"/>
                    <a:pt x="1925" y="227"/>
                  </a:cubicBezTo>
                  <a:cubicBezTo>
                    <a:pt x="2164" y="227"/>
                    <a:pt x="2403" y="218"/>
                    <a:pt x="2640" y="164"/>
                  </a:cubicBezTo>
                  <a:cubicBezTo>
                    <a:pt x="2738" y="143"/>
                    <a:pt x="2804" y="137"/>
                    <a:pt x="2738" y="23"/>
                  </a:cubicBezTo>
                  <a:cubicBezTo>
                    <a:pt x="2290" y="23"/>
                    <a:pt x="1841" y="0"/>
                    <a:pt x="1391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39"/>
            <p:cNvSpPr/>
            <p:nvPr/>
          </p:nvSpPr>
          <p:spPr>
            <a:xfrm rot="-937699">
              <a:off x="3377521" y="3028265"/>
              <a:ext cx="97810" cy="68276"/>
            </a:xfrm>
            <a:custGeom>
              <a:rect b="b" l="l" r="r" t="t"/>
              <a:pathLst>
                <a:path extrusionOk="0" h="1038" w="1487">
                  <a:moveTo>
                    <a:pt x="1286" y="0"/>
                  </a:moveTo>
                  <a:cubicBezTo>
                    <a:pt x="1128" y="126"/>
                    <a:pt x="1269" y="283"/>
                    <a:pt x="1231" y="441"/>
                  </a:cubicBezTo>
                  <a:cubicBezTo>
                    <a:pt x="1146" y="419"/>
                    <a:pt x="1064" y="392"/>
                    <a:pt x="985" y="392"/>
                  </a:cubicBezTo>
                  <a:cubicBezTo>
                    <a:pt x="912" y="392"/>
                    <a:pt x="842" y="414"/>
                    <a:pt x="774" y="485"/>
                  </a:cubicBezTo>
                  <a:cubicBezTo>
                    <a:pt x="562" y="703"/>
                    <a:pt x="284" y="828"/>
                    <a:pt x="1" y="942"/>
                  </a:cubicBezTo>
                  <a:cubicBezTo>
                    <a:pt x="79" y="1006"/>
                    <a:pt x="178" y="1037"/>
                    <a:pt x="284" y="1037"/>
                  </a:cubicBezTo>
                  <a:cubicBezTo>
                    <a:pt x="456" y="1037"/>
                    <a:pt x="647" y="954"/>
                    <a:pt x="796" y="795"/>
                  </a:cubicBezTo>
                  <a:cubicBezTo>
                    <a:pt x="850" y="740"/>
                    <a:pt x="879" y="673"/>
                    <a:pt x="958" y="673"/>
                  </a:cubicBezTo>
                  <a:cubicBezTo>
                    <a:pt x="980" y="673"/>
                    <a:pt x="1007" y="678"/>
                    <a:pt x="1041" y="692"/>
                  </a:cubicBezTo>
                  <a:cubicBezTo>
                    <a:pt x="1186" y="755"/>
                    <a:pt x="1279" y="794"/>
                    <a:pt x="1342" y="794"/>
                  </a:cubicBezTo>
                  <a:cubicBezTo>
                    <a:pt x="1450" y="794"/>
                    <a:pt x="1463" y="679"/>
                    <a:pt x="1487" y="381"/>
                  </a:cubicBezTo>
                  <a:cubicBezTo>
                    <a:pt x="1400" y="267"/>
                    <a:pt x="1443" y="82"/>
                    <a:pt x="1286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39"/>
            <p:cNvSpPr/>
            <p:nvPr/>
          </p:nvSpPr>
          <p:spPr>
            <a:xfrm rot="-937699">
              <a:off x="3233528" y="3163584"/>
              <a:ext cx="117148" cy="86431"/>
            </a:xfrm>
            <a:custGeom>
              <a:rect b="b" l="l" r="r" t="t"/>
              <a:pathLst>
                <a:path extrusionOk="0" h="1314" w="1781">
                  <a:moveTo>
                    <a:pt x="1579" y="1"/>
                  </a:moveTo>
                  <a:cubicBezTo>
                    <a:pt x="1557" y="13"/>
                    <a:pt x="1533" y="17"/>
                    <a:pt x="1508" y="17"/>
                  </a:cubicBezTo>
                  <a:cubicBezTo>
                    <a:pt x="1475" y="17"/>
                    <a:pt x="1441" y="10"/>
                    <a:pt x="1412" y="10"/>
                  </a:cubicBezTo>
                  <a:cubicBezTo>
                    <a:pt x="1387" y="10"/>
                    <a:pt x="1365" y="15"/>
                    <a:pt x="1350" y="33"/>
                  </a:cubicBezTo>
                  <a:cubicBezTo>
                    <a:pt x="1312" y="197"/>
                    <a:pt x="1628" y="93"/>
                    <a:pt x="1481" y="257"/>
                  </a:cubicBezTo>
                  <a:cubicBezTo>
                    <a:pt x="1138" y="643"/>
                    <a:pt x="724" y="937"/>
                    <a:pt x="207" y="1057"/>
                  </a:cubicBezTo>
                  <a:cubicBezTo>
                    <a:pt x="142" y="1111"/>
                    <a:pt x="0" y="1133"/>
                    <a:pt x="44" y="1242"/>
                  </a:cubicBezTo>
                  <a:cubicBezTo>
                    <a:pt x="61" y="1297"/>
                    <a:pt x="105" y="1314"/>
                    <a:pt x="155" y="1314"/>
                  </a:cubicBezTo>
                  <a:cubicBezTo>
                    <a:pt x="199" y="1314"/>
                    <a:pt x="248" y="1301"/>
                    <a:pt x="289" y="1291"/>
                  </a:cubicBezTo>
                  <a:cubicBezTo>
                    <a:pt x="387" y="1269"/>
                    <a:pt x="490" y="1237"/>
                    <a:pt x="577" y="1182"/>
                  </a:cubicBezTo>
                  <a:cubicBezTo>
                    <a:pt x="866" y="1013"/>
                    <a:pt x="1149" y="834"/>
                    <a:pt x="1432" y="654"/>
                  </a:cubicBezTo>
                  <a:cubicBezTo>
                    <a:pt x="1524" y="572"/>
                    <a:pt x="1622" y="496"/>
                    <a:pt x="1682" y="382"/>
                  </a:cubicBezTo>
                  <a:cubicBezTo>
                    <a:pt x="1780" y="208"/>
                    <a:pt x="1764" y="82"/>
                    <a:pt x="1579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39"/>
            <p:cNvSpPr/>
            <p:nvPr/>
          </p:nvSpPr>
          <p:spPr>
            <a:xfrm rot="-937699">
              <a:off x="972322" y="4056169"/>
              <a:ext cx="88864" cy="43478"/>
            </a:xfrm>
            <a:custGeom>
              <a:rect b="b" l="l" r="r" t="t"/>
              <a:pathLst>
                <a:path extrusionOk="0" h="661" w="1351">
                  <a:moveTo>
                    <a:pt x="153" y="1"/>
                  </a:moveTo>
                  <a:cubicBezTo>
                    <a:pt x="93" y="1"/>
                    <a:pt x="44" y="17"/>
                    <a:pt x="17" y="71"/>
                  </a:cubicBezTo>
                  <a:cubicBezTo>
                    <a:pt x="1" y="158"/>
                    <a:pt x="66" y="213"/>
                    <a:pt x="104" y="278"/>
                  </a:cubicBezTo>
                  <a:cubicBezTo>
                    <a:pt x="235" y="376"/>
                    <a:pt x="355" y="490"/>
                    <a:pt x="491" y="572"/>
                  </a:cubicBezTo>
                  <a:cubicBezTo>
                    <a:pt x="592" y="631"/>
                    <a:pt x="692" y="660"/>
                    <a:pt x="788" y="660"/>
                  </a:cubicBezTo>
                  <a:cubicBezTo>
                    <a:pt x="1012" y="660"/>
                    <a:pt x="1214" y="499"/>
                    <a:pt x="1351" y="175"/>
                  </a:cubicBezTo>
                  <a:lnTo>
                    <a:pt x="1351" y="175"/>
                  </a:lnTo>
                  <a:cubicBezTo>
                    <a:pt x="1134" y="307"/>
                    <a:pt x="930" y="383"/>
                    <a:pt x="746" y="383"/>
                  </a:cubicBezTo>
                  <a:cubicBezTo>
                    <a:pt x="518" y="383"/>
                    <a:pt x="318" y="268"/>
                    <a:pt x="153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39"/>
            <p:cNvSpPr/>
            <p:nvPr/>
          </p:nvSpPr>
          <p:spPr>
            <a:xfrm rot="-937699">
              <a:off x="3182650" y="3185753"/>
              <a:ext cx="60252" cy="42623"/>
            </a:xfrm>
            <a:custGeom>
              <a:rect b="b" l="l" r="r" t="t"/>
              <a:pathLst>
                <a:path extrusionOk="0" h="648" w="916">
                  <a:moveTo>
                    <a:pt x="245" y="1"/>
                  </a:moveTo>
                  <a:cubicBezTo>
                    <a:pt x="189" y="1"/>
                    <a:pt x="126" y="50"/>
                    <a:pt x="88" y="157"/>
                  </a:cubicBezTo>
                  <a:cubicBezTo>
                    <a:pt x="1" y="479"/>
                    <a:pt x="77" y="604"/>
                    <a:pt x="398" y="637"/>
                  </a:cubicBezTo>
                  <a:cubicBezTo>
                    <a:pt x="512" y="647"/>
                    <a:pt x="627" y="642"/>
                    <a:pt x="741" y="647"/>
                  </a:cubicBezTo>
                  <a:cubicBezTo>
                    <a:pt x="752" y="549"/>
                    <a:pt x="915" y="604"/>
                    <a:pt x="899" y="506"/>
                  </a:cubicBezTo>
                  <a:cubicBezTo>
                    <a:pt x="888" y="430"/>
                    <a:pt x="795" y="435"/>
                    <a:pt x="725" y="419"/>
                  </a:cubicBezTo>
                  <a:cubicBezTo>
                    <a:pt x="567" y="375"/>
                    <a:pt x="409" y="370"/>
                    <a:pt x="365" y="130"/>
                  </a:cubicBezTo>
                  <a:cubicBezTo>
                    <a:pt x="349" y="47"/>
                    <a:pt x="300" y="1"/>
                    <a:pt x="245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39"/>
            <p:cNvSpPr/>
            <p:nvPr/>
          </p:nvSpPr>
          <p:spPr>
            <a:xfrm rot="-937699">
              <a:off x="3319961" y="3150939"/>
              <a:ext cx="28744" cy="43018"/>
            </a:xfrm>
            <a:custGeom>
              <a:rect b="b" l="l" r="r" t="t"/>
              <a:pathLst>
                <a:path extrusionOk="0" h="654" w="437">
                  <a:moveTo>
                    <a:pt x="148" y="1"/>
                  </a:moveTo>
                  <a:lnTo>
                    <a:pt x="148" y="1"/>
                  </a:lnTo>
                  <a:cubicBezTo>
                    <a:pt x="322" y="120"/>
                    <a:pt x="300" y="257"/>
                    <a:pt x="186" y="409"/>
                  </a:cubicBezTo>
                  <a:cubicBezTo>
                    <a:pt x="121" y="485"/>
                    <a:pt x="61" y="572"/>
                    <a:pt x="1" y="654"/>
                  </a:cubicBezTo>
                  <a:cubicBezTo>
                    <a:pt x="126" y="643"/>
                    <a:pt x="213" y="556"/>
                    <a:pt x="279" y="463"/>
                  </a:cubicBezTo>
                  <a:cubicBezTo>
                    <a:pt x="436" y="240"/>
                    <a:pt x="377" y="50"/>
                    <a:pt x="148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39"/>
            <p:cNvSpPr/>
            <p:nvPr/>
          </p:nvSpPr>
          <p:spPr>
            <a:xfrm rot="-937699">
              <a:off x="2315775" y="2657863"/>
              <a:ext cx="614224" cy="471028"/>
            </a:xfrm>
            <a:custGeom>
              <a:rect b="b" l="l" r="r" t="t"/>
              <a:pathLst>
                <a:path extrusionOk="0" h="7161" w="9338">
                  <a:moveTo>
                    <a:pt x="5257" y="1"/>
                  </a:moveTo>
                  <a:cubicBezTo>
                    <a:pt x="5227" y="1"/>
                    <a:pt x="5195" y="1"/>
                    <a:pt x="5161" y="3"/>
                  </a:cubicBezTo>
                  <a:cubicBezTo>
                    <a:pt x="4498" y="26"/>
                    <a:pt x="3851" y="236"/>
                    <a:pt x="3185" y="236"/>
                  </a:cubicBezTo>
                  <a:cubicBezTo>
                    <a:pt x="3086" y="236"/>
                    <a:pt x="2986" y="231"/>
                    <a:pt x="2886" y="220"/>
                  </a:cubicBezTo>
                  <a:cubicBezTo>
                    <a:pt x="2876" y="219"/>
                    <a:pt x="2866" y="218"/>
                    <a:pt x="2856" y="218"/>
                  </a:cubicBezTo>
                  <a:cubicBezTo>
                    <a:pt x="2806" y="218"/>
                    <a:pt x="2756" y="241"/>
                    <a:pt x="2733" y="291"/>
                  </a:cubicBezTo>
                  <a:cubicBezTo>
                    <a:pt x="2695" y="373"/>
                    <a:pt x="2766" y="422"/>
                    <a:pt x="2821" y="460"/>
                  </a:cubicBezTo>
                  <a:cubicBezTo>
                    <a:pt x="3390" y="901"/>
                    <a:pt x="4057" y="1015"/>
                    <a:pt x="4747" y="1015"/>
                  </a:cubicBezTo>
                  <a:cubicBezTo>
                    <a:pt x="4764" y="1015"/>
                    <a:pt x="4780" y="1015"/>
                    <a:pt x="4797" y="1015"/>
                  </a:cubicBezTo>
                  <a:cubicBezTo>
                    <a:pt x="4821" y="1015"/>
                    <a:pt x="4843" y="1015"/>
                    <a:pt x="4863" y="1015"/>
                  </a:cubicBezTo>
                  <a:cubicBezTo>
                    <a:pt x="4996" y="1015"/>
                    <a:pt x="5059" y="1027"/>
                    <a:pt x="5102" y="1211"/>
                  </a:cubicBezTo>
                  <a:cubicBezTo>
                    <a:pt x="5210" y="1669"/>
                    <a:pt x="5319" y="2126"/>
                    <a:pt x="5510" y="2556"/>
                  </a:cubicBezTo>
                  <a:cubicBezTo>
                    <a:pt x="5466" y="2703"/>
                    <a:pt x="5553" y="2806"/>
                    <a:pt x="5641" y="2904"/>
                  </a:cubicBezTo>
                  <a:cubicBezTo>
                    <a:pt x="5826" y="3122"/>
                    <a:pt x="6049" y="3285"/>
                    <a:pt x="6294" y="3432"/>
                  </a:cubicBezTo>
                  <a:cubicBezTo>
                    <a:pt x="6566" y="3596"/>
                    <a:pt x="6838" y="3765"/>
                    <a:pt x="7105" y="3999"/>
                  </a:cubicBezTo>
                  <a:cubicBezTo>
                    <a:pt x="6886" y="3964"/>
                    <a:pt x="6676" y="3945"/>
                    <a:pt x="6472" y="3945"/>
                  </a:cubicBezTo>
                  <a:cubicBezTo>
                    <a:pt x="6187" y="3945"/>
                    <a:pt x="5913" y="3983"/>
                    <a:pt x="5641" y="4075"/>
                  </a:cubicBezTo>
                  <a:cubicBezTo>
                    <a:pt x="5417" y="4151"/>
                    <a:pt x="5189" y="4211"/>
                    <a:pt x="4955" y="4238"/>
                  </a:cubicBezTo>
                  <a:cubicBezTo>
                    <a:pt x="4910" y="4242"/>
                    <a:pt x="4866" y="4249"/>
                    <a:pt x="4824" y="4249"/>
                  </a:cubicBezTo>
                  <a:cubicBezTo>
                    <a:pt x="4753" y="4249"/>
                    <a:pt x="4691" y="4229"/>
                    <a:pt x="4650" y="4140"/>
                  </a:cubicBezTo>
                  <a:cubicBezTo>
                    <a:pt x="4584" y="4009"/>
                    <a:pt x="4552" y="3873"/>
                    <a:pt x="4644" y="3743"/>
                  </a:cubicBezTo>
                  <a:cubicBezTo>
                    <a:pt x="4721" y="3634"/>
                    <a:pt x="4824" y="3558"/>
                    <a:pt x="4900" y="3449"/>
                  </a:cubicBezTo>
                  <a:cubicBezTo>
                    <a:pt x="4993" y="3334"/>
                    <a:pt x="5118" y="3220"/>
                    <a:pt x="5014" y="3046"/>
                  </a:cubicBezTo>
                  <a:cubicBezTo>
                    <a:pt x="4999" y="2991"/>
                    <a:pt x="4981" y="2917"/>
                    <a:pt x="4934" y="2917"/>
                  </a:cubicBezTo>
                  <a:cubicBezTo>
                    <a:pt x="4915" y="2917"/>
                    <a:pt x="4892" y="2929"/>
                    <a:pt x="4862" y="2959"/>
                  </a:cubicBezTo>
                  <a:cubicBezTo>
                    <a:pt x="4476" y="3356"/>
                    <a:pt x="4024" y="3688"/>
                    <a:pt x="3773" y="4200"/>
                  </a:cubicBezTo>
                  <a:cubicBezTo>
                    <a:pt x="3534" y="4685"/>
                    <a:pt x="3392" y="5213"/>
                    <a:pt x="2772" y="5436"/>
                  </a:cubicBezTo>
                  <a:cubicBezTo>
                    <a:pt x="2567" y="5509"/>
                    <a:pt x="2455" y="5563"/>
                    <a:pt x="2384" y="5563"/>
                  </a:cubicBezTo>
                  <a:cubicBezTo>
                    <a:pt x="2289" y="5563"/>
                    <a:pt x="2266" y="5469"/>
                    <a:pt x="2195" y="5196"/>
                  </a:cubicBezTo>
                  <a:cubicBezTo>
                    <a:pt x="2167" y="5104"/>
                    <a:pt x="2167" y="5000"/>
                    <a:pt x="2053" y="4968"/>
                  </a:cubicBezTo>
                  <a:cubicBezTo>
                    <a:pt x="2037" y="4963"/>
                    <a:pt x="2021" y="4961"/>
                    <a:pt x="2007" y="4961"/>
                  </a:cubicBezTo>
                  <a:cubicBezTo>
                    <a:pt x="1912" y="4961"/>
                    <a:pt x="1858" y="5048"/>
                    <a:pt x="1792" y="5109"/>
                  </a:cubicBezTo>
                  <a:cubicBezTo>
                    <a:pt x="1672" y="5223"/>
                    <a:pt x="1623" y="5409"/>
                    <a:pt x="1389" y="5496"/>
                  </a:cubicBezTo>
                  <a:cubicBezTo>
                    <a:pt x="2037" y="4178"/>
                    <a:pt x="3125" y="3220"/>
                    <a:pt x="3773" y="1968"/>
                  </a:cubicBezTo>
                  <a:lnTo>
                    <a:pt x="3773" y="1968"/>
                  </a:lnTo>
                  <a:cubicBezTo>
                    <a:pt x="2935" y="2703"/>
                    <a:pt x="2216" y="3536"/>
                    <a:pt x="1617" y="4472"/>
                  </a:cubicBezTo>
                  <a:cubicBezTo>
                    <a:pt x="1416" y="4788"/>
                    <a:pt x="1160" y="5109"/>
                    <a:pt x="1149" y="5485"/>
                  </a:cubicBezTo>
                  <a:cubicBezTo>
                    <a:pt x="1133" y="5801"/>
                    <a:pt x="1019" y="6056"/>
                    <a:pt x="888" y="6312"/>
                  </a:cubicBezTo>
                  <a:cubicBezTo>
                    <a:pt x="722" y="6644"/>
                    <a:pt x="652" y="7111"/>
                    <a:pt x="182" y="7111"/>
                  </a:cubicBezTo>
                  <a:cubicBezTo>
                    <a:pt x="127" y="7111"/>
                    <a:pt x="67" y="7104"/>
                    <a:pt x="1" y="7091"/>
                  </a:cubicBezTo>
                  <a:lnTo>
                    <a:pt x="1" y="7091"/>
                  </a:lnTo>
                  <a:cubicBezTo>
                    <a:pt x="145" y="7137"/>
                    <a:pt x="271" y="7161"/>
                    <a:pt x="382" y="7161"/>
                  </a:cubicBezTo>
                  <a:cubicBezTo>
                    <a:pt x="638" y="7161"/>
                    <a:pt x="816" y="7031"/>
                    <a:pt x="964" y="6742"/>
                  </a:cubicBezTo>
                  <a:cubicBezTo>
                    <a:pt x="1182" y="6323"/>
                    <a:pt x="1432" y="5931"/>
                    <a:pt x="1748" y="5577"/>
                  </a:cubicBezTo>
                  <a:cubicBezTo>
                    <a:pt x="1815" y="5504"/>
                    <a:pt x="1877" y="5406"/>
                    <a:pt x="1936" y="5406"/>
                  </a:cubicBezTo>
                  <a:cubicBezTo>
                    <a:pt x="1977" y="5406"/>
                    <a:pt x="2018" y="5454"/>
                    <a:pt x="2058" y="5594"/>
                  </a:cubicBezTo>
                  <a:cubicBezTo>
                    <a:pt x="2095" y="5721"/>
                    <a:pt x="2189" y="5811"/>
                    <a:pt x="2311" y="5811"/>
                  </a:cubicBezTo>
                  <a:cubicBezTo>
                    <a:pt x="2335" y="5811"/>
                    <a:pt x="2359" y="5808"/>
                    <a:pt x="2385" y="5801"/>
                  </a:cubicBezTo>
                  <a:cubicBezTo>
                    <a:pt x="2810" y="5686"/>
                    <a:pt x="3267" y="5539"/>
                    <a:pt x="3545" y="5207"/>
                  </a:cubicBezTo>
                  <a:cubicBezTo>
                    <a:pt x="3784" y="4919"/>
                    <a:pt x="4073" y="4674"/>
                    <a:pt x="4274" y="4303"/>
                  </a:cubicBezTo>
                  <a:cubicBezTo>
                    <a:pt x="4352" y="4487"/>
                    <a:pt x="4422" y="4685"/>
                    <a:pt x="4592" y="4685"/>
                  </a:cubicBezTo>
                  <a:cubicBezTo>
                    <a:pt x="4624" y="4685"/>
                    <a:pt x="4659" y="4678"/>
                    <a:pt x="4699" y="4663"/>
                  </a:cubicBezTo>
                  <a:cubicBezTo>
                    <a:pt x="4748" y="4643"/>
                    <a:pt x="4791" y="4635"/>
                    <a:pt x="4828" y="4635"/>
                  </a:cubicBezTo>
                  <a:cubicBezTo>
                    <a:pt x="4949" y="4635"/>
                    <a:pt x="5023" y="4720"/>
                    <a:pt x="5118" y="4799"/>
                  </a:cubicBezTo>
                  <a:cubicBezTo>
                    <a:pt x="5334" y="4973"/>
                    <a:pt x="5562" y="5151"/>
                    <a:pt x="5841" y="5151"/>
                  </a:cubicBezTo>
                  <a:cubicBezTo>
                    <a:pt x="5886" y="5151"/>
                    <a:pt x="5931" y="5146"/>
                    <a:pt x="5978" y="5136"/>
                  </a:cubicBezTo>
                  <a:cubicBezTo>
                    <a:pt x="6220" y="5085"/>
                    <a:pt x="6380" y="5049"/>
                    <a:pt x="6501" y="5049"/>
                  </a:cubicBezTo>
                  <a:cubicBezTo>
                    <a:pt x="6738" y="5049"/>
                    <a:pt x="6830" y="5184"/>
                    <a:pt x="7100" y="5594"/>
                  </a:cubicBezTo>
                  <a:cubicBezTo>
                    <a:pt x="7134" y="5646"/>
                    <a:pt x="7165" y="5718"/>
                    <a:pt x="7229" y="5718"/>
                  </a:cubicBezTo>
                  <a:cubicBezTo>
                    <a:pt x="7245" y="5718"/>
                    <a:pt x="7264" y="5714"/>
                    <a:pt x="7285" y="5703"/>
                  </a:cubicBezTo>
                  <a:cubicBezTo>
                    <a:pt x="7377" y="5659"/>
                    <a:pt x="7345" y="5566"/>
                    <a:pt x="7334" y="5485"/>
                  </a:cubicBezTo>
                  <a:cubicBezTo>
                    <a:pt x="7254" y="5071"/>
                    <a:pt x="6858" y="4753"/>
                    <a:pt x="6456" y="4753"/>
                  </a:cubicBezTo>
                  <a:cubicBezTo>
                    <a:pt x="6361" y="4753"/>
                    <a:pt x="6266" y="4771"/>
                    <a:pt x="6174" y="4810"/>
                  </a:cubicBezTo>
                  <a:cubicBezTo>
                    <a:pt x="6058" y="4858"/>
                    <a:pt x="5951" y="4879"/>
                    <a:pt x="5850" y="4879"/>
                  </a:cubicBezTo>
                  <a:cubicBezTo>
                    <a:pt x="5579" y="4879"/>
                    <a:pt x="5350" y="4729"/>
                    <a:pt x="5080" y="4570"/>
                  </a:cubicBezTo>
                  <a:cubicBezTo>
                    <a:pt x="5545" y="4489"/>
                    <a:pt x="5985" y="4365"/>
                    <a:pt x="6419" y="4365"/>
                  </a:cubicBezTo>
                  <a:cubicBezTo>
                    <a:pt x="6625" y="4365"/>
                    <a:pt x="6829" y="4393"/>
                    <a:pt x="7034" y="4467"/>
                  </a:cubicBezTo>
                  <a:cubicBezTo>
                    <a:pt x="7649" y="4690"/>
                    <a:pt x="8145" y="5087"/>
                    <a:pt x="8482" y="5719"/>
                  </a:cubicBezTo>
                  <a:cubicBezTo>
                    <a:pt x="8357" y="5724"/>
                    <a:pt x="8292" y="5730"/>
                    <a:pt x="8226" y="5735"/>
                  </a:cubicBezTo>
                  <a:cubicBezTo>
                    <a:pt x="8213" y="5736"/>
                    <a:pt x="8200" y="5736"/>
                    <a:pt x="8186" y="5736"/>
                  </a:cubicBezTo>
                  <a:cubicBezTo>
                    <a:pt x="8181" y="5736"/>
                    <a:pt x="8175" y="5736"/>
                    <a:pt x="8170" y="5736"/>
                  </a:cubicBezTo>
                  <a:cubicBezTo>
                    <a:pt x="8093" y="5736"/>
                    <a:pt x="8018" y="5740"/>
                    <a:pt x="7992" y="5844"/>
                  </a:cubicBezTo>
                  <a:cubicBezTo>
                    <a:pt x="7971" y="5948"/>
                    <a:pt x="8036" y="6018"/>
                    <a:pt x="8112" y="6084"/>
                  </a:cubicBezTo>
                  <a:cubicBezTo>
                    <a:pt x="8119" y="6089"/>
                    <a:pt x="8132" y="6092"/>
                    <a:pt x="8150" y="6092"/>
                  </a:cubicBezTo>
                  <a:cubicBezTo>
                    <a:pt x="8291" y="6092"/>
                    <a:pt x="8729" y="5945"/>
                    <a:pt x="8738" y="5882"/>
                  </a:cubicBezTo>
                  <a:cubicBezTo>
                    <a:pt x="8744" y="5855"/>
                    <a:pt x="8727" y="5811"/>
                    <a:pt x="8706" y="5790"/>
                  </a:cubicBezTo>
                  <a:cubicBezTo>
                    <a:pt x="8422" y="5501"/>
                    <a:pt x="8384" y="5033"/>
                    <a:pt x="7867" y="4842"/>
                  </a:cubicBezTo>
                  <a:cubicBezTo>
                    <a:pt x="7977" y="4827"/>
                    <a:pt x="8080" y="4821"/>
                    <a:pt x="8177" y="4821"/>
                  </a:cubicBezTo>
                  <a:cubicBezTo>
                    <a:pt x="8494" y="4821"/>
                    <a:pt x="8753" y="4888"/>
                    <a:pt x="9016" y="4930"/>
                  </a:cubicBezTo>
                  <a:cubicBezTo>
                    <a:pt x="9066" y="4938"/>
                    <a:pt x="9127" y="4956"/>
                    <a:pt x="9181" y="4956"/>
                  </a:cubicBezTo>
                  <a:cubicBezTo>
                    <a:pt x="9233" y="4956"/>
                    <a:pt x="9278" y="4939"/>
                    <a:pt x="9299" y="4881"/>
                  </a:cubicBezTo>
                  <a:cubicBezTo>
                    <a:pt x="9337" y="4766"/>
                    <a:pt x="9206" y="4695"/>
                    <a:pt x="9119" y="4652"/>
                  </a:cubicBezTo>
                  <a:cubicBezTo>
                    <a:pt x="8879" y="4528"/>
                    <a:pt x="8620" y="4448"/>
                    <a:pt x="8365" y="4448"/>
                  </a:cubicBezTo>
                  <a:cubicBezTo>
                    <a:pt x="8250" y="4448"/>
                    <a:pt x="8136" y="4464"/>
                    <a:pt x="8025" y="4499"/>
                  </a:cubicBezTo>
                  <a:cubicBezTo>
                    <a:pt x="7952" y="4522"/>
                    <a:pt x="7890" y="4532"/>
                    <a:pt x="7838" y="4532"/>
                  </a:cubicBezTo>
                  <a:cubicBezTo>
                    <a:pt x="7650" y="4532"/>
                    <a:pt x="7585" y="4397"/>
                    <a:pt x="7530" y="4205"/>
                  </a:cubicBezTo>
                  <a:cubicBezTo>
                    <a:pt x="7443" y="3879"/>
                    <a:pt x="7263" y="3601"/>
                    <a:pt x="6974" y="3465"/>
                  </a:cubicBezTo>
                  <a:cubicBezTo>
                    <a:pt x="6071" y="3040"/>
                    <a:pt x="5592" y="2327"/>
                    <a:pt x="5357" y="1380"/>
                  </a:cubicBezTo>
                  <a:cubicBezTo>
                    <a:pt x="5242" y="909"/>
                    <a:pt x="5251" y="852"/>
                    <a:pt x="4936" y="852"/>
                  </a:cubicBezTo>
                  <a:cubicBezTo>
                    <a:pt x="4851" y="852"/>
                    <a:pt x="4742" y="856"/>
                    <a:pt x="4601" y="857"/>
                  </a:cubicBezTo>
                  <a:cubicBezTo>
                    <a:pt x="4094" y="857"/>
                    <a:pt x="3621" y="710"/>
                    <a:pt x="3158" y="525"/>
                  </a:cubicBezTo>
                  <a:lnTo>
                    <a:pt x="3158" y="525"/>
                  </a:lnTo>
                  <a:cubicBezTo>
                    <a:pt x="3206" y="528"/>
                    <a:pt x="3253" y="530"/>
                    <a:pt x="3300" y="530"/>
                  </a:cubicBezTo>
                  <a:cubicBezTo>
                    <a:pt x="3873" y="530"/>
                    <a:pt x="4413" y="329"/>
                    <a:pt x="4971" y="253"/>
                  </a:cubicBezTo>
                  <a:cubicBezTo>
                    <a:pt x="5097" y="238"/>
                    <a:pt x="5204" y="228"/>
                    <a:pt x="5295" y="228"/>
                  </a:cubicBezTo>
                  <a:cubicBezTo>
                    <a:pt x="5655" y="228"/>
                    <a:pt x="5767" y="375"/>
                    <a:pt x="5858" y="879"/>
                  </a:cubicBezTo>
                  <a:cubicBezTo>
                    <a:pt x="5935" y="1326"/>
                    <a:pt x="6092" y="1734"/>
                    <a:pt x="6267" y="2148"/>
                  </a:cubicBezTo>
                  <a:cubicBezTo>
                    <a:pt x="6294" y="2202"/>
                    <a:pt x="6288" y="2224"/>
                    <a:pt x="6365" y="2240"/>
                  </a:cubicBezTo>
                  <a:cubicBezTo>
                    <a:pt x="6691" y="2333"/>
                    <a:pt x="7007" y="2453"/>
                    <a:pt x="7334" y="2540"/>
                  </a:cubicBezTo>
                  <a:cubicBezTo>
                    <a:pt x="7693" y="2638"/>
                    <a:pt x="8014" y="2774"/>
                    <a:pt x="8308" y="3013"/>
                  </a:cubicBezTo>
                  <a:cubicBezTo>
                    <a:pt x="8586" y="3242"/>
                    <a:pt x="8765" y="3552"/>
                    <a:pt x="9032" y="3786"/>
                  </a:cubicBezTo>
                  <a:cubicBezTo>
                    <a:pt x="9099" y="3845"/>
                    <a:pt x="9151" y="3874"/>
                    <a:pt x="9188" y="3874"/>
                  </a:cubicBezTo>
                  <a:cubicBezTo>
                    <a:pt x="9244" y="3874"/>
                    <a:pt x="9267" y="3807"/>
                    <a:pt x="9261" y="3672"/>
                  </a:cubicBezTo>
                  <a:cubicBezTo>
                    <a:pt x="8787" y="2681"/>
                    <a:pt x="7938" y="2218"/>
                    <a:pt x="6855" y="2050"/>
                  </a:cubicBezTo>
                  <a:cubicBezTo>
                    <a:pt x="7290" y="1636"/>
                    <a:pt x="7704" y="1293"/>
                    <a:pt x="8194" y="1053"/>
                  </a:cubicBezTo>
                  <a:cubicBezTo>
                    <a:pt x="8390" y="955"/>
                    <a:pt x="8613" y="874"/>
                    <a:pt x="8695" y="640"/>
                  </a:cubicBezTo>
                  <a:cubicBezTo>
                    <a:pt x="8673" y="533"/>
                    <a:pt x="8634" y="500"/>
                    <a:pt x="8589" y="500"/>
                  </a:cubicBezTo>
                  <a:cubicBezTo>
                    <a:pt x="8529" y="500"/>
                    <a:pt x="8459" y="555"/>
                    <a:pt x="8401" y="580"/>
                  </a:cubicBezTo>
                  <a:cubicBezTo>
                    <a:pt x="7747" y="836"/>
                    <a:pt x="7192" y="1249"/>
                    <a:pt x="6702" y="1750"/>
                  </a:cubicBezTo>
                  <a:cubicBezTo>
                    <a:pt x="6620" y="1835"/>
                    <a:pt x="6550" y="1881"/>
                    <a:pt x="6490" y="1881"/>
                  </a:cubicBezTo>
                  <a:cubicBezTo>
                    <a:pt x="6422" y="1881"/>
                    <a:pt x="6367" y="1823"/>
                    <a:pt x="6321" y="1696"/>
                  </a:cubicBezTo>
                  <a:cubicBezTo>
                    <a:pt x="6201" y="1380"/>
                    <a:pt x="6065" y="1075"/>
                    <a:pt x="5994" y="732"/>
                  </a:cubicBezTo>
                  <a:cubicBezTo>
                    <a:pt x="5882" y="173"/>
                    <a:pt x="5750" y="1"/>
                    <a:pt x="5257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39"/>
            <p:cNvSpPr/>
            <p:nvPr/>
          </p:nvSpPr>
          <p:spPr>
            <a:xfrm rot="-937699">
              <a:off x="2473562" y="1540016"/>
              <a:ext cx="757025" cy="393411"/>
            </a:xfrm>
            <a:custGeom>
              <a:rect b="b" l="l" r="r" t="t"/>
              <a:pathLst>
                <a:path extrusionOk="0" h="5981" w="11509">
                  <a:moveTo>
                    <a:pt x="548" y="0"/>
                  </a:moveTo>
                  <a:cubicBezTo>
                    <a:pt x="367" y="0"/>
                    <a:pt x="185" y="12"/>
                    <a:pt x="0" y="40"/>
                  </a:cubicBezTo>
                  <a:cubicBezTo>
                    <a:pt x="18" y="42"/>
                    <a:pt x="35" y="42"/>
                    <a:pt x="53" y="42"/>
                  </a:cubicBezTo>
                  <a:cubicBezTo>
                    <a:pt x="70" y="42"/>
                    <a:pt x="88" y="42"/>
                    <a:pt x="105" y="42"/>
                  </a:cubicBezTo>
                  <a:cubicBezTo>
                    <a:pt x="139" y="42"/>
                    <a:pt x="171" y="43"/>
                    <a:pt x="201" y="51"/>
                  </a:cubicBezTo>
                  <a:cubicBezTo>
                    <a:pt x="2139" y="590"/>
                    <a:pt x="4137" y="781"/>
                    <a:pt x="6092" y="1211"/>
                  </a:cubicBezTo>
                  <a:cubicBezTo>
                    <a:pt x="7186" y="1450"/>
                    <a:pt x="8242" y="1891"/>
                    <a:pt x="9042" y="2762"/>
                  </a:cubicBezTo>
                  <a:cubicBezTo>
                    <a:pt x="9865" y="3661"/>
                    <a:pt x="10589" y="4630"/>
                    <a:pt x="11138" y="5713"/>
                  </a:cubicBezTo>
                  <a:cubicBezTo>
                    <a:pt x="11201" y="5839"/>
                    <a:pt x="11264" y="5980"/>
                    <a:pt x="11484" y="5980"/>
                  </a:cubicBezTo>
                  <a:cubicBezTo>
                    <a:pt x="11492" y="5980"/>
                    <a:pt x="11500" y="5980"/>
                    <a:pt x="11509" y="5980"/>
                  </a:cubicBezTo>
                  <a:cubicBezTo>
                    <a:pt x="11373" y="5822"/>
                    <a:pt x="11275" y="5680"/>
                    <a:pt x="11220" y="5517"/>
                  </a:cubicBezTo>
                  <a:cubicBezTo>
                    <a:pt x="11002" y="4831"/>
                    <a:pt x="10599" y="4259"/>
                    <a:pt x="10169" y="3699"/>
                  </a:cubicBezTo>
                  <a:cubicBezTo>
                    <a:pt x="9647" y="3013"/>
                    <a:pt x="9130" y="2311"/>
                    <a:pt x="8389" y="1864"/>
                  </a:cubicBezTo>
                  <a:cubicBezTo>
                    <a:pt x="7551" y="1358"/>
                    <a:pt x="6642" y="993"/>
                    <a:pt x="5667" y="830"/>
                  </a:cubicBezTo>
                  <a:cubicBezTo>
                    <a:pt x="4638" y="656"/>
                    <a:pt x="3604" y="530"/>
                    <a:pt x="2580" y="318"/>
                  </a:cubicBezTo>
                  <a:cubicBezTo>
                    <a:pt x="1906" y="180"/>
                    <a:pt x="1242" y="0"/>
                    <a:pt x="548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39"/>
            <p:cNvSpPr/>
            <p:nvPr/>
          </p:nvSpPr>
          <p:spPr>
            <a:xfrm rot="-937699">
              <a:off x="2653617" y="1447863"/>
              <a:ext cx="683355" cy="469252"/>
            </a:xfrm>
            <a:custGeom>
              <a:rect b="b" l="l" r="r" t="t"/>
              <a:pathLst>
                <a:path extrusionOk="0" h="7134" w="10389">
                  <a:moveTo>
                    <a:pt x="252" y="0"/>
                  </a:moveTo>
                  <a:cubicBezTo>
                    <a:pt x="169" y="0"/>
                    <a:pt x="85" y="15"/>
                    <a:pt x="1" y="57"/>
                  </a:cubicBezTo>
                  <a:cubicBezTo>
                    <a:pt x="398" y="155"/>
                    <a:pt x="796" y="215"/>
                    <a:pt x="1199" y="269"/>
                  </a:cubicBezTo>
                  <a:cubicBezTo>
                    <a:pt x="1776" y="351"/>
                    <a:pt x="2364" y="340"/>
                    <a:pt x="2946" y="449"/>
                  </a:cubicBezTo>
                  <a:cubicBezTo>
                    <a:pt x="4084" y="672"/>
                    <a:pt x="5102" y="1167"/>
                    <a:pt x="6087" y="1750"/>
                  </a:cubicBezTo>
                  <a:cubicBezTo>
                    <a:pt x="7367" y="2507"/>
                    <a:pt x="8357" y="3525"/>
                    <a:pt x="8962" y="4907"/>
                  </a:cubicBezTo>
                  <a:cubicBezTo>
                    <a:pt x="9201" y="5468"/>
                    <a:pt x="9473" y="6018"/>
                    <a:pt x="9746" y="6562"/>
                  </a:cubicBezTo>
                  <a:cubicBezTo>
                    <a:pt x="9865" y="6796"/>
                    <a:pt x="9985" y="7058"/>
                    <a:pt x="10388" y="7134"/>
                  </a:cubicBezTo>
                  <a:cubicBezTo>
                    <a:pt x="10072" y="6611"/>
                    <a:pt x="9838" y="6143"/>
                    <a:pt x="9631" y="5659"/>
                  </a:cubicBezTo>
                  <a:cubicBezTo>
                    <a:pt x="9065" y="4325"/>
                    <a:pt x="8401" y="3062"/>
                    <a:pt x="7192" y="2174"/>
                  </a:cubicBezTo>
                  <a:cubicBezTo>
                    <a:pt x="5978" y="1276"/>
                    <a:pt x="4683" y="563"/>
                    <a:pt x="3186" y="269"/>
                  </a:cubicBezTo>
                  <a:cubicBezTo>
                    <a:pt x="2391" y="106"/>
                    <a:pt x="1580" y="79"/>
                    <a:pt x="768" y="68"/>
                  </a:cubicBezTo>
                  <a:cubicBezTo>
                    <a:pt x="599" y="64"/>
                    <a:pt x="427" y="0"/>
                    <a:pt x="252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39"/>
            <p:cNvSpPr/>
            <p:nvPr/>
          </p:nvSpPr>
          <p:spPr>
            <a:xfrm rot="-937699">
              <a:off x="2629308" y="1878611"/>
              <a:ext cx="735253" cy="75380"/>
            </a:xfrm>
            <a:custGeom>
              <a:rect b="b" l="l" r="r" t="t"/>
              <a:pathLst>
                <a:path extrusionOk="0" h="1146" w="11178">
                  <a:moveTo>
                    <a:pt x="6194" y="0"/>
                  </a:moveTo>
                  <a:cubicBezTo>
                    <a:pt x="6050" y="0"/>
                    <a:pt x="5905" y="7"/>
                    <a:pt x="5760" y="19"/>
                  </a:cubicBezTo>
                  <a:cubicBezTo>
                    <a:pt x="5107" y="73"/>
                    <a:pt x="4454" y="127"/>
                    <a:pt x="3800" y="198"/>
                  </a:cubicBezTo>
                  <a:cubicBezTo>
                    <a:pt x="2622" y="325"/>
                    <a:pt x="1453" y="594"/>
                    <a:pt x="258" y="594"/>
                  </a:cubicBezTo>
                  <a:cubicBezTo>
                    <a:pt x="172" y="594"/>
                    <a:pt x="86" y="593"/>
                    <a:pt x="1" y="590"/>
                  </a:cubicBezTo>
                  <a:lnTo>
                    <a:pt x="1" y="590"/>
                  </a:lnTo>
                  <a:cubicBezTo>
                    <a:pt x="180" y="650"/>
                    <a:pt x="360" y="694"/>
                    <a:pt x="545" y="704"/>
                  </a:cubicBezTo>
                  <a:cubicBezTo>
                    <a:pt x="710" y="717"/>
                    <a:pt x="874" y="723"/>
                    <a:pt x="1039" y="723"/>
                  </a:cubicBezTo>
                  <a:cubicBezTo>
                    <a:pt x="1930" y="723"/>
                    <a:pt x="2810" y="558"/>
                    <a:pt x="3697" y="470"/>
                  </a:cubicBezTo>
                  <a:cubicBezTo>
                    <a:pt x="4501" y="393"/>
                    <a:pt x="5301" y="277"/>
                    <a:pt x="6106" y="277"/>
                  </a:cubicBezTo>
                  <a:cubicBezTo>
                    <a:pt x="6261" y="277"/>
                    <a:pt x="6416" y="281"/>
                    <a:pt x="6571" y="291"/>
                  </a:cubicBezTo>
                  <a:cubicBezTo>
                    <a:pt x="6958" y="313"/>
                    <a:pt x="7339" y="389"/>
                    <a:pt x="7682" y="585"/>
                  </a:cubicBezTo>
                  <a:cubicBezTo>
                    <a:pt x="8009" y="775"/>
                    <a:pt x="8357" y="917"/>
                    <a:pt x="8727" y="998"/>
                  </a:cubicBezTo>
                  <a:cubicBezTo>
                    <a:pt x="9194" y="1102"/>
                    <a:pt x="9660" y="1146"/>
                    <a:pt x="10130" y="1146"/>
                  </a:cubicBezTo>
                  <a:cubicBezTo>
                    <a:pt x="10477" y="1146"/>
                    <a:pt x="10826" y="1122"/>
                    <a:pt x="11177" y="1080"/>
                  </a:cubicBezTo>
                  <a:cubicBezTo>
                    <a:pt x="10774" y="1026"/>
                    <a:pt x="10371" y="977"/>
                    <a:pt x="9974" y="922"/>
                  </a:cubicBezTo>
                  <a:cubicBezTo>
                    <a:pt x="9266" y="830"/>
                    <a:pt x="8548" y="797"/>
                    <a:pt x="7905" y="421"/>
                  </a:cubicBezTo>
                  <a:cubicBezTo>
                    <a:pt x="7371" y="110"/>
                    <a:pt x="6787" y="0"/>
                    <a:pt x="6194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39"/>
            <p:cNvSpPr/>
            <p:nvPr/>
          </p:nvSpPr>
          <p:spPr>
            <a:xfrm rot="-937699">
              <a:off x="2325971" y="2069274"/>
              <a:ext cx="780376" cy="74065"/>
            </a:xfrm>
            <a:custGeom>
              <a:rect b="b" l="l" r="r" t="t"/>
              <a:pathLst>
                <a:path extrusionOk="0" h="1126" w="11864">
                  <a:moveTo>
                    <a:pt x="7842" y="1"/>
                  </a:moveTo>
                  <a:cubicBezTo>
                    <a:pt x="5201" y="1"/>
                    <a:pt x="2588" y="380"/>
                    <a:pt x="1" y="1126"/>
                  </a:cubicBezTo>
                  <a:cubicBezTo>
                    <a:pt x="2879" y="485"/>
                    <a:pt x="5778" y="172"/>
                    <a:pt x="8700" y="172"/>
                  </a:cubicBezTo>
                  <a:cubicBezTo>
                    <a:pt x="9751" y="172"/>
                    <a:pt x="10806" y="212"/>
                    <a:pt x="11863" y="293"/>
                  </a:cubicBezTo>
                  <a:cubicBezTo>
                    <a:pt x="10516" y="97"/>
                    <a:pt x="9175" y="1"/>
                    <a:pt x="7842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39"/>
            <p:cNvSpPr/>
            <p:nvPr/>
          </p:nvSpPr>
          <p:spPr>
            <a:xfrm rot="-937699">
              <a:off x="3725496" y="574399"/>
              <a:ext cx="135763" cy="700457"/>
            </a:xfrm>
            <a:custGeom>
              <a:rect b="b" l="l" r="r" t="t"/>
              <a:pathLst>
                <a:path extrusionOk="0" h="10649" w="2064">
                  <a:moveTo>
                    <a:pt x="997" y="0"/>
                  </a:moveTo>
                  <a:cubicBezTo>
                    <a:pt x="1253" y="910"/>
                    <a:pt x="1476" y="1824"/>
                    <a:pt x="1623" y="2761"/>
                  </a:cubicBezTo>
                  <a:cubicBezTo>
                    <a:pt x="1781" y="3730"/>
                    <a:pt x="1802" y="4699"/>
                    <a:pt x="1710" y="5668"/>
                  </a:cubicBezTo>
                  <a:cubicBezTo>
                    <a:pt x="1590" y="6925"/>
                    <a:pt x="1133" y="8079"/>
                    <a:pt x="577" y="9206"/>
                  </a:cubicBezTo>
                  <a:cubicBezTo>
                    <a:pt x="349" y="9669"/>
                    <a:pt x="93" y="10132"/>
                    <a:pt x="0" y="10649"/>
                  </a:cubicBezTo>
                  <a:cubicBezTo>
                    <a:pt x="1231" y="8744"/>
                    <a:pt x="2064" y="6697"/>
                    <a:pt x="1998" y="4388"/>
                  </a:cubicBezTo>
                  <a:cubicBezTo>
                    <a:pt x="1955" y="2869"/>
                    <a:pt x="1715" y="1372"/>
                    <a:pt x="997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39"/>
            <p:cNvSpPr/>
            <p:nvPr/>
          </p:nvSpPr>
          <p:spPr>
            <a:xfrm rot="-937699">
              <a:off x="1991208" y="2981589"/>
              <a:ext cx="310532" cy="330660"/>
            </a:xfrm>
            <a:custGeom>
              <a:rect b="b" l="l" r="r" t="t"/>
              <a:pathLst>
                <a:path extrusionOk="0" h="5027" w="4721">
                  <a:moveTo>
                    <a:pt x="0" y="0"/>
                  </a:moveTo>
                  <a:lnTo>
                    <a:pt x="0" y="0"/>
                  </a:lnTo>
                  <a:cubicBezTo>
                    <a:pt x="240" y="403"/>
                    <a:pt x="675" y="637"/>
                    <a:pt x="888" y="1062"/>
                  </a:cubicBezTo>
                  <a:cubicBezTo>
                    <a:pt x="1122" y="1247"/>
                    <a:pt x="1323" y="1454"/>
                    <a:pt x="1476" y="1710"/>
                  </a:cubicBezTo>
                  <a:cubicBezTo>
                    <a:pt x="1993" y="2581"/>
                    <a:pt x="2597" y="3392"/>
                    <a:pt x="3250" y="4159"/>
                  </a:cubicBezTo>
                  <a:cubicBezTo>
                    <a:pt x="3613" y="4580"/>
                    <a:pt x="3997" y="5027"/>
                    <a:pt x="4631" y="5027"/>
                  </a:cubicBezTo>
                  <a:cubicBezTo>
                    <a:pt x="4653" y="5027"/>
                    <a:pt x="4676" y="5026"/>
                    <a:pt x="4698" y="5025"/>
                  </a:cubicBezTo>
                  <a:cubicBezTo>
                    <a:pt x="4720" y="4911"/>
                    <a:pt x="4688" y="4818"/>
                    <a:pt x="4579" y="4758"/>
                  </a:cubicBezTo>
                  <a:cubicBezTo>
                    <a:pt x="4056" y="4481"/>
                    <a:pt x="3708" y="4012"/>
                    <a:pt x="3370" y="3550"/>
                  </a:cubicBezTo>
                  <a:cubicBezTo>
                    <a:pt x="2624" y="2515"/>
                    <a:pt x="1835" y="1519"/>
                    <a:pt x="833" y="719"/>
                  </a:cubicBezTo>
                  <a:cubicBezTo>
                    <a:pt x="545" y="490"/>
                    <a:pt x="311" y="202"/>
                    <a:pt x="0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39"/>
            <p:cNvSpPr/>
            <p:nvPr/>
          </p:nvSpPr>
          <p:spPr>
            <a:xfrm rot="-937699">
              <a:off x="2323792" y="2294293"/>
              <a:ext cx="857664" cy="294220"/>
            </a:xfrm>
            <a:custGeom>
              <a:rect b="b" l="l" r="r" t="t"/>
              <a:pathLst>
                <a:path extrusionOk="0" h="4473" w="13039">
                  <a:moveTo>
                    <a:pt x="10199" y="1"/>
                  </a:moveTo>
                  <a:cubicBezTo>
                    <a:pt x="9366" y="1"/>
                    <a:pt x="8537" y="107"/>
                    <a:pt x="7720" y="248"/>
                  </a:cubicBezTo>
                  <a:cubicBezTo>
                    <a:pt x="6272" y="488"/>
                    <a:pt x="4878" y="945"/>
                    <a:pt x="3485" y="1413"/>
                  </a:cubicBezTo>
                  <a:cubicBezTo>
                    <a:pt x="1868" y="1952"/>
                    <a:pt x="561" y="2790"/>
                    <a:pt x="1" y="4473"/>
                  </a:cubicBezTo>
                  <a:cubicBezTo>
                    <a:pt x="126" y="4424"/>
                    <a:pt x="197" y="4293"/>
                    <a:pt x="256" y="4157"/>
                  </a:cubicBezTo>
                  <a:cubicBezTo>
                    <a:pt x="725" y="3188"/>
                    <a:pt x="1416" y="2453"/>
                    <a:pt x="2412" y="2023"/>
                  </a:cubicBezTo>
                  <a:cubicBezTo>
                    <a:pt x="3860" y="1391"/>
                    <a:pt x="5368" y="956"/>
                    <a:pt x="6893" y="569"/>
                  </a:cubicBezTo>
                  <a:cubicBezTo>
                    <a:pt x="7622" y="384"/>
                    <a:pt x="8373" y="330"/>
                    <a:pt x="9119" y="264"/>
                  </a:cubicBezTo>
                  <a:cubicBezTo>
                    <a:pt x="9521" y="231"/>
                    <a:pt x="9920" y="212"/>
                    <a:pt x="10320" y="212"/>
                  </a:cubicBezTo>
                  <a:cubicBezTo>
                    <a:pt x="10704" y="212"/>
                    <a:pt x="11089" y="230"/>
                    <a:pt x="11476" y="270"/>
                  </a:cubicBezTo>
                  <a:cubicBezTo>
                    <a:pt x="11876" y="315"/>
                    <a:pt x="12271" y="422"/>
                    <a:pt x="12733" y="422"/>
                  </a:cubicBezTo>
                  <a:cubicBezTo>
                    <a:pt x="12832" y="422"/>
                    <a:pt x="12933" y="417"/>
                    <a:pt x="13039" y="406"/>
                  </a:cubicBezTo>
                  <a:cubicBezTo>
                    <a:pt x="12201" y="210"/>
                    <a:pt x="11455" y="52"/>
                    <a:pt x="10698" y="14"/>
                  </a:cubicBezTo>
                  <a:cubicBezTo>
                    <a:pt x="10532" y="5"/>
                    <a:pt x="10365" y="1"/>
                    <a:pt x="10199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39"/>
            <p:cNvSpPr/>
            <p:nvPr/>
          </p:nvSpPr>
          <p:spPr>
            <a:xfrm rot="-937699">
              <a:off x="2554583" y="2419646"/>
              <a:ext cx="467015" cy="157207"/>
            </a:xfrm>
            <a:custGeom>
              <a:rect b="b" l="l" r="r" t="t"/>
              <a:pathLst>
                <a:path extrusionOk="0" h="2390" w="7100">
                  <a:moveTo>
                    <a:pt x="6092" y="1"/>
                  </a:moveTo>
                  <a:cubicBezTo>
                    <a:pt x="5571" y="1"/>
                    <a:pt x="5052" y="65"/>
                    <a:pt x="4535" y="151"/>
                  </a:cubicBezTo>
                  <a:cubicBezTo>
                    <a:pt x="3446" y="325"/>
                    <a:pt x="2455" y="804"/>
                    <a:pt x="1437" y="1191"/>
                  </a:cubicBezTo>
                  <a:cubicBezTo>
                    <a:pt x="958" y="1370"/>
                    <a:pt x="577" y="1708"/>
                    <a:pt x="180" y="2023"/>
                  </a:cubicBezTo>
                  <a:cubicBezTo>
                    <a:pt x="114" y="2078"/>
                    <a:pt x="60" y="2165"/>
                    <a:pt x="16" y="2241"/>
                  </a:cubicBezTo>
                  <a:cubicBezTo>
                    <a:pt x="0" y="2274"/>
                    <a:pt x="27" y="2339"/>
                    <a:pt x="54" y="2366"/>
                  </a:cubicBezTo>
                  <a:cubicBezTo>
                    <a:pt x="68" y="2383"/>
                    <a:pt x="80" y="2390"/>
                    <a:pt x="92" y="2390"/>
                  </a:cubicBezTo>
                  <a:cubicBezTo>
                    <a:pt x="116" y="2390"/>
                    <a:pt x="138" y="2366"/>
                    <a:pt x="163" y="2345"/>
                  </a:cubicBezTo>
                  <a:cubicBezTo>
                    <a:pt x="855" y="1762"/>
                    <a:pt x="1650" y="1392"/>
                    <a:pt x="2493" y="1076"/>
                  </a:cubicBezTo>
                  <a:cubicBezTo>
                    <a:pt x="3555" y="684"/>
                    <a:pt x="4606" y="330"/>
                    <a:pt x="5760" y="298"/>
                  </a:cubicBezTo>
                  <a:cubicBezTo>
                    <a:pt x="6201" y="287"/>
                    <a:pt x="6674" y="319"/>
                    <a:pt x="7099" y="91"/>
                  </a:cubicBezTo>
                  <a:cubicBezTo>
                    <a:pt x="6763" y="27"/>
                    <a:pt x="6427" y="1"/>
                    <a:pt x="6092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39"/>
            <p:cNvSpPr/>
            <p:nvPr/>
          </p:nvSpPr>
          <p:spPr>
            <a:xfrm rot="-937699">
              <a:off x="2195944" y="2739678"/>
              <a:ext cx="233179" cy="260345"/>
            </a:xfrm>
            <a:custGeom>
              <a:rect b="b" l="l" r="r" t="t"/>
              <a:pathLst>
                <a:path extrusionOk="0" h="3958" w="3545">
                  <a:moveTo>
                    <a:pt x="3544" y="0"/>
                  </a:moveTo>
                  <a:lnTo>
                    <a:pt x="3544" y="0"/>
                  </a:lnTo>
                  <a:cubicBezTo>
                    <a:pt x="2923" y="735"/>
                    <a:pt x="2052" y="1220"/>
                    <a:pt x="1497" y="2026"/>
                  </a:cubicBezTo>
                  <a:cubicBezTo>
                    <a:pt x="1366" y="2211"/>
                    <a:pt x="1214" y="2374"/>
                    <a:pt x="1094" y="2559"/>
                  </a:cubicBezTo>
                  <a:cubicBezTo>
                    <a:pt x="828" y="2962"/>
                    <a:pt x="403" y="3234"/>
                    <a:pt x="158" y="3653"/>
                  </a:cubicBezTo>
                  <a:cubicBezTo>
                    <a:pt x="109" y="3735"/>
                    <a:pt x="0" y="3833"/>
                    <a:pt x="131" y="3931"/>
                  </a:cubicBezTo>
                  <a:cubicBezTo>
                    <a:pt x="157" y="3950"/>
                    <a:pt x="180" y="3958"/>
                    <a:pt x="202" y="3958"/>
                  </a:cubicBezTo>
                  <a:cubicBezTo>
                    <a:pt x="267" y="3958"/>
                    <a:pt x="316" y="3889"/>
                    <a:pt x="365" y="3844"/>
                  </a:cubicBezTo>
                  <a:cubicBezTo>
                    <a:pt x="419" y="3800"/>
                    <a:pt x="468" y="3751"/>
                    <a:pt x="517" y="3697"/>
                  </a:cubicBezTo>
                  <a:cubicBezTo>
                    <a:pt x="1557" y="2494"/>
                    <a:pt x="2695" y="1372"/>
                    <a:pt x="3544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39"/>
            <p:cNvSpPr/>
            <p:nvPr/>
          </p:nvSpPr>
          <p:spPr>
            <a:xfrm rot="-937699">
              <a:off x="1474867" y="2671985"/>
              <a:ext cx="654611" cy="1060454"/>
            </a:xfrm>
            <a:custGeom>
              <a:rect b="b" l="l" r="r" t="t"/>
              <a:pathLst>
                <a:path extrusionOk="0" h="16122" w="9952">
                  <a:moveTo>
                    <a:pt x="1528" y="1"/>
                  </a:moveTo>
                  <a:cubicBezTo>
                    <a:pt x="1436" y="1"/>
                    <a:pt x="1362" y="57"/>
                    <a:pt x="1312" y="127"/>
                  </a:cubicBezTo>
                  <a:cubicBezTo>
                    <a:pt x="1073" y="465"/>
                    <a:pt x="605" y="590"/>
                    <a:pt x="420" y="949"/>
                  </a:cubicBezTo>
                  <a:cubicBezTo>
                    <a:pt x="0" y="1744"/>
                    <a:pt x="60" y="2577"/>
                    <a:pt x="392" y="3393"/>
                  </a:cubicBezTo>
                  <a:cubicBezTo>
                    <a:pt x="697" y="4156"/>
                    <a:pt x="1154" y="4836"/>
                    <a:pt x="1606" y="5517"/>
                  </a:cubicBezTo>
                  <a:cubicBezTo>
                    <a:pt x="1835" y="5816"/>
                    <a:pt x="2009" y="6148"/>
                    <a:pt x="2243" y="6448"/>
                  </a:cubicBezTo>
                  <a:cubicBezTo>
                    <a:pt x="3316" y="7819"/>
                    <a:pt x="4475" y="9121"/>
                    <a:pt x="5575" y="10471"/>
                  </a:cubicBezTo>
                  <a:cubicBezTo>
                    <a:pt x="6027" y="11031"/>
                    <a:pt x="6473" y="11592"/>
                    <a:pt x="6642" y="12316"/>
                  </a:cubicBezTo>
                  <a:cubicBezTo>
                    <a:pt x="6778" y="12528"/>
                    <a:pt x="6691" y="12741"/>
                    <a:pt x="6647" y="12953"/>
                  </a:cubicBezTo>
                  <a:cubicBezTo>
                    <a:pt x="6936" y="13198"/>
                    <a:pt x="7268" y="13383"/>
                    <a:pt x="7551" y="13634"/>
                  </a:cubicBezTo>
                  <a:cubicBezTo>
                    <a:pt x="7720" y="13781"/>
                    <a:pt x="7785" y="13938"/>
                    <a:pt x="7622" y="14118"/>
                  </a:cubicBezTo>
                  <a:cubicBezTo>
                    <a:pt x="7537" y="14212"/>
                    <a:pt x="7448" y="14256"/>
                    <a:pt x="7355" y="14256"/>
                  </a:cubicBezTo>
                  <a:cubicBezTo>
                    <a:pt x="7270" y="14256"/>
                    <a:pt x="7183" y="14218"/>
                    <a:pt x="7094" y="14145"/>
                  </a:cubicBezTo>
                  <a:cubicBezTo>
                    <a:pt x="6947" y="14020"/>
                    <a:pt x="6849" y="13857"/>
                    <a:pt x="6707" y="13726"/>
                  </a:cubicBezTo>
                  <a:cubicBezTo>
                    <a:pt x="6619" y="13645"/>
                    <a:pt x="6515" y="13580"/>
                    <a:pt x="6407" y="13580"/>
                  </a:cubicBezTo>
                  <a:cubicBezTo>
                    <a:pt x="6350" y="13580"/>
                    <a:pt x="6291" y="13599"/>
                    <a:pt x="6234" y="13644"/>
                  </a:cubicBezTo>
                  <a:cubicBezTo>
                    <a:pt x="6070" y="13775"/>
                    <a:pt x="6212" y="13933"/>
                    <a:pt x="6288" y="14047"/>
                  </a:cubicBezTo>
                  <a:cubicBezTo>
                    <a:pt x="6430" y="14249"/>
                    <a:pt x="6397" y="14369"/>
                    <a:pt x="6168" y="14445"/>
                  </a:cubicBezTo>
                  <a:cubicBezTo>
                    <a:pt x="6103" y="14467"/>
                    <a:pt x="6038" y="14499"/>
                    <a:pt x="5978" y="14532"/>
                  </a:cubicBezTo>
                  <a:cubicBezTo>
                    <a:pt x="5853" y="14603"/>
                    <a:pt x="5706" y="14673"/>
                    <a:pt x="5722" y="14837"/>
                  </a:cubicBezTo>
                  <a:cubicBezTo>
                    <a:pt x="5733" y="14978"/>
                    <a:pt x="5874" y="15038"/>
                    <a:pt x="5994" y="15087"/>
                  </a:cubicBezTo>
                  <a:cubicBezTo>
                    <a:pt x="6462" y="15283"/>
                    <a:pt x="6931" y="15479"/>
                    <a:pt x="7404" y="15659"/>
                  </a:cubicBezTo>
                  <a:cubicBezTo>
                    <a:pt x="7666" y="15757"/>
                    <a:pt x="7889" y="15887"/>
                    <a:pt x="8047" y="16122"/>
                  </a:cubicBezTo>
                  <a:cubicBezTo>
                    <a:pt x="8128" y="16101"/>
                    <a:pt x="8162" y="15989"/>
                    <a:pt x="8256" y="15989"/>
                  </a:cubicBezTo>
                  <a:cubicBezTo>
                    <a:pt x="8262" y="15989"/>
                    <a:pt x="8269" y="15990"/>
                    <a:pt x="8275" y="15991"/>
                  </a:cubicBezTo>
                  <a:cubicBezTo>
                    <a:pt x="8373" y="15904"/>
                    <a:pt x="8428" y="15784"/>
                    <a:pt x="8537" y="15702"/>
                  </a:cubicBezTo>
                  <a:cubicBezTo>
                    <a:pt x="8733" y="15561"/>
                    <a:pt x="8771" y="15430"/>
                    <a:pt x="8520" y="15283"/>
                  </a:cubicBezTo>
                  <a:cubicBezTo>
                    <a:pt x="8330" y="15174"/>
                    <a:pt x="8390" y="15044"/>
                    <a:pt x="8542" y="14929"/>
                  </a:cubicBezTo>
                  <a:cubicBezTo>
                    <a:pt x="8684" y="14831"/>
                    <a:pt x="8863" y="14777"/>
                    <a:pt x="8983" y="14641"/>
                  </a:cubicBezTo>
                  <a:cubicBezTo>
                    <a:pt x="8983" y="14499"/>
                    <a:pt x="9135" y="14358"/>
                    <a:pt x="8988" y="14216"/>
                  </a:cubicBezTo>
                  <a:lnTo>
                    <a:pt x="8988" y="14216"/>
                  </a:lnTo>
                  <a:cubicBezTo>
                    <a:pt x="8954" y="14241"/>
                    <a:pt x="8929" y="14251"/>
                    <a:pt x="8910" y="14251"/>
                  </a:cubicBezTo>
                  <a:cubicBezTo>
                    <a:pt x="8862" y="14251"/>
                    <a:pt x="8852" y="14187"/>
                    <a:pt x="8836" y="14129"/>
                  </a:cubicBezTo>
                  <a:cubicBezTo>
                    <a:pt x="8716" y="13644"/>
                    <a:pt x="8831" y="13198"/>
                    <a:pt x="8983" y="12746"/>
                  </a:cubicBezTo>
                  <a:cubicBezTo>
                    <a:pt x="9157" y="12240"/>
                    <a:pt x="9489" y="11815"/>
                    <a:pt x="9702" y="11331"/>
                  </a:cubicBezTo>
                  <a:cubicBezTo>
                    <a:pt x="9952" y="10759"/>
                    <a:pt x="9838" y="10275"/>
                    <a:pt x="9429" y="9845"/>
                  </a:cubicBezTo>
                  <a:cubicBezTo>
                    <a:pt x="8749" y="9126"/>
                    <a:pt x="8128" y="8358"/>
                    <a:pt x="7382" y="7700"/>
                  </a:cubicBezTo>
                  <a:cubicBezTo>
                    <a:pt x="6990" y="7362"/>
                    <a:pt x="6577" y="7046"/>
                    <a:pt x="6201" y="6687"/>
                  </a:cubicBezTo>
                  <a:cubicBezTo>
                    <a:pt x="5537" y="6056"/>
                    <a:pt x="4786" y="5528"/>
                    <a:pt x="3980" y="5076"/>
                  </a:cubicBezTo>
                  <a:cubicBezTo>
                    <a:pt x="2886" y="4466"/>
                    <a:pt x="1770" y="3894"/>
                    <a:pt x="991" y="2838"/>
                  </a:cubicBezTo>
                  <a:cubicBezTo>
                    <a:pt x="523" y="2201"/>
                    <a:pt x="430" y="1619"/>
                    <a:pt x="871" y="960"/>
                  </a:cubicBezTo>
                  <a:cubicBezTo>
                    <a:pt x="975" y="802"/>
                    <a:pt x="1116" y="677"/>
                    <a:pt x="1236" y="530"/>
                  </a:cubicBezTo>
                  <a:cubicBezTo>
                    <a:pt x="1367" y="372"/>
                    <a:pt x="1552" y="241"/>
                    <a:pt x="1552" y="2"/>
                  </a:cubicBezTo>
                  <a:cubicBezTo>
                    <a:pt x="1544" y="1"/>
                    <a:pt x="1536" y="1"/>
                    <a:pt x="1528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39"/>
            <p:cNvSpPr/>
            <p:nvPr/>
          </p:nvSpPr>
          <p:spPr>
            <a:xfrm rot="-937699">
              <a:off x="512465" y="1576740"/>
              <a:ext cx="1466428" cy="2176160"/>
            </a:xfrm>
            <a:custGeom>
              <a:rect b="b" l="l" r="r" t="t"/>
              <a:pathLst>
                <a:path extrusionOk="0" h="33084" w="22294">
                  <a:moveTo>
                    <a:pt x="82" y="1"/>
                  </a:moveTo>
                  <a:lnTo>
                    <a:pt x="82" y="1"/>
                  </a:lnTo>
                  <a:cubicBezTo>
                    <a:pt x="0" y="153"/>
                    <a:pt x="147" y="186"/>
                    <a:pt x="223" y="218"/>
                  </a:cubicBezTo>
                  <a:cubicBezTo>
                    <a:pt x="887" y="545"/>
                    <a:pt x="1503" y="959"/>
                    <a:pt x="2134" y="1345"/>
                  </a:cubicBezTo>
                  <a:cubicBezTo>
                    <a:pt x="3996" y="2483"/>
                    <a:pt x="5847" y="3643"/>
                    <a:pt x="7611" y="4938"/>
                  </a:cubicBezTo>
                  <a:cubicBezTo>
                    <a:pt x="9407" y="6256"/>
                    <a:pt x="11149" y="7644"/>
                    <a:pt x="12723" y="9234"/>
                  </a:cubicBezTo>
                  <a:cubicBezTo>
                    <a:pt x="12946" y="9457"/>
                    <a:pt x="13207" y="9647"/>
                    <a:pt x="13387" y="9914"/>
                  </a:cubicBezTo>
                  <a:cubicBezTo>
                    <a:pt x="13915" y="10529"/>
                    <a:pt x="14470" y="11117"/>
                    <a:pt x="14982" y="11754"/>
                  </a:cubicBezTo>
                  <a:cubicBezTo>
                    <a:pt x="15407" y="12277"/>
                    <a:pt x="15837" y="12789"/>
                    <a:pt x="16152" y="13453"/>
                  </a:cubicBezTo>
                  <a:cubicBezTo>
                    <a:pt x="15891" y="13333"/>
                    <a:pt x="15684" y="13219"/>
                    <a:pt x="15472" y="13137"/>
                  </a:cubicBezTo>
                  <a:cubicBezTo>
                    <a:pt x="15396" y="13111"/>
                    <a:pt x="15309" y="13064"/>
                    <a:pt x="15228" y="13064"/>
                  </a:cubicBezTo>
                  <a:cubicBezTo>
                    <a:pt x="15176" y="13064"/>
                    <a:pt x="15126" y="13084"/>
                    <a:pt x="15085" y="13142"/>
                  </a:cubicBezTo>
                  <a:cubicBezTo>
                    <a:pt x="14987" y="13289"/>
                    <a:pt x="15129" y="13404"/>
                    <a:pt x="15194" y="13523"/>
                  </a:cubicBezTo>
                  <a:cubicBezTo>
                    <a:pt x="15221" y="13572"/>
                    <a:pt x="15276" y="13605"/>
                    <a:pt x="15314" y="13654"/>
                  </a:cubicBezTo>
                  <a:cubicBezTo>
                    <a:pt x="15592" y="14013"/>
                    <a:pt x="15831" y="14400"/>
                    <a:pt x="15989" y="14912"/>
                  </a:cubicBezTo>
                  <a:cubicBezTo>
                    <a:pt x="15701" y="14759"/>
                    <a:pt x="15461" y="14645"/>
                    <a:pt x="15238" y="14503"/>
                  </a:cubicBezTo>
                  <a:cubicBezTo>
                    <a:pt x="14750" y="14201"/>
                    <a:pt x="14232" y="14017"/>
                    <a:pt x="13668" y="14017"/>
                  </a:cubicBezTo>
                  <a:cubicBezTo>
                    <a:pt x="13602" y="14017"/>
                    <a:pt x="13536" y="14019"/>
                    <a:pt x="13468" y="14024"/>
                  </a:cubicBezTo>
                  <a:cubicBezTo>
                    <a:pt x="12930" y="14068"/>
                    <a:pt x="12391" y="14106"/>
                    <a:pt x="11857" y="14188"/>
                  </a:cubicBezTo>
                  <a:cubicBezTo>
                    <a:pt x="11677" y="14209"/>
                    <a:pt x="11405" y="14269"/>
                    <a:pt x="11536" y="14590"/>
                  </a:cubicBezTo>
                  <a:cubicBezTo>
                    <a:pt x="11781" y="14737"/>
                    <a:pt x="12064" y="14650"/>
                    <a:pt x="12331" y="14710"/>
                  </a:cubicBezTo>
                  <a:cubicBezTo>
                    <a:pt x="12984" y="14863"/>
                    <a:pt x="13534" y="15211"/>
                    <a:pt x="14105" y="15538"/>
                  </a:cubicBezTo>
                  <a:cubicBezTo>
                    <a:pt x="14759" y="15913"/>
                    <a:pt x="15004" y="16490"/>
                    <a:pt x="15009" y="17209"/>
                  </a:cubicBezTo>
                  <a:cubicBezTo>
                    <a:pt x="15036" y="17389"/>
                    <a:pt x="14917" y="17498"/>
                    <a:pt x="14808" y="17596"/>
                  </a:cubicBezTo>
                  <a:cubicBezTo>
                    <a:pt x="14432" y="17944"/>
                    <a:pt x="14051" y="18287"/>
                    <a:pt x="13670" y="18630"/>
                  </a:cubicBezTo>
                  <a:cubicBezTo>
                    <a:pt x="13479" y="18853"/>
                    <a:pt x="13294" y="19076"/>
                    <a:pt x="13093" y="19294"/>
                  </a:cubicBezTo>
                  <a:cubicBezTo>
                    <a:pt x="12505" y="19947"/>
                    <a:pt x="12450" y="20731"/>
                    <a:pt x="12924" y="21385"/>
                  </a:cubicBezTo>
                  <a:cubicBezTo>
                    <a:pt x="13556" y="22250"/>
                    <a:pt x="14361" y="22903"/>
                    <a:pt x="15309" y="23366"/>
                  </a:cubicBezTo>
                  <a:cubicBezTo>
                    <a:pt x="16860" y="24123"/>
                    <a:pt x="18139" y="25239"/>
                    <a:pt x="19408" y="26371"/>
                  </a:cubicBezTo>
                  <a:cubicBezTo>
                    <a:pt x="20061" y="26954"/>
                    <a:pt x="20622" y="27612"/>
                    <a:pt x="21221" y="28244"/>
                  </a:cubicBezTo>
                  <a:cubicBezTo>
                    <a:pt x="21999" y="29077"/>
                    <a:pt x="22065" y="29382"/>
                    <a:pt x="21520" y="30389"/>
                  </a:cubicBezTo>
                  <a:cubicBezTo>
                    <a:pt x="21487" y="30454"/>
                    <a:pt x="21455" y="30520"/>
                    <a:pt x="21417" y="30574"/>
                  </a:cubicBezTo>
                  <a:cubicBezTo>
                    <a:pt x="21123" y="30999"/>
                    <a:pt x="20949" y="31472"/>
                    <a:pt x="20845" y="31968"/>
                  </a:cubicBezTo>
                  <a:cubicBezTo>
                    <a:pt x="20763" y="32343"/>
                    <a:pt x="20791" y="32730"/>
                    <a:pt x="20981" y="33084"/>
                  </a:cubicBezTo>
                  <a:cubicBezTo>
                    <a:pt x="21123" y="33040"/>
                    <a:pt x="21090" y="32931"/>
                    <a:pt x="21106" y="32844"/>
                  </a:cubicBezTo>
                  <a:cubicBezTo>
                    <a:pt x="20954" y="32289"/>
                    <a:pt x="21047" y="31755"/>
                    <a:pt x="21253" y="31227"/>
                  </a:cubicBezTo>
                  <a:cubicBezTo>
                    <a:pt x="21362" y="30950"/>
                    <a:pt x="21531" y="30710"/>
                    <a:pt x="21673" y="30454"/>
                  </a:cubicBezTo>
                  <a:cubicBezTo>
                    <a:pt x="22032" y="29817"/>
                    <a:pt x="22293" y="29142"/>
                    <a:pt x="21781" y="28483"/>
                  </a:cubicBezTo>
                  <a:cubicBezTo>
                    <a:pt x="21313" y="27879"/>
                    <a:pt x="20802" y="27308"/>
                    <a:pt x="20263" y="26769"/>
                  </a:cubicBezTo>
                  <a:cubicBezTo>
                    <a:pt x="19729" y="26241"/>
                    <a:pt x="19119" y="25789"/>
                    <a:pt x="18575" y="25272"/>
                  </a:cubicBezTo>
                  <a:cubicBezTo>
                    <a:pt x="17835" y="24569"/>
                    <a:pt x="17002" y="24003"/>
                    <a:pt x="16120" y="23502"/>
                  </a:cubicBezTo>
                  <a:cubicBezTo>
                    <a:pt x="15085" y="22914"/>
                    <a:pt x="14029" y="22375"/>
                    <a:pt x="13278" y="21368"/>
                  </a:cubicBezTo>
                  <a:cubicBezTo>
                    <a:pt x="12717" y="20617"/>
                    <a:pt x="12848" y="19996"/>
                    <a:pt x="13403" y="19397"/>
                  </a:cubicBezTo>
                  <a:cubicBezTo>
                    <a:pt x="13893" y="18869"/>
                    <a:pt x="14405" y="18369"/>
                    <a:pt x="14938" y="17890"/>
                  </a:cubicBezTo>
                  <a:cubicBezTo>
                    <a:pt x="15113" y="17732"/>
                    <a:pt x="15287" y="17568"/>
                    <a:pt x="15303" y="17302"/>
                  </a:cubicBezTo>
                  <a:cubicBezTo>
                    <a:pt x="15347" y="16496"/>
                    <a:pt x="15047" y="15837"/>
                    <a:pt x="14383" y="15396"/>
                  </a:cubicBezTo>
                  <a:cubicBezTo>
                    <a:pt x="13811" y="15015"/>
                    <a:pt x="13229" y="14629"/>
                    <a:pt x="12527" y="14471"/>
                  </a:cubicBezTo>
                  <a:cubicBezTo>
                    <a:pt x="12915" y="14429"/>
                    <a:pt x="13290" y="14314"/>
                    <a:pt x="13680" y="14314"/>
                  </a:cubicBezTo>
                  <a:cubicBezTo>
                    <a:pt x="13798" y="14314"/>
                    <a:pt x="13918" y="14324"/>
                    <a:pt x="14040" y="14351"/>
                  </a:cubicBezTo>
                  <a:cubicBezTo>
                    <a:pt x="14753" y="14509"/>
                    <a:pt x="15352" y="14912"/>
                    <a:pt x="15984" y="15244"/>
                  </a:cubicBezTo>
                  <a:cubicBezTo>
                    <a:pt x="16053" y="15280"/>
                    <a:pt x="16119" y="15347"/>
                    <a:pt x="16193" y="15347"/>
                  </a:cubicBezTo>
                  <a:cubicBezTo>
                    <a:pt x="16218" y="15347"/>
                    <a:pt x="16244" y="15339"/>
                    <a:pt x="16272" y="15320"/>
                  </a:cubicBezTo>
                  <a:cubicBezTo>
                    <a:pt x="16397" y="15227"/>
                    <a:pt x="16365" y="15086"/>
                    <a:pt x="16327" y="14961"/>
                  </a:cubicBezTo>
                  <a:cubicBezTo>
                    <a:pt x="16294" y="14874"/>
                    <a:pt x="16239" y="14792"/>
                    <a:pt x="16201" y="14710"/>
                  </a:cubicBezTo>
                  <a:cubicBezTo>
                    <a:pt x="16000" y="14291"/>
                    <a:pt x="15760" y="13894"/>
                    <a:pt x="15466" y="13453"/>
                  </a:cubicBezTo>
                  <a:lnTo>
                    <a:pt x="15466" y="13453"/>
                  </a:lnTo>
                  <a:cubicBezTo>
                    <a:pt x="15826" y="13523"/>
                    <a:pt x="16016" y="13719"/>
                    <a:pt x="16234" y="13861"/>
                  </a:cubicBezTo>
                  <a:cubicBezTo>
                    <a:pt x="16328" y="13924"/>
                    <a:pt x="16440" y="14032"/>
                    <a:pt x="16548" y="14032"/>
                  </a:cubicBezTo>
                  <a:cubicBezTo>
                    <a:pt x="16589" y="14032"/>
                    <a:pt x="16630" y="14016"/>
                    <a:pt x="16670" y="13975"/>
                  </a:cubicBezTo>
                  <a:cubicBezTo>
                    <a:pt x="16789" y="13845"/>
                    <a:pt x="16588" y="13703"/>
                    <a:pt x="16539" y="13567"/>
                  </a:cubicBezTo>
                  <a:cubicBezTo>
                    <a:pt x="16533" y="13545"/>
                    <a:pt x="16517" y="13529"/>
                    <a:pt x="16501" y="13507"/>
                  </a:cubicBezTo>
                  <a:cubicBezTo>
                    <a:pt x="16005" y="12821"/>
                    <a:pt x="15548" y="12119"/>
                    <a:pt x="15004" y="11460"/>
                  </a:cubicBezTo>
                  <a:cubicBezTo>
                    <a:pt x="14073" y="10350"/>
                    <a:pt x="13087" y="9293"/>
                    <a:pt x="12042" y="8292"/>
                  </a:cubicBezTo>
                  <a:cubicBezTo>
                    <a:pt x="11030" y="7328"/>
                    <a:pt x="9946" y="6441"/>
                    <a:pt x="8825" y="5602"/>
                  </a:cubicBezTo>
                  <a:cubicBezTo>
                    <a:pt x="7344" y="4492"/>
                    <a:pt x="5825" y="3441"/>
                    <a:pt x="4268" y="2450"/>
                  </a:cubicBezTo>
                  <a:cubicBezTo>
                    <a:pt x="3528" y="1971"/>
                    <a:pt x="2793" y="1487"/>
                    <a:pt x="2036" y="1030"/>
                  </a:cubicBezTo>
                  <a:cubicBezTo>
                    <a:pt x="1405" y="648"/>
                    <a:pt x="789" y="240"/>
                    <a:pt x="82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39"/>
            <p:cNvSpPr/>
            <p:nvPr/>
          </p:nvSpPr>
          <p:spPr>
            <a:xfrm rot="-937699">
              <a:off x="778531" y="3064304"/>
              <a:ext cx="662899" cy="278104"/>
            </a:xfrm>
            <a:custGeom>
              <a:rect b="b" l="l" r="r" t="t"/>
              <a:pathLst>
                <a:path extrusionOk="0" h="4228" w="10078">
                  <a:moveTo>
                    <a:pt x="85" y="0"/>
                  </a:moveTo>
                  <a:cubicBezTo>
                    <a:pt x="59" y="0"/>
                    <a:pt x="31" y="15"/>
                    <a:pt x="0" y="52"/>
                  </a:cubicBezTo>
                  <a:cubicBezTo>
                    <a:pt x="207" y="499"/>
                    <a:pt x="583" y="673"/>
                    <a:pt x="1051" y="689"/>
                  </a:cubicBezTo>
                  <a:cubicBezTo>
                    <a:pt x="1157" y="693"/>
                    <a:pt x="1264" y="695"/>
                    <a:pt x="1371" y="695"/>
                  </a:cubicBezTo>
                  <a:cubicBezTo>
                    <a:pt x="1723" y="695"/>
                    <a:pt x="2077" y="677"/>
                    <a:pt x="2430" y="677"/>
                  </a:cubicBezTo>
                  <a:cubicBezTo>
                    <a:pt x="2781" y="677"/>
                    <a:pt x="3131" y="695"/>
                    <a:pt x="3479" y="765"/>
                  </a:cubicBezTo>
                  <a:cubicBezTo>
                    <a:pt x="3855" y="842"/>
                    <a:pt x="4225" y="1005"/>
                    <a:pt x="4600" y="1032"/>
                  </a:cubicBezTo>
                  <a:cubicBezTo>
                    <a:pt x="5510" y="1092"/>
                    <a:pt x="6386" y="1250"/>
                    <a:pt x="7241" y="1571"/>
                  </a:cubicBezTo>
                  <a:cubicBezTo>
                    <a:pt x="7518" y="1680"/>
                    <a:pt x="7763" y="1816"/>
                    <a:pt x="7976" y="2034"/>
                  </a:cubicBezTo>
                  <a:cubicBezTo>
                    <a:pt x="8194" y="2262"/>
                    <a:pt x="8379" y="2540"/>
                    <a:pt x="8673" y="2676"/>
                  </a:cubicBezTo>
                  <a:cubicBezTo>
                    <a:pt x="9037" y="2850"/>
                    <a:pt x="9277" y="3139"/>
                    <a:pt x="9506" y="3460"/>
                  </a:cubicBezTo>
                  <a:cubicBezTo>
                    <a:pt x="9685" y="3716"/>
                    <a:pt x="9767" y="4048"/>
                    <a:pt x="10055" y="4228"/>
                  </a:cubicBezTo>
                  <a:cubicBezTo>
                    <a:pt x="10050" y="4206"/>
                    <a:pt x="10050" y="4179"/>
                    <a:pt x="10055" y="4157"/>
                  </a:cubicBezTo>
                  <a:cubicBezTo>
                    <a:pt x="10077" y="3994"/>
                    <a:pt x="10023" y="3852"/>
                    <a:pt x="9914" y="3732"/>
                  </a:cubicBezTo>
                  <a:cubicBezTo>
                    <a:pt x="9674" y="3357"/>
                    <a:pt x="9522" y="2910"/>
                    <a:pt x="9135" y="2654"/>
                  </a:cubicBezTo>
                  <a:cubicBezTo>
                    <a:pt x="8798" y="2431"/>
                    <a:pt x="8515" y="2159"/>
                    <a:pt x="8264" y="1849"/>
                  </a:cubicBezTo>
                  <a:cubicBezTo>
                    <a:pt x="7791" y="1261"/>
                    <a:pt x="7061" y="1206"/>
                    <a:pt x="6419" y="972"/>
                  </a:cubicBezTo>
                  <a:cubicBezTo>
                    <a:pt x="5706" y="716"/>
                    <a:pt x="4922" y="858"/>
                    <a:pt x="4203" y="651"/>
                  </a:cubicBezTo>
                  <a:cubicBezTo>
                    <a:pt x="3597" y="476"/>
                    <a:pt x="2986" y="395"/>
                    <a:pt x="2364" y="395"/>
                  </a:cubicBezTo>
                  <a:cubicBezTo>
                    <a:pt x="2272" y="395"/>
                    <a:pt x="2179" y="397"/>
                    <a:pt x="2085" y="401"/>
                  </a:cubicBezTo>
                  <a:cubicBezTo>
                    <a:pt x="1753" y="411"/>
                    <a:pt x="1427" y="411"/>
                    <a:pt x="1095" y="411"/>
                  </a:cubicBezTo>
                  <a:cubicBezTo>
                    <a:pt x="1083" y="412"/>
                    <a:pt x="1071" y="412"/>
                    <a:pt x="1059" y="412"/>
                  </a:cubicBezTo>
                  <a:cubicBezTo>
                    <a:pt x="735" y="412"/>
                    <a:pt x="433" y="337"/>
                    <a:pt x="202" y="79"/>
                  </a:cubicBezTo>
                  <a:cubicBezTo>
                    <a:pt x="165" y="39"/>
                    <a:pt x="127" y="0"/>
                    <a:pt x="85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39"/>
            <p:cNvSpPr/>
            <p:nvPr/>
          </p:nvSpPr>
          <p:spPr>
            <a:xfrm rot="-937699">
              <a:off x="1597543" y="3046472"/>
              <a:ext cx="341316" cy="447348"/>
            </a:xfrm>
            <a:custGeom>
              <a:rect b="b" l="l" r="r" t="t"/>
              <a:pathLst>
                <a:path extrusionOk="0" h="6801" w="5189">
                  <a:moveTo>
                    <a:pt x="0" y="1"/>
                  </a:moveTo>
                  <a:lnTo>
                    <a:pt x="0" y="1"/>
                  </a:lnTo>
                  <a:cubicBezTo>
                    <a:pt x="180" y="567"/>
                    <a:pt x="458" y="1089"/>
                    <a:pt x="828" y="1547"/>
                  </a:cubicBezTo>
                  <a:cubicBezTo>
                    <a:pt x="1928" y="2913"/>
                    <a:pt x="3049" y="4258"/>
                    <a:pt x="4176" y="5602"/>
                  </a:cubicBezTo>
                  <a:cubicBezTo>
                    <a:pt x="4492" y="5978"/>
                    <a:pt x="4655" y="6468"/>
                    <a:pt x="5036" y="6800"/>
                  </a:cubicBezTo>
                  <a:cubicBezTo>
                    <a:pt x="5188" y="6582"/>
                    <a:pt x="5009" y="6419"/>
                    <a:pt x="4938" y="6250"/>
                  </a:cubicBezTo>
                  <a:cubicBezTo>
                    <a:pt x="4508" y="5260"/>
                    <a:pt x="3697" y="4552"/>
                    <a:pt x="3049" y="3724"/>
                  </a:cubicBezTo>
                  <a:cubicBezTo>
                    <a:pt x="2358" y="2837"/>
                    <a:pt x="1617" y="1988"/>
                    <a:pt x="888" y="1128"/>
                  </a:cubicBezTo>
                  <a:cubicBezTo>
                    <a:pt x="577" y="763"/>
                    <a:pt x="398" y="295"/>
                    <a:pt x="0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39"/>
            <p:cNvSpPr/>
            <p:nvPr/>
          </p:nvSpPr>
          <p:spPr>
            <a:xfrm rot="-937699">
              <a:off x="784521" y="2732421"/>
              <a:ext cx="527135" cy="219037"/>
            </a:xfrm>
            <a:custGeom>
              <a:rect b="b" l="l" r="r" t="t"/>
              <a:pathLst>
                <a:path extrusionOk="0" h="3330" w="8014">
                  <a:moveTo>
                    <a:pt x="7327" y="1"/>
                  </a:moveTo>
                  <a:cubicBezTo>
                    <a:pt x="6930" y="1"/>
                    <a:pt x="6535" y="36"/>
                    <a:pt x="6141" y="102"/>
                  </a:cubicBezTo>
                  <a:cubicBezTo>
                    <a:pt x="5325" y="232"/>
                    <a:pt x="4579" y="586"/>
                    <a:pt x="3789" y="820"/>
                  </a:cubicBezTo>
                  <a:cubicBezTo>
                    <a:pt x="3299" y="967"/>
                    <a:pt x="2864" y="1207"/>
                    <a:pt x="2477" y="1544"/>
                  </a:cubicBezTo>
                  <a:cubicBezTo>
                    <a:pt x="2216" y="1767"/>
                    <a:pt x="1933" y="1958"/>
                    <a:pt x="1628" y="2121"/>
                  </a:cubicBezTo>
                  <a:cubicBezTo>
                    <a:pt x="1029" y="2448"/>
                    <a:pt x="517" y="2889"/>
                    <a:pt x="0" y="3330"/>
                  </a:cubicBezTo>
                  <a:cubicBezTo>
                    <a:pt x="251" y="3297"/>
                    <a:pt x="479" y="3243"/>
                    <a:pt x="664" y="3090"/>
                  </a:cubicBezTo>
                  <a:cubicBezTo>
                    <a:pt x="1443" y="2453"/>
                    <a:pt x="2396" y="2083"/>
                    <a:pt x="3152" y="1414"/>
                  </a:cubicBezTo>
                  <a:cubicBezTo>
                    <a:pt x="3218" y="1354"/>
                    <a:pt x="3310" y="1310"/>
                    <a:pt x="3397" y="1278"/>
                  </a:cubicBezTo>
                  <a:cubicBezTo>
                    <a:pt x="4268" y="962"/>
                    <a:pt x="5134" y="624"/>
                    <a:pt x="6038" y="412"/>
                  </a:cubicBezTo>
                  <a:cubicBezTo>
                    <a:pt x="6691" y="254"/>
                    <a:pt x="7355" y="156"/>
                    <a:pt x="8014" y="36"/>
                  </a:cubicBezTo>
                  <a:cubicBezTo>
                    <a:pt x="7784" y="12"/>
                    <a:pt x="7555" y="1"/>
                    <a:pt x="7327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39"/>
            <p:cNvSpPr/>
            <p:nvPr/>
          </p:nvSpPr>
          <p:spPr>
            <a:xfrm rot="-937699">
              <a:off x="1933186" y="3478194"/>
              <a:ext cx="182333" cy="208447"/>
            </a:xfrm>
            <a:custGeom>
              <a:rect b="b" l="l" r="r" t="t"/>
              <a:pathLst>
                <a:path extrusionOk="0" h="3169" w="2772">
                  <a:moveTo>
                    <a:pt x="1361" y="0"/>
                  </a:moveTo>
                  <a:lnTo>
                    <a:pt x="1361" y="0"/>
                  </a:lnTo>
                  <a:cubicBezTo>
                    <a:pt x="1329" y="207"/>
                    <a:pt x="1432" y="338"/>
                    <a:pt x="1585" y="452"/>
                  </a:cubicBezTo>
                  <a:cubicBezTo>
                    <a:pt x="1704" y="539"/>
                    <a:pt x="1846" y="610"/>
                    <a:pt x="1955" y="719"/>
                  </a:cubicBezTo>
                  <a:cubicBezTo>
                    <a:pt x="2053" y="822"/>
                    <a:pt x="2320" y="893"/>
                    <a:pt x="2156" y="1083"/>
                  </a:cubicBezTo>
                  <a:cubicBezTo>
                    <a:pt x="2100" y="1151"/>
                    <a:pt x="2047" y="1177"/>
                    <a:pt x="1998" y="1177"/>
                  </a:cubicBezTo>
                  <a:cubicBezTo>
                    <a:pt x="1884" y="1177"/>
                    <a:pt x="1786" y="1040"/>
                    <a:pt x="1699" y="953"/>
                  </a:cubicBezTo>
                  <a:cubicBezTo>
                    <a:pt x="1557" y="811"/>
                    <a:pt x="1443" y="642"/>
                    <a:pt x="1236" y="583"/>
                  </a:cubicBezTo>
                  <a:cubicBezTo>
                    <a:pt x="1195" y="571"/>
                    <a:pt x="1155" y="565"/>
                    <a:pt x="1115" y="565"/>
                  </a:cubicBezTo>
                  <a:cubicBezTo>
                    <a:pt x="900" y="565"/>
                    <a:pt x="732" y="730"/>
                    <a:pt x="833" y="909"/>
                  </a:cubicBezTo>
                  <a:cubicBezTo>
                    <a:pt x="1084" y="1339"/>
                    <a:pt x="850" y="1443"/>
                    <a:pt x="501" y="1524"/>
                  </a:cubicBezTo>
                  <a:cubicBezTo>
                    <a:pt x="436" y="1541"/>
                    <a:pt x="371" y="1579"/>
                    <a:pt x="311" y="1612"/>
                  </a:cubicBezTo>
                  <a:cubicBezTo>
                    <a:pt x="17" y="1786"/>
                    <a:pt x="0" y="1998"/>
                    <a:pt x="284" y="2178"/>
                  </a:cubicBezTo>
                  <a:cubicBezTo>
                    <a:pt x="463" y="2287"/>
                    <a:pt x="659" y="2368"/>
                    <a:pt x="855" y="2444"/>
                  </a:cubicBezTo>
                  <a:cubicBezTo>
                    <a:pt x="1492" y="2684"/>
                    <a:pt x="2102" y="2994"/>
                    <a:pt x="2761" y="3169"/>
                  </a:cubicBezTo>
                  <a:cubicBezTo>
                    <a:pt x="2771" y="2847"/>
                    <a:pt x="2521" y="2771"/>
                    <a:pt x="2292" y="2679"/>
                  </a:cubicBezTo>
                  <a:cubicBezTo>
                    <a:pt x="1764" y="2466"/>
                    <a:pt x="1231" y="2254"/>
                    <a:pt x="697" y="2036"/>
                  </a:cubicBezTo>
                  <a:cubicBezTo>
                    <a:pt x="616" y="2003"/>
                    <a:pt x="485" y="1982"/>
                    <a:pt x="480" y="1878"/>
                  </a:cubicBezTo>
                  <a:cubicBezTo>
                    <a:pt x="474" y="1759"/>
                    <a:pt x="605" y="1726"/>
                    <a:pt x="697" y="1677"/>
                  </a:cubicBezTo>
                  <a:cubicBezTo>
                    <a:pt x="735" y="1655"/>
                    <a:pt x="779" y="1633"/>
                    <a:pt x="823" y="1612"/>
                  </a:cubicBezTo>
                  <a:cubicBezTo>
                    <a:pt x="1269" y="1405"/>
                    <a:pt x="1274" y="1405"/>
                    <a:pt x="1013" y="969"/>
                  </a:cubicBezTo>
                  <a:cubicBezTo>
                    <a:pt x="975" y="898"/>
                    <a:pt x="899" y="828"/>
                    <a:pt x="959" y="751"/>
                  </a:cubicBezTo>
                  <a:cubicBezTo>
                    <a:pt x="997" y="705"/>
                    <a:pt x="1047" y="687"/>
                    <a:pt x="1099" y="687"/>
                  </a:cubicBezTo>
                  <a:cubicBezTo>
                    <a:pt x="1152" y="687"/>
                    <a:pt x="1206" y="705"/>
                    <a:pt x="1253" y="730"/>
                  </a:cubicBezTo>
                  <a:cubicBezTo>
                    <a:pt x="1372" y="784"/>
                    <a:pt x="1443" y="893"/>
                    <a:pt x="1514" y="1007"/>
                  </a:cubicBezTo>
                  <a:cubicBezTo>
                    <a:pt x="1617" y="1165"/>
                    <a:pt x="1748" y="1301"/>
                    <a:pt x="1928" y="1377"/>
                  </a:cubicBezTo>
                  <a:cubicBezTo>
                    <a:pt x="1988" y="1403"/>
                    <a:pt x="2044" y="1415"/>
                    <a:pt x="2097" y="1415"/>
                  </a:cubicBezTo>
                  <a:cubicBezTo>
                    <a:pt x="2224" y="1415"/>
                    <a:pt x="2331" y="1344"/>
                    <a:pt x="2423" y="1225"/>
                  </a:cubicBezTo>
                  <a:cubicBezTo>
                    <a:pt x="2526" y="1094"/>
                    <a:pt x="2635" y="926"/>
                    <a:pt x="2488" y="784"/>
                  </a:cubicBezTo>
                  <a:cubicBezTo>
                    <a:pt x="2156" y="468"/>
                    <a:pt x="1830" y="131"/>
                    <a:pt x="1361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39"/>
            <p:cNvSpPr/>
            <p:nvPr/>
          </p:nvSpPr>
          <p:spPr>
            <a:xfrm rot="-937699">
              <a:off x="1624328" y="3479077"/>
              <a:ext cx="114649" cy="163718"/>
            </a:xfrm>
            <a:custGeom>
              <a:rect b="b" l="l" r="r" t="t"/>
              <a:pathLst>
                <a:path extrusionOk="0" h="2489" w="1743">
                  <a:moveTo>
                    <a:pt x="1351" y="1"/>
                  </a:moveTo>
                  <a:lnTo>
                    <a:pt x="1351" y="1"/>
                  </a:lnTo>
                  <a:cubicBezTo>
                    <a:pt x="1095" y="926"/>
                    <a:pt x="496" y="1661"/>
                    <a:pt x="0" y="2489"/>
                  </a:cubicBezTo>
                  <a:cubicBezTo>
                    <a:pt x="817" y="2374"/>
                    <a:pt x="1742" y="638"/>
                    <a:pt x="1351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2" name="Google Shape;2152;p39"/>
            <p:cNvSpPr/>
            <p:nvPr/>
          </p:nvSpPr>
          <p:spPr>
            <a:xfrm rot="-937699">
              <a:off x="2734724" y="3015246"/>
              <a:ext cx="119319" cy="100047"/>
            </a:xfrm>
            <a:custGeom>
              <a:rect b="b" l="l" r="r" t="t"/>
              <a:pathLst>
                <a:path extrusionOk="0" h="1521" w="1814">
                  <a:moveTo>
                    <a:pt x="1798" y="1"/>
                  </a:moveTo>
                  <a:cubicBezTo>
                    <a:pt x="1145" y="1"/>
                    <a:pt x="217" y="670"/>
                    <a:pt x="50" y="1248"/>
                  </a:cubicBezTo>
                  <a:cubicBezTo>
                    <a:pt x="1" y="1404"/>
                    <a:pt x="21" y="1521"/>
                    <a:pt x="157" y="1521"/>
                  </a:cubicBezTo>
                  <a:cubicBezTo>
                    <a:pt x="187" y="1521"/>
                    <a:pt x="221" y="1515"/>
                    <a:pt x="262" y="1504"/>
                  </a:cubicBezTo>
                  <a:cubicBezTo>
                    <a:pt x="393" y="1466"/>
                    <a:pt x="518" y="1466"/>
                    <a:pt x="649" y="1460"/>
                  </a:cubicBezTo>
                  <a:cubicBezTo>
                    <a:pt x="866" y="1329"/>
                    <a:pt x="1149" y="1460"/>
                    <a:pt x="1367" y="1286"/>
                  </a:cubicBezTo>
                  <a:cubicBezTo>
                    <a:pt x="1482" y="1199"/>
                    <a:pt x="1536" y="1150"/>
                    <a:pt x="1351" y="1101"/>
                  </a:cubicBezTo>
                  <a:cubicBezTo>
                    <a:pt x="1030" y="1248"/>
                    <a:pt x="681" y="1253"/>
                    <a:pt x="311" y="1302"/>
                  </a:cubicBezTo>
                  <a:cubicBezTo>
                    <a:pt x="469" y="976"/>
                    <a:pt x="692" y="741"/>
                    <a:pt x="964" y="556"/>
                  </a:cubicBezTo>
                  <a:cubicBezTo>
                    <a:pt x="1237" y="371"/>
                    <a:pt x="1574" y="279"/>
                    <a:pt x="1814" y="1"/>
                  </a:cubicBezTo>
                  <a:cubicBezTo>
                    <a:pt x="1808" y="1"/>
                    <a:pt x="1803" y="1"/>
                    <a:pt x="1798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39"/>
            <p:cNvSpPr/>
            <p:nvPr/>
          </p:nvSpPr>
          <p:spPr>
            <a:xfrm rot="-937699">
              <a:off x="1399172" y="3610782"/>
              <a:ext cx="74525" cy="178058"/>
            </a:xfrm>
            <a:custGeom>
              <a:rect b="b" l="l" r="r" t="t"/>
              <a:pathLst>
                <a:path extrusionOk="0" h="2707" w="1133">
                  <a:moveTo>
                    <a:pt x="1132" y="1"/>
                  </a:moveTo>
                  <a:lnTo>
                    <a:pt x="1132" y="1"/>
                  </a:lnTo>
                  <a:cubicBezTo>
                    <a:pt x="174" y="578"/>
                    <a:pt x="0" y="1520"/>
                    <a:pt x="82" y="2342"/>
                  </a:cubicBezTo>
                  <a:cubicBezTo>
                    <a:pt x="98" y="2505"/>
                    <a:pt x="185" y="2652"/>
                    <a:pt x="403" y="2706"/>
                  </a:cubicBezTo>
                  <a:cubicBezTo>
                    <a:pt x="289" y="1509"/>
                    <a:pt x="403" y="1090"/>
                    <a:pt x="1132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4" name="Google Shape;2154;p39"/>
            <p:cNvSpPr/>
            <p:nvPr/>
          </p:nvSpPr>
          <p:spPr>
            <a:xfrm rot="-937699">
              <a:off x="3090465" y="2846065"/>
              <a:ext cx="78801" cy="163850"/>
            </a:xfrm>
            <a:custGeom>
              <a:rect b="b" l="l" r="r" t="t"/>
              <a:pathLst>
                <a:path extrusionOk="0" h="2491" w="1198">
                  <a:moveTo>
                    <a:pt x="216" y="0"/>
                  </a:moveTo>
                  <a:cubicBezTo>
                    <a:pt x="150" y="0"/>
                    <a:pt x="78" y="12"/>
                    <a:pt x="0" y="39"/>
                  </a:cubicBezTo>
                  <a:cubicBezTo>
                    <a:pt x="577" y="77"/>
                    <a:pt x="605" y="512"/>
                    <a:pt x="708" y="893"/>
                  </a:cubicBezTo>
                  <a:cubicBezTo>
                    <a:pt x="822" y="1329"/>
                    <a:pt x="942" y="1759"/>
                    <a:pt x="1018" y="2254"/>
                  </a:cubicBezTo>
                  <a:cubicBezTo>
                    <a:pt x="806" y="2129"/>
                    <a:pt x="654" y="2031"/>
                    <a:pt x="490" y="1939"/>
                  </a:cubicBezTo>
                  <a:cubicBezTo>
                    <a:pt x="456" y="1920"/>
                    <a:pt x="420" y="1906"/>
                    <a:pt x="391" y="1906"/>
                  </a:cubicBezTo>
                  <a:cubicBezTo>
                    <a:pt x="352" y="1906"/>
                    <a:pt x="324" y="1933"/>
                    <a:pt x="327" y="2015"/>
                  </a:cubicBezTo>
                  <a:cubicBezTo>
                    <a:pt x="337" y="2156"/>
                    <a:pt x="757" y="2491"/>
                    <a:pt x="926" y="2491"/>
                  </a:cubicBezTo>
                  <a:cubicBezTo>
                    <a:pt x="934" y="2491"/>
                    <a:pt x="941" y="2490"/>
                    <a:pt x="948" y="2489"/>
                  </a:cubicBezTo>
                  <a:cubicBezTo>
                    <a:pt x="1198" y="2434"/>
                    <a:pt x="1176" y="2222"/>
                    <a:pt x="1176" y="2037"/>
                  </a:cubicBezTo>
                  <a:cubicBezTo>
                    <a:pt x="1182" y="1389"/>
                    <a:pt x="893" y="828"/>
                    <a:pt x="626" y="267"/>
                  </a:cubicBezTo>
                  <a:cubicBezTo>
                    <a:pt x="549" y="105"/>
                    <a:pt x="409" y="0"/>
                    <a:pt x="216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39"/>
            <p:cNvSpPr/>
            <p:nvPr/>
          </p:nvSpPr>
          <p:spPr>
            <a:xfrm rot="-937699">
              <a:off x="2967006" y="2882143"/>
              <a:ext cx="76696" cy="129317"/>
            </a:xfrm>
            <a:custGeom>
              <a:rect b="b" l="l" r="r" t="t"/>
              <a:pathLst>
                <a:path extrusionOk="0" h="1966" w="1166">
                  <a:moveTo>
                    <a:pt x="587" y="0"/>
                  </a:moveTo>
                  <a:cubicBezTo>
                    <a:pt x="526" y="0"/>
                    <a:pt x="462" y="14"/>
                    <a:pt x="398" y="49"/>
                  </a:cubicBezTo>
                  <a:cubicBezTo>
                    <a:pt x="191" y="163"/>
                    <a:pt x="257" y="392"/>
                    <a:pt x="306" y="561"/>
                  </a:cubicBezTo>
                  <a:cubicBezTo>
                    <a:pt x="360" y="729"/>
                    <a:pt x="316" y="816"/>
                    <a:pt x="197" y="920"/>
                  </a:cubicBezTo>
                  <a:cubicBezTo>
                    <a:pt x="1" y="1094"/>
                    <a:pt x="33" y="1279"/>
                    <a:pt x="240" y="1415"/>
                  </a:cubicBezTo>
                  <a:cubicBezTo>
                    <a:pt x="523" y="1600"/>
                    <a:pt x="817" y="1758"/>
                    <a:pt x="1166" y="1965"/>
                  </a:cubicBezTo>
                  <a:cubicBezTo>
                    <a:pt x="1079" y="1551"/>
                    <a:pt x="774" y="1448"/>
                    <a:pt x="523" y="1290"/>
                  </a:cubicBezTo>
                  <a:cubicBezTo>
                    <a:pt x="431" y="1230"/>
                    <a:pt x="224" y="1165"/>
                    <a:pt x="311" y="1072"/>
                  </a:cubicBezTo>
                  <a:cubicBezTo>
                    <a:pt x="523" y="844"/>
                    <a:pt x="442" y="539"/>
                    <a:pt x="594" y="316"/>
                  </a:cubicBezTo>
                  <a:cubicBezTo>
                    <a:pt x="597" y="311"/>
                    <a:pt x="604" y="310"/>
                    <a:pt x="614" y="310"/>
                  </a:cubicBezTo>
                  <a:cubicBezTo>
                    <a:pt x="642" y="310"/>
                    <a:pt x="692" y="324"/>
                    <a:pt x="725" y="332"/>
                  </a:cubicBezTo>
                  <a:cubicBezTo>
                    <a:pt x="806" y="348"/>
                    <a:pt x="883" y="370"/>
                    <a:pt x="964" y="392"/>
                  </a:cubicBezTo>
                  <a:cubicBezTo>
                    <a:pt x="991" y="400"/>
                    <a:pt x="1023" y="410"/>
                    <a:pt x="1051" y="410"/>
                  </a:cubicBezTo>
                  <a:cubicBezTo>
                    <a:pt x="1080" y="410"/>
                    <a:pt x="1106" y="400"/>
                    <a:pt x="1122" y="370"/>
                  </a:cubicBezTo>
                  <a:cubicBezTo>
                    <a:pt x="1160" y="294"/>
                    <a:pt x="1111" y="228"/>
                    <a:pt x="1051" y="190"/>
                  </a:cubicBezTo>
                  <a:cubicBezTo>
                    <a:pt x="905" y="100"/>
                    <a:pt x="751" y="0"/>
                    <a:pt x="587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39"/>
            <p:cNvSpPr/>
            <p:nvPr/>
          </p:nvSpPr>
          <p:spPr>
            <a:xfrm rot="-937699">
              <a:off x="2136497" y="3552270"/>
              <a:ext cx="55187" cy="101033"/>
            </a:xfrm>
            <a:custGeom>
              <a:rect b="b" l="l" r="r" t="t"/>
              <a:pathLst>
                <a:path extrusionOk="0" h="1536" w="839">
                  <a:moveTo>
                    <a:pt x="768" y="1"/>
                  </a:moveTo>
                  <a:lnTo>
                    <a:pt x="768" y="1"/>
                  </a:lnTo>
                  <a:cubicBezTo>
                    <a:pt x="528" y="12"/>
                    <a:pt x="349" y="164"/>
                    <a:pt x="175" y="284"/>
                  </a:cubicBezTo>
                  <a:cubicBezTo>
                    <a:pt x="6" y="404"/>
                    <a:pt x="0" y="561"/>
                    <a:pt x="191" y="687"/>
                  </a:cubicBezTo>
                  <a:cubicBezTo>
                    <a:pt x="273" y="736"/>
                    <a:pt x="360" y="785"/>
                    <a:pt x="452" y="834"/>
                  </a:cubicBezTo>
                  <a:cubicBezTo>
                    <a:pt x="332" y="1030"/>
                    <a:pt x="6" y="1046"/>
                    <a:pt x="60" y="1351"/>
                  </a:cubicBezTo>
                  <a:cubicBezTo>
                    <a:pt x="158" y="1411"/>
                    <a:pt x="256" y="1476"/>
                    <a:pt x="360" y="1525"/>
                  </a:cubicBezTo>
                  <a:cubicBezTo>
                    <a:pt x="378" y="1533"/>
                    <a:pt x="397" y="1536"/>
                    <a:pt x="416" y="1536"/>
                  </a:cubicBezTo>
                  <a:cubicBezTo>
                    <a:pt x="493" y="1536"/>
                    <a:pt x="563" y="1481"/>
                    <a:pt x="528" y="1433"/>
                  </a:cubicBezTo>
                  <a:cubicBezTo>
                    <a:pt x="371" y="1198"/>
                    <a:pt x="583" y="1106"/>
                    <a:pt x="675" y="970"/>
                  </a:cubicBezTo>
                  <a:cubicBezTo>
                    <a:pt x="741" y="872"/>
                    <a:pt x="752" y="757"/>
                    <a:pt x="686" y="676"/>
                  </a:cubicBezTo>
                  <a:cubicBezTo>
                    <a:pt x="539" y="485"/>
                    <a:pt x="550" y="333"/>
                    <a:pt x="741" y="180"/>
                  </a:cubicBezTo>
                  <a:cubicBezTo>
                    <a:pt x="779" y="153"/>
                    <a:pt x="839" y="72"/>
                    <a:pt x="768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39"/>
            <p:cNvSpPr/>
            <p:nvPr/>
          </p:nvSpPr>
          <p:spPr>
            <a:xfrm rot="-937699">
              <a:off x="3043944" y="2921382"/>
              <a:ext cx="83865" cy="52029"/>
            </a:xfrm>
            <a:custGeom>
              <a:rect b="b" l="l" r="r" t="t"/>
              <a:pathLst>
                <a:path extrusionOk="0" h="791" w="1275">
                  <a:moveTo>
                    <a:pt x="742" y="1"/>
                  </a:moveTo>
                  <a:cubicBezTo>
                    <a:pt x="684" y="1"/>
                    <a:pt x="623" y="4"/>
                    <a:pt x="561" y="5"/>
                  </a:cubicBezTo>
                  <a:cubicBezTo>
                    <a:pt x="538" y="7"/>
                    <a:pt x="513" y="8"/>
                    <a:pt x="487" y="8"/>
                  </a:cubicBezTo>
                  <a:cubicBezTo>
                    <a:pt x="459" y="8"/>
                    <a:pt x="429" y="7"/>
                    <a:pt x="400" y="7"/>
                  </a:cubicBezTo>
                  <a:cubicBezTo>
                    <a:pt x="256" y="7"/>
                    <a:pt x="103" y="22"/>
                    <a:pt x="60" y="201"/>
                  </a:cubicBezTo>
                  <a:cubicBezTo>
                    <a:pt x="0" y="440"/>
                    <a:pt x="251" y="544"/>
                    <a:pt x="441" y="636"/>
                  </a:cubicBezTo>
                  <a:cubicBezTo>
                    <a:pt x="534" y="685"/>
                    <a:pt x="626" y="756"/>
                    <a:pt x="724" y="767"/>
                  </a:cubicBezTo>
                  <a:cubicBezTo>
                    <a:pt x="796" y="775"/>
                    <a:pt x="875" y="791"/>
                    <a:pt x="950" y="791"/>
                  </a:cubicBezTo>
                  <a:cubicBezTo>
                    <a:pt x="1027" y="791"/>
                    <a:pt x="1101" y="774"/>
                    <a:pt x="1160" y="712"/>
                  </a:cubicBezTo>
                  <a:cubicBezTo>
                    <a:pt x="1274" y="587"/>
                    <a:pt x="1198" y="429"/>
                    <a:pt x="1160" y="282"/>
                  </a:cubicBezTo>
                  <a:cubicBezTo>
                    <a:pt x="1101" y="34"/>
                    <a:pt x="938" y="1"/>
                    <a:pt x="742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39"/>
            <p:cNvSpPr/>
            <p:nvPr/>
          </p:nvSpPr>
          <p:spPr>
            <a:xfrm rot="-937699">
              <a:off x="2951541" y="3053635"/>
              <a:ext cx="98928" cy="90246"/>
            </a:xfrm>
            <a:custGeom>
              <a:rect b="b" l="l" r="r" t="t"/>
              <a:pathLst>
                <a:path extrusionOk="0" h="1372" w="1504">
                  <a:moveTo>
                    <a:pt x="454" y="0"/>
                  </a:moveTo>
                  <a:cubicBezTo>
                    <a:pt x="358" y="0"/>
                    <a:pt x="282" y="60"/>
                    <a:pt x="208" y="125"/>
                  </a:cubicBezTo>
                  <a:cubicBezTo>
                    <a:pt x="110" y="212"/>
                    <a:pt x="1" y="316"/>
                    <a:pt x="28" y="452"/>
                  </a:cubicBezTo>
                  <a:cubicBezTo>
                    <a:pt x="46" y="541"/>
                    <a:pt x="102" y="561"/>
                    <a:pt x="166" y="561"/>
                  </a:cubicBezTo>
                  <a:cubicBezTo>
                    <a:pt x="215" y="561"/>
                    <a:pt x="268" y="550"/>
                    <a:pt x="315" y="550"/>
                  </a:cubicBezTo>
                  <a:cubicBezTo>
                    <a:pt x="319" y="550"/>
                    <a:pt x="323" y="550"/>
                    <a:pt x="328" y="550"/>
                  </a:cubicBezTo>
                  <a:cubicBezTo>
                    <a:pt x="545" y="555"/>
                    <a:pt x="665" y="773"/>
                    <a:pt x="888" y="806"/>
                  </a:cubicBezTo>
                  <a:cubicBezTo>
                    <a:pt x="986" y="822"/>
                    <a:pt x="899" y="1040"/>
                    <a:pt x="921" y="1165"/>
                  </a:cubicBezTo>
                  <a:cubicBezTo>
                    <a:pt x="926" y="1203"/>
                    <a:pt x="926" y="1241"/>
                    <a:pt x="943" y="1269"/>
                  </a:cubicBezTo>
                  <a:cubicBezTo>
                    <a:pt x="985" y="1345"/>
                    <a:pt x="1034" y="1371"/>
                    <a:pt x="1085" y="1371"/>
                  </a:cubicBezTo>
                  <a:cubicBezTo>
                    <a:pt x="1147" y="1371"/>
                    <a:pt x="1213" y="1334"/>
                    <a:pt x="1275" y="1301"/>
                  </a:cubicBezTo>
                  <a:cubicBezTo>
                    <a:pt x="1373" y="1247"/>
                    <a:pt x="1504" y="1073"/>
                    <a:pt x="1471" y="1073"/>
                  </a:cubicBezTo>
                  <a:cubicBezTo>
                    <a:pt x="1166" y="1067"/>
                    <a:pt x="1144" y="833"/>
                    <a:pt x="1068" y="637"/>
                  </a:cubicBezTo>
                  <a:cubicBezTo>
                    <a:pt x="1063" y="628"/>
                    <a:pt x="1045" y="625"/>
                    <a:pt x="1023" y="625"/>
                  </a:cubicBezTo>
                  <a:cubicBezTo>
                    <a:pt x="1002" y="625"/>
                    <a:pt x="977" y="627"/>
                    <a:pt x="955" y="627"/>
                  </a:cubicBezTo>
                  <a:cubicBezTo>
                    <a:pt x="947" y="627"/>
                    <a:pt x="939" y="627"/>
                    <a:pt x="932" y="626"/>
                  </a:cubicBezTo>
                  <a:cubicBezTo>
                    <a:pt x="524" y="583"/>
                    <a:pt x="382" y="365"/>
                    <a:pt x="556" y="22"/>
                  </a:cubicBezTo>
                  <a:cubicBezTo>
                    <a:pt x="520" y="7"/>
                    <a:pt x="486" y="0"/>
                    <a:pt x="454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9" name="Google Shape;2159;p39"/>
            <p:cNvSpPr/>
            <p:nvPr/>
          </p:nvSpPr>
          <p:spPr>
            <a:xfrm rot="-937699">
              <a:off x="1739299" y="3522715"/>
              <a:ext cx="75643" cy="106361"/>
            </a:xfrm>
            <a:custGeom>
              <a:rect b="b" l="l" r="r" t="t"/>
              <a:pathLst>
                <a:path extrusionOk="0" h="1617" w="1150">
                  <a:moveTo>
                    <a:pt x="1" y="0"/>
                  </a:moveTo>
                  <a:lnTo>
                    <a:pt x="1" y="0"/>
                  </a:lnTo>
                  <a:cubicBezTo>
                    <a:pt x="77" y="87"/>
                    <a:pt x="99" y="136"/>
                    <a:pt x="137" y="152"/>
                  </a:cubicBezTo>
                  <a:cubicBezTo>
                    <a:pt x="610" y="365"/>
                    <a:pt x="790" y="751"/>
                    <a:pt x="834" y="1241"/>
                  </a:cubicBezTo>
                  <a:cubicBezTo>
                    <a:pt x="844" y="1372"/>
                    <a:pt x="861" y="1573"/>
                    <a:pt x="1073" y="1617"/>
                  </a:cubicBezTo>
                  <a:cubicBezTo>
                    <a:pt x="1149" y="544"/>
                    <a:pt x="959" y="245"/>
                    <a:pt x="1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39"/>
            <p:cNvSpPr/>
            <p:nvPr/>
          </p:nvSpPr>
          <p:spPr>
            <a:xfrm rot="-937699">
              <a:off x="3311856" y="2980694"/>
              <a:ext cx="57686" cy="66171"/>
            </a:xfrm>
            <a:custGeom>
              <a:rect b="b" l="l" r="r" t="t"/>
              <a:pathLst>
                <a:path extrusionOk="0" h="1006" w="877">
                  <a:moveTo>
                    <a:pt x="260" y="1"/>
                  </a:moveTo>
                  <a:cubicBezTo>
                    <a:pt x="207" y="1"/>
                    <a:pt x="153" y="20"/>
                    <a:pt x="104" y="67"/>
                  </a:cubicBezTo>
                  <a:cubicBezTo>
                    <a:pt x="1" y="165"/>
                    <a:pt x="33" y="285"/>
                    <a:pt x="93" y="394"/>
                  </a:cubicBezTo>
                  <a:cubicBezTo>
                    <a:pt x="218" y="628"/>
                    <a:pt x="420" y="797"/>
                    <a:pt x="621" y="955"/>
                  </a:cubicBezTo>
                  <a:cubicBezTo>
                    <a:pt x="668" y="990"/>
                    <a:pt x="706" y="1005"/>
                    <a:pt x="739" y="1005"/>
                  </a:cubicBezTo>
                  <a:cubicBezTo>
                    <a:pt x="817" y="1005"/>
                    <a:pt x="858" y="916"/>
                    <a:pt x="877" y="797"/>
                  </a:cubicBezTo>
                  <a:cubicBezTo>
                    <a:pt x="774" y="541"/>
                    <a:pt x="681" y="274"/>
                    <a:pt x="458" y="84"/>
                  </a:cubicBezTo>
                  <a:cubicBezTo>
                    <a:pt x="399" y="34"/>
                    <a:pt x="330" y="1"/>
                    <a:pt x="260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39"/>
            <p:cNvSpPr/>
            <p:nvPr/>
          </p:nvSpPr>
          <p:spPr>
            <a:xfrm rot="-937699">
              <a:off x="2266554" y="3631330"/>
              <a:ext cx="72026" cy="78406"/>
            </a:xfrm>
            <a:custGeom>
              <a:rect b="b" l="l" r="r" t="t"/>
              <a:pathLst>
                <a:path extrusionOk="0" h="1192" w="1095">
                  <a:moveTo>
                    <a:pt x="986" y="1"/>
                  </a:moveTo>
                  <a:cubicBezTo>
                    <a:pt x="893" y="170"/>
                    <a:pt x="861" y="246"/>
                    <a:pt x="812" y="306"/>
                  </a:cubicBezTo>
                  <a:cubicBezTo>
                    <a:pt x="687" y="480"/>
                    <a:pt x="899" y="801"/>
                    <a:pt x="648" y="856"/>
                  </a:cubicBezTo>
                  <a:cubicBezTo>
                    <a:pt x="633" y="859"/>
                    <a:pt x="617" y="861"/>
                    <a:pt x="601" y="861"/>
                  </a:cubicBezTo>
                  <a:cubicBezTo>
                    <a:pt x="444" y="861"/>
                    <a:pt x="250" y="707"/>
                    <a:pt x="77" y="638"/>
                  </a:cubicBezTo>
                  <a:cubicBezTo>
                    <a:pt x="74" y="637"/>
                    <a:pt x="71" y="636"/>
                    <a:pt x="68" y="636"/>
                  </a:cubicBezTo>
                  <a:cubicBezTo>
                    <a:pt x="58" y="636"/>
                    <a:pt x="41" y="642"/>
                    <a:pt x="1" y="654"/>
                  </a:cubicBezTo>
                  <a:cubicBezTo>
                    <a:pt x="142" y="954"/>
                    <a:pt x="387" y="1079"/>
                    <a:pt x="659" y="1166"/>
                  </a:cubicBezTo>
                  <a:cubicBezTo>
                    <a:pt x="705" y="1180"/>
                    <a:pt x="756" y="1192"/>
                    <a:pt x="805" y="1192"/>
                  </a:cubicBezTo>
                  <a:cubicBezTo>
                    <a:pt x="886" y="1192"/>
                    <a:pt x="961" y="1161"/>
                    <a:pt x="991" y="1063"/>
                  </a:cubicBezTo>
                  <a:cubicBezTo>
                    <a:pt x="1095" y="741"/>
                    <a:pt x="1068" y="420"/>
                    <a:pt x="986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39"/>
            <p:cNvSpPr/>
            <p:nvPr/>
          </p:nvSpPr>
          <p:spPr>
            <a:xfrm rot="-937699">
              <a:off x="2200094" y="3664208"/>
              <a:ext cx="49135" cy="72420"/>
            </a:xfrm>
            <a:custGeom>
              <a:rect b="b" l="l" r="r" t="t"/>
              <a:pathLst>
                <a:path extrusionOk="0" h="1101" w="747">
                  <a:moveTo>
                    <a:pt x="213" y="0"/>
                  </a:moveTo>
                  <a:lnTo>
                    <a:pt x="213" y="0"/>
                  </a:lnTo>
                  <a:cubicBezTo>
                    <a:pt x="153" y="213"/>
                    <a:pt x="126" y="370"/>
                    <a:pt x="72" y="523"/>
                  </a:cubicBezTo>
                  <a:cubicBezTo>
                    <a:pt x="1" y="719"/>
                    <a:pt x="17" y="893"/>
                    <a:pt x="175" y="1035"/>
                  </a:cubicBezTo>
                  <a:cubicBezTo>
                    <a:pt x="228" y="1078"/>
                    <a:pt x="289" y="1100"/>
                    <a:pt x="351" y="1100"/>
                  </a:cubicBezTo>
                  <a:cubicBezTo>
                    <a:pt x="405" y="1100"/>
                    <a:pt x="459" y="1084"/>
                    <a:pt x="507" y="1051"/>
                  </a:cubicBezTo>
                  <a:cubicBezTo>
                    <a:pt x="665" y="937"/>
                    <a:pt x="747" y="779"/>
                    <a:pt x="714" y="572"/>
                  </a:cubicBezTo>
                  <a:lnTo>
                    <a:pt x="714" y="572"/>
                  </a:lnTo>
                  <a:cubicBezTo>
                    <a:pt x="523" y="583"/>
                    <a:pt x="491" y="795"/>
                    <a:pt x="333" y="822"/>
                  </a:cubicBezTo>
                  <a:cubicBezTo>
                    <a:pt x="93" y="588"/>
                    <a:pt x="431" y="300"/>
                    <a:pt x="213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39"/>
            <p:cNvSpPr/>
            <p:nvPr/>
          </p:nvSpPr>
          <p:spPr>
            <a:xfrm rot="-937699">
              <a:off x="1450834" y="3216645"/>
              <a:ext cx="17299" cy="27955"/>
            </a:xfrm>
            <a:custGeom>
              <a:rect b="b" l="l" r="r" t="t"/>
              <a:pathLst>
                <a:path extrusionOk="0" h="425" w="263">
                  <a:moveTo>
                    <a:pt x="1" y="0"/>
                  </a:moveTo>
                  <a:lnTo>
                    <a:pt x="1" y="0"/>
                  </a:lnTo>
                  <a:cubicBezTo>
                    <a:pt x="44" y="142"/>
                    <a:pt x="93" y="283"/>
                    <a:pt x="142" y="425"/>
                  </a:cubicBezTo>
                  <a:cubicBezTo>
                    <a:pt x="219" y="240"/>
                    <a:pt x="262" y="71"/>
                    <a:pt x="1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39"/>
            <p:cNvSpPr/>
            <p:nvPr/>
          </p:nvSpPr>
          <p:spPr>
            <a:xfrm rot="-937699">
              <a:off x="316623" y="2443538"/>
              <a:ext cx="1080055" cy="103401"/>
            </a:xfrm>
            <a:custGeom>
              <a:rect b="b" l="l" r="r" t="t"/>
              <a:pathLst>
                <a:path extrusionOk="0" h="1572" w="16420">
                  <a:moveTo>
                    <a:pt x="3357" y="1"/>
                  </a:moveTo>
                  <a:cubicBezTo>
                    <a:pt x="2854" y="1"/>
                    <a:pt x="2350" y="21"/>
                    <a:pt x="1846" y="80"/>
                  </a:cubicBezTo>
                  <a:cubicBezTo>
                    <a:pt x="1258" y="150"/>
                    <a:pt x="670" y="221"/>
                    <a:pt x="1" y="303"/>
                  </a:cubicBezTo>
                  <a:cubicBezTo>
                    <a:pt x="232" y="378"/>
                    <a:pt x="429" y="408"/>
                    <a:pt x="618" y="408"/>
                  </a:cubicBezTo>
                  <a:cubicBezTo>
                    <a:pt x="718" y="408"/>
                    <a:pt x="815" y="400"/>
                    <a:pt x="915" y="384"/>
                  </a:cubicBezTo>
                  <a:cubicBezTo>
                    <a:pt x="1318" y="330"/>
                    <a:pt x="1732" y="297"/>
                    <a:pt x="2140" y="297"/>
                  </a:cubicBezTo>
                  <a:cubicBezTo>
                    <a:pt x="2235" y="297"/>
                    <a:pt x="2330" y="297"/>
                    <a:pt x="2425" y="297"/>
                  </a:cubicBezTo>
                  <a:cubicBezTo>
                    <a:pt x="4578" y="297"/>
                    <a:pt x="6726" y="413"/>
                    <a:pt x="8874" y="570"/>
                  </a:cubicBezTo>
                  <a:cubicBezTo>
                    <a:pt x="9980" y="646"/>
                    <a:pt x="11068" y="787"/>
                    <a:pt x="12108" y="1201"/>
                  </a:cubicBezTo>
                  <a:cubicBezTo>
                    <a:pt x="12282" y="1272"/>
                    <a:pt x="12468" y="1315"/>
                    <a:pt x="12653" y="1348"/>
                  </a:cubicBezTo>
                  <a:cubicBezTo>
                    <a:pt x="13894" y="1571"/>
                    <a:pt x="15162" y="1468"/>
                    <a:pt x="16420" y="1544"/>
                  </a:cubicBezTo>
                  <a:cubicBezTo>
                    <a:pt x="15734" y="1315"/>
                    <a:pt x="15026" y="1239"/>
                    <a:pt x="14313" y="1217"/>
                  </a:cubicBezTo>
                  <a:cubicBezTo>
                    <a:pt x="13747" y="1196"/>
                    <a:pt x="13186" y="1130"/>
                    <a:pt x="12642" y="1005"/>
                  </a:cubicBezTo>
                  <a:cubicBezTo>
                    <a:pt x="12059" y="874"/>
                    <a:pt x="11498" y="635"/>
                    <a:pt x="10916" y="510"/>
                  </a:cubicBezTo>
                  <a:cubicBezTo>
                    <a:pt x="9452" y="199"/>
                    <a:pt x="7960" y="129"/>
                    <a:pt x="6468" y="101"/>
                  </a:cubicBezTo>
                  <a:cubicBezTo>
                    <a:pt x="5431" y="87"/>
                    <a:pt x="4394" y="1"/>
                    <a:pt x="3357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39"/>
            <p:cNvSpPr/>
            <p:nvPr/>
          </p:nvSpPr>
          <p:spPr>
            <a:xfrm rot="-937699">
              <a:off x="503473" y="2525794"/>
              <a:ext cx="711968" cy="102546"/>
            </a:xfrm>
            <a:custGeom>
              <a:rect b="b" l="l" r="r" t="t"/>
              <a:pathLst>
                <a:path extrusionOk="0" h="1559" w="10824">
                  <a:moveTo>
                    <a:pt x="489" y="0"/>
                  </a:moveTo>
                  <a:cubicBezTo>
                    <a:pt x="322" y="0"/>
                    <a:pt x="159" y="19"/>
                    <a:pt x="1" y="72"/>
                  </a:cubicBezTo>
                  <a:cubicBezTo>
                    <a:pt x="371" y="181"/>
                    <a:pt x="758" y="170"/>
                    <a:pt x="1139" y="219"/>
                  </a:cubicBezTo>
                  <a:cubicBezTo>
                    <a:pt x="2483" y="399"/>
                    <a:pt x="3850" y="355"/>
                    <a:pt x="5195" y="562"/>
                  </a:cubicBezTo>
                  <a:cubicBezTo>
                    <a:pt x="6076" y="698"/>
                    <a:pt x="6964" y="747"/>
                    <a:pt x="7829" y="960"/>
                  </a:cubicBezTo>
                  <a:cubicBezTo>
                    <a:pt x="8793" y="1199"/>
                    <a:pt x="9740" y="1542"/>
                    <a:pt x="10753" y="1558"/>
                  </a:cubicBezTo>
                  <a:cubicBezTo>
                    <a:pt x="10824" y="1455"/>
                    <a:pt x="10731" y="1433"/>
                    <a:pt x="10671" y="1422"/>
                  </a:cubicBezTo>
                  <a:cubicBezTo>
                    <a:pt x="8864" y="1068"/>
                    <a:pt x="7122" y="464"/>
                    <a:pt x="5265" y="317"/>
                  </a:cubicBezTo>
                  <a:cubicBezTo>
                    <a:pt x="3697" y="192"/>
                    <a:pt x="2130" y="67"/>
                    <a:pt x="556" y="1"/>
                  </a:cubicBezTo>
                  <a:cubicBezTo>
                    <a:pt x="534" y="1"/>
                    <a:pt x="511" y="0"/>
                    <a:pt x="489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6" name="Google Shape;2166;p39"/>
            <p:cNvSpPr/>
            <p:nvPr/>
          </p:nvSpPr>
          <p:spPr>
            <a:xfrm rot="-937699">
              <a:off x="1257723" y="2191862"/>
              <a:ext cx="139710" cy="198449"/>
            </a:xfrm>
            <a:custGeom>
              <a:rect b="b" l="l" r="r" t="t"/>
              <a:pathLst>
                <a:path extrusionOk="0" h="3017" w="2124">
                  <a:moveTo>
                    <a:pt x="52" y="1"/>
                  </a:moveTo>
                  <a:cubicBezTo>
                    <a:pt x="23" y="1"/>
                    <a:pt x="7" y="39"/>
                    <a:pt x="0" y="93"/>
                  </a:cubicBezTo>
                  <a:cubicBezTo>
                    <a:pt x="278" y="1367"/>
                    <a:pt x="1187" y="2184"/>
                    <a:pt x="2112" y="3017"/>
                  </a:cubicBezTo>
                  <a:cubicBezTo>
                    <a:pt x="2123" y="2696"/>
                    <a:pt x="1982" y="2461"/>
                    <a:pt x="1775" y="2287"/>
                  </a:cubicBezTo>
                  <a:cubicBezTo>
                    <a:pt x="1149" y="1732"/>
                    <a:pt x="713" y="1041"/>
                    <a:pt x="343" y="306"/>
                  </a:cubicBezTo>
                  <a:cubicBezTo>
                    <a:pt x="267" y="219"/>
                    <a:pt x="202" y="126"/>
                    <a:pt x="120" y="44"/>
                  </a:cubicBezTo>
                  <a:cubicBezTo>
                    <a:pt x="92" y="14"/>
                    <a:pt x="69" y="1"/>
                    <a:pt x="52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7" name="Google Shape;2167;p39"/>
            <p:cNvSpPr/>
            <p:nvPr/>
          </p:nvSpPr>
          <p:spPr>
            <a:xfrm rot="-937699">
              <a:off x="3064230" y="2940593"/>
              <a:ext cx="42294" cy="20785"/>
            </a:xfrm>
            <a:custGeom>
              <a:rect b="b" l="l" r="r" t="t"/>
              <a:pathLst>
                <a:path extrusionOk="0" h="316" w="643">
                  <a:moveTo>
                    <a:pt x="339" y="0"/>
                  </a:moveTo>
                  <a:cubicBezTo>
                    <a:pt x="239" y="0"/>
                    <a:pt x="131" y="34"/>
                    <a:pt x="31" y="34"/>
                  </a:cubicBezTo>
                  <a:cubicBezTo>
                    <a:pt x="21" y="34"/>
                    <a:pt x="10" y="33"/>
                    <a:pt x="0" y="33"/>
                  </a:cubicBezTo>
                  <a:lnTo>
                    <a:pt x="0" y="33"/>
                  </a:lnTo>
                  <a:cubicBezTo>
                    <a:pt x="160" y="198"/>
                    <a:pt x="346" y="316"/>
                    <a:pt x="568" y="316"/>
                  </a:cubicBezTo>
                  <a:cubicBezTo>
                    <a:pt x="573" y="316"/>
                    <a:pt x="578" y="316"/>
                    <a:pt x="583" y="316"/>
                  </a:cubicBezTo>
                  <a:cubicBezTo>
                    <a:pt x="643" y="316"/>
                    <a:pt x="615" y="223"/>
                    <a:pt x="594" y="169"/>
                  </a:cubicBezTo>
                  <a:cubicBezTo>
                    <a:pt x="529" y="34"/>
                    <a:pt x="438" y="0"/>
                    <a:pt x="339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68" name="Google Shape;2168;p39"/>
          <p:cNvGrpSpPr/>
          <p:nvPr/>
        </p:nvGrpSpPr>
        <p:grpSpPr>
          <a:xfrm rot="-349115">
            <a:off x="-801239" y="-91656"/>
            <a:ext cx="5158011" cy="4822510"/>
            <a:chOff x="-592675" y="85618"/>
            <a:chExt cx="5062086" cy="4732824"/>
          </a:xfrm>
        </p:grpSpPr>
        <p:sp>
          <p:nvSpPr>
            <p:cNvPr id="2169" name="Google Shape;2169;p39"/>
            <p:cNvSpPr/>
            <p:nvPr/>
          </p:nvSpPr>
          <p:spPr>
            <a:xfrm rot="-937699">
              <a:off x="1575523" y="404839"/>
              <a:ext cx="2582595" cy="2665473"/>
            </a:xfrm>
            <a:custGeom>
              <a:rect b="b" l="l" r="r" t="t"/>
              <a:pathLst>
                <a:path extrusionOk="0" h="40523" w="39263">
                  <a:moveTo>
                    <a:pt x="26406" y="2586"/>
                  </a:moveTo>
                  <a:lnTo>
                    <a:pt x="26406" y="2586"/>
                  </a:lnTo>
                  <a:cubicBezTo>
                    <a:pt x="26478" y="2688"/>
                    <a:pt x="26550" y="2791"/>
                    <a:pt x="26622" y="2893"/>
                  </a:cubicBezTo>
                  <a:cubicBezTo>
                    <a:pt x="26772" y="3108"/>
                    <a:pt x="26921" y="3323"/>
                    <a:pt x="27068" y="3538"/>
                  </a:cubicBezTo>
                  <a:lnTo>
                    <a:pt x="27068" y="3538"/>
                  </a:lnTo>
                  <a:cubicBezTo>
                    <a:pt x="26847" y="3221"/>
                    <a:pt x="26624" y="2905"/>
                    <a:pt x="26406" y="2586"/>
                  </a:cubicBezTo>
                  <a:close/>
                  <a:moveTo>
                    <a:pt x="28742" y="6330"/>
                  </a:moveTo>
                  <a:lnTo>
                    <a:pt x="28742" y="6330"/>
                  </a:lnTo>
                  <a:cubicBezTo>
                    <a:pt x="29095" y="7035"/>
                    <a:pt x="29402" y="7765"/>
                    <a:pt x="29643" y="8533"/>
                  </a:cubicBezTo>
                  <a:cubicBezTo>
                    <a:pt x="29659" y="8584"/>
                    <a:pt x="29675" y="8635"/>
                    <a:pt x="29691" y="8686"/>
                  </a:cubicBezTo>
                  <a:lnTo>
                    <a:pt x="29691" y="8686"/>
                  </a:lnTo>
                  <a:cubicBezTo>
                    <a:pt x="29431" y="7882"/>
                    <a:pt x="29115" y="7096"/>
                    <a:pt x="28742" y="6330"/>
                  </a:cubicBezTo>
                  <a:close/>
                  <a:moveTo>
                    <a:pt x="30207" y="10663"/>
                  </a:moveTo>
                  <a:lnTo>
                    <a:pt x="30207" y="10663"/>
                  </a:lnTo>
                  <a:cubicBezTo>
                    <a:pt x="30424" y="11691"/>
                    <a:pt x="30556" y="12732"/>
                    <a:pt x="30569" y="13798"/>
                  </a:cubicBezTo>
                  <a:cubicBezTo>
                    <a:pt x="30584" y="14980"/>
                    <a:pt x="30553" y="16161"/>
                    <a:pt x="30482" y="17343"/>
                  </a:cubicBezTo>
                  <a:lnTo>
                    <a:pt x="30482" y="17343"/>
                  </a:lnTo>
                  <a:cubicBezTo>
                    <a:pt x="30497" y="17063"/>
                    <a:pt x="30508" y="16783"/>
                    <a:pt x="30514" y="16503"/>
                  </a:cubicBezTo>
                  <a:cubicBezTo>
                    <a:pt x="30541" y="15240"/>
                    <a:pt x="30629" y="13983"/>
                    <a:pt x="30509" y="12720"/>
                  </a:cubicBezTo>
                  <a:cubicBezTo>
                    <a:pt x="30444" y="12022"/>
                    <a:pt x="30343" y="11336"/>
                    <a:pt x="30207" y="10663"/>
                  </a:cubicBezTo>
                  <a:close/>
                  <a:moveTo>
                    <a:pt x="30456" y="17737"/>
                  </a:moveTo>
                  <a:cubicBezTo>
                    <a:pt x="30423" y="18274"/>
                    <a:pt x="30378" y="18809"/>
                    <a:pt x="30278" y="19338"/>
                  </a:cubicBezTo>
                  <a:lnTo>
                    <a:pt x="30278" y="19338"/>
                  </a:lnTo>
                  <a:cubicBezTo>
                    <a:pt x="30281" y="19319"/>
                    <a:pt x="30283" y="19299"/>
                    <a:pt x="30286" y="19280"/>
                  </a:cubicBezTo>
                  <a:cubicBezTo>
                    <a:pt x="30364" y="18766"/>
                    <a:pt x="30419" y="18252"/>
                    <a:pt x="30456" y="17737"/>
                  </a:cubicBezTo>
                  <a:close/>
                  <a:moveTo>
                    <a:pt x="1187" y="35666"/>
                  </a:moveTo>
                  <a:lnTo>
                    <a:pt x="1187" y="35666"/>
                  </a:lnTo>
                  <a:cubicBezTo>
                    <a:pt x="1354" y="35803"/>
                    <a:pt x="1516" y="35975"/>
                    <a:pt x="1686" y="36156"/>
                  </a:cubicBezTo>
                  <a:lnTo>
                    <a:pt x="1686" y="36156"/>
                  </a:lnTo>
                  <a:cubicBezTo>
                    <a:pt x="1474" y="35979"/>
                    <a:pt x="1299" y="35773"/>
                    <a:pt x="1187" y="35666"/>
                  </a:cubicBezTo>
                  <a:close/>
                  <a:moveTo>
                    <a:pt x="23281" y="0"/>
                  </a:moveTo>
                  <a:cubicBezTo>
                    <a:pt x="23034" y="0"/>
                    <a:pt x="22787" y="15"/>
                    <a:pt x="22539" y="46"/>
                  </a:cubicBezTo>
                  <a:cubicBezTo>
                    <a:pt x="22283" y="79"/>
                    <a:pt x="22071" y="215"/>
                    <a:pt x="21956" y="460"/>
                  </a:cubicBezTo>
                  <a:cubicBezTo>
                    <a:pt x="21907" y="553"/>
                    <a:pt x="21853" y="661"/>
                    <a:pt x="21945" y="754"/>
                  </a:cubicBezTo>
                  <a:cubicBezTo>
                    <a:pt x="21978" y="789"/>
                    <a:pt x="22014" y="801"/>
                    <a:pt x="22051" y="801"/>
                  </a:cubicBezTo>
                  <a:cubicBezTo>
                    <a:pt x="22103" y="801"/>
                    <a:pt x="22156" y="778"/>
                    <a:pt x="22207" y="759"/>
                  </a:cubicBezTo>
                  <a:cubicBezTo>
                    <a:pt x="22392" y="683"/>
                    <a:pt x="22577" y="596"/>
                    <a:pt x="22773" y="553"/>
                  </a:cubicBezTo>
                  <a:cubicBezTo>
                    <a:pt x="22933" y="517"/>
                    <a:pt x="23090" y="496"/>
                    <a:pt x="23240" y="496"/>
                  </a:cubicBezTo>
                  <a:cubicBezTo>
                    <a:pt x="23596" y="496"/>
                    <a:pt x="23920" y="614"/>
                    <a:pt x="24188" y="939"/>
                  </a:cubicBezTo>
                  <a:cubicBezTo>
                    <a:pt x="24406" y="1206"/>
                    <a:pt x="24618" y="1473"/>
                    <a:pt x="24793" y="1767"/>
                  </a:cubicBezTo>
                  <a:cubicBezTo>
                    <a:pt x="25898" y="3558"/>
                    <a:pt x="26850" y="5420"/>
                    <a:pt x="27411" y="7466"/>
                  </a:cubicBezTo>
                  <a:cubicBezTo>
                    <a:pt x="27672" y="8435"/>
                    <a:pt x="28015" y="9377"/>
                    <a:pt x="28151" y="10379"/>
                  </a:cubicBezTo>
                  <a:cubicBezTo>
                    <a:pt x="28326" y="11582"/>
                    <a:pt x="28298" y="12802"/>
                    <a:pt x="28331" y="14010"/>
                  </a:cubicBezTo>
                  <a:cubicBezTo>
                    <a:pt x="28396" y="16471"/>
                    <a:pt x="28364" y="18937"/>
                    <a:pt x="28277" y="21403"/>
                  </a:cubicBezTo>
                  <a:cubicBezTo>
                    <a:pt x="28271" y="21506"/>
                    <a:pt x="28244" y="21610"/>
                    <a:pt x="28239" y="21719"/>
                  </a:cubicBezTo>
                  <a:cubicBezTo>
                    <a:pt x="28211" y="22367"/>
                    <a:pt x="28157" y="23020"/>
                    <a:pt x="28124" y="23651"/>
                  </a:cubicBezTo>
                  <a:cubicBezTo>
                    <a:pt x="28086" y="23630"/>
                    <a:pt x="28119" y="23564"/>
                    <a:pt x="28119" y="23510"/>
                  </a:cubicBezTo>
                  <a:cubicBezTo>
                    <a:pt x="28130" y="22840"/>
                    <a:pt x="28173" y="22165"/>
                    <a:pt x="28173" y="21501"/>
                  </a:cubicBezTo>
                  <a:cubicBezTo>
                    <a:pt x="28168" y="20369"/>
                    <a:pt x="28255" y="19242"/>
                    <a:pt x="28211" y="18109"/>
                  </a:cubicBezTo>
                  <a:cubicBezTo>
                    <a:pt x="28119" y="15921"/>
                    <a:pt x="28249" y="13727"/>
                    <a:pt x="28124" y="11533"/>
                  </a:cubicBezTo>
                  <a:cubicBezTo>
                    <a:pt x="28097" y="11038"/>
                    <a:pt x="28059" y="10548"/>
                    <a:pt x="27977" y="10058"/>
                  </a:cubicBezTo>
                  <a:cubicBezTo>
                    <a:pt x="27787" y="8866"/>
                    <a:pt x="27357" y="7733"/>
                    <a:pt x="27003" y="6585"/>
                  </a:cubicBezTo>
                  <a:cubicBezTo>
                    <a:pt x="26540" y="5082"/>
                    <a:pt x="25811" y="3688"/>
                    <a:pt x="24989" y="2349"/>
                  </a:cubicBezTo>
                  <a:cubicBezTo>
                    <a:pt x="24950" y="2289"/>
                    <a:pt x="24912" y="2229"/>
                    <a:pt x="24863" y="2180"/>
                  </a:cubicBezTo>
                  <a:cubicBezTo>
                    <a:pt x="24813" y="2130"/>
                    <a:pt x="24771" y="2107"/>
                    <a:pt x="24737" y="2107"/>
                  </a:cubicBezTo>
                  <a:cubicBezTo>
                    <a:pt x="24683" y="2107"/>
                    <a:pt x="24647" y="2163"/>
                    <a:pt x="24624" y="2257"/>
                  </a:cubicBezTo>
                  <a:cubicBezTo>
                    <a:pt x="24607" y="2327"/>
                    <a:pt x="24613" y="2398"/>
                    <a:pt x="24624" y="2469"/>
                  </a:cubicBezTo>
                  <a:cubicBezTo>
                    <a:pt x="24695" y="3040"/>
                    <a:pt x="24569" y="3569"/>
                    <a:pt x="24270" y="4059"/>
                  </a:cubicBezTo>
                  <a:cubicBezTo>
                    <a:pt x="24079" y="4369"/>
                    <a:pt x="23916" y="4695"/>
                    <a:pt x="23715" y="5006"/>
                  </a:cubicBezTo>
                  <a:cubicBezTo>
                    <a:pt x="23491" y="5349"/>
                    <a:pt x="23486" y="5713"/>
                    <a:pt x="23677" y="6078"/>
                  </a:cubicBezTo>
                  <a:cubicBezTo>
                    <a:pt x="23824" y="6361"/>
                    <a:pt x="24003" y="6623"/>
                    <a:pt x="24161" y="6900"/>
                  </a:cubicBezTo>
                  <a:cubicBezTo>
                    <a:pt x="24444" y="7396"/>
                    <a:pt x="24820" y="7837"/>
                    <a:pt x="24934" y="8435"/>
                  </a:cubicBezTo>
                  <a:cubicBezTo>
                    <a:pt x="25076" y="9143"/>
                    <a:pt x="24885" y="9889"/>
                    <a:pt x="25223" y="10580"/>
                  </a:cubicBezTo>
                  <a:cubicBezTo>
                    <a:pt x="24999" y="10482"/>
                    <a:pt x="24820" y="10363"/>
                    <a:pt x="24700" y="10188"/>
                  </a:cubicBezTo>
                  <a:cubicBezTo>
                    <a:pt x="24439" y="9796"/>
                    <a:pt x="24128" y="9432"/>
                    <a:pt x="23938" y="8996"/>
                  </a:cubicBezTo>
                  <a:cubicBezTo>
                    <a:pt x="23753" y="8572"/>
                    <a:pt x="23432" y="8294"/>
                    <a:pt x="23029" y="8092"/>
                  </a:cubicBezTo>
                  <a:cubicBezTo>
                    <a:pt x="22927" y="8042"/>
                    <a:pt x="22849" y="8014"/>
                    <a:pt x="22792" y="8014"/>
                  </a:cubicBezTo>
                  <a:cubicBezTo>
                    <a:pt x="22685" y="8014"/>
                    <a:pt x="22652" y="8111"/>
                    <a:pt x="22669" y="8332"/>
                  </a:cubicBezTo>
                  <a:cubicBezTo>
                    <a:pt x="22691" y="8637"/>
                    <a:pt x="22593" y="8866"/>
                    <a:pt x="22283" y="8915"/>
                  </a:cubicBezTo>
                  <a:cubicBezTo>
                    <a:pt x="21602" y="9023"/>
                    <a:pt x="21183" y="9464"/>
                    <a:pt x="20846" y="10009"/>
                  </a:cubicBezTo>
                  <a:cubicBezTo>
                    <a:pt x="20666" y="10303"/>
                    <a:pt x="20421" y="10477"/>
                    <a:pt x="20094" y="10548"/>
                  </a:cubicBezTo>
                  <a:cubicBezTo>
                    <a:pt x="19849" y="10602"/>
                    <a:pt x="19615" y="10689"/>
                    <a:pt x="19419" y="10842"/>
                  </a:cubicBezTo>
                  <a:cubicBezTo>
                    <a:pt x="19131" y="11070"/>
                    <a:pt x="18826" y="11266"/>
                    <a:pt x="18494" y="11424"/>
                  </a:cubicBezTo>
                  <a:cubicBezTo>
                    <a:pt x="18265" y="11528"/>
                    <a:pt x="18064" y="11680"/>
                    <a:pt x="17890" y="11854"/>
                  </a:cubicBezTo>
                  <a:cubicBezTo>
                    <a:pt x="17492" y="12252"/>
                    <a:pt x="17040" y="12557"/>
                    <a:pt x="16490" y="12714"/>
                  </a:cubicBezTo>
                  <a:cubicBezTo>
                    <a:pt x="16147" y="12812"/>
                    <a:pt x="16098" y="13003"/>
                    <a:pt x="16300" y="13302"/>
                  </a:cubicBezTo>
                  <a:cubicBezTo>
                    <a:pt x="16507" y="13607"/>
                    <a:pt x="16828" y="13771"/>
                    <a:pt x="17127" y="13956"/>
                  </a:cubicBezTo>
                  <a:cubicBezTo>
                    <a:pt x="17296" y="14065"/>
                    <a:pt x="17498" y="14146"/>
                    <a:pt x="17585" y="14331"/>
                  </a:cubicBezTo>
                  <a:cubicBezTo>
                    <a:pt x="17704" y="14585"/>
                    <a:pt x="17896" y="14662"/>
                    <a:pt x="18129" y="14662"/>
                  </a:cubicBezTo>
                  <a:cubicBezTo>
                    <a:pt x="18161" y="14662"/>
                    <a:pt x="18194" y="14661"/>
                    <a:pt x="18227" y="14658"/>
                  </a:cubicBezTo>
                  <a:cubicBezTo>
                    <a:pt x="19245" y="14582"/>
                    <a:pt x="20274" y="14533"/>
                    <a:pt x="21270" y="14293"/>
                  </a:cubicBezTo>
                  <a:cubicBezTo>
                    <a:pt x="21661" y="14200"/>
                    <a:pt x="22055" y="14161"/>
                    <a:pt x="22449" y="14161"/>
                  </a:cubicBezTo>
                  <a:cubicBezTo>
                    <a:pt x="22582" y="14161"/>
                    <a:pt x="22716" y="14165"/>
                    <a:pt x="22849" y="14173"/>
                  </a:cubicBezTo>
                  <a:cubicBezTo>
                    <a:pt x="23165" y="14190"/>
                    <a:pt x="23442" y="14304"/>
                    <a:pt x="23660" y="14549"/>
                  </a:cubicBezTo>
                  <a:cubicBezTo>
                    <a:pt x="23818" y="14729"/>
                    <a:pt x="23796" y="14832"/>
                    <a:pt x="23600" y="14968"/>
                  </a:cubicBezTo>
                  <a:cubicBezTo>
                    <a:pt x="23284" y="15178"/>
                    <a:pt x="22961" y="15263"/>
                    <a:pt x="22620" y="15263"/>
                  </a:cubicBezTo>
                  <a:cubicBezTo>
                    <a:pt x="22456" y="15263"/>
                    <a:pt x="22288" y="15243"/>
                    <a:pt x="22114" y="15208"/>
                  </a:cubicBezTo>
                  <a:cubicBezTo>
                    <a:pt x="21825" y="15151"/>
                    <a:pt x="21535" y="15099"/>
                    <a:pt x="21244" y="15099"/>
                  </a:cubicBezTo>
                  <a:cubicBezTo>
                    <a:pt x="21058" y="15099"/>
                    <a:pt x="20871" y="15120"/>
                    <a:pt x="20682" y="15175"/>
                  </a:cubicBezTo>
                  <a:cubicBezTo>
                    <a:pt x="20160" y="15333"/>
                    <a:pt x="19643" y="15518"/>
                    <a:pt x="19158" y="15741"/>
                  </a:cubicBezTo>
                  <a:cubicBezTo>
                    <a:pt x="19009" y="15809"/>
                    <a:pt x="18882" y="15839"/>
                    <a:pt x="18768" y="15839"/>
                  </a:cubicBezTo>
                  <a:cubicBezTo>
                    <a:pt x="18577" y="15839"/>
                    <a:pt x="18418" y="15756"/>
                    <a:pt x="18238" y="15627"/>
                  </a:cubicBezTo>
                  <a:cubicBezTo>
                    <a:pt x="18046" y="15493"/>
                    <a:pt x="17940" y="15423"/>
                    <a:pt x="17842" y="15423"/>
                  </a:cubicBezTo>
                  <a:cubicBezTo>
                    <a:pt x="17738" y="15423"/>
                    <a:pt x="17642" y="15502"/>
                    <a:pt x="17459" y="15665"/>
                  </a:cubicBezTo>
                  <a:cubicBezTo>
                    <a:pt x="17389" y="15730"/>
                    <a:pt x="17318" y="15790"/>
                    <a:pt x="17231" y="15834"/>
                  </a:cubicBezTo>
                  <a:cubicBezTo>
                    <a:pt x="17076" y="15916"/>
                    <a:pt x="16956" y="15960"/>
                    <a:pt x="16861" y="15960"/>
                  </a:cubicBezTo>
                  <a:cubicBezTo>
                    <a:pt x="16693" y="15960"/>
                    <a:pt x="16604" y="15823"/>
                    <a:pt x="16534" y="15524"/>
                  </a:cubicBezTo>
                  <a:cubicBezTo>
                    <a:pt x="16512" y="15442"/>
                    <a:pt x="16501" y="15360"/>
                    <a:pt x="16485" y="15279"/>
                  </a:cubicBezTo>
                  <a:cubicBezTo>
                    <a:pt x="16305" y="14500"/>
                    <a:pt x="16180" y="14397"/>
                    <a:pt x="15385" y="14391"/>
                  </a:cubicBezTo>
                  <a:cubicBezTo>
                    <a:pt x="15267" y="14391"/>
                    <a:pt x="15148" y="14397"/>
                    <a:pt x="15030" y="14397"/>
                  </a:cubicBezTo>
                  <a:cubicBezTo>
                    <a:pt x="14839" y="14397"/>
                    <a:pt x="14651" y="14381"/>
                    <a:pt x="14476" y="14293"/>
                  </a:cubicBezTo>
                  <a:cubicBezTo>
                    <a:pt x="14231" y="14167"/>
                    <a:pt x="13997" y="14109"/>
                    <a:pt x="13773" y="14109"/>
                  </a:cubicBezTo>
                  <a:cubicBezTo>
                    <a:pt x="13380" y="14109"/>
                    <a:pt x="13018" y="14287"/>
                    <a:pt x="12685" y="14582"/>
                  </a:cubicBezTo>
                  <a:cubicBezTo>
                    <a:pt x="12157" y="15050"/>
                    <a:pt x="11542" y="15317"/>
                    <a:pt x="10878" y="15507"/>
                  </a:cubicBezTo>
                  <a:cubicBezTo>
                    <a:pt x="10709" y="15556"/>
                    <a:pt x="10404" y="15540"/>
                    <a:pt x="10437" y="15747"/>
                  </a:cubicBezTo>
                  <a:cubicBezTo>
                    <a:pt x="10453" y="15849"/>
                    <a:pt x="10562" y="15869"/>
                    <a:pt x="10687" y="15869"/>
                  </a:cubicBezTo>
                  <a:cubicBezTo>
                    <a:pt x="10767" y="15869"/>
                    <a:pt x="10852" y="15861"/>
                    <a:pt x="10924" y="15861"/>
                  </a:cubicBezTo>
                  <a:cubicBezTo>
                    <a:pt x="10933" y="15861"/>
                    <a:pt x="10941" y="15861"/>
                    <a:pt x="10948" y="15861"/>
                  </a:cubicBezTo>
                  <a:cubicBezTo>
                    <a:pt x="11052" y="15864"/>
                    <a:pt x="11155" y="15865"/>
                    <a:pt x="11258" y="15865"/>
                  </a:cubicBezTo>
                  <a:cubicBezTo>
                    <a:pt x="11513" y="15865"/>
                    <a:pt x="11767" y="15859"/>
                    <a:pt x="12017" y="15859"/>
                  </a:cubicBezTo>
                  <a:cubicBezTo>
                    <a:pt x="12242" y="15859"/>
                    <a:pt x="12463" y="15864"/>
                    <a:pt x="12680" y="15883"/>
                  </a:cubicBezTo>
                  <a:cubicBezTo>
                    <a:pt x="12235" y="15874"/>
                    <a:pt x="11776" y="15866"/>
                    <a:pt x="11313" y="15866"/>
                  </a:cubicBezTo>
                  <a:cubicBezTo>
                    <a:pt x="10950" y="15866"/>
                    <a:pt x="10583" y="15871"/>
                    <a:pt x="10219" y="15883"/>
                  </a:cubicBezTo>
                  <a:cubicBezTo>
                    <a:pt x="8662" y="15937"/>
                    <a:pt x="7279" y="16498"/>
                    <a:pt x="6016" y="17380"/>
                  </a:cubicBezTo>
                  <a:cubicBezTo>
                    <a:pt x="5820" y="17516"/>
                    <a:pt x="5679" y="17712"/>
                    <a:pt x="5619" y="17952"/>
                  </a:cubicBezTo>
                  <a:cubicBezTo>
                    <a:pt x="5597" y="18022"/>
                    <a:pt x="5597" y="18099"/>
                    <a:pt x="5657" y="18148"/>
                  </a:cubicBezTo>
                  <a:cubicBezTo>
                    <a:pt x="5678" y="18165"/>
                    <a:pt x="5700" y="18172"/>
                    <a:pt x="5722" y="18172"/>
                  </a:cubicBezTo>
                  <a:cubicBezTo>
                    <a:pt x="5767" y="18172"/>
                    <a:pt x="5812" y="18142"/>
                    <a:pt x="5853" y="18120"/>
                  </a:cubicBezTo>
                  <a:cubicBezTo>
                    <a:pt x="5973" y="18044"/>
                    <a:pt x="6054" y="17924"/>
                    <a:pt x="6169" y="17837"/>
                  </a:cubicBezTo>
                  <a:cubicBezTo>
                    <a:pt x="6420" y="17658"/>
                    <a:pt x="6645" y="17428"/>
                    <a:pt x="6967" y="17428"/>
                  </a:cubicBezTo>
                  <a:cubicBezTo>
                    <a:pt x="7008" y="17428"/>
                    <a:pt x="7050" y="17432"/>
                    <a:pt x="7094" y="17440"/>
                  </a:cubicBezTo>
                  <a:cubicBezTo>
                    <a:pt x="6985" y="17472"/>
                    <a:pt x="6827" y="17407"/>
                    <a:pt x="6789" y="17598"/>
                  </a:cubicBezTo>
                  <a:cubicBezTo>
                    <a:pt x="6931" y="17598"/>
                    <a:pt x="7072" y="17631"/>
                    <a:pt x="7216" y="17631"/>
                  </a:cubicBezTo>
                  <a:cubicBezTo>
                    <a:pt x="7282" y="17631"/>
                    <a:pt x="7348" y="17624"/>
                    <a:pt x="7415" y="17603"/>
                  </a:cubicBezTo>
                  <a:cubicBezTo>
                    <a:pt x="7608" y="17542"/>
                    <a:pt x="7801" y="17515"/>
                    <a:pt x="7995" y="17515"/>
                  </a:cubicBezTo>
                  <a:cubicBezTo>
                    <a:pt x="8184" y="17515"/>
                    <a:pt x="8373" y="17541"/>
                    <a:pt x="8564" y="17587"/>
                  </a:cubicBezTo>
                  <a:cubicBezTo>
                    <a:pt x="8575" y="17532"/>
                    <a:pt x="8564" y="17478"/>
                    <a:pt x="8471" y="17385"/>
                  </a:cubicBezTo>
                  <a:lnTo>
                    <a:pt x="8471" y="17385"/>
                  </a:lnTo>
                  <a:cubicBezTo>
                    <a:pt x="8755" y="17581"/>
                    <a:pt x="9016" y="17647"/>
                    <a:pt x="9272" y="17739"/>
                  </a:cubicBezTo>
                  <a:cubicBezTo>
                    <a:pt x="9691" y="17886"/>
                    <a:pt x="10045" y="18131"/>
                    <a:pt x="10360" y="18441"/>
                  </a:cubicBezTo>
                  <a:cubicBezTo>
                    <a:pt x="10611" y="18692"/>
                    <a:pt x="10747" y="18997"/>
                    <a:pt x="10736" y="19362"/>
                  </a:cubicBezTo>
                  <a:cubicBezTo>
                    <a:pt x="10725" y="19666"/>
                    <a:pt x="10725" y="19971"/>
                    <a:pt x="10736" y="20282"/>
                  </a:cubicBezTo>
                  <a:cubicBezTo>
                    <a:pt x="10747" y="20657"/>
                    <a:pt x="10921" y="20842"/>
                    <a:pt x="11297" y="20870"/>
                  </a:cubicBezTo>
                  <a:cubicBezTo>
                    <a:pt x="11423" y="20880"/>
                    <a:pt x="11549" y="20887"/>
                    <a:pt x="11675" y="20887"/>
                  </a:cubicBezTo>
                  <a:cubicBezTo>
                    <a:pt x="11820" y="20887"/>
                    <a:pt x="11965" y="20877"/>
                    <a:pt x="12108" y="20848"/>
                  </a:cubicBezTo>
                  <a:cubicBezTo>
                    <a:pt x="12547" y="20756"/>
                    <a:pt x="12989" y="20731"/>
                    <a:pt x="13431" y="20731"/>
                  </a:cubicBezTo>
                  <a:cubicBezTo>
                    <a:pt x="13647" y="20731"/>
                    <a:pt x="13863" y="20737"/>
                    <a:pt x="14079" y="20744"/>
                  </a:cubicBezTo>
                  <a:cubicBezTo>
                    <a:pt x="14623" y="20761"/>
                    <a:pt x="15097" y="21038"/>
                    <a:pt x="15587" y="21223"/>
                  </a:cubicBezTo>
                  <a:cubicBezTo>
                    <a:pt x="15701" y="21267"/>
                    <a:pt x="15745" y="21370"/>
                    <a:pt x="15619" y="21430"/>
                  </a:cubicBezTo>
                  <a:cubicBezTo>
                    <a:pt x="15204" y="21635"/>
                    <a:pt x="14802" y="21876"/>
                    <a:pt x="14323" y="21876"/>
                  </a:cubicBezTo>
                  <a:cubicBezTo>
                    <a:pt x="14268" y="21876"/>
                    <a:pt x="14212" y="21872"/>
                    <a:pt x="14155" y="21866"/>
                  </a:cubicBezTo>
                  <a:cubicBezTo>
                    <a:pt x="13834" y="21828"/>
                    <a:pt x="13545" y="21692"/>
                    <a:pt x="13235" y="21632"/>
                  </a:cubicBezTo>
                  <a:cubicBezTo>
                    <a:pt x="13189" y="21624"/>
                    <a:pt x="13143" y="21619"/>
                    <a:pt x="13097" y="21619"/>
                  </a:cubicBezTo>
                  <a:cubicBezTo>
                    <a:pt x="12954" y="21619"/>
                    <a:pt x="12819" y="21665"/>
                    <a:pt x="12729" y="21806"/>
                  </a:cubicBezTo>
                  <a:cubicBezTo>
                    <a:pt x="12609" y="22002"/>
                    <a:pt x="12740" y="22138"/>
                    <a:pt x="12854" y="22279"/>
                  </a:cubicBezTo>
                  <a:cubicBezTo>
                    <a:pt x="12957" y="22405"/>
                    <a:pt x="13088" y="22535"/>
                    <a:pt x="13028" y="22715"/>
                  </a:cubicBezTo>
                  <a:cubicBezTo>
                    <a:pt x="12963" y="22911"/>
                    <a:pt x="12761" y="22867"/>
                    <a:pt x="12603" y="22900"/>
                  </a:cubicBezTo>
                  <a:cubicBezTo>
                    <a:pt x="12092" y="22998"/>
                    <a:pt x="11547" y="22911"/>
                    <a:pt x="11057" y="23194"/>
                  </a:cubicBezTo>
                  <a:cubicBezTo>
                    <a:pt x="10556" y="23483"/>
                    <a:pt x="10012" y="23673"/>
                    <a:pt x="9440" y="23787"/>
                  </a:cubicBezTo>
                  <a:cubicBezTo>
                    <a:pt x="9163" y="23847"/>
                    <a:pt x="8934" y="24022"/>
                    <a:pt x="8716" y="24207"/>
                  </a:cubicBezTo>
                  <a:cubicBezTo>
                    <a:pt x="8139" y="24708"/>
                    <a:pt x="7584" y="25236"/>
                    <a:pt x="6806" y="25437"/>
                  </a:cubicBezTo>
                  <a:cubicBezTo>
                    <a:pt x="6332" y="25551"/>
                    <a:pt x="6087" y="25943"/>
                    <a:pt x="5869" y="26346"/>
                  </a:cubicBezTo>
                  <a:cubicBezTo>
                    <a:pt x="5820" y="26439"/>
                    <a:pt x="5777" y="26558"/>
                    <a:pt x="5869" y="26640"/>
                  </a:cubicBezTo>
                  <a:cubicBezTo>
                    <a:pt x="5895" y="26662"/>
                    <a:pt x="5920" y="26671"/>
                    <a:pt x="5946" y="26671"/>
                  </a:cubicBezTo>
                  <a:cubicBezTo>
                    <a:pt x="6008" y="26671"/>
                    <a:pt x="6069" y="26619"/>
                    <a:pt x="6120" y="26580"/>
                  </a:cubicBezTo>
                  <a:cubicBezTo>
                    <a:pt x="6446" y="26346"/>
                    <a:pt x="6822" y="26254"/>
                    <a:pt x="7208" y="26205"/>
                  </a:cubicBezTo>
                  <a:cubicBezTo>
                    <a:pt x="7346" y="26190"/>
                    <a:pt x="7509" y="26110"/>
                    <a:pt x="7646" y="26110"/>
                  </a:cubicBezTo>
                  <a:cubicBezTo>
                    <a:pt x="7721" y="26110"/>
                    <a:pt x="7788" y="26134"/>
                    <a:pt x="7840" y="26205"/>
                  </a:cubicBezTo>
                  <a:cubicBezTo>
                    <a:pt x="8003" y="26422"/>
                    <a:pt x="7813" y="26684"/>
                    <a:pt x="7698" y="26891"/>
                  </a:cubicBezTo>
                  <a:cubicBezTo>
                    <a:pt x="7345" y="27533"/>
                    <a:pt x="6849" y="28083"/>
                    <a:pt x="6495" y="28720"/>
                  </a:cubicBezTo>
                  <a:cubicBezTo>
                    <a:pt x="6147" y="29357"/>
                    <a:pt x="5613" y="29792"/>
                    <a:pt x="5004" y="30130"/>
                  </a:cubicBezTo>
                  <a:cubicBezTo>
                    <a:pt x="3610" y="30897"/>
                    <a:pt x="2249" y="31719"/>
                    <a:pt x="812" y="32405"/>
                  </a:cubicBezTo>
                  <a:cubicBezTo>
                    <a:pt x="690" y="32464"/>
                    <a:pt x="572" y="32541"/>
                    <a:pt x="436" y="32541"/>
                  </a:cubicBezTo>
                  <a:cubicBezTo>
                    <a:pt x="408" y="32541"/>
                    <a:pt x="379" y="32538"/>
                    <a:pt x="349" y="32531"/>
                  </a:cubicBezTo>
                  <a:cubicBezTo>
                    <a:pt x="331" y="32534"/>
                    <a:pt x="314" y="32536"/>
                    <a:pt x="298" y="32536"/>
                  </a:cubicBezTo>
                  <a:cubicBezTo>
                    <a:pt x="236" y="32536"/>
                    <a:pt x="186" y="32509"/>
                    <a:pt x="148" y="32449"/>
                  </a:cubicBezTo>
                  <a:cubicBezTo>
                    <a:pt x="1" y="32585"/>
                    <a:pt x="66" y="32748"/>
                    <a:pt x="82" y="32906"/>
                  </a:cubicBezTo>
                  <a:cubicBezTo>
                    <a:pt x="99" y="33140"/>
                    <a:pt x="186" y="33380"/>
                    <a:pt x="104" y="33619"/>
                  </a:cubicBezTo>
                  <a:cubicBezTo>
                    <a:pt x="28" y="33766"/>
                    <a:pt x="60" y="33919"/>
                    <a:pt x="93" y="34066"/>
                  </a:cubicBezTo>
                  <a:cubicBezTo>
                    <a:pt x="289" y="35040"/>
                    <a:pt x="893" y="35764"/>
                    <a:pt x="1563" y="36450"/>
                  </a:cubicBezTo>
                  <a:cubicBezTo>
                    <a:pt x="1612" y="36500"/>
                    <a:pt x="1674" y="36540"/>
                    <a:pt x="1747" y="36540"/>
                  </a:cubicBezTo>
                  <a:cubicBezTo>
                    <a:pt x="1770" y="36540"/>
                    <a:pt x="1794" y="36536"/>
                    <a:pt x="1819" y="36526"/>
                  </a:cubicBezTo>
                  <a:cubicBezTo>
                    <a:pt x="1868" y="36440"/>
                    <a:pt x="1862" y="36369"/>
                    <a:pt x="1829" y="36308"/>
                  </a:cubicBezTo>
                  <a:lnTo>
                    <a:pt x="1829" y="36308"/>
                  </a:lnTo>
                  <a:cubicBezTo>
                    <a:pt x="2030" y="36519"/>
                    <a:pt x="2247" y="36733"/>
                    <a:pt x="2499" y="36913"/>
                  </a:cubicBezTo>
                  <a:cubicBezTo>
                    <a:pt x="2821" y="37147"/>
                    <a:pt x="3071" y="37468"/>
                    <a:pt x="3311" y="37789"/>
                  </a:cubicBezTo>
                  <a:cubicBezTo>
                    <a:pt x="3860" y="38524"/>
                    <a:pt x="4378" y="39292"/>
                    <a:pt x="5042" y="39934"/>
                  </a:cubicBezTo>
                  <a:cubicBezTo>
                    <a:pt x="5243" y="40130"/>
                    <a:pt x="5515" y="40245"/>
                    <a:pt x="5668" y="40495"/>
                  </a:cubicBezTo>
                  <a:cubicBezTo>
                    <a:pt x="5726" y="40514"/>
                    <a:pt x="5776" y="40523"/>
                    <a:pt x="5820" y="40523"/>
                  </a:cubicBezTo>
                  <a:cubicBezTo>
                    <a:pt x="6026" y="40523"/>
                    <a:pt x="6104" y="40335"/>
                    <a:pt x="6207" y="40147"/>
                  </a:cubicBezTo>
                  <a:cubicBezTo>
                    <a:pt x="6290" y="39985"/>
                    <a:pt x="6298" y="39717"/>
                    <a:pt x="6554" y="39717"/>
                  </a:cubicBezTo>
                  <a:cubicBezTo>
                    <a:pt x="6582" y="39717"/>
                    <a:pt x="6613" y="39720"/>
                    <a:pt x="6648" y="39727"/>
                  </a:cubicBezTo>
                  <a:cubicBezTo>
                    <a:pt x="6736" y="39757"/>
                    <a:pt x="6826" y="39773"/>
                    <a:pt x="6912" y="39773"/>
                  </a:cubicBezTo>
                  <a:cubicBezTo>
                    <a:pt x="7080" y="39773"/>
                    <a:pt x="7231" y="39710"/>
                    <a:pt x="7317" y="39559"/>
                  </a:cubicBezTo>
                  <a:cubicBezTo>
                    <a:pt x="7535" y="39172"/>
                    <a:pt x="7785" y="38786"/>
                    <a:pt x="7856" y="38339"/>
                  </a:cubicBezTo>
                  <a:cubicBezTo>
                    <a:pt x="7905" y="37991"/>
                    <a:pt x="8020" y="37686"/>
                    <a:pt x="8194" y="37387"/>
                  </a:cubicBezTo>
                  <a:cubicBezTo>
                    <a:pt x="8744" y="36434"/>
                    <a:pt x="9462" y="35617"/>
                    <a:pt x="10175" y="34888"/>
                  </a:cubicBezTo>
                  <a:lnTo>
                    <a:pt x="10175" y="34888"/>
                  </a:lnTo>
                  <a:cubicBezTo>
                    <a:pt x="9854" y="35432"/>
                    <a:pt x="9381" y="35966"/>
                    <a:pt x="8956" y="36532"/>
                  </a:cubicBezTo>
                  <a:cubicBezTo>
                    <a:pt x="8651" y="36935"/>
                    <a:pt x="8352" y="37343"/>
                    <a:pt x="8107" y="37789"/>
                  </a:cubicBezTo>
                  <a:cubicBezTo>
                    <a:pt x="8058" y="37887"/>
                    <a:pt x="7960" y="38023"/>
                    <a:pt x="8074" y="38105"/>
                  </a:cubicBezTo>
                  <a:cubicBezTo>
                    <a:pt x="8100" y="38124"/>
                    <a:pt x="8124" y="38132"/>
                    <a:pt x="8148" y="38132"/>
                  </a:cubicBezTo>
                  <a:cubicBezTo>
                    <a:pt x="8231" y="38132"/>
                    <a:pt x="8299" y="38029"/>
                    <a:pt x="8363" y="37969"/>
                  </a:cubicBezTo>
                  <a:cubicBezTo>
                    <a:pt x="8374" y="37957"/>
                    <a:pt x="8376" y="37955"/>
                    <a:pt x="8375" y="37955"/>
                  </a:cubicBezTo>
                  <a:lnTo>
                    <a:pt x="8375" y="37955"/>
                  </a:lnTo>
                  <a:cubicBezTo>
                    <a:pt x="8375" y="37955"/>
                    <a:pt x="8372" y="37956"/>
                    <a:pt x="8372" y="37956"/>
                  </a:cubicBezTo>
                  <a:cubicBezTo>
                    <a:pt x="8371" y="37956"/>
                    <a:pt x="8373" y="37954"/>
                    <a:pt x="8384" y="37942"/>
                  </a:cubicBezTo>
                  <a:cubicBezTo>
                    <a:pt x="8516" y="37795"/>
                    <a:pt x="8589" y="37717"/>
                    <a:pt x="8643" y="37717"/>
                  </a:cubicBezTo>
                  <a:cubicBezTo>
                    <a:pt x="8703" y="37717"/>
                    <a:pt x="8740" y="37812"/>
                    <a:pt x="8809" y="38013"/>
                  </a:cubicBezTo>
                  <a:cubicBezTo>
                    <a:pt x="8855" y="38132"/>
                    <a:pt x="8916" y="38267"/>
                    <a:pt x="9029" y="38267"/>
                  </a:cubicBezTo>
                  <a:cubicBezTo>
                    <a:pt x="9050" y="38267"/>
                    <a:pt x="9073" y="38262"/>
                    <a:pt x="9097" y="38252"/>
                  </a:cubicBezTo>
                  <a:cubicBezTo>
                    <a:pt x="9473" y="38100"/>
                    <a:pt x="9887" y="38018"/>
                    <a:pt x="10110" y="37610"/>
                  </a:cubicBezTo>
                  <a:cubicBezTo>
                    <a:pt x="10453" y="36984"/>
                    <a:pt x="10747" y="36320"/>
                    <a:pt x="11335" y="35862"/>
                  </a:cubicBezTo>
                  <a:cubicBezTo>
                    <a:pt x="11435" y="35787"/>
                    <a:pt x="11513" y="35675"/>
                    <a:pt x="11656" y="35675"/>
                  </a:cubicBezTo>
                  <a:cubicBezTo>
                    <a:pt x="11668" y="35675"/>
                    <a:pt x="11681" y="35675"/>
                    <a:pt x="11694" y="35677"/>
                  </a:cubicBezTo>
                  <a:cubicBezTo>
                    <a:pt x="11896" y="35514"/>
                    <a:pt x="12103" y="35367"/>
                    <a:pt x="12201" y="35116"/>
                  </a:cubicBezTo>
                  <a:cubicBezTo>
                    <a:pt x="12108" y="34654"/>
                    <a:pt x="11939" y="34213"/>
                    <a:pt x="11830" y="33755"/>
                  </a:cubicBezTo>
                  <a:cubicBezTo>
                    <a:pt x="11801" y="33625"/>
                    <a:pt x="11730" y="33533"/>
                    <a:pt x="11607" y="33533"/>
                  </a:cubicBezTo>
                  <a:cubicBezTo>
                    <a:pt x="11592" y="33533"/>
                    <a:pt x="11575" y="33535"/>
                    <a:pt x="11558" y="33538"/>
                  </a:cubicBezTo>
                  <a:cubicBezTo>
                    <a:pt x="11472" y="33551"/>
                    <a:pt x="11388" y="33557"/>
                    <a:pt x="11304" y="33557"/>
                  </a:cubicBezTo>
                  <a:cubicBezTo>
                    <a:pt x="10854" y="33557"/>
                    <a:pt x="10438" y="33382"/>
                    <a:pt x="10007" y="33276"/>
                  </a:cubicBezTo>
                  <a:cubicBezTo>
                    <a:pt x="9832" y="33238"/>
                    <a:pt x="9642" y="33189"/>
                    <a:pt x="9577" y="32917"/>
                  </a:cubicBezTo>
                  <a:lnTo>
                    <a:pt x="9577" y="32917"/>
                  </a:lnTo>
                  <a:cubicBezTo>
                    <a:pt x="9630" y="32918"/>
                    <a:pt x="9683" y="32918"/>
                    <a:pt x="9735" y="32918"/>
                  </a:cubicBezTo>
                  <a:cubicBezTo>
                    <a:pt x="10167" y="32918"/>
                    <a:pt x="10580" y="32895"/>
                    <a:pt x="10992" y="32808"/>
                  </a:cubicBezTo>
                  <a:cubicBezTo>
                    <a:pt x="11241" y="32751"/>
                    <a:pt x="11495" y="32699"/>
                    <a:pt x="11754" y="32699"/>
                  </a:cubicBezTo>
                  <a:cubicBezTo>
                    <a:pt x="11767" y="32699"/>
                    <a:pt x="11780" y="32699"/>
                    <a:pt x="11792" y="32699"/>
                  </a:cubicBezTo>
                  <a:cubicBezTo>
                    <a:pt x="12320" y="32710"/>
                    <a:pt x="12473" y="32808"/>
                    <a:pt x="12554" y="33325"/>
                  </a:cubicBezTo>
                  <a:cubicBezTo>
                    <a:pt x="12603" y="33619"/>
                    <a:pt x="12707" y="33891"/>
                    <a:pt x="12821" y="34164"/>
                  </a:cubicBezTo>
                  <a:cubicBezTo>
                    <a:pt x="12933" y="34427"/>
                    <a:pt x="13024" y="34553"/>
                    <a:pt x="13146" y="34553"/>
                  </a:cubicBezTo>
                  <a:cubicBezTo>
                    <a:pt x="13244" y="34553"/>
                    <a:pt x="13362" y="34474"/>
                    <a:pt x="13529" y="34322"/>
                  </a:cubicBezTo>
                  <a:cubicBezTo>
                    <a:pt x="13954" y="33930"/>
                    <a:pt x="14400" y="33565"/>
                    <a:pt x="14939" y="33342"/>
                  </a:cubicBezTo>
                  <a:cubicBezTo>
                    <a:pt x="15034" y="33306"/>
                    <a:pt x="15122" y="33245"/>
                    <a:pt x="15220" y="33245"/>
                  </a:cubicBezTo>
                  <a:cubicBezTo>
                    <a:pt x="15257" y="33245"/>
                    <a:pt x="15296" y="33254"/>
                    <a:pt x="15336" y="33276"/>
                  </a:cubicBezTo>
                  <a:cubicBezTo>
                    <a:pt x="15696" y="33227"/>
                    <a:pt x="16011" y="33026"/>
                    <a:pt x="16360" y="32944"/>
                  </a:cubicBezTo>
                  <a:cubicBezTo>
                    <a:pt x="16267" y="32726"/>
                    <a:pt x="16039" y="32726"/>
                    <a:pt x="15864" y="32650"/>
                  </a:cubicBezTo>
                  <a:cubicBezTo>
                    <a:pt x="15516" y="32487"/>
                    <a:pt x="15211" y="32291"/>
                    <a:pt x="15021" y="31943"/>
                  </a:cubicBezTo>
                  <a:lnTo>
                    <a:pt x="15021" y="31943"/>
                  </a:lnTo>
                  <a:cubicBezTo>
                    <a:pt x="15445" y="32019"/>
                    <a:pt x="15853" y="32122"/>
                    <a:pt x="16267" y="32215"/>
                  </a:cubicBezTo>
                  <a:cubicBezTo>
                    <a:pt x="16357" y="32235"/>
                    <a:pt x="16444" y="32246"/>
                    <a:pt x="16530" y="32246"/>
                  </a:cubicBezTo>
                  <a:cubicBezTo>
                    <a:pt x="16695" y="32246"/>
                    <a:pt x="16854" y="32208"/>
                    <a:pt x="17019" y="32133"/>
                  </a:cubicBezTo>
                  <a:cubicBezTo>
                    <a:pt x="17911" y="31714"/>
                    <a:pt x="18793" y="31246"/>
                    <a:pt x="19757" y="31006"/>
                  </a:cubicBezTo>
                  <a:cubicBezTo>
                    <a:pt x="21151" y="30663"/>
                    <a:pt x="22539" y="30260"/>
                    <a:pt x="23981" y="30179"/>
                  </a:cubicBezTo>
                  <a:cubicBezTo>
                    <a:pt x="24448" y="30150"/>
                    <a:pt x="24914" y="30072"/>
                    <a:pt x="25382" y="30072"/>
                  </a:cubicBezTo>
                  <a:cubicBezTo>
                    <a:pt x="25538" y="30072"/>
                    <a:pt x="25693" y="30081"/>
                    <a:pt x="25849" y="30102"/>
                  </a:cubicBezTo>
                  <a:cubicBezTo>
                    <a:pt x="26184" y="30147"/>
                    <a:pt x="26522" y="30168"/>
                    <a:pt x="26859" y="30168"/>
                  </a:cubicBezTo>
                  <a:cubicBezTo>
                    <a:pt x="27134" y="30168"/>
                    <a:pt x="27409" y="30154"/>
                    <a:pt x="27683" y="30130"/>
                  </a:cubicBezTo>
                  <a:cubicBezTo>
                    <a:pt x="28255" y="30081"/>
                    <a:pt x="28870" y="30004"/>
                    <a:pt x="29316" y="29618"/>
                  </a:cubicBezTo>
                  <a:cubicBezTo>
                    <a:pt x="30068" y="28959"/>
                    <a:pt x="30852" y="28344"/>
                    <a:pt x="31641" y="27734"/>
                  </a:cubicBezTo>
                  <a:cubicBezTo>
                    <a:pt x="31766" y="27631"/>
                    <a:pt x="31989" y="27484"/>
                    <a:pt x="31892" y="27321"/>
                  </a:cubicBezTo>
                  <a:cubicBezTo>
                    <a:pt x="31858" y="27264"/>
                    <a:pt x="31808" y="27245"/>
                    <a:pt x="31751" y="27245"/>
                  </a:cubicBezTo>
                  <a:cubicBezTo>
                    <a:pt x="31643" y="27245"/>
                    <a:pt x="31508" y="27314"/>
                    <a:pt x="31402" y="27332"/>
                  </a:cubicBezTo>
                  <a:cubicBezTo>
                    <a:pt x="31048" y="27391"/>
                    <a:pt x="30710" y="27549"/>
                    <a:pt x="30340" y="27609"/>
                  </a:cubicBezTo>
                  <a:cubicBezTo>
                    <a:pt x="30345" y="27419"/>
                    <a:pt x="30476" y="27353"/>
                    <a:pt x="30547" y="27250"/>
                  </a:cubicBezTo>
                  <a:cubicBezTo>
                    <a:pt x="30721" y="27016"/>
                    <a:pt x="30950" y="26814"/>
                    <a:pt x="31053" y="26531"/>
                  </a:cubicBezTo>
                  <a:cubicBezTo>
                    <a:pt x="31097" y="26406"/>
                    <a:pt x="31162" y="26275"/>
                    <a:pt x="31010" y="26188"/>
                  </a:cubicBezTo>
                  <a:cubicBezTo>
                    <a:pt x="30770" y="26052"/>
                    <a:pt x="30906" y="25949"/>
                    <a:pt x="31031" y="25851"/>
                  </a:cubicBezTo>
                  <a:cubicBezTo>
                    <a:pt x="31543" y="25464"/>
                    <a:pt x="31946" y="24969"/>
                    <a:pt x="32420" y="24544"/>
                  </a:cubicBezTo>
                  <a:cubicBezTo>
                    <a:pt x="33187" y="23858"/>
                    <a:pt x="33830" y="23058"/>
                    <a:pt x="34477" y="22263"/>
                  </a:cubicBezTo>
                  <a:cubicBezTo>
                    <a:pt x="34902" y="21741"/>
                    <a:pt x="35278" y="21185"/>
                    <a:pt x="35528" y="20554"/>
                  </a:cubicBezTo>
                  <a:cubicBezTo>
                    <a:pt x="36024" y="19329"/>
                    <a:pt x="36655" y="18169"/>
                    <a:pt x="37243" y="16988"/>
                  </a:cubicBezTo>
                  <a:cubicBezTo>
                    <a:pt x="37804" y="15872"/>
                    <a:pt x="38364" y="14756"/>
                    <a:pt x="38756" y="13569"/>
                  </a:cubicBezTo>
                  <a:cubicBezTo>
                    <a:pt x="38860" y="13259"/>
                    <a:pt x="38882" y="12927"/>
                    <a:pt x="39061" y="12649"/>
                  </a:cubicBezTo>
                  <a:cubicBezTo>
                    <a:pt x="39263" y="11963"/>
                    <a:pt x="39257" y="11277"/>
                    <a:pt x="39067" y="10591"/>
                  </a:cubicBezTo>
                  <a:lnTo>
                    <a:pt x="39067" y="10591"/>
                  </a:lnTo>
                  <a:cubicBezTo>
                    <a:pt x="39041" y="10596"/>
                    <a:pt x="39042" y="10648"/>
                    <a:pt x="39022" y="10648"/>
                  </a:cubicBezTo>
                  <a:cubicBezTo>
                    <a:pt x="39017" y="10648"/>
                    <a:pt x="39010" y="10644"/>
                    <a:pt x="39001" y="10635"/>
                  </a:cubicBezTo>
                  <a:cubicBezTo>
                    <a:pt x="38998" y="10632"/>
                    <a:pt x="38996" y="10629"/>
                    <a:pt x="38994" y="10628"/>
                  </a:cubicBezTo>
                  <a:lnTo>
                    <a:pt x="38994" y="10628"/>
                  </a:lnTo>
                  <a:cubicBezTo>
                    <a:pt x="38996" y="10627"/>
                    <a:pt x="38998" y="10622"/>
                    <a:pt x="38996" y="10608"/>
                  </a:cubicBezTo>
                  <a:cubicBezTo>
                    <a:pt x="38985" y="10499"/>
                    <a:pt x="38974" y="10401"/>
                    <a:pt x="38952" y="10292"/>
                  </a:cubicBezTo>
                  <a:cubicBezTo>
                    <a:pt x="38805" y="9660"/>
                    <a:pt x="38555" y="9062"/>
                    <a:pt x="38386" y="8441"/>
                  </a:cubicBezTo>
                  <a:cubicBezTo>
                    <a:pt x="37880" y="6634"/>
                    <a:pt x="37292" y="4864"/>
                    <a:pt x="36051" y="3389"/>
                  </a:cubicBezTo>
                  <a:cubicBezTo>
                    <a:pt x="35528" y="2768"/>
                    <a:pt x="34913" y="2267"/>
                    <a:pt x="34314" y="1739"/>
                  </a:cubicBezTo>
                  <a:cubicBezTo>
                    <a:pt x="34268" y="1698"/>
                    <a:pt x="34207" y="1645"/>
                    <a:pt x="34146" y="1645"/>
                  </a:cubicBezTo>
                  <a:cubicBezTo>
                    <a:pt x="34120" y="1645"/>
                    <a:pt x="34094" y="1655"/>
                    <a:pt x="34069" y="1679"/>
                  </a:cubicBezTo>
                  <a:cubicBezTo>
                    <a:pt x="33977" y="1767"/>
                    <a:pt x="34075" y="1854"/>
                    <a:pt x="34124" y="1924"/>
                  </a:cubicBezTo>
                  <a:cubicBezTo>
                    <a:pt x="34281" y="2148"/>
                    <a:pt x="34439" y="2371"/>
                    <a:pt x="34330" y="2670"/>
                  </a:cubicBezTo>
                  <a:cubicBezTo>
                    <a:pt x="34439" y="2991"/>
                    <a:pt x="34396" y="3296"/>
                    <a:pt x="34254" y="3601"/>
                  </a:cubicBezTo>
                  <a:cubicBezTo>
                    <a:pt x="34205" y="3705"/>
                    <a:pt x="34118" y="3830"/>
                    <a:pt x="34249" y="3944"/>
                  </a:cubicBezTo>
                  <a:cubicBezTo>
                    <a:pt x="34532" y="4391"/>
                    <a:pt x="34755" y="4870"/>
                    <a:pt x="35027" y="5322"/>
                  </a:cubicBezTo>
                  <a:cubicBezTo>
                    <a:pt x="35261" y="5719"/>
                    <a:pt x="35267" y="5773"/>
                    <a:pt x="34951" y="6111"/>
                  </a:cubicBezTo>
                  <a:cubicBezTo>
                    <a:pt x="34880" y="6187"/>
                    <a:pt x="34804" y="6258"/>
                    <a:pt x="34733" y="6340"/>
                  </a:cubicBezTo>
                  <a:cubicBezTo>
                    <a:pt x="34562" y="6524"/>
                    <a:pt x="34443" y="6618"/>
                    <a:pt x="34334" y="6618"/>
                  </a:cubicBezTo>
                  <a:cubicBezTo>
                    <a:pt x="34216" y="6618"/>
                    <a:pt x="34111" y="6505"/>
                    <a:pt x="33966" y="6274"/>
                  </a:cubicBezTo>
                  <a:cubicBezTo>
                    <a:pt x="33938" y="6225"/>
                    <a:pt x="33911" y="6171"/>
                    <a:pt x="33879" y="6122"/>
                  </a:cubicBezTo>
                  <a:cubicBezTo>
                    <a:pt x="33815" y="6034"/>
                    <a:pt x="33791" y="5870"/>
                    <a:pt x="33672" y="5870"/>
                  </a:cubicBezTo>
                  <a:cubicBezTo>
                    <a:pt x="33658" y="5870"/>
                    <a:pt x="33644" y="5872"/>
                    <a:pt x="33628" y="5877"/>
                  </a:cubicBezTo>
                  <a:cubicBezTo>
                    <a:pt x="33492" y="5915"/>
                    <a:pt x="33525" y="6095"/>
                    <a:pt x="33519" y="6220"/>
                  </a:cubicBezTo>
                  <a:cubicBezTo>
                    <a:pt x="33508" y="6361"/>
                    <a:pt x="33503" y="6503"/>
                    <a:pt x="33525" y="6644"/>
                  </a:cubicBezTo>
                  <a:cubicBezTo>
                    <a:pt x="33612" y="7134"/>
                    <a:pt x="33612" y="7635"/>
                    <a:pt x="33579" y="8125"/>
                  </a:cubicBezTo>
                  <a:cubicBezTo>
                    <a:pt x="33536" y="8784"/>
                    <a:pt x="33693" y="9388"/>
                    <a:pt x="33998" y="9960"/>
                  </a:cubicBezTo>
                  <a:cubicBezTo>
                    <a:pt x="34178" y="10292"/>
                    <a:pt x="34243" y="10646"/>
                    <a:pt x="34222" y="11021"/>
                  </a:cubicBezTo>
                  <a:cubicBezTo>
                    <a:pt x="34211" y="11234"/>
                    <a:pt x="34129" y="11419"/>
                    <a:pt x="33944" y="11522"/>
                  </a:cubicBezTo>
                  <a:cubicBezTo>
                    <a:pt x="33563" y="11740"/>
                    <a:pt x="33242" y="12001"/>
                    <a:pt x="33182" y="12491"/>
                  </a:cubicBezTo>
                  <a:cubicBezTo>
                    <a:pt x="32855" y="12050"/>
                    <a:pt x="32588" y="11615"/>
                    <a:pt x="32512" y="11092"/>
                  </a:cubicBezTo>
                  <a:cubicBezTo>
                    <a:pt x="32479" y="10907"/>
                    <a:pt x="32447" y="10711"/>
                    <a:pt x="32534" y="10537"/>
                  </a:cubicBezTo>
                  <a:cubicBezTo>
                    <a:pt x="32697" y="10188"/>
                    <a:pt x="32621" y="9867"/>
                    <a:pt x="32458" y="9551"/>
                  </a:cubicBezTo>
                  <a:cubicBezTo>
                    <a:pt x="32136" y="8947"/>
                    <a:pt x="31859" y="8321"/>
                    <a:pt x="31641" y="7673"/>
                  </a:cubicBezTo>
                  <a:cubicBezTo>
                    <a:pt x="31592" y="7526"/>
                    <a:pt x="31538" y="7374"/>
                    <a:pt x="31423" y="7270"/>
                  </a:cubicBezTo>
                  <a:cubicBezTo>
                    <a:pt x="30950" y="6829"/>
                    <a:pt x="30770" y="6334"/>
                    <a:pt x="30988" y="5686"/>
                  </a:cubicBezTo>
                  <a:cubicBezTo>
                    <a:pt x="31075" y="5430"/>
                    <a:pt x="30942" y="5278"/>
                    <a:pt x="30704" y="5278"/>
                  </a:cubicBezTo>
                  <a:cubicBezTo>
                    <a:pt x="30659" y="5278"/>
                    <a:pt x="30610" y="5283"/>
                    <a:pt x="30558" y="5294"/>
                  </a:cubicBezTo>
                  <a:cubicBezTo>
                    <a:pt x="30335" y="5343"/>
                    <a:pt x="30144" y="5463"/>
                    <a:pt x="29948" y="5572"/>
                  </a:cubicBezTo>
                  <a:cubicBezTo>
                    <a:pt x="29784" y="5662"/>
                    <a:pt x="29679" y="5712"/>
                    <a:pt x="29598" y="5712"/>
                  </a:cubicBezTo>
                  <a:cubicBezTo>
                    <a:pt x="29483" y="5712"/>
                    <a:pt x="29418" y="5610"/>
                    <a:pt x="29306" y="5376"/>
                  </a:cubicBezTo>
                  <a:cubicBezTo>
                    <a:pt x="28968" y="4674"/>
                    <a:pt x="28625" y="3977"/>
                    <a:pt x="28233" y="3302"/>
                  </a:cubicBezTo>
                  <a:cubicBezTo>
                    <a:pt x="28075" y="3024"/>
                    <a:pt x="27885" y="2779"/>
                    <a:pt x="27574" y="2643"/>
                  </a:cubicBezTo>
                  <a:cubicBezTo>
                    <a:pt x="27368" y="2551"/>
                    <a:pt x="27204" y="2393"/>
                    <a:pt x="27068" y="2208"/>
                  </a:cubicBezTo>
                  <a:cubicBezTo>
                    <a:pt x="26774" y="1805"/>
                    <a:pt x="26366" y="1549"/>
                    <a:pt x="25947" y="1304"/>
                  </a:cubicBezTo>
                  <a:cubicBezTo>
                    <a:pt x="25897" y="1275"/>
                    <a:pt x="25838" y="1238"/>
                    <a:pt x="25780" y="1238"/>
                  </a:cubicBezTo>
                  <a:cubicBezTo>
                    <a:pt x="25749" y="1238"/>
                    <a:pt x="25719" y="1248"/>
                    <a:pt x="25691" y="1277"/>
                  </a:cubicBezTo>
                  <a:cubicBezTo>
                    <a:pt x="25668" y="1299"/>
                    <a:pt x="25658" y="1322"/>
                    <a:pt x="25656" y="1345"/>
                  </a:cubicBezTo>
                  <a:lnTo>
                    <a:pt x="25656" y="1345"/>
                  </a:lnTo>
                  <a:cubicBezTo>
                    <a:pt x="25526" y="1087"/>
                    <a:pt x="25408" y="824"/>
                    <a:pt x="25293" y="558"/>
                  </a:cubicBezTo>
                  <a:cubicBezTo>
                    <a:pt x="25206" y="362"/>
                    <a:pt x="25065" y="226"/>
                    <a:pt x="24858" y="182"/>
                  </a:cubicBezTo>
                  <a:cubicBezTo>
                    <a:pt x="24335" y="67"/>
                    <a:pt x="23809" y="0"/>
                    <a:pt x="232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0" name="Google Shape;2170;p39"/>
            <p:cNvSpPr/>
            <p:nvPr/>
          </p:nvSpPr>
          <p:spPr>
            <a:xfrm rot="-937699">
              <a:off x="-203849" y="1117864"/>
              <a:ext cx="3521098" cy="3007447"/>
            </a:xfrm>
            <a:custGeom>
              <a:rect b="b" l="l" r="r" t="t"/>
              <a:pathLst>
                <a:path extrusionOk="0" h="45722" w="53531">
                  <a:moveTo>
                    <a:pt x="44857" y="32856"/>
                  </a:moveTo>
                  <a:lnTo>
                    <a:pt x="44857" y="32856"/>
                  </a:lnTo>
                  <a:cubicBezTo>
                    <a:pt x="44956" y="32966"/>
                    <a:pt x="45041" y="33087"/>
                    <a:pt x="45082" y="33241"/>
                  </a:cubicBezTo>
                  <a:cubicBezTo>
                    <a:pt x="45109" y="33329"/>
                    <a:pt x="45202" y="33421"/>
                    <a:pt x="45109" y="33497"/>
                  </a:cubicBezTo>
                  <a:cubicBezTo>
                    <a:pt x="45041" y="33554"/>
                    <a:pt x="44963" y="33618"/>
                    <a:pt x="44874" y="33618"/>
                  </a:cubicBezTo>
                  <a:cubicBezTo>
                    <a:pt x="44835" y="33618"/>
                    <a:pt x="44793" y="33605"/>
                    <a:pt x="44750" y="33574"/>
                  </a:cubicBezTo>
                  <a:cubicBezTo>
                    <a:pt x="44761" y="33492"/>
                    <a:pt x="44804" y="33465"/>
                    <a:pt x="44848" y="33459"/>
                  </a:cubicBezTo>
                  <a:cubicBezTo>
                    <a:pt x="45163" y="33427"/>
                    <a:pt x="45087" y="33225"/>
                    <a:pt x="44995" y="33062"/>
                  </a:cubicBezTo>
                  <a:cubicBezTo>
                    <a:pt x="44954" y="32988"/>
                    <a:pt x="44908" y="32920"/>
                    <a:pt x="44857" y="32856"/>
                  </a:cubicBezTo>
                  <a:close/>
                  <a:moveTo>
                    <a:pt x="3399" y="0"/>
                  </a:moveTo>
                  <a:cubicBezTo>
                    <a:pt x="3377" y="0"/>
                    <a:pt x="3354" y="0"/>
                    <a:pt x="3332" y="1"/>
                  </a:cubicBezTo>
                  <a:cubicBezTo>
                    <a:pt x="2635" y="6"/>
                    <a:pt x="1944" y="93"/>
                    <a:pt x="1247" y="93"/>
                  </a:cubicBezTo>
                  <a:cubicBezTo>
                    <a:pt x="936" y="93"/>
                    <a:pt x="615" y="148"/>
                    <a:pt x="299" y="153"/>
                  </a:cubicBezTo>
                  <a:cubicBezTo>
                    <a:pt x="169" y="158"/>
                    <a:pt x="0" y="175"/>
                    <a:pt x="5" y="338"/>
                  </a:cubicBezTo>
                  <a:cubicBezTo>
                    <a:pt x="5" y="480"/>
                    <a:pt x="174" y="463"/>
                    <a:pt x="289" y="469"/>
                  </a:cubicBezTo>
                  <a:cubicBezTo>
                    <a:pt x="337" y="471"/>
                    <a:pt x="386" y="472"/>
                    <a:pt x="435" y="472"/>
                  </a:cubicBezTo>
                  <a:cubicBezTo>
                    <a:pt x="543" y="472"/>
                    <a:pt x="652" y="468"/>
                    <a:pt x="760" y="468"/>
                  </a:cubicBezTo>
                  <a:cubicBezTo>
                    <a:pt x="826" y="468"/>
                    <a:pt x="892" y="469"/>
                    <a:pt x="958" y="474"/>
                  </a:cubicBezTo>
                  <a:cubicBezTo>
                    <a:pt x="1562" y="523"/>
                    <a:pt x="2156" y="583"/>
                    <a:pt x="2613" y="1068"/>
                  </a:cubicBezTo>
                  <a:cubicBezTo>
                    <a:pt x="2793" y="1264"/>
                    <a:pt x="3011" y="1432"/>
                    <a:pt x="3239" y="1585"/>
                  </a:cubicBezTo>
                  <a:cubicBezTo>
                    <a:pt x="4045" y="2129"/>
                    <a:pt x="4981" y="2200"/>
                    <a:pt x="5901" y="2314"/>
                  </a:cubicBezTo>
                  <a:cubicBezTo>
                    <a:pt x="6310" y="2363"/>
                    <a:pt x="6712" y="2412"/>
                    <a:pt x="7083" y="2597"/>
                  </a:cubicBezTo>
                  <a:cubicBezTo>
                    <a:pt x="7050" y="2684"/>
                    <a:pt x="7001" y="2690"/>
                    <a:pt x="6952" y="2690"/>
                  </a:cubicBezTo>
                  <a:cubicBezTo>
                    <a:pt x="6819" y="2693"/>
                    <a:pt x="6687" y="2694"/>
                    <a:pt x="6554" y="2694"/>
                  </a:cubicBezTo>
                  <a:cubicBezTo>
                    <a:pt x="6414" y="2694"/>
                    <a:pt x="6273" y="2693"/>
                    <a:pt x="6132" y="2693"/>
                  </a:cubicBezTo>
                  <a:cubicBezTo>
                    <a:pt x="5959" y="2693"/>
                    <a:pt x="5786" y="2694"/>
                    <a:pt x="5613" y="2701"/>
                  </a:cubicBezTo>
                  <a:cubicBezTo>
                    <a:pt x="5139" y="2712"/>
                    <a:pt x="4666" y="2750"/>
                    <a:pt x="4214" y="2902"/>
                  </a:cubicBezTo>
                  <a:cubicBezTo>
                    <a:pt x="4105" y="2940"/>
                    <a:pt x="3952" y="2978"/>
                    <a:pt x="3969" y="3114"/>
                  </a:cubicBezTo>
                  <a:cubicBezTo>
                    <a:pt x="3985" y="3229"/>
                    <a:pt x="4137" y="3229"/>
                    <a:pt x="4241" y="3229"/>
                  </a:cubicBezTo>
                  <a:cubicBezTo>
                    <a:pt x="4249" y="3229"/>
                    <a:pt x="4257" y="3229"/>
                    <a:pt x="4265" y="3229"/>
                  </a:cubicBezTo>
                  <a:cubicBezTo>
                    <a:pt x="4686" y="3229"/>
                    <a:pt x="5069" y="3369"/>
                    <a:pt x="5411" y="3588"/>
                  </a:cubicBezTo>
                  <a:cubicBezTo>
                    <a:pt x="6368" y="4224"/>
                    <a:pt x="7443" y="4475"/>
                    <a:pt x="8552" y="4638"/>
                  </a:cubicBezTo>
                  <a:lnTo>
                    <a:pt x="8552" y="4638"/>
                  </a:lnTo>
                  <a:cubicBezTo>
                    <a:pt x="8545" y="4637"/>
                    <a:pt x="8539" y="4637"/>
                    <a:pt x="8533" y="4637"/>
                  </a:cubicBezTo>
                  <a:cubicBezTo>
                    <a:pt x="8481" y="4637"/>
                    <a:pt x="8444" y="4666"/>
                    <a:pt x="8411" y="4704"/>
                  </a:cubicBezTo>
                  <a:cubicBezTo>
                    <a:pt x="8574" y="4840"/>
                    <a:pt x="8874" y="4693"/>
                    <a:pt x="8972" y="4971"/>
                  </a:cubicBezTo>
                  <a:cubicBezTo>
                    <a:pt x="8994" y="4995"/>
                    <a:pt x="9019" y="4999"/>
                    <a:pt x="9047" y="4999"/>
                  </a:cubicBezTo>
                  <a:cubicBezTo>
                    <a:pt x="9060" y="4999"/>
                    <a:pt x="9074" y="4998"/>
                    <a:pt x="9088" y="4998"/>
                  </a:cubicBezTo>
                  <a:cubicBezTo>
                    <a:pt x="9102" y="4998"/>
                    <a:pt x="9116" y="4999"/>
                    <a:pt x="9130" y="5004"/>
                  </a:cubicBezTo>
                  <a:cubicBezTo>
                    <a:pt x="9059" y="5118"/>
                    <a:pt x="8934" y="5167"/>
                    <a:pt x="8841" y="5249"/>
                  </a:cubicBezTo>
                  <a:cubicBezTo>
                    <a:pt x="8787" y="5298"/>
                    <a:pt x="8727" y="5352"/>
                    <a:pt x="8754" y="5428"/>
                  </a:cubicBezTo>
                  <a:cubicBezTo>
                    <a:pt x="8778" y="5500"/>
                    <a:pt x="8844" y="5504"/>
                    <a:pt x="8908" y="5504"/>
                  </a:cubicBezTo>
                  <a:cubicBezTo>
                    <a:pt x="8917" y="5504"/>
                    <a:pt x="8925" y="5504"/>
                    <a:pt x="8934" y="5504"/>
                  </a:cubicBezTo>
                  <a:cubicBezTo>
                    <a:pt x="9151" y="5499"/>
                    <a:pt x="9375" y="5494"/>
                    <a:pt x="9598" y="5461"/>
                  </a:cubicBezTo>
                  <a:cubicBezTo>
                    <a:pt x="9758" y="5437"/>
                    <a:pt x="9920" y="5420"/>
                    <a:pt x="10083" y="5420"/>
                  </a:cubicBezTo>
                  <a:cubicBezTo>
                    <a:pt x="10258" y="5420"/>
                    <a:pt x="10433" y="5440"/>
                    <a:pt x="10605" y="5494"/>
                  </a:cubicBezTo>
                  <a:cubicBezTo>
                    <a:pt x="10746" y="5548"/>
                    <a:pt x="10828" y="5689"/>
                    <a:pt x="10964" y="5749"/>
                  </a:cubicBezTo>
                  <a:cubicBezTo>
                    <a:pt x="11171" y="5842"/>
                    <a:pt x="11383" y="5918"/>
                    <a:pt x="11579" y="6022"/>
                  </a:cubicBezTo>
                  <a:cubicBezTo>
                    <a:pt x="12755" y="6675"/>
                    <a:pt x="13877" y="7404"/>
                    <a:pt x="15009" y="8134"/>
                  </a:cubicBezTo>
                  <a:cubicBezTo>
                    <a:pt x="17154" y="9506"/>
                    <a:pt x="19239" y="10959"/>
                    <a:pt x="21210" y="12576"/>
                  </a:cubicBezTo>
                  <a:cubicBezTo>
                    <a:pt x="21814" y="13072"/>
                    <a:pt x="22408" y="13572"/>
                    <a:pt x="22957" y="14122"/>
                  </a:cubicBezTo>
                  <a:cubicBezTo>
                    <a:pt x="23681" y="14841"/>
                    <a:pt x="24411" y="15559"/>
                    <a:pt x="25081" y="16338"/>
                  </a:cubicBezTo>
                  <a:cubicBezTo>
                    <a:pt x="25903" y="17280"/>
                    <a:pt x="26687" y="18243"/>
                    <a:pt x="27356" y="19305"/>
                  </a:cubicBezTo>
                  <a:cubicBezTo>
                    <a:pt x="27400" y="19376"/>
                    <a:pt x="27481" y="19452"/>
                    <a:pt x="27405" y="19555"/>
                  </a:cubicBezTo>
                  <a:cubicBezTo>
                    <a:pt x="27391" y="19558"/>
                    <a:pt x="27377" y="19560"/>
                    <a:pt x="27365" y="19560"/>
                  </a:cubicBezTo>
                  <a:cubicBezTo>
                    <a:pt x="27289" y="19560"/>
                    <a:pt x="27237" y="19510"/>
                    <a:pt x="27176" y="19468"/>
                  </a:cubicBezTo>
                  <a:cubicBezTo>
                    <a:pt x="26997" y="19343"/>
                    <a:pt x="26817" y="19201"/>
                    <a:pt x="26605" y="19125"/>
                  </a:cubicBezTo>
                  <a:cubicBezTo>
                    <a:pt x="26571" y="19111"/>
                    <a:pt x="26536" y="19100"/>
                    <a:pt x="26501" y="19100"/>
                  </a:cubicBezTo>
                  <a:cubicBezTo>
                    <a:pt x="26468" y="19100"/>
                    <a:pt x="26435" y="19110"/>
                    <a:pt x="26403" y="19136"/>
                  </a:cubicBezTo>
                  <a:cubicBezTo>
                    <a:pt x="26327" y="19201"/>
                    <a:pt x="26365" y="19283"/>
                    <a:pt x="26398" y="19359"/>
                  </a:cubicBezTo>
                  <a:cubicBezTo>
                    <a:pt x="26447" y="19457"/>
                    <a:pt x="26507" y="19544"/>
                    <a:pt x="26572" y="19632"/>
                  </a:cubicBezTo>
                  <a:cubicBezTo>
                    <a:pt x="26779" y="19931"/>
                    <a:pt x="26931" y="20263"/>
                    <a:pt x="27089" y="20595"/>
                  </a:cubicBezTo>
                  <a:cubicBezTo>
                    <a:pt x="27127" y="20677"/>
                    <a:pt x="27176" y="20780"/>
                    <a:pt x="27078" y="20851"/>
                  </a:cubicBezTo>
                  <a:cubicBezTo>
                    <a:pt x="27056" y="20867"/>
                    <a:pt x="27034" y="20874"/>
                    <a:pt x="27012" y="20874"/>
                  </a:cubicBezTo>
                  <a:cubicBezTo>
                    <a:pt x="26955" y="20874"/>
                    <a:pt x="26901" y="20828"/>
                    <a:pt x="26850" y="20797"/>
                  </a:cubicBezTo>
                  <a:cubicBezTo>
                    <a:pt x="26501" y="20601"/>
                    <a:pt x="26137" y="20443"/>
                    <a:pt x="25788" y="20236"/>
                  </a:cubicBezTo>
                  <a:cubicBezTo>
                    <a:pt x="25380" y="19994"/>
                    <a:pt x="24956" y="19914"/>
                    <a:pt x="24523" y="19914"/>
                  </a:cubicBezTo>
                  <a:cubicBezTo>
                    <a:pt x="24205" y="19914"/>
                    <a:pt x="23882" y="19957"/>
                    <a:pt x="23556" y="20013"/>
                  </a:cubicBezTo>
                  <a:cubicBezTo>
                    <a:pt x="23480" y="20023"/>
                    <a:pt x="23377" y="20051"/>
                    <a:pt x="23366" y="20143"/>
                  </a:cubicBezTo>
                  <a:cubicBezTo>
                    <a:pt x="23344" y="20268"/>
                    <a:pt x="23475" y="20279"/>
                    <a:pt x="23556" y="20301"/>
                  </a:cubicBezTo>
                  <a:cubicBezTo>
                    <a:pt x="24128" y="20448"/>
                    <a:pt x="24607" y="20775"/>
                    <a:pt x="25108" y="21063"/>
                  </a:cubicBezTo>
                  <a:cubicBezTo>
                    <a:pt x="25592" y="21346"/>
                    <a:pt x="25892" y="21782"/>
                    <a:pt x="26039" y="22305"/>
                  </a:cubicBezTo>
                  <a:cubicBezTo>
                    <a:pt x="26169" y="22773"/>
                    <a:pt x="26131" y="23208"/>
                    <a:pt x="25712" y="23557"/>
                  </a:cubicBezTo>
                  <a:cubicBezTo>
                    <a:pt x="25146" y="24014"/>
                    <a:pt x="24640" y="24542"/>
                    <a:pt x="24160" y="25097"/>
                  </a:cubicBezTo>
                  <a:cubicBezTo>
                    <a:pt x="23785" y="25538"/>
                    <a:pt x="23534" y="26012"/>
                    <a:pt x="23790" y="26583"/>
                  </a:cubicBezTo>
                  <a:cubicBezTo>
                    <a:pt x="24030" y="27112"/>
                    <a:pt x="24405" y="27580"/>
                    <a:pt x="24841" y="27939"/>
                  </a:cubicBezTo>
                  <a:cubicBezTo>
                    <a:pt x="25255" y="28282"/>
                    <a:pt x="25723" y="28576"/>
                    <a:pt x="26197" y="28832"/>
                  </a:cubicBezTo>
                  <a:cubicBezTo>
                    <a:pt x="27427" y="29491"/>
                    <a:pt x="28570" y="30253"/>
                    <a:pt x="29621" y="31189"/>
                  </a:cubicBezTo>
                  <a:cubicBezTo>
                    <a:pt x="30612" y="32066"/>
                    <a:pt x="31548" y="32986"/>
                    <a:pt x="32424" y="33971"/>
                  </a:cubicBezTo>
                  <a:cubicBezTo>
                    <a:pt x="32816" y="34412"/>
                    <a:pt x="32980" y="34907"/>
                    <a:pt x="32751" y="35501"/>
                  </a:cubicBezTo>
                  <a:cubicBezTo>
                    <a:pt x="32642" y="35789"/>
                    <a:pt x="32495" y="36051"/>
                    <a:pt x="32343" y="36317"/>
                  </a:cubicBezTo>
                  <a:cubicBezTo>
                    <a:pt x="31967" y="36998"/>
                    <a:pt x="31662" y="37700"/>
                    <a:pt x="31918" y="38506"/>
                  </a:cubicBezTo>
                  <a:cubicBezTo>
                    <a:pt x="31984" y="38642"/>
                    <a:pt x="31940" y="38783"/>
                    <a:pt x="31929" y="38920"/>
                  </a:cubicBezTo>
                  <a:cubicBezTo>
                    <a:pt x="31837" y="39186"/>
                    <a:pt x="31641" y="39431"/>
                    <a:pt x="31831" y="39736"/>
                  </a:cubicBezTo>
                  <a:cubicBezTo>
                    <a:pt x="31869" y="39796"/>
                    <a:pt x="31804" y="39894"/>
                    <a:pt x="31744" y="39948"/>
                  </a:cubicBezTo>
                  <a:cubicBezTo>
                    <a:pt x="31630" y="40063"/>
                    <a:pt x="31619" y="40210"/>
                    <a:pt x="31592" y="40351"/>
                  </a:cubicBezTo>
                  <a:cubicBezTo>
                    <a:pt x="31461" y="40346"/>
                    <a:pt x="31385" y="40248"/>
                    <a:pt x="31276" y="40242"/>
                  </a:cubicBezTo>
                  <a:cubicBezTo>
                    <a:pt x="31269" y="40242"/>
                    <a:pt x="31262" y="40241"/>
                    <a:pt x="31256" y="40241"/>
                  </a:cubicBezTo>
                  <a:cubicBezTo>
                    <a:pt x="31162" y="40241"/>
                    <a:pt x="31090" y="40309"/>
                    <a:pt x="31004" y="40324"/>
                  </a:cubicBezTo>
                  <a:cubicBezTo>
                    <a:pt x="30301" y="40117"/>
                    <a:pt x="29643" y="39801"/>
                    <a:pt x="28968" y="39529"/>
                  </a:cubicBezTo>
                  <a:cubicBezTo>
                    <a:pt x="28788" y="39453"/>
                    <a:pt x="28505" y="39409"/>
                    <a:pt x="28521" y="39148"/>
                  </a:cubicBezTo>
                  <a:cubicBezTo>
                    <a:pt x="28537" y="38914"/>
                    <a:pt x="28793" y="38887"/>
                    <a:pt x="28978" y="38811"/>
                  </a:cubicBezTo>
                  <a:cubicBezTo>
                    <a:pt x="29360" y="38658"/>
                    <a:pt x="29365" y="38658"/>
                    <a:pt x="29245" y="38255"/>
                  </a:cubicBezTo>
                  <a:cubicBezTo>
                    <a:pt x="29213" y="38152"/>
                    <a:pt x="29164" y="38048"/>
                    <a:pt x="29278" y="37967"/>
                  </a:cubicBezTo>
                  <a:cubicBezTo>
                    <a:pt x="29321" y="37935"/>
                    <a:pt x="29366" y="37923"/>
                    <a:pt x="29410" y="37923"/>
                  </a:cubicBezTo>
                  <a:cubicBezTo>
                    <a:pt x="29466" y="37923"/>
                    <a:pt x="29523" y="37943"/>
                    <a:pt x="29577" y="37967"/>
                  </a:cubicBezTo>
                  <a:cubicBezTo>
                    <a:pt x="29692" y="38016"/>
                    <a:pt x="29768" y="38103"/>
                    <a:pt x="29855" y="38185"/>
                  </a:cubicBezTo>
                  <a:cubicBezTo>
                    <a:pt x="29947" y="38277"/>
                    <a:pt x="30035" y="38375"/>
                    <a:pt x="30143" y="38446"/>
                  </a:cubicBezTo>
                  <a:cubicBezTo>
                    <a:pt x="30196" y="38480"/>
                    <a:pt x="30249" y="38497"/>
                    <a:pt x="30300" y="38497"/>
                  </a:cubicBezTo>
                  <a:cubicBezTo>
                    <a:pt x="30369" y="38497"/>
                    <a:pt x="30435" y="38465"/>
                    <a:pt x="30492" y="38402"/>
                  </a:cubicBezTo>
                  <a:cubicBezTo>
                    <a:pt x="30590" y="38299"/>
                    <a:pt x="30552" y="38185"/>
                    <a:pt x="30476" y="38081"/>
                  </a:cubicBezTo>
                  <a:cubicBezTo>
                    <a:pt x="30356" y="37918"/>
                    <a:pt x="30187" y="37809"/>
                    <a:pt x="30018" y="37700"/>
                  </a:cubicBezTo>
                  <a:cubicBezTo>
                    <a:pt x="29855" y="37591"/>
                    <a:pt x="29724" y="37461"/>
                    <a:pt x="29751" y="37243"/>
                  </a:cubicBezTo>
                  <a:cubicBezTo>
                    <a:pt x="29800" y="37030"/>
                    <a:pt x="29855" y="36818"/>
                    <a:pt x="29719" y="36611"/>
                  </a:cubicBezTo>
                  <a:cubicBezTo>
                    <a:pt x="29643" y="36508"/>
                    <a:pt x="29545" y="36421"/>
                    <a:pt x="29479" y="36306"/>
                  </a:cubicBezTo>
                  <a:cubicBezTo>
                    <a:pt x="28603" y="34907"/>
                    <a:pt x="27460" y="33721"/>
                    <a:pt x="26414" y="32452"/>
                  </a:cubicBezTo>
                  <a:cubicBezTo>
                    <a:pt x="25734" y="31625"/>
                    <a:pt x="25032" y="30819"/>
                    <a:pt x="24672" y="29785"/>
                  </a:cubicBezTo>
                  <a:cubicBezTo>
                    <a:pt x="24525" y="29474"/>
                    <a:pt x="24307" y="29207"/>
                    <a:pt x="24133" y="28919"/>
                  </a:cubicBezTo>
                  <a:cubicBezTo>
                    <a:pt x="23736" y="28266"/>
                    <a:pt x="23393" y="27591"/>
                    <a:pt x="23257" y="26823"/>
                  </a:cubicBezTo>
                  <a:cubicBezTo>
                    <a:pt x="23159" y="26268"/>
                    <a:pt x="23240" y="25729"/>
                    <a:pt x="23529" y="25299"/>
                  </a:cubicBezTo>
                  <a:cubicBezTo>
                    <a:pt x="23779" y="24929"/>
                    <a:pt x="24193" y="24645"/>
                    <a:pt x="24574" y="24379"/>
                  </a:cubicBezTo>
                  <a:cubicBezTo>
                    <a:pt x="25010" y="24030"/>
                    <a:pt x="25440" y="23666"/>
                    <a:pt x="25821" y="23257"/>
                  </a:cubicBezTo>
                  <a:cubicBezTo>
                    <a:pt x="25941" y="23132"/>
                    <a:pt x="26011" y="22985"/>
                    <a:pt x="25892" y="22816"/>
                  </a:cubicBezTo>
                  <a:cubicBezTo>
                    <a:pt x="25723" y="22604"/>
                    <a:pt x="25543" y="22402"/>
                    <a:pt x="25369" y="22196"/>
                  </a:cubicBezTo>
                  <a:cubicBezTo>
                    <a:pt x="25211" y="22000"/>
                    <a:pt x="25015" y="21853"/>
                    <a:pt x="24770" y="21782"/>
                  </a:cubicBezTo>
                  <a:cubicBezTo>
                    <a:pt x="24041" y="21580"/>
                    <a:pt x="23322" y="21346"/>
                    <a:pt x="22593" y="21167"/>
                  </a:cubicBezTo>
                  <a:cubicBezTo>
                    <a:pt x="21166" y="20802"/>
                    <a:pt x="19740" y="20443"/>
                    <a:pt x="18276" y="20252"/>
                  </a:cubicBezTo>
                  <a:cubicBezTo>
                    <a:pt x="17448" y="20149"/>
                    <a:pt x="16648" y="19925"/>
                    <a:pt x="15799" y="19915"/>
                  </a:cubicBezTo>
                  <a:cubicBezTo>
                    <a:pt x="14497" y="19898"/>
                    <a:pt x="13185" y="19909"/>
                    <a:pt x="11890" y="19697"/>
                  </a:cubicBezTo>
                  <a:cubicBezTo>
                    <a:pt x="11840" y="19689"/>
                    <a:pt x="11786" y="19679"/>
                    <a:pt x="11734" y="19679"/>
                  </a:cubicBezTo>
                  <a:cubicBezTo>
                    <a:pt x="11639" y="19679"/>
                    <a:pt x="11553" y="19712"/>
                    <a:pt x="11514" y="19849"/>
                  </a:cubicBezTo>
                  <a:cubicBezTo>
                    <a:pt x="11846" y="20209"/>
                    <a:pt x="12309" y="20339"/>
                    <a:pt x="12739" y="20524"/>
                  </a:cubicBezTo>
                  <a:cubicBezTo>
                    <a:pt x="12912" y="20596"/>
                    <a:pt x="13090" y="20633"/>
                    <a:pt x="13271" y="20633"/>
                  </a:cubicBezTo>
                  <a:cubicBezTo>
                    <a:pt x="13391" y="20633"/>
                    <a:pt x="13513" y="20617"/>
                    <a:pt x="13637" y="20584"/>
                  </a:cubicBezTo>
                  <a:cubicBezTo>
                    <a:pt x="14200" y="20438"/>
                    <a:pt x="14765" y="20363"/>
                    <a:pt x="15331" y="20363"/>
                  </a:cubicBezTo>
                  <a:cubicBezTo>
                    <a:pt x="15701" y="20363"/>
                    <a:pt x="16073" y="20395"/>
                    <a:pt x="16445" y="20459"/>
                  </a:cubicBezTo>
                  <a:lnTo>
                    <a:pt x="16445" y="20459"/>
                  </a:lnTo>
                  <a:cubicBezTo>
                    <a:pt x="16409" y="20456"/>
                    <a:pt x="16373" y="20454"/>
                    <a:pt x="16337" y="20454"/>
                  </a:cubicBezTo>
                  <a:cubicBezTo>
                    <a:pt x="16098" y="20450"/>
                    <a:pt x="15858" y="20445"/>
                    <a:pt x="15618" y="20445"/>
                  </a:cubicBezTo>
                  <a:cubicBezTo>
                    <a:pt x="15035" y="20445"/>
                    <a:pt x="14453" y="20475"/>
                    <a:pt x="13882" y="20633"/>
                  </a:cubicBezTo>
                  <a:cubicBezTo>
                    <a:pt x="13680" y="20689"/>
                    <a:pt x="13477" y="20725"/>
                    <a:pt x="13274" y="20725"/>
                  </a:cubicBezTo>
                  <a:cubicBezTo>
                    <a:pt x="13082" y="20725"/>
                    <a:pt x="12891" y="20693"/>
                    <a:pt x="12701" y="20617"/>
                  </a:cubicBezTo>
                  <a:cubicBezTo>
                    <a:pt x="12645" y="20593"/>
                    <a:pt x="12582" y="20569"/>
                    <a:pt x="12520" y="20569"/>
                  </a:cubicBezTo>
                  <a:cubicBezTo>
                    <a:pt x="12468" y="20569"/>
                    <a:pt x="12416" y="20586"/>
                    <a:pt x="12369" y="20633"/>
                  </a:cubicBezTo>
                  <a:cubicBezTo>
                    <a:pt x="12614" y="20840"/>
                    <a:pt x="12897" y="20905"/>
                    <a:pt x="13213" y="20911"/>
                  </a:cubicBezTo>
                  <a:cubicBezTo>
                    <a:pt x="13235" y="20911"/>
                    <a:pt x="13258" y="20912"/>
                    <a:pt x="13281" y="20912"/>
                  </a:cubicBezTo>
                  <a:cubicBezTo>
                    <a:pt x="13768" y="20912"/>
                    <a:pt x="14236" y="20804"/>
                    <a:pt x="14710" y="20720"/>
                  </a:cubicBezTo>
                  <a:cubicBezTo>
                    <a:pt x="14964" y="20678"/>
                    <a:pt x="15218" y="20658"/>
                    <a:pt x="15471" y="20658"/>
                  </a:cubicBezTo>
                  <a:cubicBezTo>
                    <a:pt x="15933" y="20658"/>
                    <a:pt x="16392" y="20724"/>
                    <a:pt x="16849" y="20840"/>
                  </a:cubicBezTo>
                  <a:cubicBezTo>
                    <a:pt x="16852" y="20848"/>
                    <a:pt x="16864" y="20849"/>
                    <a:pt x="16878" y="20849"/>
                  </a:cubicBezTo>
                  <a:cubicBezTo>
                    <a:pt x="16889" y="20849"/>
                    <a:pt x="16902" y="20848"/>
                    <a:pt x="16912" y="20848"/>
                  </a:cubicBezTo>
                  <a:cubicBezTo>
                    <a:pt x="16936" y="20848"/>
                    <a:pt x="16950" y="20854"/>
                    <a:pt x="16915" y="20889"/>
                  </a:cubicBezTo>
                  <a:cubicBezTo>
                    <a:pt x="16474" y="21341"/>
                    <a:pt x="15956" y="21651"/>
                    <a:pt x="15303" y="21662"/>
                  </a:cubicBezTo>
                  <a:cubicBezTo>
                    <a:pt x="15201" y="21665"/>
                    <a:pt x="15099" y="21665"/>
                    <a:pt x="14997" y="21665"/>
                  </a:cubicBezTo>
                  <a:cubicBezTo>
                    <a:pt x="14815" y="21665"/>
                    <a:pt x="14634" y="21663"/>
                    <a:pt x="14453" y="21663"/>
                  </a:cubicBezTo>
                  <a:cubicBezTo>
                    <a:pt x="14288" y="21663"/>
                    <a:pt x="14123" y="21665"/>
                    <a:pt x="13958" y="21673"/>
                  </a:cubicBezTo>
                  <a:cubicBezTo>
                    <a:pt x="13517" y="21689"/>
                    <a:pt x="13191" y="22141"/>
                    <a:pt x="13218" y="22664"/>
                  </a:cubicBezTo>
                  <a:cubicBezTo>
                    <a:pt x="13234" y="23018"/>
                    <a:pt x="13392" y="23116"/>
                    <a:pt x="13942" y="23121"/>
                  </a:cubicBezTo>
                  <a:cubicBezTo>
                    <a:pt x="14031" y="23121"/>
                    <a:pt x="14121" y="23115"/>
                    <a:pt x="14212" y="23115"/>
                  </a:cubicBezTo>
                  <a:cubicBezTo>
                    <a:pt x="14333" y="23115"/>
                    <a:pt x="14453" y="23126"/>
                    <a:pt x="14568" y="23176"/>
                  </a:cubicBezTo>
                  <a:cubicBezTo>
                    <a:pt x="14791" y="23263"/>
                    <a:pt x="14819" y="23382"/>
                    <a:pt x="14650" y="23540"/>
                  </a:cubicBezTo>
                  <a:cubicBezTo>
                    <a:pt x="14378" y="23796"/>
                    <a:pt x="14138" y="24096"/>
                    <a:pt x="13790" y="24264"/>
                  </a:cubicBezTo>
                  <a:cubicBezTo>
                    <a:pt x="13436" y="24444"/>
                    <a:pt x="13213" y="24743"/>
                    <a:pt x="13071" y="25103"/>
                  </a:cubicBezTo>
                  <a:cubicBezTo>
                    <a:pt x="12935" y="25446"/>
                    <a:pt x="12750" y="25761"/>
                    <a:pt x="12483" y="26017"/>
                  </a:cubicBezTo>
                  <a:cubicBezTo>
                    <a:pt x="11939" y="26529"/>
                    <a:pt x="11781" y="27259"/>
                    <a:pt x="11438" y="27885"/>
                  </a:cubicBezTo>
                  <a:cubicBezTo>
                    <a:pt x="11400" y="27955"/>
                    <a:pt x="11383" y="28053"/>
                    <a:pt x="11465" y="28108"/>
                  </a:cubicBezTo>
                  <a:cubicBezTo>
                    <a:pt x="11488" y="28124"/>
                    <a:pt x="11511" y="28130"/>
                    <a:pt x="11532" y="28130"/>
                  </a:cubicBezTo>
                  <a:cubicBezTo>
                    <a:pt x="11591" y="28130"/>
                    <a:pt x="11641" y="28080"/>
                    <a:pt x="11677" y="28032"/>
                  </a:cubicBezTo>
                  <a:cubicBezTo>
                    <a:pt x="11873" y="27787"/>
                    <a:pt x="12113" y="27591"/>
                    <a:pt x="12347" y="27384"/>
                  </a:cubicBezTo>
                  <a:lnTo>
                    <a:pt x="12347" y="27384"/>
                  </a:lnTo>
                  <a:cubicBezTo>
                    <a:pt x="12303" y="27427"/>
                    <a:pt x="12282" y="27476"/>
                    <a:pt x="12271" y="27542"/>
                  </a:cubicBezTo>
                  <a:cubicBezTo>
                    <a:pt x="12288" y="27638"/>
                    <a:pt x="12336" y="27667"/>
                    <a:pt x="12396" y="27667"/>
                  </a:cubicBezTo>
                  <a:cubicBezTo>
                    <a:pt x="12431" y="27667"/>
                    <a:pt x="12470" y="27657"/>
                    <a:pt x="12510" y="27645"/>
                  </a:cubicBezTo>
                  <a:cubicBezTo>
                    <a:pt x="12603" y="27611"/>
                    <a:pt x="12695" y="27555"/>
                    <a:pt x="12799" y="27555"/>
                  </a:cubicBezTo>
                  <a:cubicBezTo>
                    <a:pt x="12811" y="27555"/>
                    <a:pt x="12824" y="27556"/>
                    <a:pt x="12837" y="27558"/>
                  </a:cubicBezTo>
                  <a:cubicBezTo>
                    <a:pt x="13270" y="27899"/>
                    <a:pt x="13770" y="27945"/>
                    <a:pt x="14296" y="27945"/>
                  </a:cubicBezTo>
                  <a:cubicBezTo>
                    <a:pt x="14332" y="27945"/>
                    <a:pt x="14369" y="27945"/>
                    <a:pt x="14405" y="27944"/>
                  </a:cubicBezTo>
                  <a:cubicBezTo>
                    <a:pt x="14711" y="27942"/>
                    <a:pt x="15020" y="27927"/>
                    <a:pt x="15328" y="27927"/>
                  </a:cubicBezTo>
                  <a:cubicBezTo>
                    <a:pt x="15747" y="27927"/>
                    <a:pt x="16166" y="27955"/>
                    <a:pt x="16577" y="28081"/>
                  </a:cubicBezTo>
                  <a:cubicBezTo>
                    <a:pt x="17040" y="28217"/>
                    <a:pt x="17513" y="28287"/>
                    <a:pt x="17998" y="28309"/>
                  </a:cubicBezTo>
                  <a:cubicBezTo>
                    <a:pt x="18433" y="28336"/>
                    <a:pt x="18874" y="28358"/>
                    <a:pt x="19283" y="28522"/>
                  </a:cubicBezTo>
                  <a:cubicBezTo>
                    <a:pt x="19822" y="28739"/>
                    <a:pt x="20475" y="28756"/>
                    <a:pt x="20872" y="29235"/>
                  </a:cubicBezTo>
                  <a:cubicBezTo>
                    <a:pt x="21428" y="29899"/>
                    <a:pt x="22233" y="30329"/>
                    <a:pt x="22625" y="31140"/>
                  </a:cubicBezTo>
                  <a:cubicBezTo>
                    <a:pt x="22805" y="31233"/>
                    <a:pt x="22859" y="31385"/>
                    <a:pt x="22816" y="31570"/>
                  </a:cubicBezTo>
                  <a:cubicBezTo>
                    <a:pt x="22810" y="31603"/>
                    <a:pt x="22810" y="31635"/>
                    <a:pt x="22810" y="31663"/>
                  </a:cubicBezTo>
                  <a:cubicBezTo>
                    <a:pt x="22843" y="31853"/>
                    <a:pt x="22691" y="31973"/>
                    <a:pt x="22647" y="32136"/>
                  </a:cubicBezTo>
                  <a:cubicBezTo>
                    <a:pt x="22261" y="33388"/>
                    <a:pt x="21558" y="34488"/>
                    <a:pt x="20900" y="35599"/>
                  </a:cubicBezTo>
                  <a:cubicBezTo>
                    <a:pt x="20747" y="35867"/>
                    <a:pt x="20472" y="36088"/>
                    <a:pt x="20149" y="36088"/>
                  </a:cubicBezTo>
                  <a:cubicBezTo>
                    <a:pt x="20092" y="36088"/>
                    <a:pt x="20034" y="36082"/>
                    <a:pt x="19974" y="36067"/>
                  </a:cubicBezTo>
                  <a:cubicBezTo>
                    <a:pt x="19555" y="35963"/>
                    <a:pt x="19136" y="35974"/>
                    <a:pt x="18711" y="35958"/>
                  </a:cubicBezTo>
                  <a:cubicBezTo>
                    <a:pt x="18412" y="35947"/>
                    <a:pt x="18134" y="35871"/>
                    <a:pt x="17911" y="35642"/>
                  </a:cubicBezTo>
                  <a:cubicBezTo>
                    <a:pt x="17808" y="35535"/>
                    <a:pt x="17744" y="35479"/>
                    <a:pt x="17690" y="35479"/>
                  </a:cubicBezTo>
                  <a:cubicBezTo>
                    <a:pt x="17627" y="35479"/>
                    <a:pt x="17579" y="35556"/>
                    <a:pt x="17502" y="35718"/>
                  </a:cubicBezTo>
                  <a:cubicBezTo>
                    <a:pt x="17470" y="35789"/>
                    <a:pt x="17443" y="35871"/>
                    <a:pt x="17410" y="35947"/>
                  </a:cubicBezTo>
                  <a:cubicBezTo>
                    <a:pt x="17246" y="36320"/>
                    <a:pt x="16972" y="36516"/>
                    <a:pt x="16579" y="36516"/>
                  </a:cubicBezTo>
                  <a:cubicBezTo>
                    <a:pt x="16554" y="36516"/>
                    <a:pt x="16527" y="36515"/>
                    <a:pt x="16501" y="36513"/>
                  </a:cubicBezTo>
                  <a:cubicBezTo>
                    <a:pt x="16492" y="36513"/>
                    <a:pt x="16483" y="36512"/>
                    <a:pt x="16475" y="36512"/>
                  </a:cubicBezTo>
                  <a:cubicBezTo>
                    <a:pt x="16330" y="36512"/>
                    <a:pt x="16268" y="36601"/>
                    <a:pt x="16196" y="36704"/>
                  </a:cubicBezTo>
                  <a:cubicBezTo>
                    <a:pt x="15978" y="37025"/>
                    <a:pt x="15771" y="37357"/>
                    <a:pt x="15570" y="37689"/>
                  </a:cubicBezTo>
                  <a:cubicBezTo>
                    <a:pt x="15363" y="38027"/>
                    <a:pt x="15096" y="38304"/>
                    <a:pt x="14726" y="38462"/>
                  </a:cubicBezTo>
                  <a:cubicBezTo>
                    <a:pt x="14525" y="38549"/>
                    <a:pt x="14350" y="38685"/>
                    <a:pt x="14269" y="38892"/>
                  </a:cubicBezTo>
                  <a:cubicBezTo>
                    <a:pt x="14046" y="39469"/>
                    <a:pt x="13534" y="39769"/>
                    <a:pt x="13055" y="40079"/>
                  </a:cubicBezTo>
                  <a:cubicBezTo>
                    <a:pt x="12902" y="40179"/>
                    <a:pt x="12759" y="40227"/>
                    <a:pt x="12626" y="40227"/>
                  </a:cubicBezTo>
                  <a:cubicBezTo>
                    <a:pt x="12371" y="40227"/>
                    <a:pt x="12158" y="40050"/>
                    <a:pt x="12004" y="39731"/>
                  </a:cubicBezTo>
                  <a:cubicBezTo>
                    <a:pt x="11977" y="39671"/>
                    <a:pt x="11944" y="39605"/>
                    <a:pt x="11873" y="39573"/>
                  </a:cubicBezTo>
                  <a:cubicBezTo>
                    <a:pt x="11558" y="39682"/>
                    <a:pt x="11536" y="39997"/>
                    <a:pt x="11405" y="40232"/>
                  </a:cubicBezTo>
                  <a:cubicBezTo>
                    <a:pt x="11498" y="40542"/>
                    <a:pt x="11405" y="40825"/>
                    <a:pt x="11280" y="41103"/>
                  </a:cubicBezTo>
                  <a:cubicBezTo>
                    <a:pt x="11111" y="41489"/>
                    <a:pt x="11182" y="41661"/>
                    <a:pt x="11526" y="41661"/>
                  </a:cubicBezTo>
                  <a:cubicBezTo>
                    <a:pt x="11570" y="41661"/>
                    <a:pt x="11619" y="41658"/>
                    <a:pt x="11672" y="41652"/>
                  </a:cubicBezTo>
                  <a:cubicBezTo>
                    <a:pt x="11993" y="41625"/>
                    <a:pt x="12293" y="41495"/>
                    <a:pt x="12636" y="41397"/>
                  </a:cubicBezTo>
                  <a:lnTo>
                    <a:pt x="12636" y="41397"/>
                  </a:lnTo>
                  <a:cubicBezTo>
                    <a:pt x="12521" y="41484"/>
                    <a:pt x="12418" y="41522"/>
                    <a:pt x="12363" y="41620"/>
                  </a:cubicBezTo>
                  <a:cubicBezTo>
                    <a:pt x="12456" y="41933"/>
                    <a:pt x="12648" y="42090"/>
                    <a:pt x="12962" y="42090"/>
                  </a:cubicBezTo>
                  <a:cubicBezTo>
                    <a:pt x="13090" y="42090"/>
                    <a:pt x="13238" y="42064"/>
                    <a:pt x="13409" y="42012"/>
                  </a:cubicBezTo>
                  <a:lnTo>
                    <a:pt x="13409" y="42012"/>
                  </a:lnTo>
                  <a:cubicBezTo>
                    <a:pt x="13269" y="42136"/>
                    <a:pt x="13139" y="42187"/>
                    <a:pt x="13009" y="42187"/>
                  </a:cubicBezTo>
                  <a:cubicBezTo>
                    <a:pt x="12905" y="42187"/>
                    <a:pt x="12802" y="42154"/>
                    <a:pt x="12695" y="42099"/>
                  </a:cubicBezTo>
                  <a:cubicBezTo>
                    <a:pt x="12582" y="42042"/>
                    <a:pt x="12498" y="41918"/>
                    <a:pt x="12352" y="41918"/>
                  </a:cubicBezTo>
                  <a:cubicBezTo>
                    <a:pt x="12343" y="41918"/>
                    <a:pt x="12334" y="41918"/>
                    <a:pt x="12325" y="41919"/>
                  </a:cubicBezTo>
                  <a:cubicBezTo>
                    <a:pt x="12369" y="42066"/>
                    <a:pt x="12227" y="42202"/>
                    <a:pt x="12309" y="42349"/>
                  </a:cubicBezTo>
                  <a:cubicBezTo>
                    <a:pt x="12456" y="42398"/>
                    <a:pt x="12478" y="42496"/>
                    <a:pt x="12418" y="42627"/>
                  </a:cubicBezTo>
                  <a:cubicBezTo>
                    <a:pt x="12303" y="42861"/>
                    <a:pt x="12434" y="42921"/>
                    <a:pt x="12636" y="42932"/>
                  </a:cubicBezTo>
                  <a:cubicBezTo>
                    <a:pt x="12683" y="42935"/>
                    <a:pt x="12730" y="42936"/>
                    <a:pt x="12777" y="42936"/>
                  </a:cubicBezTo>
                  <a:cubicBezTo>
                    <a:pt x="12865" y="42936"/>
                    <a:pt x="12954" y="42932"/>
                    <a:pt x="13042" y="42932"/>
                  </a:cubicBezTo>
                  <a:cubicBezTo>
                    <a:pt x="13165" y="42932"/>
                    <a:pt x="13287" y="42939"/>
                    <a:pt x="13409" y="42970"/>
                  </a:cubicBezTo>
                  <a:cubicBezTo>
                    <a:pt x="13498" y="42992"/>
                    <a:pt x="13584" y="43002"/>
                    <a:pt x="13666" y="43002"/>
                  </a:cubicBezTo>
                  <a:cubicBezTo>
                    <a:pt x="13951" y="43002"/>
                    <a:pt x="14187" y="42872"/>
                    <a:pt x="14378" y="42627"/>
                  </a:cubicBezTo>
                  <a:cubicBezTo>
                    <a:pt x="14672" y="42251"/>
                    <a:pt x="15025" y="41941"/>
                    <a:pt x="15347" y="41593"/>
                  </a:cubicBezTo>
                  <a:cubicBezTo>
                    <a:pt x="15744" y="41162"/>
                    <a:pt x="16152" y="40711"/>
                    <a:pt x="16419" y="40204"/>
                  </a:cubicBezTo>
                  <a:cubicBezTo>
                    <a:pt x="16795" y="39502"/>
                    <a:pt x="17388" y="39246"/>
                    <a:pt x="18063" y="39050"/>
                  </a:cubicBezTo>
                  <a:cubicBezTo>
                    <a:pt x="18217" y="39007"/>
                    <a:pt x="18369" y="38981"/>
                    <a:pt x="18521" y="38981"/>
                  </a:cubicBezTo>
                  <a:cubicBezTo>
                    <a:pt x="18692" y="38981"/>
                    <a:pt x="18862" y="39013"/>
                    <a:pt x="19032" y="39088"/>
                  </a:cubicBezTo>
                  <a:cubicBezTo>
                    <a:pt x="19310" y="39137"/>
                    <a:pt x="19473" y="39350"/>
                    <a:pt x="19669" y="39518"/>
                  </a:cubicBezTo>
                  <a:cubicBezTo>
                    <a:pt x="20028" y="39671"/>
                    <a:pt x="20361" y="39872"/>
                    <a:pt x="20725" y="40008"/>
                  </a:cubicBezTo>
                  <a:cubicBezTo>
                    <a:pt x="21135" y="40153"/>
                    <a:pt x="21553" y="40266"/>
                    <a:pt x="21970" y="40266"/>
                  </a:cubicBezTo>
                  <a:cubicBezTo>
                    <a:pt x="22258" y="40266"/>
                    <a:pt x="22545" y="40212"/>
                    <a:pt x="22827" y="40079"/>
                  </a:cubicBezTo>
                  <a:cubicBezTo>
                    <a:pt x="23398" y="39807"/>
                    <a:pt x="23965" y="39507"/>
                    <a:pt x="24493" y="39154"/>
                  </a:cubicBezTo>
                  <a:cubicBezTo>
                    <a:pt x="24825" y="38925"/>
                    <a:pt x="25162" y="38718"/>
                    <a:pt x="25549" y="38593"/>
                  </a:cubicBezTo>
                  <a:cubicBezTo>
                    <a:pt x="25578" y="38583"/>
                    <a:pt x="25606" y="38574"/>
                    <a:pt x="25627" y="38574"/>
                  </a:cubicBezTo>
                  <a:cubicBezTo>
                    <a:pt x="25661" y="38574"/>
                    <a:pt x="25677" y="38597"/>
                    <a:pt x="25647" y="38675"/>
                  </a:cubicBezTo>
                  <a:cubicBezTo>
                    <a:pt x="25641" y="38990"/>
                    <a:pt x="25908" y="39072"/>
                    <a:pt x="26109" y="39213"/>
                  </a:cubicBezTo>
                  <a:cubicBezTo>
                    <a:pt x="26398" y="39262"/>
                    <a:pt x="26627" y="39415"/>
                    <a:pt x="26833" y="39622"/>
                  </a:cubicBezTo>
                  <a:cubicBezTo>
                    <a:pt x="27340" y="40128"/>
                    <a:pt x="27743" y="40700"/>
                    <a:pt x="27993" y="41375"/>
                  </a:cubicBezTo>
                  <a:cubicBezTo>
                    <a:pt x="28249" y="42066"/>
                    <a:pt x="28646" y="42654"/>
                    <a:pt x="29343" y="42986"/>
                  </a:cubicBezTo>
                  <a:cubicBezTo>
                    <a:pt x="29479" y="43051"/>
                    <a:pt x="29610" y="43128"/>
                    <a:pt x="29643" y="43307"/>
                  </a:cubicBezTo>
                  <a:cubicBezTo>
                    <a:pt x="29664" y="43405"/>
                    <a:pt x="29773" y="43438"/>
                    <a:pt x="29855" y="43476"/>
                  </a:cubicBezTo>
                  <a:cubicBezTo>
                    <a:pt x="30089" y="43574"/>
                    <a:pt x="30274" y="43732"/>
                    <a:pt x="30470" y="43884"/>
                  </a:cubicBezTo>
                  <a:cubicBezTo>
                    <a:pt x="31058" y="44320"/>
                    <a:pt x="31597" y="44821"/>
                    <a:pt x="32261" y="45137"/>
                  </a:cubicBezTo>
                  <a:cubicBezTo>
                    <a:pt x="33013" y="45502"/>
                    <a:pt x="33786" y="45722"/>
                    <a:pt x="34573" y="45722"/>
                  </a:cubicBezTo>
                  <a:cubicBezTo>
                    <a:pt x="35041" y="45722"/>
                    <a:pt x="35514" y="45644"/>
                    <a:pt x="35990" y="45474"/>
                  </a:cubicBezTo>
                  <a:cubicBezTo>
                    <a:pt x="37172" y="45049"/>
                    <a:pt x="38015" y="44189"/>
                    <a:pt x="38625" y="43117"/>
                  </a:cubicBezTo>
                  <a:cubicBezTo>
                    <a:pt x="39333" y="41870"/>
                    <a:pt x="40079" y="40645"/>
                    <a:pt x="40846" y="39431"/>
                  </a:cubicBezTo>
                  <a:cubicBezTo>
                    <a:pt x="41184" y="38898"/>
                    <a:pt x="41560" y="38370"/>
                    <a:pt x="42180" y="38108"/>
                  </a:cubicBezTo>
                  <a:cubicBezTo>
                    <a:pt x="42235" y="37934"/>
                    <a:pt x="42414" y="37923"/>
                    <a:pt x="42534" y="37836"/>
                  </a:cubicBezTo>
                  <a:cubicBezTo>
                    <a:pt x="42262" y="37357"/>
                    <a:pt x="42316" y="36862"/>
                    <a:pt x="42447" y="36366"/>
                  </a:cubicBezTo>
                  <a:cubicBezTo>
                    <a:pt x="42545" y="36002"/>
                    <a:pt x="42746" y="35686"/>
                    <a:pt x="42953" y="35375"/>
                  </a:cubicBezTo>
                  <a:cubicBezTo>
                    <a:pt x="43057" y="35223"/>
                    <a:pt x="43100" y="35092"/>
                    <a:pt x="42855" y="35049"/>
                  </a:cubicBezTo>
                  <a:cubicBezTo>
                    <a:pt x="42825" y="35044"/>
                    <a:pt x="42795" y="35043"/>
                    <a:pt x="42765" y="35043"/>
                  </a:cubicBezTo>
                  <a:cubicBezTo>
                    <a:pt x="42725" y="35043"/>
                    <a:pt x="42684" y="35046"/>
                    <a:pt x="42643" y="35049"/>
                  </a:cubicBezTo>
                  <a:cubicBezTo>
                    <a:pt x="42582" y="35052"/>
                    <a:pt x="42513" y="35076"/>
                    <a:pt x="42452" y="35076"/>
                  </a:cubicBezTo>
                  <a:cubicBezTo>
                    <a:pt x="42410" y="35076"/>
                    <a:pt x="42372" y="35065"/>
                    <a:pt x="42343" y="35027"/>
                  </a:cubicBezTo>
                  <a:cubicBezTo>
                    <a:pt x="42267" y="34913"/>
                    <a:pt x="42371" y="34804"/>
                    <a:pt x="42431" y="34706"/>
                  </a:cubicBezTo>
                  <a:cubicBezTo>
                    <a:pt x="42719" y="34205"/>
                    <a:pt x="43187" y="33949"/>
                    <a:pt x="43759" y="33764"/>
                  </a:cubicBezTo>
                  <a:lnTo>
                    <a:pt x="43759" y="33764"/>
                  </a:lnTo>
                  <a:cubicBezTo>
                    <a:pt x="43574" y="33873"/>
                    <a:pt x="43427" y="33944"/>
                    <a:pt x="43285" y="34020"/>
                  </a:cubicBezTo>
                  <a:cubicBezTo>
                    <a:pt x="42991" y="34183"/>
                    <a:pt x="42735" y="34385"/>
                    <a:pt x="42556" y="34673"/>
                  </a:cubicBezTo>
                  <a:cubicBezTo>
                    <a:pt x="42496" y="34760"/>
                    <a:pt x="42414" y="34853"/>
                    <a:pt x="42458" y="34956"/>
                  </a:cubicBezTo>
                  <a:cubicBezTo>
                    <a:pt x="42487" y="35019"/>
                    <a:pt x="42530" y="35035"/>
                    <a:pt x="42579" y="35035"/>
                  </a:cubicBezTo>
                  <a:cubicBezTo>
                    <a:pt x="42632" y="35035"/>
                    <a:pt x="42690" y="35016"/>
                    <a:pt x="42741" y="35016"/>
                  </a:cubicBezTo>
                  <a:cubicBezTo>
                    <a:pt x="43018" y="35016"/>
                    <a:pt x="43280" y="34951"/>
                    <a:pt x="43530" y="34847"/>
                  </a:cubicBezTo>
                  <a:cubicBezTo>
                    <a:pt x="43559" y="34836"/>
                    <a:pt x="43585" y="34831"/>
                    <a:pt x="43610" y="34831"/>
                  </a:cubicBezTo>
                  <a:cubicBezTo>
                    <a:pt x="43750" y="34831"/>
                    <a:pt x="43828" y="34995"/>
                    <a:pt x="43970" y="34995"/>
                  </a:cubicBezTo>
                  <a:cubicBezTo>
                    <a:pt x="43976" y="34995"/>
                    <a:pt x="43982" y="34995"/>
                    <a:pt x="43988" y="34994"/>
                  </a:cubicBezTo>
                  <a:lnTo>
                    <a:pt x="43988" y="34994"/>
                  </a:lnTo>
                  <a:cubicBezTo>
                    <a:pt x="43966" y="35065"/>
                    <a:pt x="43939" y="35103"/>
                    <a:pt x="43911" y="35141"/>
                  </a:cubicBezTo>
                  <a:cubicBezTo>
                    <a:pt x="43683" y="35555"/>
                    <a:pt x="43688" y="35577"/>
                    <a:pt x="44167" y="35620"/>
                  </a:cubicBezTo>
                  <a:cubicBezTo>
                    <a:pt x="44325" y="35637"/>
                    <a:pt x="44320" y="35713"/>
                    <a:pt x="44325" y="35827"/>
                  </a:cubicBezTo>
                  <a:cubicBezTo>
                    <a:pt x="44336" y="36143"/>
                    <a:pt x="44418" y="36415"/>
                    <a:pt x="44755" y="36551"/>
                  </a:cubicBezTo>
                  <a:cubicBezTo>
                    <a:pt x="44869" y="36595"/>
                    <a:pt x="44962" y="36698"/>
                    <a:pt x="45076" y="36753"/>
                  </a:cubicBezTo>
                  <a:cubicBezTo>
                    <a:pt x="45194" y="36814"/>
                    <a:pt x="45315" y="36839"/>
                    <a:pt x="45437" y="36839"/>
                  </a:cubicBezTo>
                  <a:cubicBezTo>
                    <a:pt x="45512" y="36839"/>
                    <a:pt x="45588" y="36829"/>
                    <a:pt x="45664" y="36813"/>
                  </a:cubicBezTo>
                  <a:cubicBezTo>
                    <a:pt x="45699" y="36806"/>
                    <a:pt x="45734" y="36801"/>
                    <a:pt x="45767" y="36801"/>
                  </a:cubicBezTo>
                  <a:cubicBezTo>
                    <a:pt x="45862" y="36801"/>
                    <a:pt x="45942" y="36838"/>
                    <a:pt x="45975" y="36960"/>
                  </a:cubicBezTo>
                  <a:cubicBezTo>
                    <a:pt x="46045" y="37177"/>
                    <a:pt x="46214" y="37237"/>
                    <a:pt x="46410" y="37259"/>
                  </a:cubicBezTo>
                  <a:cubicBezTo>
                    <a:pt x="46546" y="37275"/>
                    <a:pt x="46671" y="37297"/>
                    <a:pt x="46704" y="37455"/>
                  </a:cubicBezTo>
                  <a:cubicBezTo>
                    <a:pt x="46824" y="37564"/>
                    <a:pt x="46976" y="37580"/>
                    <a:pt x="47123" y="37613"/>
                  </a:cubicBezTo>
                  <a:cubicBezTo>
                    <a:pt x="47526" y="37689"/>
                    <a:pt x="47962" y="37673"/>
                    <a:pt x="48245" y="38048"/>
                  </a:cubicBezTo>
                  <a:cubicBezTo>
                    <a:pt x="48517" y="38103"/>
                    <a:pt x="48653" y="38364"/>
                    <a:pt x="48887" y="38473"/>
                  </a:cubicBezTo>
                  <a:cubicBezTo>
                    <a:pt x="48887" y="38473"/>
                    <a:pt x="48882" y="38517"/>
                    <a:pt x="48898" y="38538"/>
                  </a:cubicBezTo>
                  <a:cubicBezTo>
                    <a:pt x="48903" y="38696"/>
                    <a:pt x="49279" y="38680"/>
                    <a:pt x="49094" y="38936"/>
                  </a:cubicBezTo>
                  <a:cubicBezTo>
                    <a:pt x="49142" y="38992"/>
                    <a:pt x="49189" y="39012"/>
                    <a:pt x="49235" y="39012"/>
                  </a:cubicBezTo>
                  <a:cubicBezTo>
                    <a:pt x="49305" y="39012"/>
                    <a:pt x="49374" y="38966"/>
                    <a:pt x="49442" y="38930"/>
                  </a:cubicBezTo>
                  <a:cubicBezTo>
                    <a:pt x="49666" y="38811"/>
                    <a:pt x="49883" y="38669"/>
                    <a:pt x="50090" y="38517"/>
                  </a:cubicBezTo>
                  <a:cubicBezTo>
                    <a:pt x="50308" y="38359"/>
                    <a:pt x="50509" y="38190"/>
                    <a:pt x="50466" y="37880"/>
                  </a:cubicBezTo>
                  <a:cubicBezTo>
                    <a:pt x="50457" y="37704"/>
                    <a:pt x="50372" y="37677"/>
                    <a:pt x="50273" y="37677"/>
                  </a:cubicBezTo>
                  <a:cubicBezTo>
                    <a:pt x="50228" y="37677"/>
                    <a:pt x="50181" y="37682"/>
                    <a:pt x="50136" y="37682"/>
                  </a:cubicBezTo>
                  <a:cubicBezTo>
                    <a:pt x="50102" y="37682"/>
                    <a:pt x="50070" y="37679"/>
                    <a:pt x="50041" y="37667"/>
                  </a:cubicBezTo>
                  <a:cubicBezTo>
                    <a:pt x="49796" y="37591"/>
                    <a:pt x="49486" y="37678"/>
                    <a:pt x="49285" y="37542"/>
                  </a:cubicBezTo>
                  <a:cubicBezTo>
                    <a:pt x="48773" y="37199"/>
                    <a:pt x="48174" y="36960"/>
                    <a:pt x="47798" y="36437"/>
                  </a:cubicBezTo>
                  <a:cubicBezTo>
                    <a:pt x="47493" y="36012"/>
                    <a:pt x="47210" y="35577"/>
                    <a:pt x="46677" y="35392"/>
                  </a:cubicBezTo>
                  <a:cubicBezTo>
                    <a:pt x="46808" y="35379"/>
                    <a:pt x="46938" y="35372"/>
                    <a:pt x="47066" y="35372"/>
                  </a:cubicBezTo>
                  <a:cubicBezTo>
                    <a:pt x="47532" y="35372"/>
                    <a:pt x="47978" y="35460"/>
                    <a:pt x="48413" y="35648"/>
                  </a:cubicBezTo>
                  <a:cubicBezTo>
                    <a:pt x="48718" y="35778"/>
                    <a:pt x="48980" y="35985"/>
                    <a:pt x="49301" y="36078"/>
                  </a:cubicBezTo>
                  <a:cubicBezTo>
                    <a:pt x="49584" y="36159"/>
                    <a:pt x="49807" y="36306"/>
                    <a:pt x="49981" y="36551"/>
                  </a:cubicBezTo>
                  <a:cubicBezTo>
                    <a:pt x="50050" y="36650"/>
                    <a:pt x="50128" y="36762"/>
                    <a:pt x="50272" y="36762"/>
                  </a:cubicBezTo>
                  <a:cubicBezTo>
                    <a:pt x="50287" y="36762"/>
                    <a:pt x="50302" y="36761"/>
                    <a:pt x="50319" y="36758"/>
                  </a:cubicBezTo>
                  <a:cubicBezTo>
                    <a:pt x="50361" y="36752"/>
                    <a:pt x="50396" y="36749"/>
                    <a:pt x="50424" y="36749"/>
                  </a:cubicBezTo>
                  <a:cubicBezTo>
                    <a:pt x="50630" y="36749"/>
                    <a:pt x="50518" y="36908"/>
                    <a:pt x="50460" y="37041"/>
                  </a:cubicBezTo>
                  <a:cubicBezTo>
                    <a:pt x="50581" y="37174"/>
                    <a:pt x="50713" y="37262"/>
                    <a:pt x="50877" y="37262"/>
                  </a:cubicBezTo>
                  <a:cubicBezTo>
                    <a:pt x="50935" y="37262"/>
                    <a:pt x="50998" y="37251"/>
                    <a:pt x="51065" y="37226"/>
                  </a:cubicBezTo>
                  <a:cubicBezTo>
                    <a:pt x="51135" y="37201"/>
                    <a:pt x="51204" y="37186"/>
                    <a:pt x="51270" y="37186"/>
                  </a:cubicBezTo>
                  <a:cubicBezTo>
                    <a:pt x="51398" y="37186"/>
                    <a:pt x="51513" y="37244"/>
                    <a:pt x="51593" y="37395"/>
                  </a:cubicBezTo>
                  <a:cubicBezTo>
                    <a:pt x="51626" y="37401"/>
                    <a:pt x="51657" y="37404"/>
                    <a:pt x="51688" y="37404"/>
                  </a:cubicBezTo>
                  <a:cubicBezTo>
                    <a:pt x="51934" y="37404"/>
                    <a:pt x="52107" y="37222"/>
                    <a:pt x="52306" y="37101"/>
                  </a:cubicBezTo>
                  <a:cubicBezTo>
                    <a:pt x="52412" y="37036"/>
                    <a:pt x="52509" y="36942"/>
                    <a:pt x="52644" y="36942"/>
                  </a:cubicBezTo>
                  <a:cubicBezTo>
                    <a:pt x="52655" y="36942"/>
                    <a:pt x="52665" y="36942"/>
                    <a:pt x="52676" y="36943"/>
                  </a:cubicBezTo>
                  <a:cubicBezTo>
                    <a:pt x="52694" y="36946"/>
                    <a:pt x="52710" y="36947"/>
                    <a:pt x="52725" y="36947"/>
                  </a:cubicBezTo>
                  <a:cubicBezTo>
                    <a:pt x="52897" y="36947"/>
                    <a:pt x="52915" y="36807"/>
                    <a:pt x="52905" y="36622"/>
                  </a:cubicBezTo>
                  <a:lnTo>
                    <a:pt x="52905" y="36622"/>
                  </a:lnTo>
                  <a:cubicBezTo>
                    <a:pt x="52959" y="36742"/>
                    <a:pt x="52992" y="36813"/>
                    <a:pt x="53079" y="36834"/>
                  </a:cubicBezTo>
                  <a:cubicBezTo>
                    <a:pt x="53193" y="36715"/>
                    <a:pt x="53231" y="36568"/>
                    <a:pt x="53215" y="36404"/>
                  </a:cubicBezTo>
                  <a:cubicBezTo>
                    <a:pt x="53177" y="36279"/>
                    <a:pt x="53280" y="36214"/>
                    <a:pt x="53319" y="36121"/>
                  </a:cubicBezTo>
                  <a:cubicBezTo>
                    <a:pt x="53531" y="35631"/>
                    <a:pt x="53362" y="35310"/>
                    <a:pt x="52856" y="35223"/>
                  </a:cubicBezTo>
                  <a:cubicBezTo>
                    <a:pt x="52731" y="35201"/>
                    <a:pt x="52600" y="35196"/>
                    <a:pt x="52475" y="35169"/>
                  </a:cubicBezTo>
                  <a:cubicBezTo>
                    <a:pt x="52121" y="35087"/>
                    <a:pt x="51762" y="35016"/>
                    <a:pt x="51522" y="34700"/>
                  </a:cubicBezTo>
                  <a:cubicBezTo>
                    <a:pt x="51282" y="34515"/>
                    <a:pt x="51043" y="34336"/>
                    <a:pt x="50803" y="34151"/>
                  </a:cubicBezTo>
                  <a:cubicBezTo>
                    <a:pt x="50482" y="34020"/>
                    <a:pt x="50237" y="33786"/>
                    <a:pt x="50025" y="33519"/>
                  </a:cubicBezTo>
                  <a:cubicBezTo>
                    <a:pt x="49589" y="32980"/>
                    <a:pt x="49246" y="32376"/>
                    <a:pt x="48756" y="31880"/>
                  </a:cubicBezTo>
                  <a:cubicBezTo>
                    <a:pt x="48642" y="31804"/>
                    <a:pt x="48539" y="31701"/>
                    <a:pt x="48397" y="31679"/>
                  </a:cubicBezTo>
                  <a:cubicBezTo>
                    <a:pt x="47996" y="31637"/>
                    <a:pt x="47689" y="31296"/>
                    <a:pt x="47272" y="31296"/>
                  </a:cubicBezTo>
                  <a:cubicBezTo>
                    <a:pt x="47253" y="31296"/>
                    <a:pt x="47235" y="31297"/>
                    <a:pt x="47216" y="31298"/>
                  </a:cubicBezTo>
                  <a:cubicBezTo>
                    <a:pt x="47275" y="31283"/>
                    <a:pt x="47333" y="31276"/>
                    <a:pt x="47389" y="31276"/>
                  </a:cubicBezTo>
                  <a:cubicBezTo>
                    <a:pt x="47600" y="31276"/>
                    <a:pt x="47789" y="31371"/>
                    <a:pt x="47978" y="31483"/>
                  </a:cubicBezTo>
                  <a:cubicBezTo>
                    <a:pt x="48042" y="31520"/>
                    <a:pt x="48126" y="31557"/>
                    <a:pt x="48194" y="31557"/>
                  </a:cubicBezTo>
                  <a:cubicBezTo>
                    <a:pt x="48265" y="31557"/>
                    <a:pt x="48318" y="31516"/>
                    <a:pt x="48310" y="31391"/>
                  </a:cubicBezTo>
                  <a:cubicBezTo>
                    <a:pt x="48283" y="30939"/>
                    <a:pt x="48386" y="30449"/>
                    <a:pt x="48011" y="30057"/>
                  </a:cubicBezTo>
                  <a:cubicBezTo>
                    <a:pt x="47510" y="29534"/>
                    <a:pt x="47270" y="28930"/>
                    <a:pt x="47417" y="28184"/>
                  </a:cubicBezTo>
                  <a:cubicBezTo>
                    <a:pt x="47493" y="27797"/>
                    <a:pt x="47292" y="27520"/>
                    <a:pt x="46933" y="27438"/>
                  </a:cubicBezTo>
                  <a:cubicBezTo>
                    <a:pt x="46388" y="27324"/>
                    <a:pt x="45860" y="27166"/>
                    <a:pt x="45321" y="27046"/>
                  </a:cubicBezTo>
                  <a:cubicBezTo>
                    <a:pt x="45279" y="27035"/>
                    <a:pt x="45233" y="27021"/>
                    <a:pt x="45192" y="27021"/>
                  </a:cubicBezTo>
                  <a:cubicBezTo>
                    <a:pt x="45152" y="27021"/>
                    <a:pt x="45117" y="27034"/>
                    <a:pt x="45093" y="27073"/>
                  </a:cubicBezTo>
                  <a:cubicBezTo>
                    <a:pt x="45033" y="27177"/>
                    <a:pt x="45125" y="27253"/>
                    <a:pt x="45191" y="27313"/>
                  </a:cubicBezTo>
                  <a:cubicBezTo>
                    <a:pt x="45436" y="27520"/>
                    <a:pt x="45724" y="27678"/>
                    <a:pt x="46029" y="27748"/>
                  </a:cubicBezTo>
                  <a:cubicBezTo>
                    <a:pt x="46388" y="27836"/>
                    <a:pt x="46416" y="28064"/>
                    <a:pt x="46383" y="28353"/>
                  </a:cubicBezTo>
                  <a:cubicBezTo>
                    <a:pt x="46367" y="28478"/>
                    <a:pt x="46323" y="28603"/>
                    <a:pt x="46301" y="28734"/>
                  </a:cubicBezTo>
                  <a:cubicBezTo>
                    <a:pt x="46214" y="29164"/>
                    <a:pt x="46236" y="29572"/>
                    <a:pt x="46508" y="29948"/>
                  </a:cubicBezTo>
                  <a:cubicBezTo>
                    <a:pt x="46622" y="30106"/>
                    <a:pt x="46726" y="30280"/>
                    <a:pt x="46808" y="30465"/>
                  </a:cubicBezTo>
                  <a:cubicBezTo>
                    <a:pt x="46871" y="30628"/>
                    <a:pt x="46740" y="31098"/>
                    <a:pt x="46658" y="31098"/>
                  </a:cubicBezTo>
                  <a:cubicBezTo>
                    <a:pt x="46655" y="31098"/>
                    <a:pt x="46652" y="31098"/>
                    <a:pt x="46650" y="31097"/>
                  </a:cubicBezTo>
                  <a:cubicBezTo>
                    <a:pt x="46594" y="31072"/>
                    <a:pt x="46541" y="31062"/>
                    <a:pt x="46490" y="31062"/>
                  </a:cubicBezTo>
                  <a:cubicBezTo>
                    <a:pt x="46299" y="31062"/>
                    <a:pt x="46137" y="31200"/>
                    <a:pt x="45953" y="31200"/>
                  </a:cubicBezTo>
                  <a:cubicBezTo>
                    <a:pt x="45947" y="31200"/>
                    <a:pt x="45942" y="31200"/>
                    <a:pt x="45936" y="31200"/>
                  </a:cubicBezTo>
                  <a:cubicBezTo>
                    <a:pt x="45882" y="31205"/>
                    <a:pt x="45838" y="31233"/>
                    <a:pt x="45800" y="31265"/>
                  </a:cubicBezTo>
                  <a:cubicBezTo>
                    <a:pt x="45761" y="31280"/>
                    <a:pt x="45727" y="31286"/>
                    <a:pt x="45696" y="31286"/>
                  </a:cubicBezTo>
                  <a:cubicBezTo>
                    <a:pt x="45527" y="31286"/>
                    <a:pt x="45464" y="31100"/>
                    <a:pt x="45381" y="30999"/>
                  </a:cubicBezTo>
                  <a:cubicBezTo>
                    <a:pt x="44978" y="30498"/>
                    <a:pt x="44472" y="30182"/>
                    <a:pt x="43851" y="30051"/>
                  </a:cubicBezTo>
                  <a:cubicBezTo>
                    <a:pt x="43634" y="30002"/>
                    <a:pt x="43416" y="29932"/>
                    <a:pt x="43204" y="29861"/>
                  </a:cubicBezTo>
                  <a:cubicBezTo>
                    <a:pt x="43018" y="29795"/>
                    <a:pt x="42904" y="29687"/>
                    <a:pt x="42850" y="29507"/>
                  </a:cubicBezTo>
                  <a:cubicBezTo>
                    <a:pt x="42735" y="29148"/>
                    <a:pt x="42583" y="28805"/>
                    <a:pt x="42512" y="28429"/>
                  </a:cubicBezTo>
                  <a:cubicBezTo>
                    <a:pt x="42421" y="27938"/>
                    <a:pt x="42250" y="27762"/>
                    <a:pt x="41857" y="27762"/>
                  </a:cubicBezTo>
                  <a:cubicBezTo>
                    <a:pt x="41779" y="27762"/>
                    <a:pt x="41693" y="27769"/>
                    <a:pt x="41598" y="27781"/>
                  </a:cubicBezTo>
                  <a:cubicBezTo>
                    <a:pt x="41037" y="27852"/>
                    <a:pt x="40492" y="28032"/>
                    <a:pt x="39921" y="28042"/>
                  </a:cubicBezTo>
                  <a:cubicBezTo>
                    <a:pt x="39834" y="28042"/>
                    <a:pt x="39703" y="28048"/>
                    <a:pt x="39709" y="28168"/>
                  </a:cubicBezTo>
                  <a:cubicBezTo>
                    <a:pt x="39714" y="28277"/>
                    <a:pt x="39834" y="28304"/>
                    <a:pt x="39921" y="28326"/>
                  </a:cubicBezTo>
                  <a:cubicBezTo>
                    <a:pt x="40351" y="28421"/>
                    <a:pt x="40770" y="28569"/>
                    <a:pt x="41209" y="28569"/>
                  </a:cubicBezTo>
                  <a:cubicBezTo>
                    <a:pt x="41298" y="28569"/>
                    <a:pt x="41387" y="28562"/>
                    <a:pt x="41478" y="28549"/>
                  </a:cubicBezTo>
                  <a:cubicBezTo>
                    <a:pt x="41499" y="28546"/>
                    <a:pt x="41518" y="28545"/>
                    <a:pt x="41537" y="28545"/>
                  </a:cubicBezTo>
                  <a:cubicBezTo>
                    <a:pt x="41669" y="28545"/>
                    <a:pt x="41745" y="28613"/>
                    <a:pt x="41788" y="28761"/>
                  </a:cubicBezTo>
                  <a:cubicBezTo>
                    <a:pt x="41870" y="29071"/>
                    <a:pt x="42022" y="29354"/>
                    <a:pt x="42093" y="29665"/>
                  </a:cubicBezTo>
                  <a:cubicBezTo>
                    <a:pt x="42213" y="30182"/>
                    <a:pt x="42512" y="30558"/>
                    <a:pt x="42969" y="30808"/>
                  </a:cubicBezTo>
                  <a:cubicBezTo>
                    <a:pt x="43165" y="30917"/>
                    <a:pt x="43351" y="31042"/>
                    <a:pt x="43536" y="31173"/>
                  </a:cubicBezTo>
                  <a:cubicBezTo>
                    <a:pt x="43753" y="31325"/>
                    <a:pt x="43911" y="31527"/>
                    <a:pt x="44015" y="31772"/>
                  </a:cubicBezTo>
                  <a:cubicBezTo>
                    <a:pt x="44163" y="32133"/>
                    <a:pt x="44202" y="32222"/>
                    <a:pt x="44418" y="32222"/>
                  </a:cubicBezTo>
                  <a:cubicBezTo>
                    <a:pt x="44494" y="32222"/>
                    <a:pt x="44593" y="32211"/>
                    <a:pt x="44728" y="32196"/>
                  </a:cubicBezTo>
                  <a:cubicBezTo>
                    <a:pt x="44799" y="32188"/>
                    <a:pt x="44870" y="32184"/>
                    <a:pt x="44940" y="32184"/>
                  </a:cubicBezTo>
                  <a:cubicBezTo>
                    <a:pt x="45205" y="32184"/>
                    <a:pt x="45455" y="32247"/>
                    <a:pt x="45675" y="32419"/>
                  </a:cubicBezTo>
                  <a:cubicBezTo>
                    <a:pt x="45638" y="32423"/>
                    <a:pt x="45602" y="32425"/>
                    <a:pt x="45565" y="32425"/>
                  </a:cubicBezTo>
                  <a:cubicBezTo>
                    <a:pt x="45321" y="32425"/>
                    <a:pt x="45087" y="32352"/>
                    <a:pt x="44846" y="32352"/>
                  </a:cubicBezTo>
                  <a:cubicBezTo>
                    <a:pt x="44805" y="32352"/>
                    <a:pt x="44764" y="32355"/>
                    <a:pt x="44722" y="32360"/>
                  </a:cubicBezTo>
                  <a:cubicBezTo>
                    <a:pt x="44641" y="32370"/>
                    <a:pt x="44543" y="32376"/>
                    <a:pt x="44516" y="32463"/>
                  </a:cubicBezTo>
                  <a:cubicBezTo>
                    <a:pt x="44507" y="32486"/>
                    <a:pt x="44510" y="32506"/>
                    <a:pt x="44518" y="32524"/>
                  </a:cubicBezTo>
                  <a:lnTo>
                    <a:pt x="44518" y="32524"/>
                  </a:lnTo>
                  <a:cubicBezTo>
                    <a:pt x="44414" y="32438"/>
                    <a:pt x="44305" y="32358"/>
                    <a:pt x="44200" y="32278"/>
                  </a:cubicBezTo>
                  <a:cubicBezTo>
                    <a:pt x="43821" y="32000"/>
                    <a:pt x="43424" y="31905"/>
                    <a:pt x="43018" y="31905"/>
                  </a:cubicBezTo>
                  <a:cubicBezTo>
                    <a:pt x="42613" y="31905"/>
                    <a:pt x="42199" y="32000"/>
                    <a:pt x="41788" y="32104"/>
                  </a:cubicBezTo>
                  <a:cubicBezTo>
                    <a:pt x="41592" y="32153"/>
                    <a:pt x="41674" y="32294"/>
                    <a:pt x="41783" y="32360"/>
                  </a:cubicBezTo>
                  <a:cubicBezTo>
                    <a:pt x="41994" y="32485"/>
                    <a:pt x="42205" y="32596"/>
                    <a:pt x="42447" y="32596"/>
                  </a:cubicBezTo>
                  <a:cubicBezTo>
                    <a:pt x="42542" y="32596"/>
                    <a:pt x="42641" y="32579"/>
                    <a:pt x="42746" y="32539"/>
                  </a:cubicBezTo>
                  <a:cubicBezTo>
                    <a:pt x="42847" y="32501"/>
                    <a:pt x="42947" y="32484"/>
                    <a:pt x="43044" y="32484"/>
                  </a:cubicBezTo>
                  <a:cubicBezTo>
                    <a:pt x="43418" y="32484"/>
                    <a:pt x="43734" y="32748"/>
                    <a:pt x="43764" y="33116"/>
                  </a:cubicBezTo>
                  <a:cubicBezTo>
                    <a:pt x="43504" y="32728"/>
                    <a:pt x="43351" y="32580"/>
                    <a:pt x="43066" y="32580"/>
                  </a:cubicBezTo>
                  <a:cubicBezTo>
                    <a:pt x="42940" y="32580"/>
                    <a:pt x="42787" y="32609"/>
                    <a:pt x="42588" y="32659"/>
                  </a:cubicBezTo>
                  <a:cubicBezTo>
                    <a:pt x="42545" y="32670"/>
                    <a:pt x="42503" y="32675"/>
                    <a:pt x="42462" y="32675"/>
                  </a:cubicBezTo>
                  <a:cubicBezTo>
                    <a:pt x="42325" y="32675"/>
                    <a:pt x="42204" y="32620"/>
                    <a:pt x="42082" y="32561"/>
                  </a:cubicBezTo>
                  <a:cubicBezTo>
                    <a:pt x="41803" y="32424"/>
                    <a:pt x="41585" y="32159"/>
                    <a:pt x="41248" y="32159"/>
                  </a:cubicBezTo>
                  <a:cubicBezTo>
                    <a:pt x="41224" y="32159"/>
                    <a:pt x="41199" y="32161"/>
                    <a:pt x="41173" y="32164"/>
                  </a:cubicBezTo>
                  <a:cubicBezTo>
                    <a:pt x="41170" y="32164"/>
                    <a:pt x="41167" y="32164"/>
                    <a:pt x="41164" y="32164"/>
                  </a:cubicBezTo>
                  <a:cubicBezTo>
                    <a:pt x="41134" y="32164"/>
                    <a:pt x="41100" y="32139"/>
                    <a:pt x="41080" y="32109"/>
                  </a:cubicBezTo>
                  <a:cubicBezTo>
                    <a:pt x="41000" y="31999"/>
                    <a:pt x="40928" y="31955"/>
                    <a:pt x="40859" y="31955"/>
                  </a:cubicBezTo>
                  <a:cubicBezTo>
                    <a:pt x="40765" y="31955"/>
                    <a:pt x="40679" y="32039"/>
                    <a:pt x="40590" y="32153"/>
                  </a:cubicBezTo>
                  <a:cubicBezTo>
                    <a:pt x="40220" y="32615"/>
                    <a:pt x="39839" y="33056"/>
                    <a:pt x="39257" y="33258"/>
                  </a:cubicBezTo>
                  <a:cubicBezTo>
                    <a:pt x="39160" y="33290"/>
                    <a:pt x="39069" y="33325"/>
                    <a:pt x="38983" y="33325"/>
                  </a:cubicBezTo>
                  <a:cubicBezTo>
                    <a:pt x="38895" y="33325"/>
                    <a:pt x="38811" y="33289"/>
                    <a:pt x="38729" y="33176"/>
                  </a:cubicBezTo>
                  <a:cubicBezTo>
                    <a:pt x="38644" y="33056"/>
                    <a:pt x="38580" y="32997"/>
                    <a:pt x="38510" y="32997"/>
                  </a:cubicBezTo>
                  <a:cubicBezTo>
                    <a:pt x="38442" y="32997"/>
                    <a:pt x="38369" y="33054"/>
                    <a:pt x="38266" y="33165"/>
                  </a:cubicBezTo>
                  <a:cubicBezTo>
                    <a:pt x="37972" y="33492"/>
                    <a:pt x="37721" y="33840"/>
                    <a:pt x="37531" y="34243"/>
                  </a:cubicBezTo>
                  <a:cubicBezTo>
                    <a:pt x="37348" y="34622"/>
                    <a:pt x="37204" y="34736"/>
                    <a:pt x="36878" y="34736"/>
                  </a:cubicBezTo>
                  <a:cubicBezTo>
                    <a:pt x="36796" y="34736"/>
                    <a:pt x="36703" y="34729"/>
                    <a:pt x="36595" y="34717"/>
                  </a:cubicBezTo>
                  <a:cubicBezTo>
                    <a:pt x="36558" y="34610"/>
                    <a:pt x="36509" y="34549"/>
                    <a:pt x="36454" y="34549"/>
                  </a:cubicBezTo>
                  <a:cubicBezTo>
                    <a:pt x="36410" y="34549"/>
                    <a:pt x="36362" y="34586"/>
                    <a:pt x="36311" y="34668"/>
                  </a:cubicBezTo>
                  <a:cubicBezTo>
                    <a:pt x="36208" y="34837"/>
                    <a:pt x="36072" y="34989"/>
                    <a:pt x="36034" y="35190"/>
                  </a:cubicBezTo>
                  <a:cubicBezTo>
                    <a:pt x="35992" y="35394"/>
                    <a:pt x="35868" y="35488"/>
                    <a:pt x="35688" y="35488"/>
                  </a:cubicBezTo>
                  <a:cubicBezTo>
                    <a:pt x="35656" y="35488"/>
                    <a:pt x="35622" y="35485"/>
                    <a:pt x="35587" y="35479"/>
                  </a:cubicBezTo>
                  <a:cubicBezTo>
                    <a:pt x="34852" y="35310"/>
                    <a:pt x="34379" y="34798"/>
                    <a:pt x="33938" y="34238"/>
                  </a:cubicBezTo>
                  <a:cubicBezTo>
                    <a:pt x="33410" y="33557"/>
                    <a:pt x="32893" y="32877"/>
                    <a:pt x="32446" y="32136"/>
                  </a:cubicBezTo>
                  <a:cubicBezTo>
                    <a:pt x="32283" y="31870"/>
                    <a:pt x="32114" y="31603"/>
                    <a:pt x="31777" y="31516"/>
                  </a:cubicBezTo>
                  <a:cubicBezTo>
                    <a:pt x="31773" y="31516"/>
                    <a:pt x="31769" y="31516"/>
                    <a:pt x="31765" y="31516"/>
                  </a:cubicBezTo>
                  <a:cubicBezTo>
                    <a:pt x="31668" y="31516"/>
                    <a:pt x="31605" y="31448"/>
                    <a:pt x="31537" y="31385"/>
                  </a:cubicBezTo>
                  <a:cubicBezTo>
                    <a:pt x="31069" y="30922"/>
                    <a:pt x="30655" y="30411"/>
                    <a:pt x="30372" y="29817"/>
                  </a:cubicBezTo>
                  <a:cubicBezTo>
                    <a:pt x="30192" y="29442"/>
                    <a:pt x="30029" y="29044"/>
                    <a:pt x="30100" y="28609"/>
                  </a:cubicBezTo>
                  <a:cubicBezTo>
                    <a:pt x="30122" y="28527"/>
                    <a:pt x="30111" y="28445"/>
                    <a:pt x="30100" y="28364"/>
                  </a:cubicBezTo>
                  <a:cubicBezTo>
                    <a:pt x="29996" y="27629"/>
                    <a:pt x="29839" y="26905"/>
                    <a:pt x="29773" y="26164"/>
                  </a:cubicBezTo>
                  <a:cubicBezTo>
                    <a:pt x="29702" y="25320"/>
                    <a:pt x="29735" y="24493"/>
                    <a:pt x="30165" y="23731"/>
                  </a:cubicBezTo>
                  <a:cubicBezTo>
                    <a:pt x="30258" y="23562"/>
                    <a:pt x="30285" y="23377"/>
                    <a:pt x="30318" y="23192"/>
                  </a:cubicBezTo>
                  <a:cubicBezTo>
                    <a:pt x="30503" y="22190"/>
                    <a:pt x="30889" y="21281"/>
                    <a:pt x="31739" y="20671"/>
                  </a:cubicBezTo>
                  <a:cubicBezTo>
                    <a:pt x="32218" y="20328"/>
                    <a:pt x="32517" y="19904"/>
                    <a:pt x="32680" y="19354"/>
                  </a:cubicBezTo>
                  <a:cubicBezTo>
                    <a:pt x="32675" y="19000"/>
                    <a:pt x="32767" y="18635"/>
                    <a:pt x="32620" y="18287"/>
                  </a:cubicBezTo>
                  <a:cubicBezTo>
                    <a:pt x="32424" y="18461"/>
                    <a:pt x="32435" y="18711"/>
                    <a:pt x="32381" y="18935"/>
                  </a:cubicBezTo>
                  <a:cubicBezTo>
                    <a:pt x="32305" y="19250"/>
                    <a:pt x="32174" y="19517"/>
                    <a:pt x="31837" y="19615"/>
                  </a:cubicBezTo>
                  <a:cubicBezTo>
                    <a:pt x="31559" y="19697"/>
                    <a:pt x="31325" y="19838"/>
                    <a:pt x="31145" y="20078"/>
                  </a:cubicBezTo>
                  <a:cubicBezTo>
                    <a:pt x="31092" y="20153"/>
                    <a:pt x="31017" y="20233"/>
                    <a:pt x="30920" y="20233"/>
                  </a:cubicBezTo>
                  <a:cubicBezTo>
                    <a:pt x="30898" y="20233"/>
                    <a:pt x="30875" y="20228"/>
                    <a:pt x="30851" y="20219"/>
                  </a:cubicBezTo>
                  <a:cubicBezTo>
                    <a:pt x="30737" y="20176"/>
                    <a:pt x="30721" y="20056"/>
                    <a:pt x="30699" y="19953"/>
                  </a:cubicBezTo>
                  <a:cubicBezTo>
                    <a:pt x="30623" y="19621"/>
                    <a:pt x="30606" y="19278"/>
                    <a:pt x="30546" y="18940"/>
                  </a:cubicBezTo>
                  <a:cubicBezTo>
                    <a:pt x="30525" y="18837"/>
                    <a:pt x="30525" y="18701"/>
                    <a:pt x="30421" y="18662"/>
                  </a:cubicBezTo>
                  <a:cubicBezTo>
                    <a:pt x="30405" y="18657"/>
                    <a:pt x="30391" y="18655"/>
                    <a:pt x="30378" y="18655"/>
                  </a:cubicBezTo>
                  <a:cubicBezTo>
                    <a:pt x="30286" y="18655"/>
                    <a:pt x="30250" y="18775"/>
                    <a:pt x="30192" y="18837"/>
                  </a:cubicBezTo>
                  <a:cubicBezTo>
                    <a:pt x="30089" y="18945"/>
                    <a:pt x="30020" y="19002"/>
                    <a:pt x="29960" y="19002"/>
                  </a:cubicBezTo>
                  <a:cubicBezTo>
                    <a:pt x="29893" y="19002"/>
                    <a:pt x="29837" y="18931"/>
                    <a:pt x="29757" y="18782"/>
                  </a:cubicBezTo>
                  <a:cubicBezTo>
                    <a:pt x="29588" y="18472"/>
                    <a:pt x="29441" y="18151"/>
                    <a:pt x="29294" y="17830"/>
                  </a:cubicBezTo>
                  <a:cubicBezTo>
                    <a:pt x="28973" y="17133"/>
                    <a:pt x="28674" y="16425"/>
                    <a:pt x="28145" y="15848"/>
                  </a:cubicBezTo>
                  <a:cubicBezTo>
                    <a:pt x="28061" y="15763"/>
                    <a:pt x="27976" y="15642"/>
                    <a:pt x="27857" y="15642"/>
                  </a:cubicBezTo>
                  <a:cubicBezTo>
                    <a:pt x="27838" y="15642"/>
                    <a:pt x="27818" y="15645"/>
                    <a:pt x="27797" y="15652"/>
                  </a:cubicBezTo>
                  <a:cubicBezTo>
                    <a:pt x="27623" y="15701"/>
                    <a:pt x="27726" y="15870"/>
                    <a:pt x="27710" y="15989"/>
                  </a:cubicBezTo>
                  <a:cubicBezTo>
                    <a:pt x="27705" y="16012"/>
                    <a:pt x="27693" y="16024"/>
                    <a:pt x="27648" y="16024"/>
                  </a:cubicBezTo>
                  <a:cubicBezTo>
                    <a:pt x="27640" y="16024"/>
                    <a:pt x="27629" y="16023"/>
                    <a:pt x="27617" y="16022"/>
                  </a:cubicBezTo>
                  <a:cubicBezTo>
                    <a:pt x="27313" y="15625"/>
                    <a:pt x="26872" y="15314"/>
                    <a:pt x="26518" y="14928"/>
                  </a:cubicBezTo>
                  <a:cubicBezTo>
                    <a:pt x="25652" y="13981"/>
                    <a:pt x="24683" y="13164"/>
                    <a:pt x="23583" y="12500"/>
                  </a:cubicBezTo>
                  <a:cubicBezTo>
                    <a:pt x="22876" y="12070"/>
                    <a:pt x="22233" y="11547"/>
                    <a:pt x="21683" y="10927"/>
                  </a:cubicBezTo>
                  <a:cubicBezTo>
                    <a:pt x="21134" y="10306"/>
                    <a:pt x="20524" y="9745"/>
                    <a:pt x="19865" y="9255"/>
                  </a:cubicBezTo>
                  <a:cubicBezTo>
                    <a:pt x="18183" y="7992"/>
                    <a:pt x="16626" y="6593"/>
                    <a:pt x="15123" y="5134"/>
                  </a:cubicBezTo>
                  <a:cubicBezTo>
                    <a:pt x="14318" y="4350"/>
                    <a:pt x="13403" y="3735"/>
                    <a:pt x="12445" y="3174"/>
                  </a:cubicBezTo>
                  <a:cubicBezTo>
                    <a:pt x="10970" y="2309"/>
                    <a:pt x="9424" y="1579"/>
                    <a:pt x="7834" y="937"/>
                  </a:cubicBezTo>
                  <a:cubicBezTo>
                    <a:pt x="6412" y="368"/>
                    <a:pt x="4948" y="0"/>
                    <a:pt x="33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39"/>
            <p:cNvSpPr/>
            <p:nvPr/>
          </p:nvSpPr>
          <p:spPr>
            <a:xfrm rot="-937699">
              <a:off x="-1335" y="1739288"/>
              <a:ext cx="1439591" cy="943766"/>
            </a:xfrm>
            <a:custGeom>
              <a:rect b="b" l="l" r="r" t="t"/>
              <a:pathLst>
                <a:path extrusionOk="0" h="14348" w="21886">
                  <a:moveTo>
                    <a:pt x="4514" y="1"/>
                  </a:moveTo>
                  <a:cubicBezTo>
                    <a:pt x="4471" y="1"/>
                    <a:pt x="4438" y="25"/>
                    <a:pt x="4427" y="109"/>
                  </a:cubicBezTo>
                  <a:cubicBezTo>
                    <a:pt x="4459" y="283"/>
                    <a:pt x="4606" y="348"/>
                    <a:pt x="4732" y="430"/>
                  </a:cubicBezTo>
                  <a:cubicBezTo>
                    <a:pt x="5298" y="789"/>
                    <a:pt x="5858" y="1165"/>
                    <a:pt x="6414" y="1540"/>
                  </a:cubicBezTo>
                  <a:cubicBezTo>
                    <a:pt x="6784" y="1791"/>
                    <a:pt x="7013" y="2128"/>
                    <a:pt x="7072" y="2580"/>
                  </a:cubicBezTo>
                  <a:cubicBezTo>
                    <a:pt x="7127" y="2978"/>
                    <a:pt x="7181" y="3375"/>
                    <a:pt x="7323" y="3756"/>
                  </a:cubicBezTo>
                  <a:cubicBezTo>
                    <a:pt x="7464" y="4148"/>
                    <a:pt x="7704" y="4453"/>
                    <a:pt x="8118" y="4540"/>
                  </a:cubicBezTo>
                  <a:cubicBezTo>
                    <a:pt x="9060" y="4731"/>
                    <a:pt x="9854" y="5253"/>
                    <a:pt x="10704" y="5645"/>
                  </a:cubicBezTo>
                  <a:cubicBezTo>
                    <a:pt x="10938" y="5749"/>
                    <a:pt x="11041" y="5906"/>
                    <a:pt x="10981" y="6179"/>
                  </a:cubicBezTo>
                  <a:cubicBezTo>
                    <a:pt x="10938" y="6380"/>
                    <a:pt x="10927" y="6598"/>
                    <a:pt x="11079" y="6783"/>
                  </a:cubicBezTo>
                  <a:cubicBezTo>
                    <a:pt x="11498" y="7284"/>
                    <a:pt x="11896" y="7774"/>
                    <a:pt x="12636" y="7828"/>
                  </a:cubicBezTo>
                  <a:cubicBezTo>
                    <a:pt x="13050" y="7855"/>
                    <a:pt x="13464" y="8030"/>
                    <a:pt x="13774" y="8356"/>
                  </a:cubicBezTo>
                  <a:cubicBezTo>
                    <a:pt x="14024" y="8623"/>
                    <a:pt x="14003" y="8748"/>
                    <a:pt x="13654" y="8895"/>
                  </a:cubicBezTo>
                  <a:cubicBezTo>
                    <a:pt x="13500" y="8961"/>
                    <a:pt x="13342" y="8987"/>
                    <a:pt x="13184" y="8987"/>
                  </a:cubicBezTo>
                  <a:cubicBezTo>
                    <a:pt x="13029" y="8987"/>
                    <a:pt x="12874" y="8963"/>
                    <a:pt x="12718" y="8928"/>
                  </a:cubicBezTo>
                  <a:cubicBezTo>
                    <a:pt x="12293" y="8841"/>
                    <a:pt x="11880" y="8705"/>
                    <a:pt x="11460" y="8579"/>
                  </a:cubicBezTo>
                  <a:cubicBezTo>
                    <a:pt x="10731" y="8373"/>
                    <a:pt x="10170" y="7992"/>
                    <a:pt x="9773" y="7338"/>
                  </a:cubicBezTo>
                  <a:cubicBezTo>
                    <a:pt x="9359" y="6652"/>
                    <a:pt x="8771" y="6157"/>
                    <a:pt x="7971" y="5955"/>
                  </a:cubicBezTo>
                  <a:cubicBezTo>
                    <a:pt x="7786" y="5906"/>
                    <a:pt x="7611" y="5836"/>
                    <a:pt x="7443" y="5754"/>
                  </a:cubicBezTo>
                  <a:cubicBezTo>
                    <a:pt x="7411" y="5746"/>
                    <a:pt x="7380" y="5740"/>
                    <a:pt x="7351" y="5740"/>
                  </a:cubicBezTo>
                  <a:cubicBezTo>
                    <a:pt x="7300" y="5740"/>
                    <a:pt x="7254" y="5758"/>
                    <a:pt x="7219" y="5814"/>
                  </a:cubicBezTo>
                  <a:cubicBezTo>
                    <a:pt x="7209" y="5901"/>
                    <a:pt x="7127" y="5945"/>
                    <a:pt x="7083" y="6015"/>
                  </a:cubicBezTo>
                  <a:cubicBezTo>
                    <a:pt x="6909" y="6315"/>
                    <a:pt x="6920" y="6707"/>
                    <a:pt x="7154" y="6881"/>
                  </a:cubicBezTo>
                  <a:cubicBezTo>
                    <a:pt x="7470" y="7104"/>
                    <a:pt x="7742" y="7387"/>
                    <a:pt x="8063" y="7605"/>
                  </a:cubicBezTo>
                  <a:cubicBezTo>
                    <a:pt x="8265" y="7741"/>
                    <a:pt x="8346" y="7855"/>
                    <a:pt x="8090" y="8013"/>
                  </a:cubicBezTo>
                  <a:cubicBezTo>
                    <a:pt x="7976" y="8084"/>
                    <a:pt x="7889" y="8182"/>
                    <a:pt x="7856" y="8313"/>
                  </a:cubicBezTo>
                  <a:cubicBezTo>
                    <a:pt x="7809" y="8511"/>
                    <a:pt x="7697" y="8583"/>
                    <a:pt x="7539" y="8583"/>
                  </a:cubicBezTo>
                  <a:cubicBezTo>
                    <a:pt x="7497" y="8583"/>
                    <a:pt x="7452" y="8578"/>
                    <a:pt x="7405" y="8569"/>
                  </a:cubicBezTo>
                  <a:cubicBezTo>
                    <a:pt x="7326" y="8555"/>
                    <a:pt x="7249" y="8549"/>
                    <a:pt x="7175" y="8549"/>
                  </a:cubicBezTo>
                  <a:cubicBezTo>
                    <a:pt x="6909" y="8549"/>
                    <a:pt x="6670" y="8636"/>
                    <a:pt x="6457" y="8835"/>
                  </a:cubicBezTo>
                  <a:cubicBezTo>
                    <a:pt x="6218" y="9059"/>
                    <a:pt x="5924" y="9167"/>
                    <a:pt x="5603" y="9238"/>
                  </a:cubicBezTo>
                  <a:cubicBezTo>
                    <a:pt x="5363" y="9293"/>
                    <a:pt x="5118" y="9331"/>
                    <a:pt x="4884" y="9412"/>
                  </a:cubicBezTo>
                  <a:cubicBezTo>
                    <a:pt x="4655" y="9494"/>
                    <a:pt x="4470" y="9636"/>
                    <a:pt x="4465" y="9881"/>
                  </a:cubicBezTo>
                  <a:cubicBezTo>
                    <a:pt x="4454" y="10343"/>
                    <a:pt x="4203" y="10616"/>
                    <a:pt x="3828" y="10822"/>
                  </a:cubicBezTo>
                  <a:cubicBezTo>
                    <a:pt x="3643" y="10926"/>
                    <a:pt x="3490" y="11078"/>
                    <a:pt x="3338" y="11225"/>
                  </a:cubicBezTo>
                  <a:cubicBezTo>
                    <a:pt x="3245" y="11318"/>
                    <a:pt x="3158" y="11410"/>
                    <a:pt x="3022" y="11443"/>
                  </a:cubicBezTo>
                  <a:cubicBezTo>
                    <a:pt x="2151" y="11639"/>
                    <a:pt x="1405" y="12134"/>
                    <a:pt x="621" y="12526"/>
                  </a:cubicBezTo>
                  <a:cubicBezTo>
                    <a:pt x="398" y="12641"/>
                    <a:pt x="191" y="12777"/>
                    <a:pt x="61" y="13000"/>
                  </a:cubicBezTo>
                  <a:cubicBezTo>
                    <a:pt x="17" y="13071"/>
                    <a:pt x="1" y="13158"/>
                    <a:pt x="66" y="13229"/>
                  </a:cubicBezTo>
                  <a:cubicBezTo>
                    <a:pt x="90" y="13252"/>
                    <a:pt x="115" y="13261"/>
                    <a:pt x="142" y="13261"/>
                  </a:cubicBezTo>
                  <a:cubicBezTo>
                    <a:pt x="181" y="13261"/>
                    <a:pt x="223" y="13242"/>
                    <a:pt x="262" y="13229"/>
                  </a:cubicBezTo>
                  <a:cubicBezTo>
                    <a:pt x="333" y="13207"/>
                    <a:pt x="393" y="13169"/>
                    <a:pt x="453" y="13131"/>
                  </a:cubicBezTo>
                  <a:cubicBezTo>
                    <a:pt x="953" y="12804"/>
                    <a:pt x="1530" y="12739"/>
                    <a:pt x="2097" y="12646"/>
                  </a:cubicBezTo>
                  <a:cubicBezTo>
                    <a:pt x="2132" y="12641"/>
                    <a:pt x="2189" y="12613"/>
                    <a:pt x="2238" y="12613"/>
                  </a:cubicBezTo>
                  <a:cubicBezTo>
                    <a:pt x="2285" y="12613"/>
                    <a:pt x="2325" y="12639"/>
                    <a:pt x="2331" y="12739"/>
                  </a:cubicBezTo>
                  <a:cubicBezTo>
                    <a:pt x="2469" y="12786"/>
                    <a:pt x="2608" y="12822"/>
                    <a:pt x="2748" y="12822"/>
                  </a:cubicBezTo>
                  <a:cubicBezTo>
                    <a:pt x="2850" y="12822"/>
                    <a:pt x="2952" y="12803"/>
                    <a:pt x="3055" y="12755"/>
                  </a:cubicBezTo>
                  <a:cubicBezTo>
                    <a:pt x="3048" y="12595"/>
                    <a:pt x="3124" y="12564"/>
                    <a:pt x="3212" y="12564"/>
                  </a:cubicBezTo>
                  <a:cubicBezTo>
                    <a:pt x="3266" y="12564"/>
                    <a:pt x="3324" y="12576"/>
                    <a:pt x="3370" y="12576"/>
                  </a:cubicBezTo>
                  <a:cubicBezTo>
                    <a:pt x="3374" y="12576"/>
                    <a:pt x="3378" y="12576"/>
                    <a:pt x="3381" y="12575"/>
                  </a:cubicBezTo>
                  <a:cubicBezTo>
                    <a:pt x="3738" y="12567"/>
                    <a:pt x="4096" y="12566"/>
                    <a:pt x="4454" y="12566"/>
                  </a:cubicBezTo>
                  <a:cubicBezTo>
                    <a:pt x="4633" y="12566"/>
                    <a:pt x="4812" y="12566"/>
                    <a:pt x="4991" y="12566"/>
                  </a:cubicBezTo>
                  <a:cubicBezTo>
                    <a:pt x="5169" y="12566"/>
                    <a:pt x="5348" y="12566"/>
                    <a:pt x="5526" y="12564"/>
                  </a:cubicBezTo>
                  <a:cubicBezTo>
                    <a:pt x="5728" y="12564"/>
                    <a:pt x="5918" y="12505"/>
                    <a:pt x="6114" y="12488"/>
                  </a:cubicBezTo>
                  <a:cubicBezTo>
                    <a:pt x="6287" y="12440"/>
                    <a:pt x="6459" y="12422"/>
                    <a:pt x="6636" y="12422"/>
                  </a:cubicBezTo>
                  <a:cubicBezTo>
                    <a:pt x="6660" y="12422"/>
                    <a:pt x="6684" y="12422"/>
                    <a:pt x="6708" y="12423"/>
                  </a:cubicBezTo>
                  <a:cubicBezTo>
                    <a:pt x="7530" y="12466"/>
                    <a:pt x="8352" y="12521"/>
                    <a:pt x="9174" y="12564"/>
                  </a:cubicBezTo>
                  <a:cubicBezTo>
                    <a:pt x="10350" y="12624"/>
                    <a:pt x="11515" y="12771"/>
                    <a:pt x="12680" y="12913"/>
                  </a:cubicBezTo>
                  <a:cubicBezTo>
                    <a:pt x="13687" y="13033"/>
                    <a:pt x="14651" y="13359"/>
                    <a:pt x="15636" y="13599"/>
                  </a:cubicBezTo>
                  <a:cubicBezTo>
                    <a:pt x="16017" y="13691"/>
                    <a:pt x="16420" y="13740"/>
                    <a:pt x="16779" y="13920"/>
                  </a:cubicBezTo>
                  <a:cubicBezTo>
                    <a:pt x="16871" y="13999"/>
                    <a:pt x="16966" y="14066"/>
                    <a:pt x="17081" y="14066"/>
                  </a:cubicBezTo>
                  <a:cubicBezTo>
                    <a:pt x="17116" y="14066"/>
                    <a:pt x="17153" y="14059"/>
                    <a:pt x="17193" y="14045"/>
                  </a:cubicBezTo>
                  <a:cubicBezTo>
                    <a:pt x="17291" y="13773"/>
                    <a:pt x="17492" y="13691"/>
                    <a:pt x="17770" y="13680"/>
                  </a:cubicBezTo>
                  <a:cubicBezTo>
                    <a:pt x="18075" y="13670"/>
                    <a:pt x="18380" y="13642"/>
                    <a:pt x="18679" y="13593"/>
                  </a:cubicBezTo>
                  <a:cubicBezTo>
                    <a:pt x="18874" y="13560"/>
                    <a:pt x="19065" y="13544"/>
                    <a:pt x="19252" y="13544"/>
                  </a:cubicBezTo>
                  <a:cubicBezTo>
                    <a:pt x="19839" y="13544"/>
                    <a:pt x="20390" y="13708"/>
                    <a:pt x="20906" y="14051"/>
                  </a:cubicBezTo>
                  <a:cubicBezTo>
                    <a:pt x="21064" y="14154"/>
                    <a:pt x="21232" y="14236"/>
                    <a:pt x="21407" y="14307"/>
                  </a:cubicBezTo>
                  <a:cubicBezTo>
                    <a:pt x="21452" y="14326"/>
                    <a:pt x="21502" y="14348"/>
                    <a:pt x="21550" y="14348"/>
                  </a:cubicBezTo>
                  <a:cubicBezTo>
                    <a:pt x="21581" y="14348"/>
                    <a:pt x="21612" y="14338"/>
                    <a:pt x="21641" y="14312"/>
                  </a:cubicBezTo>
                  <a:cubicBezTo>
                    <a:pt x="21706" y="14241"/>
                    <a:pt x="21668" y="14154"/>
                    <a:pt x="21641" y="14078"/>
                  </a:cubicBezTo>
                  <a:cubicBezTo>
                    <a:pt x="21575" y="13860"/>
                    <a:pt x="21477" y="13664"/>
                    <a:pt x="21352" y="13474"/>
                  </a:cubicBezTo>
                  <a:cubicBezTo>
                    <a:pt x="21216" y="13267"/>
                    <a:pt x="21064" y="13071"/>
                    <a:pt x="20917" y="12875"/>
                  </a:cubicBezTo>
                  <a:cubicBezTo>
                    <a:pt x="20878" y="12820"/>
                    <a:pt x="20829" y="12750"/>
                    <a:pt x="20878" y="12679"/>
                  </a:cubicBezTo>
                  <a:cubicBezTo>
                    <a:pt x="20903" y="12643"/>
                    <a:pt x="20934" y="12633"/>
                    <a:pt x="20968" y="12633"/>
                  </a:cubicBezTo>
                  <a:cubicBezTo>
                    <a:pt x="21001" y="12633"/>
                    <a:pt x="21036" y="12643"/>
                    <a:pt x="21069" y="12652"/>
                  </a:cubicBezTo>
                  <a:cubicBezTo>
                    <a:pt x="21232" y="12695"/>
                    <a:pt x="21374" y="12788"/>
                    <a:pt x="21526" y="12848"/>
                  </a:cubicBezTo>
                  <a:cubicBezTo>
                    <a:pt x="21580" y="12873"/>
                    <a:pt x="21644" y="12908"/>
                    <a:pt x="21703" y="12908"/>
                  </a:cubicBezTo>
                  <a:cubicBezTo>
                    <a:pt x="21733" y="12908"/>
                    <a:pt x="21762" y="12899"/>
                    <a:pt x="21788" y="12875"/>
                  </a:cubicBezTo>
                  <a:cubicBezTo>
                    <a:pt x="21886" y="12782"/>
                    <a:pt x="21798" y="12679"/>
                    <a:pt x="21749" y="12586"/>
                  </a:cubicBezTo>
                  <a:cubicBezTo>
                    <a:pt x="21717" y="12515"/>
                    <a:pt x="21668" y="12445"/>
                    <a:pt x="21630" y="12374"/>
                  </a:cubicBezTo>
                  <a:cubicBezTo>
                    <a:pt x="21216" y="11628"/>
                    <a:pt x="20601" y="11029"/>
                    <a:pt x="20073" y="10376"/>
                  </a:cubicBezTo>
                  <a:cubicBezTo>
                    <a:pt x="19768" y="10000"/>
                    <a:pt x="19468" y="9619"/>
                    <a:pt x="19082" y="9325"/>
                  </a:cubicBezTo>
                  <a:cubicBezTo>
                    <a:pt x="18886" y="9342"/>
                    <a:pt x="18929" y="9576"/>
                    <a:pt x="18799" y="9647"/>
                  </a:cubicBezTo>
                  <a:cubicBezTo>
                    <a:pt x="18772" y="9723"/>
                    <a:pt x="18793" y="9788"/>
                    <a:pt x="18826" y="9853"/>
                  </a:cubicBezTo>
                  <a:cubicBezTo>
                    <a:pt x="19066" y="10300"/>
                    <a:pt x="19349" y="10719"/>
                    <a:pt x="19654" y="11127"/>
                  </a:cubicBezTo>
                  <a:cubicBezTo>
                    <a:pt x="19909" y="11476"/>
                    <a:pt x="20345" y="11683"/>
                    <a:pt x="20497" y="12211"/>
                  </a:cubicBezTo>
                  <a:cubicBezTo>
                    <a:pt x="20220" y="11759"/>
                    <a:pt x="19806" y="11546"/>
                    <a:pt x="19507" y="11209"/>
                  </a:cubicBezTo>
                  <a:cubicBezTo>
                    <a:pt x="19038" y="10675"/>
                    <a:pt x="18766" y="10044"/>
                    <a:pt x="18510" y="9396"/>
                  </a:cubicBezTo>
                  <a:cubicBezTo>
                    <a:pt x="17650" y="8443"/>
                    <a:pt x="16801" y="7485"/>
                    <a:pt x="15848" y="6614"/>
                  </a:cubicBezTo>
                  <a:cubicBezTo>
                    <a:pt x="15184" y="6004"/>
                    <a:pt x="14465" y="5487"/>
                    <a:pt x="13681" y="5057"/>
                  </a:cubicBezTo>
                  <a:cubicBezTo>
                    <a:pt x="12604" y="4458"/>
                    <a:pt x="11455" y="3979"/>
                    <a:pt x="10464" y="3223"/>
                  </a:cubicBezTo>
                  <a:cubicBezTo>
                    <a:pt x="10235" y="3043"/>
                    <a:pt x="9996" y="2863"/>
                    <a:pt x="9729" y="2738"/>
                  </a:cubicBezTo>
                  <a:cubicBezTo>
                    <a:pt x="9190" y="2471"/>
                    <a:pt x="8673" y="2161"/>
                    <a:pt x="8188" y="1807"/>
                  </a:cubicBezTo>
                  <a:cubicBezTo>
                    <a:pt x="7105" y="1007"/>
                    <a:pt x="5902" y="463"/>
                    <a:pt x="4639" y="32"/>
                  </a:cubicBezTo>
                  <a:cubicBezTo>
                    <a:pt x="4596" y="20"/>
                    <a:pt x="4551" y="1"/>
                    <a:pt x="45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2" name="Google Shape;2172;p39"/>
            <p:cNvSpPr/>
            <p:nvPr/>
          </p:nvSpPr>
          <p:spPr>
            <a:xfrm rot="-937699">
              <a:off x="502605" y="3054925"/>
              <a:ext cx="1126625" cy="1642118"/>
            </a:xfrm>
            <a:custGeom>
              <a:rect b="b" l="l" r="r" t="t"/>
              <a:pathLst>
                <a:path extrusionOk="0" h="24965" w="17128">
                  <a:moveTo>
                    <a:pt x="5546" y="0"/>
                  </a:moveTo>
                  <a:cubicBezTo>
                    <a:pt x="5404" y="0"/>
                    <a:pt x="5268" y="37"/>
                    <a:pt x="5156" y="187"/>
                  </a:cubicBezTo>
                  <a:cubicBezTo>
                    <a:pt x="5129" y="323"/>
                    <a:pt x="5036" y="421"/>
                    <a:pt x="4938" y="503"/>
                  </a:cubicBezTo>
                  <a:cubicBezTo>
                    <a:pt x="4503" y="846"/>
                    <a:pt x="4149" y="1276"/>
                    <a:pt x="3779" y="1684"/>
                  </a:cubicBezTo>
                  <a:cubicBezTo>
                    <a:pt x="2390" y="3187"/>
                    <a:pt x="1383" y="4923"/>
                    <a:pt x="746" y="6856"/>
                  </a:cubicBezTo>
                  <a:cubicBezTo>
                    <a:pt x="425" y="7825"/>
                    <a:pt x="213" y="8832"/>
                    <a:pt x="66" y="9850"/>
                  </a:cubicBezTo>
                  <a:cubicBezTo>
                    <a:pt x="44" y="10008"/>
                    <a:pt x="1" y="10177"/>
                    <a:pt x="137" y="10318"/>
                  </a:cubicBezTo>
                  <a:cubicBezTo>
                    <a:pt x="191" y="10318"/>
                    <a:pt x="213" y="10356"/>
                    <a:pt x="224" y="10405"/>
                  </a:cubicBezTo>
                  <a:cubicBezTo>
                    <a:pt x="284" y="10797"/>
                    <a:pt x="218" y="11206"/>
                    <a:pt x="158" y="11549"/>
                  </a:cubicBezTo>
                  <a:cubicBezTo>
                    <a:pt x="115" y="11788"/>
                    <a:pt x="164" y="12055"/>
                    <a:pt x="278" y="12289"/>
                  </a:cubicBezTo>
                  <a:cubicBezTo>
                    <a:pt x="305" y="12333"/>
                    <a:pt x="322" y="12376"/>
                    <a:pt x="338" y="12420"/>
                  </a:cubicBezTo>
                  <a:cubicBezTo>
                    <a:pt x="714" y="13438"/>
                    <a:pt x="1068" y="14461"/>
                    <a:pt x="1792" y="15305"/>
                  </a:cubicBezTo>
                  <a:cubicBezTo>
                    <a:pt x="2766" y="16426"/>
                    <a:pt x="3817" y="17461"/>
                    <a:pt x="5091" y="18266"/>
                  </a:cubicBezTo>
                  <a:cubicBezTo>
                    <a:pt x="5929" y="18795"/>
                    <a:pt x="6833" y="19203"/>
                    <a:pt x="7698" y="19676"/>
                  </a:cubicBezTo>
                  <a:cubicBezTo>
                    <a:pt x="8842" y="20302"/>
                    <a:pt x="9947" y="20978"/>
                    <a:pt x="10791" y="22061"/>
                  </a:cubicBezTo>
                  <a:cubicBezTo>
                    <a:pt x="10627" y="21952"/>
                    <a:pt x="10502" y="21865"/>
                    <a:pt x="10399" y="21756"/>
                  </a:cubicBezTo>
                  <a:cubicBezTo>
                    <a:pt x="9691" y="21048"/>
                    <a:pt x="8869" y="20504"/>
                    <a:pt x="8009" y="20009"/>
                  </a:cubicBezTo>
                  <a:cubicBezTo>
                    <a:pt x="7929" y="19963"/>
                    <a:pt x="7848" y="19890"/>
                    <a:pt x="7755" y="19890"/>
                  </a:cubicBezTo>
                  <a:cubicBezTo>
                    <a:pt x="7715" y="19890"/>
                    <a:pt x="7673" y="19904"/>
                    <a:pt x="7628" y="19938"/>
                  </a:cubicBezTo>
                  <a:cubicBezTo>
                    <a:pt x="7775" y="20047"/>
                    <a:pt x="7922" y="20166"/>
                    <a:pt x="8079" y="20270"/>
                  </a:cubicBezTo>
                  <a:cubicBezTo>
                    <a:pt x="9277" y="21065"/>
                    <a:pt x="10486" y="21843"/>
                    <a:pt x="11237" y="23133"/>
                  </a:cubicBezTo>
                  <a:cubicBezTo>
                    <a:pt x="11240" y="23135"/>
                    <a:pt x="11242" y="23136"/>
                    <a:pt x="11245" y="23136"/>
                  </a:cubicBezTo>
                  <a:cubicBezTo>
                    <a:pt x="11267" y="23136"/>
                    <a:pt x="11275" y="23059"/>
                    <a:pt x="11295" y="23059"/>
                  </a:cubicBezTo>
                  <a:cubicBezTo>
                    <a:pt x="11302" y="23059"/>
                    <a:pt x="11312" y="23070"/>
                    <a:pt x="11324" y="23101"/>
                  </a:cubicBezTo>
                  <a:cubicBezTo>
                    <a:pt x="11471" y="23460"/>
                    <a:pt x="11596" y="23825"/>
                    <a:pt x="11689" y="24200"/>
                  </a:cubicBezTo>
                  <a:cubicBezTo>
                    <a:pt x="11716" y="24320"/>
                    <a:pt x="11711" y="24462"/>
                    <a:pt x="11858" y="24543"/>
                  </a:cubicBezTo>
                  <a:cubicBezTo>
                    <a:pt x="11972" y="24456"/>
                    <a:pt x="11950" y="24315"/>
                    <a:pt x="11983" y="24195"/>
                  </a:cubicBezTo>
                  <a:lnTo>
                    <a:pt x="11983" y="24195"/>
                  </a:lnTo>
                  <a:cubicBezTo>
                    <a:pt x="11994" y="24282"/>
                    <a:pt x="11939" y="24380"/>
                    <a:pt x="12021" y="24462"/>
                  </a:cubicBezTo>
                  <a:cubicBezTo>
                    <a:pt x="12067" y="24438"/>
                    <a:pt x="12102" y="24428"/>
                    <a:pt x="12130" y="24428"/>
                  </a:cubicBezTo>
                  <a:cubicBezTo>
                    <a:pt x="12251" y="24428"/>
                    <a:pt x="12229" y="24612"/>
                    <a:pt x="12304" y="24674"/>
                  </a:cubicBezTo>
                  <a:cubicBezTo>
                    <a:pt x="12337" y="24712"/>
                    <a:pt x="12358" y="24750"/>
                    <a:pt x="12386" y="24788"/>
                  </a:cubicBezTo>
                  <a:cubicBezTo>
                    <a:pt x="12443" y="24860"/>
                    <a:pt x="12496" y="24964"/>
                    <a:pt x="12584" y="24964"/>
                  </a:cubicBezTo>
                  <a:cubicBezTo>
                    <a:pt x="12597" y="24964"/>
                    <a:pt x="12611" y="24962"/>
                    <a:pt x="12625" y="24957"/>
                  </a:cubicBezTo>
                  <a:cubicBezTo>
                    <a:pt x="12767" y="24903"/>
                    <a:pt x="12707" y="24761"/>
                    <a:pt x="12691" y="24647"/>
                  </a:cubicBezTo>
                  <a:cubicBezTo>
                    <a:pt x="12652" y="24304"/>
                    <a:pt x="12576" y="23961"/>
                    <a:pt x="12407" y="23640"/>
                  </a:cubicBezTo>
                  <a:lnTo>
                    <a:pt x="12407" y="23640"/>
                  </a:lnTo>
                  <a:cubicBezTo>
                    <a:pt x="12495" y="23664"/>
                    <a:pt x="12535" y="23758"/>
                    <a:pt x="12616" y="23758"/>
                  </a:cubicBezTo>
                  <a:cubicBezTo>
                    <a:pt x="12626" y="23758"/>
                    <a:pt x="12636" y="23757"/>
                    <a:pt x="12647" y="23754"/>
                  </a:cubicBezTo>
                  <a:cubicBezTo>
                    <a:pt x="12658" y="23585"/>
                    <a:pt x="12739" y="23411"/>
                    <a:pt x="12593" y="23259"/>
                  </a:cubicBezTo>
                  <a:cubicBezTo>
                    <a:pt x="12424" y="23057"/>
                    <a:pt x="12326" y="22818"/>
                    <a:pt x="12173" y="22605"/>
                  </a:cubicBezTo>
                  <a:cubicBezTo>
                    <a:pt x="10992" y="20901"/>
                    <a:pt x="9370" y="19736"/>
                    <a:pt x="7589" y="18746"/>
                  </a:cubicBezTo>
                  <a:cubicBezTo>
                    <a:pt x="6114" y="17923"/>
                    <a:pt x="4688" y="17025"/>
                    <a:pt x="3550" y="15746"/>
                  </a:cubicBezTo>
                  <a:cubicBezTo>
                    <a:pt x="2978" y="15103"/>
                    <a:pt x="2521" y="14385"/>
                    <a:pt x="2374" y="13525"/>
                  </a:cubicBezTo>
                  <a:cubicBezTo>
                    <a:pt x="2205" y="12518"/>
                    <a:pt x="2058" y="11500"/>
                    <a:pt x="2205" y="10471"/>
                  </a:cubicBezTo>
                  <a:cubicBezTo>
                    <a:pt x="2358" y="9431"/>
                    <a:pt x="2527" y="8391"/>
                    <a:pt x="3017" y="7444"/>
                  </a:cubicBezTo>
                  <a:cubicBezTo>
                    <a:pt x="3550" y="6409"/>
                    <a:pt x="4252" y="5495"/>
                    <a:pt x="5118" y="4711"/>
                  </a:cubicBezTo>
                  <a:cubicBezTo>
                    <a:pt x="6125" y="3802"/>
                    <a:pt x="7328" y="3285"/>
                    <a:pt x="8635" y="2996"/>
                  </a:cubicBezTo>
                  <a:cubicBezTo>
                    <a:pt x="9223" y="2871"/>
                    <a:pt x="9832" y="2887"/>
                    <a:pt x="10431" y="2882"/>
                  </a:cubicBezTo>
                  <a:cubicBezTo>
                    <a:pt x="10455" y="2882"/>
                    <a:pt x="10479" y="2881"/>
                    <a:pt x="10502" y="2881"/>
                  </a:cubicBezTo>
                  <a:cubicBezTo>
                    <a:pt x="11663" y="2881"/>
                    <a:pt x="12772" y="3143"/>
                    <a:pt x="13812" y="3660"/>
                  </a:cubicBezTo>
                  <a:cubicBezTo>
                    <a:pt x="14786" y="4139"/>
                    <a:pt x="15636" y="4782"/>
                    <a:pt x="16245" y="5702"/>
                  </a:cubicBezTo>
                  <a:cubicBezTo>
                    <a:pt x="16315" y="5807"/>
                    <a:pt x="16372" y="5858"/>
                    <a:pt x="16428" y="5858"/>
                  </a:cubicBezTo>
                  <a:cubicBezTo>
                    <a:pt x="16492" y="5858"/>
                    <a:pt x="16554" y="5793"/>
                    <a:pt x="16632" y="5669"/>
                  </a:cubicBezTo>
                  <a:cubicBezTo>
                    <a:pt x="16697" y="5560"/>
                    <a:pt x="16692" y="5408"/>
                    <a:pt x="16833" y="5353"/>
                  </a:cubicBezTo>
                  <a:cubicBezTo>
                    <a:pt x="16904" y="5217"/>
                    <a:pt x="17127" y="5136"/>
                    <a:pt x="16980" y="4929"/>
                  </a:cubicBezTo>
                  <a:cubicBezTo>
                    <a:pt x="16822" y="4613"/>
                    <a:pt x="16659" y="4303"/>
                    <a:pt x="16441" y="4030"/>
                  </a:cubicBezTo>
                  <a:cubicBezTo>
                    <a:pt x="15892" y="3345"/>
                    <a:pt x="15178" y="2838"/>
                    <a:pt x="14482" y="2337"/>
                  </a:cubicBezTo>
                  <a:cubicBezTo>
                    <a:pt x="14030" y="2011"/>
                    <a:pt x="13420" y="1896"/>
                    <a:pt x="12854" y="1788"/>
                  </a:cubicBezTo>
                  <a:cubicBezTo>
                    <a:pt x="12331" y="1690"/>
                    <a:pt x="11787" y="1733"/>
                    <a:pt x="11281" y="1586"/>
                  </a:cubicBezTo>
                  <a:cubicBezTo>
                    <a:pt x="10617" y="1388"/>
                    <a:pt x="9950" y="1284"/>
                    <a:pt x="9267" y="1284"/>
                  </a:cubicBezTo>
                  <a:cubicBezTo>
                    <a:pt x="9160" y="1284"/>
                    <a:pt x="9053" y="1287"/>
                    <a:pt x="8945" y="1292"/>
                  </a:cubicBezTo>
                  <a:cubicBezTo>
                    <a:pt x="8843" y="1298"/>
                    <a:pt x="8742" y="1299"/>
                    <a:pt x="8640" y="1299"/>
                  </a:cubicBezTo>
                  <a:cubicBezTo>
                    <a:pt x="8436" y="1299"/>
                    <a:pt x="8232" y="1292"/>
                    <a:pt x="8025" y="1292"/>
                  </a:cubicBezTo>
                  <a:cubicBezTo>
                    <a:pt x="8018" y="1292"/>
                    <a:pt x="8011" y="1292"/>
                    <a:pt x="8004" y="1292"/>
                  </a:cubicBezTo>
                  <a:cubicBezTo>
                    <a:pt x="7654" y="1292"/>
                    <a:pt x="7356" y="1156"/>
                    <a:pt x="7116" y="900"/>
                  </a:cubicBezTo>
                  <a:cubicBezTo>
                    <a:pt x="7056" y="846"/>
                    <a:pt x="7012" y="770"/>
                    <a:pt x="6925" y="753"/>
                  </a:cubicBezTo>
                  <a:cubicBezTo>
                    <a:pt x="6897" y="734"/>
                    <a:pt x="6871" y="727"/>
                    <a:pt x="6846" y="727"/>
                  </a:cubicBezTo>
                  <a:cubicBezTo>
                    <a:pt x="6788" y="727"/>
                    <a:pt x="6740" y="770"/>
                    <a:pt x="6686" y="797"/>
                  </a:cubicBezTo>
                  <a:cubicBezTo>
                    <a:pt x="6636" y="822"/>
                    <a:pt x="6581" y="882"/>
                    <a:pt x="6522" y="882"/>
                  </a:cubicBezTo>
                  <a:cubicBezTo>
                    <a:pt x="6491" y="882"/>
                    <a:pt x="6458" y="865"/>
                    <a:pt x="6424" y="819"/>
                  </a:cubicBezTo>
                  <a:cubicBezTo>
                    <a:pt x="6413" y="816"/>
                    <a:pt x="6402" y="814"/>
                    <a:pt x="6391" y="814"/>
                  </a:cubicBezTo>
                  <a:cubicBezTo>
                    <a:pt x="6342" y="814"/>
                    <a:pt x="6303" y="844"/>
                    <a:pt x="6272" y="884"/>
                  </a:cubicBezTo>
                  <a:cubicBezTo>
                    <a:pt x="5798" y="1472"/>
                    <a:pt x="5232" y="2016"/>
                    <a:pt x="5200" y="2849"/>
                  </a:cubicBezTo>
                  <a:cubicBezTo>
                    <a:pt x="5194" y="2893"/>
                    <a:pt x="5183" y="2942"/>
                    <a:pt x="5112" y="2969"/>
                  </a:cubicBezTo>
                  <a:cubicBezTo>
                    <a:pt x="4998" y="2876"/>
                    <a:pt x="4976" y="2740"/>
                    <a:pt x="4987" y="2604"/>
                  </a:cubicBezTo>
                  <a:cubicBezTo>
                    <a:pt x="5014" y="2337"/>
                    <a:pt x="5058" y="2071"/>
                    <a:pt x="5151" y="1815"/>
                  </a:cubicBezTo>
                  <a:cubicBezTo>
                    <a:pt x="5330" y="1325"/>
                    <a:pt x="5641" y="900"/>
                    <a:pt x="5842" y="427"/>
                  </a:cubicBezTo>
                  <a:cubicBezTo>
                    <a:pt x="5896" y="301"/>
                    <a:pt x="6011" y="187"/>
                    <a:pt x="5929" y="35"/>
                  </a:cubicBezTo>
                  <a:cubicBezTo>
                    <a:pt x="5803" y="29"/>
                    <a:pt x="5672" y="0"/>
                    <a:pt x="55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39"/>
            <p:cNvSpPr/>
            <p:nvPr/>
          </p:nvSpPr>
          <p:spPr>
            <a:xfrm rot="-937699">
              <a:off x="1773483" y="402832"/>
              <a:ext cx="1979553" cy="1577985"/>
            </a:xfrm>
            <a:custGeom>
              <a:rect b="b" l="l" r="r" t="t"/>
              <a:pathLst>
                <a:path extrusionOk="0" h="23990" w="30095">
                  <a:moveTo>
                    <a:pt x="17865" y="0"/>
                  </a:moveTo>
                  <a:cubicBezTo>
                    <a:pt x="17605" y="0"/>
                    <a:pt x="17345" y="19"/>
                    <a:pt x="17083" y="64"/>
                  </a:cubicBezTo>
                  <a:cubicBezTo>
                    <a:pt x="16735" y="118"/>
                    <a:pt x="16425" y="505"/>
                    <a:pt x="16419" y="869"/>
                  </a:cubicBezTo>
                  <a:cubicBezTo>
                    <a:pt x="16415" y="1064"/>
                    <a:pt x="16489" y="1150"/>
                    <a:pt x="16619" y="1150"/>
                  </a:cubicBezTo>
                  <a:cubicBezTo>
                    <a:pt x="16664" y="1150"/>
                    <a:pt x="16716" y="1139"/>
                    <a:pt x="16773" y="1120"/>
                  </a:cubicBezTo>
                  <a:cubicBezTo>
                    <a:pt x="16947" y="1060"/>
                    <a:pt x="17105" y="935"/>
                    <a:pt x="17285" y="897"/>
                  </a:cubicBezTo>
                  <a:cubicBezTo>
                    <a:pt x="17509" y="844"/>
                    <a:pt x="17710" y="812"/>
                    <a:pt x="17893" y="812"/>
                  </a:cubicBezTo>
                  <a:cubicBezTo>
                    <a:pt x="18314" y="812"/>
                    <a:pt x="18636" y="981"/>
                    <a:pt x="18902" y="1452"/>
                  </a:cubicBezTo>
                  <a:cubicBezTo>
                    <a:pt x="19239" y="2062"/>
                    <a:pt x="19136" y="2666"/>
                    <a:pt x="19054" y="3265"/>
                  </a:cubicBezTo>
                  <a:cubicBezTo>
                    <a:pt x="18967" y="3885"/>
                    <a:pt x="18591" y="4413"/>
                    <a:pt x="18248" y="4931"/>
                  </a:cubicBezTo>
                  <a:cubicBezTo>
                    <a:pt x="17894" y="5459"/>
                    <a:pt x="17894" y="5954"/>
                    <a:pt x="18265" y="6455"/>
                  </a:cubicBezTo>
                  <a:cubicBezTo>
                    <a:pt x="18352" y="6569"/>
                    <a:pt x="18444" y="6678"/>
                    <a:pt x="18521" y="6792"/>
                  </a:cubicBezTo>
                  <a:cubicBezTo>
                    <a:pt x="18912" y="7375"/>
                    <a:pt x="19402" y="7898"/>
                    <a:pt x="19517" y="8632"/>
                  </a:cubicBezTo>
                  <a:cubicBezTo>
                    <a:pt x="19593" y="9122"/>
                    <a:pt x="19642" y="9612"/>
                    <a:pt x="19588" y="10200"/>
                  </a:cubicBezTo>
                  <a:cubicBezTo>
                    <a:pt x="19321" y="9781"/>
                    <a:pt x="19049" y="9465"/>
                    <a:pt x="18907" y="9101"/>
                  </a:cubicBezTo>
                  <a:cubicBezTo>
                    <a:pt x="18667" y="8502"/>
                    <a:pt x="18199" y="8186"/>
                    <a:pt x="17666" y="7919"/>
                  </a:cubicBezTo>
                  <a:cubicBezTo>
                    <a:pt x="17568" y="7872"/>
                    <a:pt x="17463" y="7823"/>
                    <a:pt x="17358" y="7823"/>
                  </a:cubicBezTo>
                  <a:cubicBezTo>
                    <a:pt x="17292" y="7823"/>
                    <a:pt x="17227" y="7842"/>
                    <a:pt x="17165" y="7892"/>
                  </a:cubicBezTo>
                  <a:cubicBezTo>
                    <a:pt x="17023" y="8006"/>
                    <a:pt x="17094" y="8164"/>
                    <a:pt x="17127" y="8317"/>
                  </a:cubicBezTo>
                  <a:cubicBezTo>
                    <a:pt x="17203" y="8752"/>
                    <a:pt x="17160" y="8845"/>
                    <a:pt x="16724" y="8921"/>
                  </a:cubicBezTo>
                  <a:cubicBezTo>
                    <a:pt x="16272" y="8997"/>
                    <a:pt x="15924" y="9248"/>
                    <a:pt x="15701" y="9607"/>
                  </a:cubicBezTo>
                  <a:cubicBezTo>
                    <a:pt x="15368" y="10157"/>
                    <a:pt x="14966" y="10565"/>
                    <a:pt x="14301" y="10647"/>
                  </a:cubicBezTo>
                  <a:cubicBezTo>
                    <a:pt x="14247" y="10652"/>
                    <a:pt x="14193" y="10690"/>
                    <a:pt x="14149" y="10728"/>
                  </a:cubicBezTo>
                  <a:cubicBezTo>
                    <a:pt x="13583" y="11229"/>
                    <a:pt x="12832" y="11447"/>
                    <a:pt x="12282" y="11975"/>
                  </a:cubicBezTo>
                  <a:cubicBezTo>
                    <a:pt x="11890" y="12356"/>
                    <a:pt x="11394" y="12590"/>
                    <a:pt x="10899" y="12813"/>
                  </a:cubicBezTo>
                  <a:cubicBezTo>
                    <a:pt x="10665" y="12922"/>
                    <a:pt x="10534" y="13064"/>
                    <a:pt x="10736" y="13358"/>
                  </a:cubicBezTo>
                  <a:cubicBezTo>
                    <a:pt x="11008" y="13750"/>
                    <a:pt x="11383" y="14000"/>
                    <a:pt x="11781" y="14229"/>
                  </a:cubicBezTo>
                  <a:cubicBezTo>
                    <a:pt x="11922" y="14311"/>
                    <a:pt x="12146" y="14370"/>
                    <a:pt x="12151" y="14528"/>
                  </a:cubicBezTo>
                  <a:cubicBezTo>
                    <a:pt x="12173" y="14980"/>
                    <a:pt x="12499" y="14953"/>
                    <a:pt x="12783" y="14958"/>
                  </a:cubicBezTo>
                  <a:cubicBezTo>
                    <a:pt x="12845" y="14960"/>
                    <a:pt x="12908" y="14961"/>
                    <a:pt x="12971" y="14961"/>
                  </a:cubicBezTo>
                  <a:cubicBezTo>
                    <a:pt x="13719" y="14961"/>
                    <a:pt x="14461" y="14820"/>
                    <a:pt x="15200" y="14730"/>
                  </a:cubicBezTo>
                  <a:cubicBezTo>
                    <a:pt x="15887" y="14641"/>
                    <a:pt x="16566" y="14476"/>
                    <a:pt x="17265" y="14476"/>
                  </a:cubicBezTo>
                  <a:cubicBezTo>
                    <a:pt x="17380" y="14476"/>
                    <a:pt x="17495" y="14480"/>
                    <a:pt x="17611" y="14490"/>
                  </a:cubicBezTo>
                  <a:cubicBezTo>
                    <a:pt x="17775" y="14501"/>
                    <a:pt x="17938" y="14523"/>
                    <a:pt x="18074" y="14615"/>
                  </a:cubicBezTo>
                  <a:cubicBezTo>
                    <a:pt x="18341" y="14790"/>
                    <a:pt x="18346" y="14980"/>
                    <a:pt x="18074" y="15122"/>
                  </a:cubicBezTo>
                  <a:cubicBezTo>
                    <a:pt x="17846" y="15248"/>
                    <a:pt x="17600" y="15309"/>
                    <a:pt x="17329" y="15309"/>
                  </a:cubicBezTo>
                  <a:cubicBezTo>
                    <a:pt x="17296" y="15309"/>
                    <a:pt x="17263" y="15309"/>
                    <a:pt x="17230" y="15307"/>
                  </a:cubicBezTo>
                  <a:cubicBezTo>
                    <a:pt x="16791" y="15284"/>
                    <a:pt x="16371" y="15115"/>
                    <a:pt x="15931" y="15115"/>
                  </a:cubicBezTo>
                  <a:cubicBezTo>
                    <a:pt x="15843" y="15115"/>
                    <a:pt x="15753" y="15122"/>
                    <a:pt x="15662" y="15138"/>
                  </a:cubicBezTo>
                  <a:cubicBezTo>
                    <a:pt x="15004" y="15252"/>
                    <a:pt x="14394" y="15546"/>
                    <a:pt x="13762" y="15737"/>
                  </a:cubicBezTo>
                  <a:cubicBezTo>
                    <a:pt x="13634" y="15775"/>
                    <a:pt x="13529" y="15794"/>
                    <a:pt x="13435" y="15794"/>
                  </a:cubicBezTo>
                  <a:cubicBezTo>
                    <a:pt x="13277" y="15794"/>
                    <a:pt x="13150" y="15741"/>
                    <a:pt x="13000" y="15639"/>
                  </a:cubicBezTo>
                  <a:cubicBezTo>
                    <a:pt x="12919" y="15590"/>
                    <a:pt x="12837" y="15541"/>
                    <a:pt x="12755" y="15497"/>
                  </a:cubicBezTo>
                  <a:cubicBezTo>
                    <a:pt x="12655" y="15441"/>
                    <a:pt x="12560" y="15407"/>
                    <a:pt x="12471" y="15407"/>
                  </a:cubicBezTo>
                  <a:cubicBezTo>
                    <a:pt x="12352" y="15407"/>
                    <a:pt x="12244" y="15468"/>
                    <a:pt x="12151" y="15617"/>
                  </a:cubicBezTo>
                  <a:cubicBezTo>
                    <a:pt x="12034" y="15798"/>
                    <a:pt x="11851" y="15921"/>
                    <a:pt x="11653" y="15921"/>
                  </a:cubicBezTo>
                  <a:cubicBezTo>
                    <a:pt x="11631" y="15921"/>
                    <a:pt x="11608" y="15920"/>
                    <a:pt x="11585" y="15917"/>
                  </a:cubicBezTo>
                  <a:cubicBezTo>
                    <a:pt x="11340" y="15873"/>
                    <a:pt x="11389" y="15595"/>
                    <a:pt x="11340" y="15416"/>
                  </a:cubicBezTo>
                  <a:cubicBezTo>
                    <a:pt x="11100" y="14479"/>
                    <a:pt x="10986" y="14381"/>
                    <a:pt x="10022" y="14360"/>
                  </a:cubicBezTo>
                  <a:lnTo>
                    <a:pt x="9843" y="14360"/>
                  </a:lnTo>
                  <a:cubicBezTo>
                    <a:pt x="9779" y="14363"/>
                    <a:pt x="9715" y="14365"/>
                    <a:pt x="9652" y="14365"/>
                  </a:cubicBezTo>
                  <a:cubicBezTo>
                    <a:pt x="9399" y="14365"/>
                    <a:pt x="9157" y="14327"/>
                    <a:pt x="8939" y="14153"/>
                  </a:cubicBezTo>
                  <a:cubicBezTo>
                    <a:pt x="8859" y="14087"/>
                    <a:pt x="8764" y="14065"/>
                    <a:pt x="8666" y="14065"/>
                  </a:cubicBezTo>
                  <a:cubicBezTo>
                    <a:pt x="8610" y="14065"/>
                    <a:pt x="8553" y="14072"/>
                    <a:pt x="8498" y="14082"/>
                  </a:cubicBezTo>
                  <a:cubicBezTo>
                    <a:pt x="8052" y="14153"/>
                    <a:pt x="7627" y="14278"/>
                    <a:pt x="7295" y="14615"/>
                  </a:cubicBezTo>
                  <a:cubicBezTo>
                    <a:pt x="6522" y="15399"/>
                    <a:pt x="5449" y="15612"/>
                    <a:pt x="4475" y="15857"/>
                  </a:cubicBezTo>
                  <a:cubicBezTo>
                    <a:pt x="3119" y="16205"/>
                    <a:pt x="1807" y="16570"/>
                    <a:pt x="659" y="17386"/>
                  </a:cubicBezTo>
                  <a:cubicBezTo>
                    <a:pt x="174" y="17735"/>
                    <a:pt x="44" y="18241"/>
                    <a:pt x="0" y="18878"/>
                  </a:cubicBezTo>
                  <a:cubicBezTo>
                    <a:pt x="588" y="18546"/>
                    <a:pt x="915" y="17974"/>
                    <a:pt x="1486" y="17746"/>
                  </a:cubicBezTo>
                  <a:cubicBezTo>
                    <a:pt x="1549" y="17685"/>
                    <a:pt x="1622" y="17670"/>
                    <a:pt x="1699" y="17670"/>
                  </a:cubicBezTo>
                  <a:cubicBezTo>
                    <a:pt x="1777" y="17670"/>
                    <a:pt x="1858" y="17685"/>
                    <a:pt x="1937" y="17685"/>
                  </a:cubicBezTo>
                  <a:cubicBezTo>
                    <a:pt x="2020" y="17685"/>
                    <a:pt x="2099" y="17668"/>
                    <a:pt x="2167" y="17599"/>
                  </a:cubicBezTo>
                  <a:cubicBezTo>
                    <a:pt x="1990" y="17517"/>
                    <a:pt x="1831" y="17481"/>
                    <a:pt x="1685" y="17481"/>
                  </a:cubicBezTo>
                  <a:cubicBezTo>
                    <a:pt x="1145" y="17481"/>
                    <a:pt x="785" y="17964"/>
                    <a:pt x="343" y="18328"/>
                  </a:cubicBezTo>
                  <a:cubicBezTo>
                    <a:pt x="419" y="17931"/>
                    <a:pt x="604" y="17708"/>
                    <a:pt x="866" y="17528"/>
                  </a:cubicBezTo>
                  <a:cubicBezTo>
                    <a:pt x="1383" y="17174"/>
                    <a:pt x="1933" y="16891"/>
                    <a:pt x="2515" y="16668"/>
                  </a:cubicBezTo>
                  <a:cubicBezTo>
                    <a:pt x="3361" y="16337"/>
                    <a:pt x="4217" y="16113"/>
                    <a:pt x="5124" y="16113"/>
                  </a:cubicBezTo>
                  <a:cubicBezTo>
                    <a:pt x="5203" y="16113"/>
                    <a:pt x="5282" y="16114"/>
                    <a:pt x="5362" y="16118"/>
                  </a:cubicBezTo>
                  <a:cubicBezTo>
                    <a:pt x="5619" y="16130"/>
                    <a:pt x="5875" y="16134"/>
                    <a:pt x="6131" y="16134"/>
                  </a:cubicBezTo>
                  <a:cubicBezTo>
                    <a:pt x="6583" y="16134"/>
                    <a:pt x="7034" y="16121"/>
                    <a:pt x="7486" y="16118"/>
                  </a:cubicBezTo>
                  <a:cubicBezTo>
                    <a:pt x="7530" y="16118"/>
                    <a:pt x="7577" y="16126"/>
                    <a:pt x="7626" y="16126"/>
                  </a:cubicBezTo>
                  <a:cubicBezTo>
                    <a:pt x="7697" y="16126"/>
                    <a:pt x="7771" y="16109"/>
                    <a:pt x="7845" y="16025"/>
                  </a:cubicBezTo>
                  <a:cubicBezTo>
                    <a:pt x="6941" y="15829"/>
                    <a:pt x="6054" y="15949"/>
                    <a:pt x="5166" y="15873"/>
                  </a:cubicBezTo>
                  <a:cubicBezTo>
                    <a:pt x="6130" y="15677"/>
                    <a:pt x="6979" y="15263"/>
                    <a:pt x="7714" y="14605"/>
                  </a:cubicBezTo>
                  <a:cubicBezTo>
                    <a:pt x="7945" y="14398"/>
                    <a:pt x="8260" y="14347"/>
                    <a:pt x="8580" y="14347"/>
                  </a:cubicBezTo>
                  <a:cubicBezTo>
                    <a:pt x="8614" y="14347"/>
                    <a:pt x="8649" y="14348"/>
                    <a:pt x="8683" y="14349"/>
                  </a:cubicBezTo>
                  <a:cubicBezTo>
                    <a:pt x="8890" y="14360"/>
                    <a:pt x="9010" y="14517"/>
                    <a:pt x="9195" y="14572"/>
                  </a:cubicBezTo>
                  <a:cubicBezTo>
                    <a:pt x="9400" y="14627"/>
                    <a:pt x="9604" y="14639"/>
                    <a:pt x="9809" y="14639"/>
                  </a:cubicBezTo>
                  <a:cubicBezTo>
                    <a:pt x="9969" y="14639"/>
                    <a:pt x="10129" y="14631"/>
                    <a:pt x="10290" y="14631"/>
                  </a:cubicBezTo>
                  <a:cubicBezTo>
                    <a:pt x="10311" y="14631"/>
                    <a:pt x="10333" y="14631"/>
                    <a:pt x="10355" y="14632"/>
                  </a:cubicBezTo>
                  <a:cubicBezTo>
                    <a:pt x="10708" y="14637"/>
                    <a:pt x="10937" y="14773"/>
                    <a:pt x="11013" y="15133"/>
                  </a:cubicBezTo>
                  <a:cubicBezTo>
                    <a:pt x="11062" y="15399"/>
                    <a:pt x="11117" y="15661"/>
                    <a:pt x="11187" y="15922"/>
                  </a:cubicBezTo>
                  <a:cubicBezTo>
                    <a:pt x="11229" y="16083"/>
                    <a:pt x="11313" y="16251"/>
                    <a:pt x="11472" y="16251"/>
                  </a:cubicBezTo>
                  <a:cubicBezTo>
                    <a:pt x="11501" y="16251"/>
                    <a:pt x="11533" y="16245"/>
                    <a:pt x="11569" y="16232"/>
                  </a:cubicBezTo>
                  <a:cubicBezTo>
                    <a:pt x="11819" y="16151"/>
                    <a:pt x="12118" y="16096"/>
                    <a:pt x="12265" y="15846"/>
                  </a:cubicBezTo>
                  <a:cubicBezTo>
                    <a:pt x="12351" y="15700"/>
                    <a:pt x="12436" y="15643"/>
                    <a:pt x="12523" y="15643"/>
                  </a:cubicBezTo>
                  <a:cubicBezTo>
                    <a:pt x="12618" y="15643"/>
                    <a:pt x="12716" y="15711"/>
                    <a:pt x="12821" y="15808"/>
                  </a:cubicBezTo>
                  <a:cubicBezTo>
                    <a:pt x="12875" y="15862"/>
                    <a:pt x="12951" y="15911"/>
                    <a:pt x="13022" y="15949"/>
                  </a:cubicBezTo>
                  <a:cubicBezTo>
                    <a:pt x="13181" y="16039"/>
                    <a:pt x="13342" y="16179"/>
                    <a:pt x="13505" y="16179"/>
                  </a:cubicBezTo>
                  <a:cubicBezTo>
                    <a:pt x="13610" y="16179"/>
                    <a:pt x="13716" y="16121"/>
                    <a:pt x="13822" y="15955"/>
                  </a:cubicBezTo>
                  <a:cubicBezTo>
                    <a:pt x="13850" y="15911"/>
                    <a:pt x="13953" y="15917"/>
                    <a:pt x="14018" y="15906"/>
                  </a:cubicBezTo>
                  <a:cubicBezTo>
                    <a:pt x="14236" y="15862"/>
                    <a:pt x="14448" y="15802"/>
                    <a:pt x="14655" y="15704"/>
                  </a:cubicBezTo>
                  <a:cubicBezTo>
                    <a:pt x="15090" y="15505"/>
                    <a:pt x="15529" y="15345"/>
                    <a:pt x="15999" y="15345"/>
                  </a:cubicBezTo>
                  <a:cubicBezTo>
                    <a:pt x="16159" y="15345"/>
                    <a:pt x="16322" y="15363"/>
                    <a:pt x="16490" y="15405"/>
                  </a:cubicBezTo>
                  <a:cubicBezTo>
                    <a:pt x="16763" y="15468"/>
                    <a:pt x="17037" y="15513"/>
                    <a:pt x="17307" y="15513"/>
                  </a:cubicBezTo>
                  <a:cubicBezTo>
                    <a:pt x="17687" y="15513"/>
                    <a:pt x="18061" y="15424"/>
                    <a:pt x="18417" y="15176"/>
                  </a:cubicBezTo>
                  <a:cubicBezTo>
                    <a:pt x="18657" y="15007"/>
                    <a:pt x="18678" y="14904"/>
                    <a:pt x="18499" y="14686"/>
                  </a:cubicBezTo>
                  <a:cubicBezTo>
                    <a:pt x="18221" y="14349"/>
                    <a:pt x="17862" y="14234"/>
                    <a:pt x="17443" y="14207"/>
                  </a:cubicBezTo>
                  <a:cubicBezTo>
                    <a:pt x="17356" y="14201"/>
                    <a:pt x="17270" y="14199"/>
                    <a:pt x="17184" y="14199"/>
                  </a:cubicBezTo>
                  <a:cubicBezTo>
                    <a:pt x="16141" y="14199"/>
                    <a:pt x="15146" y="14595"/>
                    <a:pt x="14100" y="14610"/>
                  </a:cubicBezTo>
                  <a:cubicBezTo>
                    <a:pt x="13677" y="14615"/>
                    <a:pt x="13250" y="14711"/>
                    <a:pt x="12823" y="14711"/>
                  </a:cubicBezTo>
                  <a:cubicBezTo>
                    <a:pt x="12782" y="14711"/>
                    <a:pt x="12741" y="14710"/>
                    <a:pt x="12701" y="14708"/>
                  </a:cubicBezTo>
                  <a:cubicBezTo>
                    <a:pt x="12592" y="14702"/>
                    <a:pt x="12483" y="14724"/>
                    <a:pt x="12450" y="14577"/>
                  </a:cubicBezTo>
                  <a:cubicBezTo>
                    <a:pt x="12380" y="14289"/>
                    <a:pt x="12135" y="14185"/>
                    <a:pt x="11911" y="14049"/>
                  </a:cubicBezTo>
                  <a:cubicBezTo>
                    <a:pt x="11607" y="13859"/>
                    <a:pt x="11275" y="13695"/>
                    <a:pt x="11051" y="13385"/>
                  </a:cubicBezTo>
                  <a:cubicBezTo>
                    <a:pt x="10893" y="13162"/>
                    <a:pt x="10915" y="13004"/>
                    <a:pt x="11215" y="12944"/>
                  </a:cubicBezTo>
                  <a:cubicBezTo>
                    <a:pt x="11765" y="12835"/>
                    <a:pt x="12205" y="12519"/>
                    <a:pt x="12592" y="12133"/>
                  </a:cubicBezTo>
                  <a:cubicBezTo>
                    <a:pt x="12810" y="11915"/>
                    <a:pt x="13049" y="11719"/>
                    <a:pt x="13332" y="11605"/>
                  </a:cubicBezTo>
                  <a:cubicBezTo>
                    <a:pt x="13588" y="11501"/>
                    <a:pt x="13817" y="11354"/>
                    <a:pt x="14024" y="11186"/>
                  </a:cubicBezTo>
                  <a:cubicBezTo>
                    <a:pt x="14258" y="10995"/>
                    <a:pt x="14503" y="10864"/>
                    <a:pt x="14802" y="10799"/>
                  </a:cubicBezTo>
                  <a:cubicBezTo>
                    <a:pt x="15113" y="10734"/>
                    <a:pt x="15390" y="10614"/>
                    <a:pt x="15570" y="10298"/>
                  </a:cubicBezTo>
                  <a:cubicBezTo>
                    <a:pt x="15902" y="9710"/>
                    <a:pt x="16332" y="9242"/>
                    <a:pt x="17067" y="9139"/>
                  </a:cubicBezTo>
                  <a:cubicBezTo>
                    <a:pt x="17394" y="9090"/>
                    <a:pt x="17519" y="8828"/>
                    <a:pt x="17470" y="8502"/>
                  </a:cubicBezTo>
                  <a:cubicBezTo>
                    <a:pt x="17459" y="8415"/>
                    <a:pt x="17377" y="8333"/>
                    <a:pt x="17464" y="8208"/>
                  </a:cubicBezTo>
                  <a:lnTo>
                    <a:pt x="17464" y="8208"/>
                  </a:lnTo>
                  <a:cubicBezTo>
                    <a:pt x="17894" y="8442"/>
                    <a:pt x="18308" y="8660"/>
                    <a:pt x="18542" y="9150"/>
                  </a:cubicBezTo>
                  <a:cubicBezTo>
                    <a:pt x="18842" y="9787"/>
                    <a:pt x="19206" y="10396"/>
                    <a:pt x="19794" y="10826"/>
                  </a:cubicBezTo>
                  <a:cubicBezTo>
                    <a:pt x="19846" y="10866"/>
                    <a:pt x="19893" y="10933"/>
                    <a:pt x="19954" y="10933"/>
                  </a:cubicBezTo>
                  <a:cubicBezTo>
                    <a:pt x="19977" y="10933"/>
                    <a:pt x="20001" y="10924"/>
                    <a:pt x="20028" y="10903"/>
                  </a:cubicBezTo>
                  <a:cubicBezTo>
                    <a:pt x="20121" y="10826"/>
                    <a:pt x="20099" y="10728"/>
                    <a:pt x="20045" y="10647"/>
                  </a:cubicBezTo>
                  <a:cubicBezTo>
                    <a:pt x="19800" y="10277"/>
                    <a:pt x="19827" y="9868"/>
                    <a:pt x="19816" y="9454"/>
                  </a:cubicBezTo>
                  <a:cubicBezTo>
                    <a:pt x="19789" y="8720"/>
                    <a:pt x="19680" y="8012"/>
                    <a:pt x="19206" y="7402"/>
                  </a:cubicBezTo>
                  <a:cubicBezTo>
                    <a:pt x="18989" y="7124"/>
                    <a:pt x="18853" y="6792"/>
                    <a:pt x="18640" y="6509"/>
                  </a:cubicBezTo>
                  <a:cubicBezTo>
                    <a:pt x="18237" y="5970"/>
                    <a:pt x="18270" y="5486"/>
                    <a:pt x="18651" y="4931"/>
                  </a:cubicBezTo>
                  <a:cubicBezTo>
                    <a:pt x="19032" y="4370"/>
                    <a:pt x="19392" y="3787"/>
                    <a:pt x="19446" y="3074"/>
                  </a:cubicBezTo>
                  <a:cubicBezTo>
                    <a:pt x="19468" y="2818"/>
                    <a:pt x="19343" y="2573"/>
                    <a:pt x="19430" y="2285"/>
                  </a:cubicBezTo>
                  <a:lnTo>
                    <a:pt x="19430" y="2285"/>
                  </a:lnTo>
                  <a:cubicBezTo>
                    <a:pt x="19500" y="2388"/>
                    <a:pt x="19549" y="2464"/>
                    <a:pt x="19604" y="2541"/>
                  </a:cubicBezTo>
                  <a:cubicBezTo>
                    <a:pt x="20175" y="3406"/>
                    <a:pt x="20611" y="4348"/>
                    <a:pt x="21047" y="5284"/>
                  </a:cubicBezTo>
                  <a:cubicBezTo>
                    <a:pt x="21667" y="6635"/>
                    <a:pt x="22026" y="8077"/>
                    <a:pt x="22429" y="9498"/>
                  </a:cubicBezTo>
                  <a:cubicBezTo>
                    <a:pt x="22783" y="10739"/>
                    <a:pt x="22756" y="12035"/>
                    <a:pt x="22783" y="13309"/>
                  </a:cubicBezTo>
                  <a:cubicBezTo>
                    <a:pt x="22816" y="14964"/>
                    <a:pt x="22794" y="16613"/>
                    <a:pt x="22799" y="18263"/>
                  </a:cubicBezTo>
                  <a:cubicBezTo>
                    <a:pt x="22799" y="18677"/>
                    <a:pt x="22881" y="19085"/>
                    <a:pt x="22854" y="19499"/>
                  </a:cubicBezTo>
                  <a:cubicBezTo>
                    <a:pt x="22772" y="20871"/>
                    <a:pt x="22718" y="22248"/>
                    <a:pt x="22718" y="23625"/>
                  </a:cubicBezTo>
                  <a:cubicBezTo>
                    <a:pt x="22723" y="23750"/>
                    <a:pt x="22691" y="23892"/>
                    <a:pt x="22843" y="23990"/>
                  </a:cubicBezTo>
                  <a:cubicBezTo>
                    <a:pt x="22876" y="23848"/>
                    <a:pt x="22919" y="23723"/>
                    <a:pt x="22925" y="23598"/>
                  </a:cubicBezTo>
                  <a:cubicBezTo>
                    <a:pt x="23001" y="22248"/>
                    <a:pt x="23110" y="20898"/>
                    <a:pt x="23132" y="19548"/>
                  </a:cubicBezTo>
                  <a:cubicBezTo>
                    <a:pt x="23170" y="16978"/>
                    <a:pt x="23170" y="14409"/>
                    <a:pt x="23061" y="11844"/>
                  </a:cubicBezTo>
                  <a:cubicBezTo>
                    <a:pt x="23034" y="11284"/>
                    <a:pt x="22990" y="10723"/>
                    <a:pt x="22897" y="10162"/>
                  </a:cubicBezTo>
                  <a:cubicBezTo>
                    <a:pt x="22729" y="9128"/>
                    <a:pt x="22364" y="8143"/>
                    <a:pt x="22065" y="7146"/>
                  </a:cubicBezTo>
                  <a:cubicBezTo>
                    <a:pt x="21444" y="5039"/>
                    <a:pt x="20415" y="3129"/>
                    <a:pt x="19196" y="1310"/>
                  </a:cubicBezTo>
                  <a:cubicBezTo>
                    <a:pt x="18830" y="767"/>
                    <a:pt x="18408" y="540"/>
                    <a:pt x="17925" y="540"/>
                  </a:cubicBezTo>
                  <a:cubicBezTo>
                    <a:pt x="17623" y="540"/>
                    <a:pt x="17298" y="628"/>
                    <a:pt x="16947" y="782"/>
                  </a:cubicBezTo>
                  <a:cubicBezTo>
                    <a:pt x="16879" y="812"/>
                    <a:pt x="16818" y="884"/>
                    <a:pt x="16738" y="884"/>
                  </a:cubicBezTo>
                  <a:cubicBezTo>
                    <a:pt x="16715" y="884"/>
                    <a:pt x="16691" y="878"/>
                    <a:pt x="16664" y="864"/>
                  </a:cubicBezTo>
                  <a:cubicBezTo>
                    <a:pt x="16784" y="445"/>
                    <a:pt x="16958" y="292"/>
                    <a:pt x="17339" y="271"/>
                  </a:cubicBezTo>
                  <a:cubicBezTo>
                    <a:pt x="17546" y="258"/>
                    <a:pt x="17752" y="251"/>
                    <a:pt x="17958" y="251"/>
                  </a:cubicBezTo>
                  <a:cubicBezTo>
                    <a:pt x="18478" y="251"/>
                    <a:pt x="18995" y="297"/>
                    <a:pt x="19506" y="418"/>
                  </a:cubicBezTo>
                  <a:cubicBezTo>
                    <a:pt x="19724" y="466"/>
                    <a:pt x="19963" y="543"/>
                    <a:pt x="19876" y="864"/>
                  </a:cubicBezTo>
                  <a:cubicBezTo>
                    <a:pt x="19854" y="946"/>
                    <a:pt x="19930" y="989"/>
                    <a:pt x="19985" y="1033"/>
                  </a:cubicBezTo>
                  <a:cubicBezTo>
                    <a:pt x="20132" y="1158"/>
                    <a:pt x="20214" y="1327"/>
                    <a:pt x="20295" y="1501"/>
                  </a:cubicBezTo>
                  <a:cubicBezTo>
                    <a:pt x="20606" y="2149"/>
                    <a:pt x="21008" y="2742"/>
                    <a:pt x="21428" y="3325"/>
                  </a:cubicBezTo>
                  <a:cubicBezTo>
                    <a:pt x="22217" y="4413"/>
                    <a:pt x="22908" y="5568"/>
                    <a:pt x="23502" y="6765"/>
                  </a:cubicBezTo>
                  <a:cubicBezTo>
                    <a:pt x="23954" y="7669"/>
                    <a:pt x="24242" y="8643"/>
                    <a:pt x="24525" y="9618"/>
                  </a:cubicBezTo>
                  <a:cubicBezTo>
                    <a:pt x="24841" y="10690"/>
                    <a:pt x="25032" y="11785"/>
                    <a:pt x="25124" y="12895"/>
                  </a:cubicBezTo>
                  <a:cubicBezTo>
                    <a:pt x="25255" y="14485"/>
                    <a:pt x="25151" y="16069"/>
                    <a:pt x="25059" y="17653"/>
                  </a:cubicBezTo>
                  <a:cubicBezTo>
                    <a:pt x="25042" y="17909"/>
                    <a:pt x="25053" y="18165"/>
                    <a:pt x="25015" y="18426"/>
                  </a:cubicBezTo>
                  <a:cubicBezTo>
                    <a:pt x="24934" y="18971"/>
                    <a:pt x="24906" y="19526"/>
                    <a:pt x="24852" y="20076"/>
                  </a:cubicBezTo>
                  <a:cubicBezTo>
                    <a:pt x="25140" y="19324"/>
                    <a:pt x="25200" y="18540"/>
                    <a:pt x="25260" y="17762"/>
                  </a:cubicBezTo>
                  <a:cubicBezTo>
                    <a:pt x="25374" y="16292"/>
                    <a:pt x="25342" y="14817"/>
                    <a:pt x="25336" y="13347"/>
                  </a:cubicBezTo>
                  <a:cubicBezTo>
                    <a:pt x="25331" y="12971"/>
                    <a:pt x="25304" y="12596"/>
                    <a:pt x="25249" y="12225"/>
                  </a:cubicBezTo>
                  <a:cubicBezTo>
                    <a:pt x="25091" y="11099"/>
                    <a:pt x="24857" y="9983"/>
                    <a:pt x="24487" y="8905"/>
                  </a:cubicBezTo>
                  <a:cubicBezTo>
                    <a:pt x="24144" y="7892"/>
                    <a:pt x="23807" y="6879"/>
                    <a:pt x="23273" y="5943"/>
                  </a:cubicBezTo>
                  <a:cubicBezTo>
                    <a:pt x="22473" y="4528"/>
                    <a:pt x="21520" y="3216"/>
                    <a:pt x="20606" y="1876"/>
                  </a:cubicBezTo>
                  <a:cubicBezTo>
                    <a:pt x="20518" y="1746"/>
                    <a:pt x="20431" y="1610"/>
                    <a:pt x="20404" y="1457"/>
                  </a:cubicBezTo>
                  <a:lnTo>
                    <a:pt x="20404" y="1457"/>
                  </a:lnTo>
                  <a:cubicBezTo>
                    <a:pt x="21335" y="1751"/>
                    <a:pt x="21738" y="2704"/>
                    <a:pt x="22571" y="3107"/>
                  </a:cubicBezTo>
                  <a:cubicBezTo>
                    <a:pt x="22685" y="3161"/>
                    <a:pt x="22750" y="3325"/>
                    <a:pt x="22816" y="3450"/>
                  </a:cubicBezTo>
                  <a:cubicBezTo>
                    <a:pt x="23142" y="4060"/>
                    <a:pt x="23464" y="4675"/>
                    <a:pt x="23779" y="5290"/>
                  </a:cubicBezTo>
                  <a:cubicBezTo>
                    <a:pt x="24009" y="5739"/>
                    <a:pt x="24104" y="5925"/>
                    <a:pt x="24297" y="5925"/>
                  </a:cubicBezTo>
                  <a:cubicBezTo>
                    <a:pt x="24434" y="5925"/>
                    <a:pt x="24620" y="5831"/>
                    <a:pt x="24939" y="5671"/>
                  </a:cubicBezTo>
                  <a:cubicBezTo>
                    <a:pt x="25082" y="5599"/>
                    <a:pt x="25245" y="5485"/>
                    <a:pt x="25397" y="5485"/>
                  </a:cubicBezTo>
                  <a:cubicBezTo>
                    <a:pt x="25453" y="5485"/>
                    <a:pt x="25508" y="5500"/>
                    <a:pt x="25560" y="5540"/>
                  </a:cubicBezTo>
                  <a:cubicBezTo>
                    <a:pt x="25745" y="5687"/>
                    <a:pt x="25587" y="5943"/>
                    <a:pt x="25532" y="6134"/>
                  </a:cubicBezTo>
                  <a:cubicBezTo>
                    <a:pt x="25434" y="6493"/>
                    <a:pt x="25472" y="6792"/>
                    <a:pt x="25717" y="7086"/>
                  </a:cubicBezTo>
                  <a:cubicBezTo>
                    <a:pt x="25892" y="7293"/>
                    <a:pt x="26109" y="7462"/>
                    <a:pt x="26202" y="7734"/>
                  </a:cubicBezTo>
                  <a:cubicBezTo>
                    <a:pt x="26447" y="8475"/>
                    <a:pt x="26763" y="9182"/>
                    <a:pt x="27127" y="9868"/>
                  </a:cubicBezTo>
                  <a:cubicBezTo>
                    <a:pt x="27258" y="10119"/>
                    <a:pt x="27296" y="10369"/>
                    <a:pt x="27133" y="10641"/>
                  </a:cubicBezTo>
                  <a:cubicBezTo>
                    <a:pt x="27062" y="10761"/>
                    <a:pt x="27062" y="10913"/>
                    <a:pt x="27078" y="11077"/>
                  </a:cubicBezTo>
                  <a:cubicBezTo>
                    <a:pt x="27122" y="11681"/>
                    <a:pt x="27454" y="12155"/>
                    <a:pt x="27715" y="12666"/>
                  </a:cubicBezTo>
                  <a:cubicBezTo>
                    <a:pt x="27755" y="12741"/>
                    <a:pt x="27777" y="12843"/>
                    <a:pt x="27876" y="12843"/>
                  </a:cubicBezTo>
                  <a:cubicBezTo>
                    <a:pt x="27886" y="12843"/>
                    <a:pt x="27895" y="12842"/>
                    <a:pt x="27906" y="12841"/>
                  </a:cubicBezTo>
                  <a:cubicBezTo>
                    <a:pt x="28020" y="12813"/>
                    <a:pt x="28026" y="12705"/>
                    <a:pt x="28026" y="12607"/>
                  </a:cubicBezTo>
                  <a:cubicBezTo>
                    <a:pt x="28026" y="12253"/>
                    <a:pt x="28200" y="12019"/>
                    <a:pt x="28527" y="11872"/>
                  </a:cubicBezTo>
                  <a:cubicBezTo>
                    <a:pt x="28880" y="11708"/>
                    <a:pt x="29049" y="11442"/>
                    <a:pt x="29027" y="11028"/>
                  </a:cubicBezTo>
                  <a:cubicBezTo>
                    <a:pt x="29006" y="10690"/>
                    <a:pt x="28957" y="10375"/>
                    <a:pt x="28793" y="10081"/>
                  </a:cubicBezTo>
                  <a:cubicBezTo>
                    <a:pt x="28494" y="9531"/>
                    <a:pt x="28336" y="8965"/>
                    <a:pt x="28374" y="8322"/>
                  </a:cubicBezTo>
                  <a:cubicBezTo>
                    <a:pt x="28401" y="7821"/>
                    <a:pt x="28412" y="7315"/>
                    <a:pt x="28325" y="6809"/>
                  </a:cubicBezTo>
                  <a:cubicBezTo>
                    <a:pt x="28282" y="6569"/>
                    <a:pt x="28314" y="6319"/>
                    <a:pt x="28314" y="6074"/>
                  </a:cubicBezTo>
                  <a:lnTo>
                    <a:pt x="28314" y="6074"/>
                  </a:lnTo>
                  <a:cubicBezTo>
                    <a:pt x="28461" y="6313"/>
                    <a:pt x="28592" y="6537"/>
                    <a:pt x="28755" y="6738"/>
                  </a:cubicBezTo>
                  <a:cubicBezTo>
                    <a:pt x="28848" y="6856"/>
                    <a:pt x="28948" y="6913"/>
                    <a:pt x="29050" y="6913"/>
                  </a:cubicBezTo>
                  <a:cubicBezTo>
                    <a:pt x="29150" y="6913"/>
                    <a:pt x="29251" y="6857"/>
                    <a:pt x="29349" y="6749"/>
                  </a:cubicBezTo>
                  <a:cubicBezTo>
                    <a:pt x="29479" y="6596"/>
                    <a:pt x="29610" y="6444"/>
                    <a:pt x="29751" y="6302"/>
                  </a:cubicBezTo>
                  <a:cubicBezTo>
                    <a:pt x="30089" y="5943"/>
                    <a:pt x="30094" y="5867"/>
                    <a:pt x="29817" y="5464"/>
                  </a:cubicBezTo>
                  <a:cubicBezTo>
                    <a:pt x="29768" y="5399"/>
                    <a:pt x="29735" y="5317"/>
                    <a:pt x="29702" y="5241"/>
                  </a:cubicBezTo>
                  <a:cubicBezTo>
                    <a:pt x="29512" y="4811"/>
                    <a:pt x="29196" y="4451"/>
                    <a:pt x="29033" y="4005"/>
                  </a:cubicBezTo>
                  <a:cubicBezTo>
                    <a:pt x="29029" y="3991"/>
                    <a:pt x="29016" y="3942"/>
                    <a:pt x="28996" y="3942"/>
                  </a:cubicBezTo>
                  <a:cubicBezTo>
                    <a:pt x="28986" y="3942"/>
                    <a:pt x="28975" y="3954"/>
                    <a:pt x="28962" y="3989"/>
                  </a:cubicBezTo>
                  <a:cubicBezTo>
                    <a:pt x="28951" y="4021"/>
                    <a:pt x="28951" y="4060"/>
                    <a:pt x="28946" y="4092"/>
                  </a:cubicBezTo>
                  <a:cubicBezTo>
                    <a:pt x="29055" y="4544"/>
                    <a:pt x="29311" y="4925"/>
                    <a:pt x="29506" y="5333"/>
                  </a:cubicBezTo>
                  <a:cubicBezTo>
                    <a:pt x="29741" y="5823"/>
                    <a:pt x="29702" y="5981"/>
                    <a:pt x="29256" y="6286"/>
                  </a:cubicBezTo>
                  <a:cubicBezTo>
                    <a:pt x="29173" y="6345"/>
                    <a:pt x="29097" y="6377"/>
                    <a:pt x="29029" y="6377"/>
                  </a:cubicBezTo>
                  <a:cubicBezTo>
                    <a:pt x="28933" y="6377"/>
                    <a:pt x="28852" y="6311"/>
                    <a:pt x="28788" y="6161"/>
                  </a:cubicBezTo>
                  <a:cubicBezTo>
                    <a:pt x="28679" y="5927"/>
                    <a:pt x="28625" y="5671"/>
                    <a:pt x="28450" y="5470"/>
                  </a:cubicBezTo>
                  <a:cubicBezTo>
                    <a:pt x="28373" y="5379"/>
                    <a:pt x="28299" y="5292"/>
                    <a:pt x="28190" y="5292"/>
                  </a:cubicBezTo>
                  <a:cubicBezTo>
                    <a:pt x="28162" y="5292"/>
                    <a:pt x="28131" y="5298"/>
                    <a:pt x="28096" y="5312"/>
                  </a:cubicBezTo>
                  <a:cubicBezTo>
                    <a:pt x="27955" y="5366"/>
                    <a:pt x="27939" y="5508"/>
                    <a:pt x="27950" y="5644"/>
                  </a:cubicBezTo>
                  <a:cubicBezTo>
                    <a:pt x="28080" y="7266"/>
                    <a:pt x="27781" y="8948"/>
                    <a:pt x="28652" y="10467"/>
                  </a:cubicBezTo>
                  <a:cubicBezTo>
                    <a:pt x="28695" y="10543"/>
                    <a:pt x="28717" y="10647"/>
                    <a:pt x="28723" y="10734"/>
                  </a:cubicBezTo>
                  <a:cubicBezTo>
                    <a:pt x="28739" y="11028"/>
                    <a:pt x="28815" y="11349"/>
                    <a:pt x="28527" y="11550"/>
                  </a:cubicBezTo>
                  <a:cubicBezTo>
                    <a:pt x="28238" y="11752"/>
                    <a:pt x="27999" y="11997"/>
                    <a:pt x="27846" y="12323"/>
                  </a:cubicBezTo>
                  <a:cubicBezTo>
                    <a:pt x="27411" y="11806"/>
                    <a:pt x="27258" y="11235"/>
                    <a:pt x="27443" y="10636"/>
                  </a:cubicBezTo>
                  <a:cubicBezTo>
                    <a:pt x="27579" y="10200"/>
                    <a:pt x="27481" y="9814"/>
                    <a:pt x="27258" y="9460"/>
                  </a:cubicBezTo>
                  <a:cubicBezTo>
                    <a:pt x="26997" y="9041"/>
                    <a:pt x="26768" y="8611"/>
                    <a:pt x="26594" y="8143"/>
                  </a:cubicBezTo>
                  <a:cubicBezTo>
                    <a:pt x="26474" y="7827"/>
                    <a:pt x="26376" y="7489"/>
                    <a:pt x="26120" y="7250"/>
                  </a:cubicBezTo>
                  <a:cubicBezTo>
                    <a:pt x="25707" y="6858"/>
                    <a:pt x="25576" y="6417"/>
                    <a:pt x="25805" y="5883"/>
                  </a:cubicBezTo>
                  <a:cubicBezTo>
                    <a:pt x="25832" y="5818"/>
                    <a:pt x="25832" y="5742"/>
                    <a:pt x="25832" y="5671"/>
                  </a:cubicBezTo>
                  <a:cubicBezTo>
                    <a:pt x="25832" y="5405"/>
                    <a:pt x="25695" y="5250"/>
                    <a:pt x="25475" y="5250"/>
                  </a:cubicBezTo>
                  <a:cubicBezTo>
                    <a:pt x="25421" y="5250"/>
                    <a:pt x="25362" y="5260"/>
                    <a:pt x="25298" y="5279"/>
                  </a:cubicBezTo>
                  <a:cubicBezTo>
                    <a:pt x="25086" y="5344"/>
                    <a:pt x="24868" y="5415"/>
                    <a:pt x="24672" y="5513"/>
                  </a:cubicBezTo>
                  <a:cubicBezTo>
                    <a:pt x="24587" y="5559"/>
                    <a:pt x="24515" y="5581"/>
                    <a:pt x="24451" y="5581"/>
                  </a:cubicBezTo>
                  <a:cubicBezTo>
                    <a:pt x="24321" y="5581"/>
                    <a:pt x="24230" y="5488"/>
                    <a:pt x="24150" y="5323"/>
                  </a:cubicBezTo>
                  <a:cubicBezTo>
                    <a:pt x="23594" y="4190"/>
                    <a:pt x="23088" y="3025"/>
                    <a:pt x="21999" y="2252"/>
                  </a:cubicBezTo>
                  <a:cubicBezTo>
                    <a:pt x="21656" y="2013"/>
                    <a:pt x="21368" y="1697"/>
                    <a:pt x="21003" y="1474"/>
                  </a:cubicBezTo>
                  <a:cubicBezTo>
                    <a:pt x="20638" y="1256"/>
                    <a:pt x="20257" y="1044"/>
                    <a:pt x="20072" y="608"/>
                  </a:cubicBezTo>
                  <a:cubicBezTo>
                    <a:pt x="20001" y="434"/>
                    <a:pt x="19876" y="238"/>
                    <a:pt x="19642" y="200"/>
                  </a:cubicBezTo>
                  <a:cubicBezTo>
                    <a:pt x="19051" y="97"/>
                    <a:pt x="18460" y="0"/>
                    <a:pt x="178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39"/>
            <p:cNvSpPr/>
            <p:nvPr/>
          </p:nvSpPr>
          <p:spPr>
            <a:xfrm rot="-937699">
              <a:off x="1589334" y="3645540"/>
              <a:ext cx="412552" cy="629681"/>
            </a:xfrm>
            <a:custGeom>
              <a:rect b="b" l="l" r="r" t="t"/>
              <a:pathLst>
                <a:path extrusionOk="0" h="9573" w="6272">
                  <a:moveTo>
                    <a:pt x="3977" y="1"/>
                  </a:moveTo>
                  <a:cubicBezTo>
                    <a:pt x="3888" y="1"/>
                    <a:pt x="3817" y="53"/>
                    <a:pt x="3746" y="102"/>
                  </a:cubicBezTo>
                  <a:cubicBezTo>
                    <a:pt x="3436" y="293"/>
                    <a:pt x="3120" y="478"/>
                    <a:pt x="2815" y="679"/>
                  </a:cubicBezTo>
                  <a:cubicBezTo>
                    <a:pt x="2586" y="826"/>
                    <a:pt x="2477" y="1011"/>
                    <a:pt x="2434" y="1273"/>
                  </a:cubicBezTo>
                  <a:cubicBezTo>
                    <a:pt x="2167" y="2781"/>
                    <a:pt x="1993" y="4305"/>
                    <a:pt x="1808" y="5824"/>
                  </a:cubicBezTo>
                  <a:cubicBezTo>
                    <a:pt x="1775" y="6058"/>
                    <a:pt x="1819" y="6319"/>
                    <a:pt x="1634" y="6521"/>
                  </a:cubicBezTo>
                  <a:cubicBezTo>
                    <a:pt x="1530" y="6651"/>
                    <a:pt x="1590" y="6853"/>
                    <a:pt x="1427" y="6951"/>
                  </a:cubicBezTo>
                  <a:cubicBezTo>
                    <a:pt x="1328" y="7164"/>
                    <a:pt x="1240" y="7268"/>
                    <a:pt x="1134" y="7268"/>
                  </a:cubicBezTo>
                  <a:cubicBezTo>
                    <a:pt x="1054" y="7268"/>
                    <a:pt x="963" y="7207"/>
                    <a:pt x="850" y="7087"/>
                  </a:cubicBezTo>
                  <a:cubicBezTo>
                    <a:pt x="805" y="7042"/>
                    <a:pt x="767" y="7024"/>
                    <a:pt x="734" y="7024"/>
                  </a:cubicBezTo>
                  <a:cubicBezTo>
                    <a:pt x="680" y="7024"/>
                    <a:pt x="638" y="7072"/>
                    <a:pt x="594" y="7119"/>
                  </a:cubicBezTo>
                  <a:cubicBezTo>
                    <a:pt x="425" y="7305"/>
                    <a:pt x="305" y="7522"/>
                    <a:pt x="164" y="7724"/>
                  </a:cubicBezTo>
                  <a:cubicBezTo>
                    <a:pt x="0" y="7952"/>
                    <a:pt x="77" y="8094"/>
                    <a:pt x="300" y="8230"/>
                  </a:cubicBezTo>
                  <a:cubicBezTo>
                    <a:pt x="504" y="8359"/>
                    <a:pt x="715" y="8388"/>
                    <a:pt x="924" y="8388"/>
                  </a:cubicBezTo>
                  <a:cubicBezTo>
                    <a:pt x="1104" y="8388"/>
                    <a:pt x="1282" y="8366"/>
                    <a:pt x="1454" y="8366"/>
                  </a:cubicBezTo>
                  <a:cubicBezTo>
                    <a:pt x="1176" y="8529"/>
                    <a:pt x="795" y="8399"/>
                    <a:pt x="485" y="8589"/>
                  </a:cubicBezTo>
                  <a:cubicBezTo>
                    <a:pt x="523" y="8655"/>
                    <a:pt x="556" y="8725"/>
                    <a:pt x="588" y="8796"/>
                  </a:cubicBezTo>
                  <a:cubicBezTo>
                    <a:pt x="675" y="8851"/>
                    <a:pt x="763" y="8911"/>
                    <a:pt x="844" y="8976"/>
                  </a:cubicBezTo>
                  <a:cubicBezTo>
                    <a:pt x="1041" y="9135"/>
                    <a:pt x="1228" y="9215"/>
                    <a:pt x="1412" y="9215"/>
                  </a:cubicBezTo>
                  <a:cubicBezTo>
                    <a:pt x="1601" y="9215"/>
                    <a:pt x="1787" y="9132"/>
                    <a:pt x="1982" y="8965"/>
                  </a:cubicBezTo>
                  <a:cubicBezTo>
                    <a:pt x="2133" y="8834"/>
                    <a:pt x="2305" y="8768"/>
                    <a:pt x="2487" y="8716"/>
                  </a:cubicBezTo>
                  <a:lnTo>
                    <a:pt x="2487" y="8716"/>
                  </a:lnTo>
                  <a:cubicBezTo>
                    <a:pt x="2442" y="8730"/>
                    <a:pt x="2396" y="8745"/>
                    <a:pt x="2352" y="8764"/>
                  </a:cubicBezTo>
                  <a:cubicBezTo>
                    <a:pt x="1987" y="8911"/>
                    <a:pt x="1742" y="9188"/>
                    <a:pt x="1808" y="9373"/>
                  </a:cubicBezTo>
                  <a:cubicBezTo>
                    <a:pt x="1857" y="9501"/>
                    <a:pt x="2059" y="9572"/>
                    <a:pt x="2282" y="9572"/>
                  </a:cubicBezTo>
                  <a:cubicBezTo>
                    <a:pt x="2428" y="9572"/>
                    <a:pt x="2584" y="9542"/>
                    <a:pt x="2711" y="9477"/>
                  </a:cubicBezTo>
                  <a:cubicBezTo>
                    <a:pt x="2719" y="9473"/>
                    <a:pt x="2723" y="9471"/>
                    <a:pt x="2726" y="9469"/>
                  </a:cubicBezTo>
                  <a:lnTo>
                    <a:pt x="2726" y="9469"/>
                  </a:lnTo>
                  <a:cubicBezTo>
                    <a:pt x="2726" y="9469"/>
                    <a:pt x="2730" y="9468"/>
                    <a:pt x="2744" y="9460"/>
                  </a:cubicBezTo>
                  <a:cubicBezTo>
                    <a:pt x="2956" y="9330"/>
                    <a:pt x="3169" y="9210"/>
                    <a:pt x="3387" y="9090"/>
                  </a:cubicBezTo>
                  <a:cubicBezTo>
                    <a:pt x="3751" y="8894"/>
                    <a:pt x="3936" y="8595"/>
                    <a:pt x="3991" y="8197"/>
                  </a:cubicBezTo>
                  <a:cubicBezTo>
                    <a:pt x="4132" y="7168"/>
                    <a:pt x="4078" y="6150"/>
                    <a:pt x="3784" y="5160"/>
                  </a:cubicBezTo>
                  <a:cubicBezTo>
                    <a:pt x="3566" y="4436"/>
                    <a:pt x="3964" y="3880"/>
                    <a:pt x="4377" y="3472"/>
                  </a:cubicBezTo>
                  <a:cubicBezTo>
                    <a:pt x="4428" y="3426"/>
                    <a:pt x="4487" y="3415"/>
                    <a:pt x="4552" y="3415"/>
                  </a:cubicBezTo>
                  <a:cubicBezTo>
                    <a:pt x="4571" y="3415"/>
                    <a:pt x="4591" y="3416"/>
                    <a:pt x="4611" y="3418"/>
                  </a:cubicBezTo>
                  <a:cubicBezTo>
                    <a:pt x="4726" y="3390"/>
                    <a:pt x="4846" y="3363"/>
                    <a:pt x="4960" y="3341"/>
                  </a:cubicBezTo>
                  <a:cubicBezTo>
                    <a:pt x="4944" y="3151"/>
                    <a:pt x="4775" y="3200"/>
                    <a:pt x="4666" y="3167"/>
                  </a:cubicBezTo>
                  <a:cubicBezTo>
                    <a:pt x="4317" y="3075"/>
                    <a:pt x="3991" y="2949"/>
                    <a:pt x="3762" y="2639"/>
                  </a:cubicBezTo>
                  <a:lnTo>
                    <a:pt x="3762" y="2639"/>
                  </a:lnTo>
                  <a:cubicBezTo>
                    <a:pt x="4282" y="2956"/>
                    <a:pt x="4843" y="3084"/>
                    <a:pt x="5431" y="3084"/>
                  </a:cubicBezTo>
                  <a:cubicBezTo>
                    <a:pt x="5490" y="3084"/>
                    <a:pt x="5549" y="3083"/>
                    <a:pt x="5608" y="3080"/>
                  </a:cubicBezTo>
                  <a:cubicBezTo>
                    <a:pt x="5618" y="3080"/>
                    <a:pt x="5629" y="3079"/>
                    <a:pt x="5639" y="3079"/>
                  </a:cubicBezTo>
                  <a:cubicBezTo>
                    <a:pt x="5770" y="3079"/>
                    <a:pt x="5901" y="3109"/>
                    <a:pt x="6027" y="3134"/>
                  </a:cubicBezTo>
                  <a:cubicBezTo>
                    <a:pt x="6076" y="3107"/>
                    <a:pt x="6119" y="3075"/>
                    <a:pt x="6168" y="3042"/>
                  </a:cubicBezTo>
                  <a:cubicBezTo>
                    <a:pt x="6272" y="2917"/>
                    <a:pt x="6185" y="2797"/>
                    <a:pt x="6141" y="2683"/>
                  </a:cubicBezTo>
                  <a:cubicBezTo>
                    <a:pt x="5798" y="1795"/>
                    <a:pt x="5232" y="1071"/>
                    <a:pt x="4464" y="511"/>
                  </a:cubicBezTo>
                  <a:cubicBezTo>
                    <a:pt x="4350" y="320"/>
                    <a:pt x="4051" y="287"/>
                    <a:pt x="4040" y="10"/>
                  </a:cubicBezTo>
                  <a:cubicBezTo>
                    <a:pt x="4018" y="4"/>
                    <a:pt x="3997" y="1"/>
                    <a:pt x="39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5" name="Google Shape;2175;p39"/>
            <p:cNvSpPr/>
            <p:nvPr/>
          </p:nvSpPr>
          <p:spPr>
            <a:xfrm rot="-937699">
              <a:off x="-450604" y="1325744"/>
              <a:ext cx="2192275" cy="1355594"/>
            </a:xfrm>
            <a:custGeom>
              <a:rect b="b" l="l" r="r" t="t"/>
              <a:pathLst>
                <a:path extrusionOk="0" h="20609" w="33329">
                  <a:moveTo>
                    <a:pt x="4262" y="0"/>
                  </a:moveTo>
                  <a:cubicBezTo>
                    <a:pt x="3449" y="0"/>
                    <a:pt x="2640" y="116"/>
                    <a:pt x="1824" y="137"/>
                  </a:cubicBezTo>
                  <a:cubicBezTo>
                    <a:pt x="1312" y="148"/>
                    <a:pt x="795" y="230"/>
                    <a:pt x="283" y="301"/>
                  </a:cubicBezTo>
                  <a:cubicBezTo>
                    <a:pt x="185" y="312"/>
                    <a:pt x="11" y="290"/>
                    <a:pt x="6" y="453"/>
                  </a:cubicBezTo>
                  <a:cubicBezTo>
                    <a:pt x="0" y="611"/>
                    <a:pt x="158" y="627"/>
                    <a:pt x="278" y="682"/>
                  </a:cubicBezTo>
                  <a:cubicBezTo>
                    <a:pt x="828" y="905"/>
                    <a:pt x="1416" y="807"/>
                    <a:pt x="1987" y="878"/>
                  </a:cubicBezTo>
                  <a:cubicBezTo>
                    <a:pt x="2450" y="938"/>
                    <a:pt x="2858" y="1052"/>
                    <a:pt x="3212" y="1406"/>
                  </a:cubicBezTo>
                  <a:cubicBezTo>
                    <a:pt x="3844" y="2032"/>
                    <a:pt x="4606" y="2435"/>
                    <a:pt x="5510" y="2527"/>
                  </a:cubicBezTo>
                  <a:cubicBezTo>
                    <a:pt x="5853" y="2560"/>
                    <a:pt x="6190" y="2642"/>
                    <a:pt x="6609" y="2718"/>
                  </a:cubicBezTo>
                  <a:cubicBezTo>
                    <a:pt x="6346" y="2749"/>
                    <a:pt x="6156" y="2795"/>
                    <a:pt x="5970" y="2795"/>
                  </a:cubicBezTo>
                  <a:cubicBezTo>
                    <a:pt x="5960" y="2795"/>
                    <a:pt x="5950" y="2794"/>
                    <a:pt x="5940" y="2794"/>
                  </a:cubicBezTo>
                  <a:cubicBezTo>
                    <a:pt x="5916" y="2793"/>
                    <a:pt x="5891" y="2793"/>
                    <a:pt x="5868" y="2793"/>
                  </a:cubicBezTo>
                  <a:cubicBezTo>
                    <a:pt x="5062" y="2793"/>
                    <a:pt x="4397" y="3146"/>
                    <a:pt x="3784" y="3622"/>
                  </a:cubicBezTo>
                  <a:cubicBezTo>
                    <a:pt x="3702" y="3681"/>
                    <a:pt x="3577" y="3752"/>
                    <a:pt x="3648" y="3872"/>
                  </a:cubicBezTo>
                  <a:cubicBezTo>
                    <a:pt x="3676" y="3918"/>
                    <a:pt x="3709" y="3935"/>
                    <a:pt x="3745" y="3935"/>
                  </a:cubicBezTo>
                  <a:cubicBezTo>
                    <a:pt x="3807" y="3935"/>
                    <a:pt x="3874" y="3885"/>
                    <a:pt x="3925" y="3850"/>
                  </a:cubicBezTo>
                  <a:cubicBezTo>
                    <a:pt x="4261" y="3648"/>
                    <a:pt x="4595" y="3555"/>
                    <a:pt x="4923" y="3555"/>
                  </a:cubicBezTo>
                  <a:cubicBezTo>
                    <a:pt x="5329" y="3555"/>
                    <a:pt x="5726" y="3698"/>
                    <a:pt x="6108" y="3954"/>
                  </a:cubicBezTo>
                  <a:cubicBezTo>
                    <a:pt x="7029" y="4563"/>
                    <a:pt x="8036" y="4852"/>
                    <a:pt x="9119" y="4928"/>
                  </a:cubicBezTo>
                  <a:cubicBezTo>
                    <a:pt x="9239" y="4917"/>
                    <a:pt x="9353" y="4906"/>
                    <a:pt x="9506" y="4895"/>
                  </a:cubicBezTo>
                  <a:cubicBezTo>
                    <a:pt x="9179" y="4776"/>
                    <a:pt x="8885" y="4678"/>
                    <a:pt x="8569" y="4640"/>
                  </a:cubicBezTo>
                  <a:cubicBezTo>
                    <a:pt x="7829" y="4542"/>
                    <a:pt x="7126" y="4324"/>
                    <a:pt x="6490" y="3921"/>
                  </a:cubicBezTo>
                  <a:cubicBezTo>
                    <a:pt x="5975" y="3597"/>
                    <a:pt x="5451" y="3336"/>
                    <a:pt x="4825" y="3336"/>
                  </a:cubicBezTo>
                  <a:cubicBezTo>
                    <a:pt x="4788" y="3336"/>
                    <a:pt x="4752" y="3337"/>
                    <a:pt x="4715" y="3338"/>
                  </a:cubicBezTo>
                  <a:cubicBezTo>
                    <a:pt x="4824" y="3268"/>
                    <a:pt x="4938" y="3202"/>
                    <a:pt x="5052" y="3175"/>
                  </a:cubicBezTo>
                  <a:cubicBezTo>
                    <a:pt x="5444" y="3083"/>
                    <a:pt x="5836" y="3023"/>
                    <a:pt x="6239" y="3012"/>
                  </a:cubicBezTo>
                  <a:cubicBezTo>
                    <a:pt x="6408" y="3008"/>
                    <a:pt x="6577" y="3007"/>
                    <a:pt x="6745" y="3007"/>
                  </a:cubicBezTo>
                  <a:cubicBezTo>
                    <a:pt x="7083" y="3007"/>
                    <a:pt x="7420" y="3012"/>
                    <a:pt x="7758" y="3012"/>
                  </a:cubicBezTo>
                  <a:cubicBezTo>
                    <a:pt x="7765" y="3011"/>
                    <a:pt x="7772" y="3011"/>
                    <a:pt x="7779" y="3011"/>
                  </a:cubicBezTo>
                  <a:cubicBezTo>
                    <a:pt x="7800" y="3011"/>
                    <a:pt x="7823" y="3013"/>
                    <a:pt x="7845" y="3013"/>
                  </a:cubicBezTo>
                  <a:cubicBezTo>
                    <a:pt x="7900" y="3013"/>
                    <a:pt x="7953" y="3003"/>
                    <a:pt x="7970" y="2936"/>
                  </a:cubicBezTo>
                  <a:cubicBezTo>
                    <a:pt x="7998" y="2821"/>
                    <a:pt x="7910" y="2767"/>
                    <a:pt x="7823" y="2723"/>
                  </a:cubicBezTo>
                  <a:cubicBezTo>
                    <a:pt x="7758" y="2696"/>
                    <a:pt x="7687" y="2674"/>
                    <a:pt x="7622" y="2653"/>
                  </a:cubicBezTo>
                  <a:cubicBezTo>
                    <a:pt x="7121" y="2451"/>
                    <a:pt x="6588" y="2440"/>
                    <a:pt x="6065" y="2380"/>
                  </a:cubicBezTo>
                  <a:cubicBezTo>
                    <a:pt x="5101" y="2266"/>
                    <a:pt x="4192" y="2043"/>
                    <a:pt x="3484" y="1313"/>
                  </a:cubicBezTo>
                  <a:cubicBezTo>
                    <a:pt x="3103" y="916"/>
                    <a:pt x="2657" y="698"/>
                    <a:pt x="2096" y="644"/>
                  </a:cubicBezTo>
                  <a:cubicBezTo>
                    <a:pt x="1780" y="617"/>
                    <a:pt x="1465" y="622"/>
                    <a:pt x="1144" y="606"/>
                  </a:cubicBezTo>
                  <a:cubicBezTo>
                    <a:pt x="1018" y="595"/>
                    <a:pt x="888" y="589"/>
                    <a:pt x="757" y="584"/>
                  </a:cubicBezTo>
                  <a:cubicBezTo>
                    <a:pt x="790" y="480"/>
                    <a:pt x="839" y="475"/>
                    <a:pt x="882" y="475"/>
                  </a:cubicBezTo>
                  <a:cubicBezTo>
                    <a:pt x="1704" y="442"/>
                    <a:pt x="2526" y="399"/>
                    <a:pt x="3348" y="328"/>
                  </a:cubicBezTo>
                  <a:cubicBezTo>
                    <a:pt x="3587" y="306"/>
                    <a:pt x="3825" y="296"/>
                    <a:pt x="4062" y="296"/>
                  </a:cubicBezTo>
                  <a:cubicBezTo>
                    <a:pt x="5201" y="296"/>
                    <a:pt x="6315" y="530"/>
                    <a:pt x="7415" y="845"/>
                  </a:cubicBezTo>
                  <a:cubicBezTo>
                    <a:pt x="8482" y="1150"/>
                    <a:pt x="9473" y="1645"/>
                    <a:pt x="10480" y="2108"/>
                  </a:cubicBezTo>
                  <a:cubicBezTo>
                    <a:pt x="12821" y="3175"/>
                    <a:pt x="15020" y="4465"/>
                    <a:pt x="16800" y="6354"/>
                  </a:cubicBezTo>
                  <a:cubicBezTo>
                    <a:pt x="17606" y="7209"/>
                    <a:pt x="18499" y="7950"/>
                    <a:pt x="19419" y="8663"/>
                  </a:cubicBezTo>
                  <a:cubicBezTo>
                    <a:pt x="20524" y="9523"/>
                    <a:pt x="21608" y="10410"/>
                    <a:pt x="22560" y="11445"/>
                  </a:cubicBezTo>
                  <a:cubicBezTo>
                    <a:pt x="22985" y="11907"/>
                    <a:pt x="23475" y="12288"/>
                    <a:pt x="23997" y="12637"/>
                  </a:cubicBezTo>
                  <a:cubicBezTo>
                    <a:pt x="24564" y="13018"/>
                    <a:pt x="25162" y="13361"/>
                    <a:pt x="25680" y="13802"/>
                  </a:cubicBezTo>
                  <a:cubicBezTo>
                    <a:pt x="26583" y="14569"/>
                    <a:pt x="27427" y="15408"/>
                    <a:pt x="28238" y="16273"/>
                  </a:cubicBezTo>
                  <a:cubicBezTo>
                    <a:pt x="28294" y="16339"/>
                    <a:pt x="28354" y="16440"/>
                    <a:pt x="28443" y="16440"/>
                  </a:cubicBezTo>
                  <a:cubicBezTo>
                    <a:pt x="28457" y="16440"/>
                    <a:pt x="28473" y="16437"/>
                    <a:pt x="28489" y="16431"/>
                  </a:cubicBezTo>
                  <a:cubicBezTo>
                    <a:pt x="28647" y="16377"/>
                    <a:pt x="28478" y="16252"/>
                    <a:pt x="28511" y="16165"/>
                  </a:cubicBezTo>
                  <a:cubicBezTo>
                    <a:pt x="28538" y="16088"/>
                    <a:pt x="28440" y="16012"/>
                    <a:pt x="28538" y="15892"/>
                  </a:cubicBezTo>
                  <a:cubicBezTo>
                    <a:pt x="28843" y="16175"/>
                    <a:pt x="29093" y="16486"/>
                    <a:pt x="29300" y="16840"/>
                  </a:cubicBezTo>
                  <a:cubicBezTo>
                    <a:pt x="29697" y="17515"/>
                    <a:pt x="29959" y="18250"/>
                    <a:pt x="30329" y="18935"/>
                  </a:cubicBezTo>
                  <a:cubicBezTo>
                    <a:pt x="30421" y="19104"/>
                    <a:pt x="30481" y="19376"/>
                    <a:pt x="30672" y="19376"/>
                  </a:cubicBezTo>
                  <a:cubicBezTo>
                    <a:pt x="30846" y="19376"/>
                    <a:pt x="30982" y="19148"/>
                    <a:pt x="31075" y="18963"/>
                  </a:cubicBezTo>
                  <a:cubicBezTo>
                    <a:pt x="31080" y="18952"/>
                    <a:pt x="31107" y="18952"/>
                    <a:pt x="31129" y="18946"/>
                  </a:cubicBezTo>
                  <a:cubicBezTo>
                    <a:pt x="31194" y="19382"/>
                    <a:pt x="31254" y="19807"/>
                    <a:pt x="31320" y="20237"/>
                  </a:cubicBezTo>
                  <a:cubicBezTo>
                    <a:pt x="31341" y="20378"/>
                    <a:pt x="31336" y="20541"/>
                    <a:pt x="31499" y="20596"/>
                  </a:cubicBezTo>
                  <a:cubicBezTo>
                    <a:pt x="31527" y="20604"/>
                    <a:pt x="31552" y="20608"/>
                    <a:pt x="31577" y="20608"/>
                  </a:cubicBezTo>
                  <a:cubicBezTo>
                    <a:pt x="31708" y="20608"/>
                    <a:pt x="31799" y="20497"/>
                    <a:pt x="31891" y="20405"/>
                  </a:cubicBezTo>
                  <a:cubicBezTo>
                    <a:pt x="32033" y="20269"/>
                    <a:pt x="32104" y="20046"/>
                    <a:pt x="32327" y="20013"/>
                  </a:cubicBezTo>
                  <a:cubicBezTo>
                    <a:pt x="32877" y="19921"/>
                    <a:pt x="33127" y="19589"/>
                    <a:pt x="33181" y="19055"/>
                  </a:cubicBezTo>
                  <a:cubicBezTo>
                    <a:pt x="33203" y="18870"/>
                    <a:pt x="33279" y="18691"/>
                    <a:pt x="33328" y="18511"/>
                  </a:cubicBezTo>
                  <a:cubicBezTo>
                    <a:pt x="33286" y="18505"/>
                    <a:pt x="33255" y="18502"/>
                    <a:pt x="33231" y="18502"/>
                  </a:cubicBezTo>
                  <a:cubicBezTo>
                    <a:pt x="33161" y="18502"/>
                    <a:pt x="33158" y="18534"/>
                    <a:pt x="33122" y="18652"/>
                  </a:cubicBezTo>
                  <a:cubicBezTo>
                    <a:pt x="33007" y="18990"/>
                    <a:pt x="33007" y="19420"/>
                    <a:pt x="32643" y="19589"/>
                  </a:cubicBezTo>
                  <a:cubicBezTo>
                    <a:pt x="32283" y="19763"/>
                    <a:pt x="31869" y="19823"/>
                    <a:pt x="31641" y="20231"/>
                  </a:cubicBezTo>
                  <a:cubicBezTo>
                    <a:pt x="31565" y="19915"/>
                    <a:pt x="31532" y="19638"/>
                    <a:pt x="31488" y="19360"/>
                  </a:cubicBezTo>
                  <a:cubicBezTo>
                    <a:pt x="31434" y="19001"/>
                    <a:pt x="31396" y="18636"/>
                    <a:pt x="31254" y="18293"/>
                  </a:cubicBezTo>
                  <a:cubicBezTo>
                    <a:pt x="31224" y="18222"/>
                    <a:pt x="31203" y="18112"/>
                    <a:pt x="31097" y="18112"/>
                  </a:cubicBezTo>
                  <a:cubicBezTo>
                    <a:pt x="31090" y="18112"/>
                    <a:pt x="31082" y="18112"/>
                    <a:pt x="31075" y="18113"/>
                  </a:cubicBezTo>
                  <a:cubicBezTo>
                    <a:pt x="30966" y="18124"/>
                    <a:pt x="30922" y="18222"/>
                    <a:pt x="30895" y="18309"/>
                  </a:cubicBezTo>
                  <a:cubicBezTo>
                    <a:pt x="30862" y="18413"/>
                    <a:pt x="30868" y="18522"/>
                    <a:pt x="30846" y="18620"/>
                  </a:cubicBezTo>
                  <a:cubicBezTo>
                    <a:pt x="30819" y="18761"/>
                    <a:pt x="30846" y="18919"/>
                    <a:pt x="30694" y="19023"/>
                  </a:cubicBezTo>
                  <a:cubicBezTo>
                    <a:pt x="30421" y="18424"/>
                    <a:pt x="30176" y="17841"/>
                    <a:pt x="29893" y="17275"/>
                  </a:cubicBezTo>
                  <a:cubicBezTo>
                    <a:pt x="29643" y="16758"/>
                    <a:pt x="29371" y="16246"/>
                    <a:pt x="28919" y="15860"/>
                  </a:cubicBezTo>
                  <a:cubicBezTo>
                    <a:pt x="28791" y="15747"/>
                    <a:pt x="28641" y="15638"/>
                    <a:pt x="28473" y="15638"/>
                  </a:cubicBezTo>
                  <a:cubicBezTo>
                    <a:pt x="28455" y="15638"/>
                    <a:pt x="28436" y="15639"/>
                    <a:pt x="28418" y="15642"/>
                  </a:cubicBezTo>
                  <a:cubicBezTo>
                    <a:pt x="28249" y="15664"/>
                    <a:pt x="28331" y="15898"/>
                    <a:pt x="28249" y="16012"/>
                  </a:cubicBezTo>
                  <a:cubicBezTo>
                    <a:pt x="27879" y="15647"/>
                    <a:pt x="27487" y="15337"/>
                    <a:pt x="27182" y="14956"/>
                  </a:cubicBezTo>
                  <a:cubicBezTo>
                    <a:pt x="26464" y="14047"/>
                    <a:pt x="25620" y="13296"/>
                    <a:pt x="24640" y="12686"/>
                  </a:cubicBezTo>
                  <a:cubicBezTo>
                    <a:pt x="24041" y="12316"/>
                    <a:pt x="23453" y="11918"/>
                    <a:pt x="22974" y="11385"/>
                  </a:cubicBezTo>
                  <a:cubicBezTo>
                    <a:pt x="22043" y="10345"/>
                    <a:pt x="20981" y="9452"/>
                    <a:pt x="19904" y="8570"/>
                  </a:cubicBezTo>
                  <a:cubicBezTo>
                    <a:pt x="18973" y="7813"/>
                    <a:pt x="17949" y="7193"/>
                    <a:pt x="17138" y="6278"/>
                  </a:cubicBezTo>
                  <a:cubicBezTo>
                    <a:pt x="15537" y="4476"/>
                    <a:pt x="13512" y="3224"/>
                    <a:pt x="11438" y="2048"/>
                  </a:cubicBezTo>
                  <a:cubicBezTo>
                    <a:pt x="10426" y="1471"/>
                    <a:pt x="9293" y="1188"/>
                    <a:pt x="8221" y="758"/>
                  </a:cubicBezTo>
                  <a:cubicBezTo>
                    <a:pt x="7181" y="339"/>
                    <a:pt x="6081" y="143"/>
                    <a:pt x="4965" y="34"/>
                  </a:cubicBezTo>
                  <a:cubicBezTo>
                    <a:pt x="4730" y="10"/>
                    <a:pt x="4496" y="0"/>
                    <a:pt x="42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6" name="Google Shape;2176;p39"/>
            <p:cNvSpPr/>
            <p:nvPr/>
          </p:nvSpPr>
          <p:spPr>
            <a:xfrm rot="-937699">
              <a:off x="380806" y="2512374"/>
              <a:ext cx="1112615" cy="279025"/>
            </a:xfrm>
            <a:custGeom>
              <a:rect b="b" l="l" r="r" t="t"/>
              <a:pathLst>
                <a:path extrusionOk="0" h="4242" w="16915">
                  <a:moveTo>
                    <a:pt x="2216" y="0"/>
                  </a:moveTo>
                  <a:cubicBezTo>
                    <a:pt x="2020" y="22"/>
                    <a:pt x="1829" y="49"/>
                    <a:pt x="1633" y="71"/>
                  </a:cubicBezTo>
                  <a:cubicBezTo>
                    <a:pt x="1418" y="160"/>
                    <a:pt x="1192" y="173"/>
                    <a:pt x="965" y="173"/>
                  </a:cubicBezTo>
                  <a:cubicBezTo>
                    <a:pt x="874" y="173"/>
                    <a:pt x="783" y="171"/>
                    <a:pt x="693" y="171"/>
                  </a:cubicBezTo>
                  <a:cubicBezTo>
                    <a:pt x="638" y="171"/>
                    <a:pt x="583" y="172"/>
                    <a:pt x="528" y="174"/>
                  </a:cubicBezTo>
                  <a:cubicBezTo>
                    <a:pt x="509" y="176"/>
                    <a:pt x="489" y="176"/>
                    <a:pt x="469" y="176"/>
                  </a:cubicBezTo>
                  <a:cubicBezTo>
                    <a:pt x="423" y="176"/>
                    <a:pt x="375" y="174"/>
                    <a:pt x="328" y="174"/>
                  </a:cubicBezTo>
                  <a:cubicBezTo>
                    <a:pt x="210" y="174"/>
                    <a:pt x="94" y="188"/>
                    <a:pt x="0" y="289"/>
                  </a:cubicBezTo>
                  <a:cubicBezTo>
                    <a:pt x="180" y="359"/>
                    <a:pt x="245" y="572"/>
                    <a:pt x="436" y="632"/>
                  </a:cubicBezTo>
                  <a:cubicBezTo>
                    <a:pt x="524" y="595"/>
                    <a:pt x="611" y="581"/>
                    <a:pt x="699" y="581"/>
                  </a:cubicBezTo>
                  <a:cubicBezTo>
                    <a:pt x="807" y="581"/>
                    <a:pt x="916" y="602"/>
                    <a:pt x="1024" y="626"/>
                  </a:cubicBezTo>
                  <a:cubicBezTo>
                    <a:pt x="1405" y="713"/>
                    <a:pt x="1731" y="920"/>
                    <a:pt x="2074" y="1100"/>
                  </a:cubicBezTo>
                  <a:cubicBezTo>
                    <a:pt x="2156" y="1141"/>
                    <a:pt x="2232" y="1215"/>
                    <a:pt x="2324" y="1215"/>
                  </a:cubicBezTo>
                  <a:cubicBezTo>
                    <a:pt x="2355" y="1215"/>
                    <a:pt x="2388" y="1207"/>
                    <a:pt x="2423" y="1187"/>
                  </a:cubicBezTo>
                  <a:cubicBezTo>
                    <a:pt x="2472" y="1132"/>
                    <a:pt x="2530" y="1116"/>
                    <a:pt x="2589" y="1116"/>
                  </a:cubicBezTo>
                  <a:cubicBezTo>
                    <a:pt x="2634" y="1116"/>
                    <a:pt x="2680" y="1125"/>
                    <a:pt x="2722" y="1133"/>
                  </a:cubicBezTo>
                  <a:cubicBezTo>
                    <a:pt x="3600" y="1279"/>
                    <a:pt x="4485" y="1341"/>
                    <a:pt x="5371" y="1341"/>
                  </a:cubicBezTo>
                  <a:cubicBezTo>
                    <a:pt x="5540" y="1341"/>
                    <a:pt x="5710" y="1338"/>
                    <a:pt x="5880" y="1334"/>
                  </a:cubicBezTo>
                  <a:cubicBezTo>
                    <a:pt x="5946" y="1332"/>
                    <a:pt x="6011" y="1331"/>
                    <a:pt x="6077" y="1331"/>
                  </a:cubicBezTo>
                  <a:cubicBezTo>
                    <a:pt x="6432" y="1331"/>
                    <a:pt x="6788" y="1354"/>
                    <a:pt x="7132" y="1372"/>
                  </a:cubicBezTo>
                  <a:cubicBezTo>
                    <a:pt x="8308" y="1443"/>
                    <a:pt x="9457" y="1769"/>
                    <a:pt x="10622" y="1955"/>
                  </a:cubicBezTo>
                  <a:cubicBezTo>
                    <a:pt x="12135" y="2200"/>
                    <a:pt x="13594" y="2679"/>
                    <a:pt x="15075" y="3065"/>
                  </a:cubicBezTo>
                  <a:cubicBezTo>
                    <a:pt x="15625" y="3207"/>
                    <a:pt x="16120" y="3403"/>
                    <a:pt x="16436" y="3914"/>
                  </a:cubicBezTo>
                  <a:cubicBezTo>
                    <a:pt x="16512" y="4040"/>
                    <a:pt x="16599" y="4203"/>
                    <a:pt x="16784" y="4241"/>
                  </a:cubicBezTo>
                  <a:cubicBezTo>
                    <a:pt x="16915" y="4105"/>
                    <a:pt x="16893" y="3931"/>
                    <a:pt x="16844" y="3778"/>
                  </a:cubicBezTo>
                  <a:cubicBezTo>
                    <a:pt x="16692" y="3245"/>
                    <a:pt x="16463" y="2760"/>
                    <a:pt x="15935" y="2488"/>
                  </a:cubicBezTo>
                  <a:cubicBezTo>
                    <a:pt x="15663" y="2352"/>
                    <a:pt x="15412" y="2161"/>
                    <a:pt x="15140" y="2031"/>
                  </a:cubicBezTo>
                  <a:cubicBezTo>
                    <a:pt x="14664" y="1795"/>
                    <a:pt x="14169" y="1597"/>
                    <a:pt x="13637" y="1597"/>
                  </a:cubicBezTo>
                  <a:cubicBezTo>
                    <a:pt x="13530" y="1597"/>
                    <a:pt x="13421" y="1605"/>
                    <a:pt x="13311" y="1622"/>
                  </a:cubicBezTo>
                  <a:cubicBezTo>
                    <a:pt x="13191" y="1584"/>
                    <a:pt x="13060" y="1579"/>
                    <a:pt x="12968" y="1486"/>
                  </a:cubicBezTo>
                  <a:cubicBezTo>
                    <a:pt x="12794" y="1361"/>
                    <a:pt x="12581" y="1399"/>
                    <a:pt x="12391" y="1356"/>
                  </a:cubicBezTo>
                  <a:cubicBezTo>
                    <a:pt x="11433" y="1149"/>
                    <a:pt x="10502" y="844"/>
                    <a:pt x="9544" y="675"/>
                  </a:cubicBezTo>
                  <a:cubicBezTo>
                    <a:pt x="7121" y="256"/>
                    <a:pt x="4666" y="142"/>
                    <a:pt x="2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39"/>
            <p:cNvSpPr/>
            <p:nvPr/>
          </p:nvSpPr>
          <p:spPr>
            <a:xfrm rot="-937699">
              <a:off x="636481" y="3221475"/>
              <a:ext cx="980864" cy="1347635"/>
            </a:xfrm>
            <a:custGeom>
              <a:rect b="b" l="l" r="r" t="t"/>
              <a:pathLst>
                <a:path extrusionOk="0" h="20488" w="14912">
                  <a:moveTo>
                    <a:pt x="8408" y="1"/>
                  </a:moveTo>
                  <a:cubicBezTo>
                    <a:pt x="7841" y="1"/>
                    <a:pt x="7266" y="51"/>
                    <a:pt x="6686" y="143"/>
                  </a:cubicBezTo>
                  <a:cubicBezTo>
                    <a:pt x="5428" y="345"/>
                    <a:pt x="4263" y="895"/>
                    <a:pt x="3283" y="1749"/>
                  </a:cubicBezTo>
                  <a:cubicBezTo>
                    <a:pt x="2145" y="2740"/>
                    <a:pt x="1214" y="3900"/>
                    <a:pt x="719" y="5332"/>
                  </a:cubicBezTo>
                  <a:cubicBezTo>
                    <a:pt x="229" y="6736"/>
                    <a:pt x="0" y="8201"/>
                    <a:pt x="202" y="9698"/>
                  </a:cubicBezTo>
                  <a:cubicBezTo>
                    <a:pt x="294" y="10367"/>
                    <a:pt x="349" y="11042"/>
                    <a:pt x="654" y="11674"/>
                  </a:cubicBezTo>
                  <a:cubicBezTo>
                    <a:pt x="1214" y="12822"/>
                    <a:pt x="2096" y="13666"/>
                    <a:pt x="3082" y="14428"/>
                  </a:cubicBezTo>
                  <a:cubicBezTo>
                    <a:pt x="4149" y="15250"/>
                    <a:pt x="5341" y="15877"/>
                    <a:pt x="6490" y="16562"/>
                  </a:cubicBezTo>
                  <a:cubicBezTo>
                    <a:pt x="7731" y="17308"/>
                    <a:pt x="8841" y="18201"/>
                    <a:pt x="9767" y="19328"/>
                  </a:cubicBezTo>
                  <a:cubicBezTo>
                    <a:pt x="10077" y="19704"/>
                    <a:pt x="10284" y="20166"/>
                    <a:pt x="10671" y="20488"/>
                  </a:cubicBezTo>
                  <a:cubicBezTo>
                    <a:pt x="10562" y="20057"/>
                    <a:pt x="10317" y="19698"/>
                    <a:pt x="10061" y="19344"/>
                  </a:cubicBezTo>
                  <a:cubicBezTo>
                    <a:pt x="9016" y="17902"/>
                    <a:pt x="7567" y="16944"/>
                    <a:pt x="6076" y="16034"/>
                  </a:cubicBezTo>
                  <a:cubicBezTo>
                    <a:pt x="4873" y="15299"/>
                    <a:pt x="3588" y="14695"/>
                    <a:pt x="2543" y="13721"/>
                  </a:cubicBezTo>
                  <a:cubicBezTo>
                    <a:pt x="1693" y="12937"/>
                    <a:pt x="958" y="12055"/>
                    <a:pt x="648" y="10928"/>
                  </a:cubicBezTo>
                  <a:cubicBezTo>
                    <a:pt x="398" y="10008"/>
                    <a:pt x="338" y="9044"/>
                    <a:pt x="414" y="8092"/>
                  </a:cubicBezTo>
                  <a:cubicBezTo>
                    <a:pt x="501" y="6954"/>
                    <a:pt x="686" y="5821"/>
                    <a:pt x="1209" y="4798"/>
                  </a:cubicBezTo>
                  <a:cubicBezTo>
                    <a:pt x="2314" y="2620"/>
                    <a:pt x="4012" y="1096"/>
                    <a:pt x="6435" y="541"/>
                  </a:cubicBezTo>
                  <a:cubicBezTo>
                    <a:pt x="7076" y="394"/>
                    <a:pt x="7720" y="317"/>
                    <a:pt x="8360" y="317"/>
                  </a:cubicBezTo>
                  <a:cubicBezTo>
                    <a:pt x="9264" y="317"/>
                    <a:pt x="10164" y="471"/>
                    <a:pt x="11046" y="802"/>
                  </a:cubicBezTo>
                  <a:cubicBezTo>
                    <a:pt x="12320" y="1276"/>
                    <a:pt x="13409" y="1994"/>
                    <a:pt x="14171" y="3149"/>
                  </a:cubicBezTo>
                  <a:cubicBezTo>
                    <a:pt x="14307" y="3350"/>
                    <a:pt x="14340" y="3530"/>
                    <a:pt x="14215" y="3758"/>
                  </a:cubicBezTo>
                  <a:cubicBezTo>
                    <a:pt x="13823" y="4450"/>
                    <a:pt x="13458" y="5163"/>
                    <a:pt x="13071" y="5860"/>
                  </a:cubicBezTo>
                  <a:cubicBezTo>
                    <a:pt x="12919" y="6141"/>
                    <a:pt x="12537" y="6393"/>
                    <a:pt x="12280" y="6393"/>
                  </a:cubicBezTo>
                  <a:cubicBezTo>
                    <a:pt x="12243" y="6393"/>
                    <a:pt x="12209" y="6388"/>
                    <a:pt x="12178" y="6377"/>
                  </a:cubicBezTo>
                  <a:cubicBezTo>
                    <a:pt x="11944" y="6297"/>
                    <a:pt x="11712" y="6279"/>
                    <a:pt x="11478" y="6279"/>
                  </a:cubicBezTo>
                  <a:cubicBezTo>
                    <a:pt x="11315" y="6279"/>
                    <a:pt x="11152" y="6287"/>
                    <a:pt x="10986" y="6290"/>
                  </a:cubicBezTo>
                  <a:cubicBezTo>
                    <a:pt x="10966" y="6290"/>
                    <a:pt x="10946" y="6290"/>
                    <a:pt x="10927" y="6290"/>
                  </a:cubicBezTo>
                  <a:cubicBezTo>
                    <a:pt x="10386" y="6290"/>
                    <a:pt x="10213" y="6140"/>
                    <a:pt x="10066" y="5598"/>
                  </a:cubicBezTo>
                  <a:cubicBezTo>
                    <a:pt x="10044" y="5522"/>
                    <a:pt x="10072" y="5386"/>
                    <a:pt x="9941" y="5375"/>
                  </a:cubicBezTo>
                  <a:cubicBezTo>
                    <a:pt x="9938" y="5375"/>
                    <a:pt x="9935" y="5375"/>
                    <a:pt x="9933" y="5375"/>
                  </a:cubicBezTo>
                  <a:cubicBezTo>
                    <a:pt x="9809" y="5375"/>
                    <a:pt x="9777" y="5492"/>
                    <a:pt x="9740" y="5587"/>
                  </a:cubicBezTo>
                  <a:cubicBezTo>
                    <a:pt x="9652" y="5843"/>
                    <a:pt x="9554" y="6094"/>
                    <a:pt x="9467" y="6344"/>
                  </a:cubicBezTo>
                  <a:cubicBezTo>
                    <a:pt x="9369" y="6627"/>
                    <a:pt x="9184" y="6779"/>
                    <a:pt x="8955" y="6779"/>
                  </a:cubicBezTo>
                  <a:cubicBezTo>
                    <a:pt x="8867" y="6779"/>
                    <a:pt x="8771" y="6756"/>
                    <a:pt x="8673" y="6709"/>
                  </a:cubicBezTo>
                  <a:cubicBezTo>
                    <a:pt x="8639" y="6694"/>
                    <a:pt x="8608" y="6687"/>
                    <a:pt x="8580" y="6687"/>
                  </a:cubicBezTo>
                  <a:cubicBezTo>
                    <a:pt x="8506" y="6687"/>
                    <a:pt x="8450" y="6735"/>
                    <a:pt x="8422" y="6818"/>
                  </a:cubicBezTo>
                  <a:cubicBezTo>
                    <a:pt x="8221" y="7373"/>
                    <a:pt x="7791" y="7781"/>
                    <a:pt x="7513" y="8282"/>
                  </a:cubicBezTo>
                  <a:cubicBezTo>
                    <a:pt x="7393" y="8500"/>
                    <a:pt x="7224" y="8631"/>
                    <a:pt x="7012" y="8745"/>
                  </a:cubicBezTo>
                  <a:cubicBezTo>
                    <a:pt x="6724" y="8897"/>
                    <a:pt x="6446" y="9050"/>
                    <a:pt x="6288" y="9382"/>
                  </a:cubicBezTo>
                  <a:cubicBezTo>
                    <a:pt x="6005" y="9992"/>
                    <a:pt x="5499" y="10362"/>
                    <a:pt x="4856" y="10552"/>
                  </a:cubicBezTo>
                  <a:cubicBezTo>
                    <a:pt x="4818" y="10564"/>
                    <a:pt x="4782" y="10569"/>
                    <a:pt x="4749" y="10569"/>
                  </a:cubicBezTo>
                  <a:cubicBezTo>
                    <a:pt x="4638" y="10569"/>
                    <a:pt x="4550" y="10513"/>
                    <a:pt x="4475" y="10438"/>
                  </a:cubicBezTo>
                  <a:cubicBezTo>
                    <a:pt x="4355" y="10329"/>
                    <a:pt x="4470" y="10220"/>
                    <a:pt x="4519" y="10122"/>
                  </a:cubicBezTo>
                  <a:cubicBezTo>
                    <a:pt x="4551" y="10062"/>
                    <a:pt x="4617" y="10013"/>
                    <a:pt x="4551" y="9943"/>
                  </a:cubicBezTo>
                  <a:cubicBezTo>
                    <a:pt x="4516" y="9899"/>
                    <a:pt x="4468" y="9881"/>
                    <a:pt x="4416" y="9881"/>
                  </a:cubicBezTo>
                  <a:cubicBezTo>
                    <a:pt x="4396" y="9881"/>
                    <a:pt x="4376" y="9884"/>
                    <a:pt x="4355" y="9888"/>
                  </a:cubicBezTo>
                  <a:cubicBezTo>
                    <a:pt x="4241" y="9910"/>
                    <a:pt x="4132" y="9959"/>
                    <a:pt x="4072" y="10068"/>
                  </a:cubicBezTo>
                  <a:cubicBezTo>
                    <a:pt x="4217" y="10568"/>
                    <a:pt x="4417" y="10827"/>
                    <a:pt x="4738" y="10827"/>
                  </a:cubicBezTo>
                  <a:cubicBezTo>
                    <a:pt x="4865" y="10827"/>
                    <a:pt x="5010" y="10786"/>
                    <a:pt x="5178" y="10705"/>
                  </a:cubicBezTo>
                  <a:cubicBezTo>
                    <a:pt x="5711" y="10449"/>
                    <a:pt x="6245" y="10117"/>
                    <a:pt x="6500" y="9513"/>
                  </a:cubicBezTo>
                  <a:cubicBezTo>
                    <a:pt x="6588" y="9311"/>
                    <a:pt x="6713" y="9153"/>
                    <a:pt x="6920" y="9066"/>
                  </a:cubicBezTo>
                  <a:cubicBezTo>
                    <a:pt x="7322" y="8892"/>
                    <a:pt x="7627" y="8614"/>
                    <a:pt x="7845" y="8233"/>
                  </a:cubicBezTo>
                  <a:cubicBezTo>
                    <a:pt x="8008" y="7950"/>
                    <a:pt x="8193" y="7678"/>
                    <a:pt x="8379" y="7400"/>
                  </a:cubicBezTo>
                  <a:cubicBezTo>
                    <a:pt x="8459" y="7276"/>
                    <a:pt x="8506" y="7075"/>
                    <a:pt x="8656" y="7075"/>
                  </a:cubicBezTo>
                  <a:cubicBezTo>
                    <a:pt x="8710" y="7075"/>
                    <a:pt x="8777" y="7101"/>
                    <a:pt x="8863" y="7166"/>
                  </a:cubicBezTo>
                  <a:cubicBezTo>
                    <a:pt x="8866" y="7169"/>
                    <a:pt x="8871" y="7171"/>
                    <a:pt x="8878" y="7171"/>
                  </a:cubicBezTo>
                  <a:cubicBezTo>
                    <a:pt x="8905" y="7171"/>
                    <a:pt x="8957" y="7146"/>
                    <a:pt x="8988" y="7128"/>
                  </a:cubicBezTo>
                  <a:cubicBezTo>
                    <a:pt x="9315" y="6943"/>
                    <a:pt x="9663" y="6791"/>
                    <a:pt x="9740" y="6355"/>
                  </a:cubicBezTo>
                  <a:cubicBezTo>
                    <a:pt x="9761" y="6241"/>
                    <a:pt x="9794" y="6099"/>
                    <a:pt x="9919" y="6017"/>
                  </a:cubicBezTo>
                  <a:cubicBezTo>
                    <a:pt x="10115" y="6431"/>
                    <a:pt x="10491" y="6507"/>
                    <a:pt x="10883" y="6546"/>
                  </a:cubicBezTo>
                  <a:cubicBezTo>
                    <a:pt x="10947" y="6551"/>
                    <a:pt x="11012" y="6553"/>
                    <a:pt x="11077" y="6553"/>
                  </a:cubicBezTo>
                  <a:cubicBezTo>
                    <a:pt x="11202" y="6553"/>
                    <a:pt x="11327" y="6546"/>
                    <a:pt x="11452" y="6546"/>
                  </a:cubicBezTo>
                  <a:cubicBezTo>
                    <a:pt x="11592" y="6546"/>
                    <a:pt x="11732" y="6554"/>
                    <a:pt x="11868" y="6589"/>
                  </a:cubicBezTo>
                  <a:cubicBezTo>
                    <a:pt x="12009" y="6624"/>
                    <a:pt x="12142" y="6642"/>
                    <a:pt x="12268" y="6642"/>
                  </a:cubicBezTo>
                  <a:cubicBezTo>
                    <a:pt x="12690" y="6642"/>
                    <a:pt x="13028" y="6443"/>
                    <a:pt x="13267" y="6028"/>
                  </a:cubicBezTo>
                  <a:cubicBezTo>
                    <a:pt x="13703" y="5261"/>
                    <a:pt x="14127" y="4488"/>
                    <a:pt x="14530" y="3704"/>
                  </a:cubicBezTo>
                  <a:cubicBezTo>
                    <a:pt x="14710" y="3355"/>
                    <a:pt x="14895" y="2996"/>
                    <a:pt x="14911" y="2582"/>
                  </a:cubicBezTo>
                  <a:cubicBezTo>
                    <a:pt x="14893" y="2501"/>
                    <a:pt x="14870" y="2466"/>
                    <a:pt x="14843" y="2466"/>
                  </a:cubicBezTo>
                  <a:cubicBezTo>
                    <a:pt x="14815" y="2466"/>
                    <a:pt x="14784" y="2503"/>
                    <a:pt x="14748" y="2566"/>
                  </a:cubicBezTo>
                  <a:cubicBezTo>
                    <a:pt x="14666" y="2724"/>
                    <a:pt x="14650" y="2914"/>
                    <a:pt x="14498" y="3040"/>
                  </a:cubicBezTo>
                  <a:cubicBezTo>
                    <a:pt x="14024" y="2316"/>
                    <a:pt x="13447" y="1739"/>
                    <a:pt x="12734" y="1265"/>
                  </a:cubicBezTo>
                  <a:cubicBezTo>
                    <a:pt x="11379" y="362"/>
                    <a:pt x="9921" y="1"/>
                    <a:pt x="84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39"/>
            <p:cNvSpPr/>
            <p:nvPr/>
          </p:nvSpPr>
          <p:spPr>
            <a:xfrm rot="-937699">
              <a:off x="2605836" y="1088666"/>
              <a:ext cx="1598574" cy="1592062"/>
            </a:xfrm>
            <a:custGeom>
              <a:rect b="b" l="l" r="r" t="t"/>
              <a:pathLst>
                <a:path extrusionOk="0" h="24204" w="24303">
                  <a:moveTo>
                    <a:pt x="24272" y="0"/>
                  </a:moveTo>
                  <a:cubicBezTo>
                    <a:pt x="24188" y="0"/>
                    <a:pt x="24193" y="84"/>
                    <a:pt x="24177" y="137"/>
                  </a:cubicBezTo>
                  <a:cubicBezTo>
                    <a:pt x="23954" y="1040"/>
                    <a:pt x="23600" y="1895"/>
                    <a:pt x="23224" y="2744"/>
                  </a:cubicBezTo>
                  <a:cubicBezTo>
                    <a:pt x="22854" y="3561"/>
                    <a:pt x="22419" y="4339"/>
                    <a:pt x="22032" y="5145"/>
                  </a:cubicBezTo>
                  <a:cubicBezTo>
                    <a:pt x="21499" y="6256"/>
                    <a:pt x="20981" y="7377"/>
                    <a:pt x="20448" y="8493"/>
                  </a:cubicBezTo>
                  <a:cubicBezTo>
                    <a:pt x="19952" y="9533"/>
                    <a:pt x="19120" y="10366"/>
                    <a:pt x="18336" y="11210"/>
                  </a:cubicBezTo>
                  <a:cubicBezTo>
                    <a:pt x="17633" y="11966"/>
                    <a:pt x="16888" y="12685"/>
                    <a:pt x="16093" y="13349"/>
                  </a:cubicBezTo>
                  <a:cubicBezTo>
                    <a:pt x="15940" y="13480"/>
                    <a:pt x="15810" y="13665"/>
                    <a:pt x="16163" y="13719"/>
                  </a:cubicBezTo>
                  <a:cubicBezTo>
                    <a:pt x="16365" y="13757"/>
                    <a:pt x="16256" y="13861"/>
                    <a:pt x="16229" y="13948"/>
                  </a:cubicBezTo>
                  <a:cubicBezTo>
                    <a:pt x="16098" y="14318"/>
                    <a:pt x="15782" y="14547"/>
                    <a:pt x="15570" y="14852"/>
                  </a:cubicBezTo>
                  <a:cubicBezTo>
                    <a:pt x="15505" y="14944"/>
                    <a:pt x="15341" y="15009"/>
                    <a:pt x="15418" y="15140"/>
                  </a:cubicBezTo>
                  <a:cubicBezTo>
                    <a:pt x="15454" y="15198"/>
                    <a:pt x="15503" y="15217"/>
                    <a:pt x="15556" y="15217"/>
                  </a:cubicBezTo>
                  <a:cubicBezTo>
                    <a:pt x="15624" y="15217"/>
                    <a:pt x="15699" y="15186"/>
                    <a:pt x="15766" y="15162"/>
                  </a:cubicBezTo>
                  <a:cubicBezTo>
                    <a:pt x="16202" y="14999"/>
                    <a:pt x="16653" y="14906"/>
                    <a:pt x="17203" y="14775"/>
                  </a:cubicBezTo>
                  <a:lnTo>
                    <a:pt x="17203" y="14775"/>
                  </a:lnTo>
                  <a:cubicBezTo>
                    <a:pt x="16849" y="15107"/>
                    <a:pt x="16626" y="15434"/>
                    <a:pt x="16267" y="15603"/>
                  </a:cubicBezTo>
                  <a:cubicBezTo>
                    <a:pt x="15815" y="15826"/>
                    <a:pt x="15434" y="16142"/>
                    <a:pt x="15113" y="16517"/>
                  </a:cubicBezTo>
                  <a:cubicBezTo>
                    <a:pt x="14438" y="17291"/>
                    <a:pt x="13539" y="17481"/>
                    <a:pt x="12581" y="17546"/>
                  </a:cubicBezTo>
                  <a:cubicBezTo>
                    <a:pt x="12412" y="17558"/>
                    <a:pt x="12242" y="17563"/>
                    <a:pt x="12073" y="17563"/>
                  </a:cubicBezTo>
                  <a:cubicBezTo>
                    <a:pt x="11472" y="17563"/>
                    <a:pt x="10873" y="17504"/>
                    <a:pt x="10271" y="17504"/>
                  </a:cubicBezTo>
                  <a:cubicBezTo>
                    <a:pt x="10184" y="17504"/>
                    <a:pt x="10098" y="17506"/>
                    <a:pt x="10012" y="17508"/>
                  </a:cubicBezTo>
                  <a:cubicBezTo>
                    <a:pt x="8504" y="17557"/>
                    <a:pt x="7072" y="17927"/>
                    <a:pt x="5613" y="18221"/>
                  </a:cubicBezTo>
                  <a:cubicBezTo>
                    <a:pt x="4383" y="18477"/>
                    <a:pt x="3267" y="19038"/>
                    <a:pt x="2140" y="19566"/>
                  </a:cubicBezTo>
                  <a:cubicBezTo>
                    <a:pt x="2023" y="19619"/>
                    <a:pt x="1916" y="19651"/>
                    <a:pt x="1798" y="19651"/>
                  </a:cubicBezTo>
                  <a:cubicBezTo>
                    <a:pt x="1746" y="19651"/>
                    <a:pt x="1692" y="19645"/>
                    <a:pt x="1633" y="19631"/>
                  </a:cubicBezTo>
                  <a:cubicBezTo>
                    <a:pt x="1203" y="19523"/>
                    <a:pt x="762" y="19463"/>
                    <a:pt x="349" y="19288"/>
                  </a:cubicBezTo>
                  <a:cubicBezTo>
                    <a:pt x="309" y="19274"/>
                    <a:pt x="272" y="19267"/>
                    <a:pt x="238" y="19267"/>
                  </a:cubicBezTo>
                  <a:cubicBezTo>
                    <a:pt x="179" y="19267"/>
                    <a:pt x="129" y="19289"/>
                    <a:pt x="87" y="19337"/>
                  </a:cubicBezTo>
                  <a:cubicBezTo>
                    <a:pt x="0" y="19446"/>
                    <a:pt x="125" y="19501"/>
                    <a:pt x="180" y="19561"/>
                  </a:cubicBezTo>
                  <a:cubicBezTo>
                    <a:pt x="474" y="19876"/>
                    <a:pt x="795" y="20138"/>
                    <a:pt x="1220" y="20263"/>
                  </a:cubicBezTo>
                  <a:cubicBezTo>
                    <a:pt x="1345" y="20301"/>
                    <a:pt x="1503" y="20312"/>
                    <a:pt x="1579" y="20453"/>
                  </a:cubicBezTo>
                  <a:cubicBezTo>
                    <a:pt x="1225" y="21237"/>
                    <a:pt x="1231" y="21994"/>
                    <a:pt x="1726" y="22724"/>
                  </a:cubicBezTo>
                  <a:cubicBezTo>
                    <a:pt x="1971" y="23077"/>
                    <a:pt x="1960" y="23072"/>
                    <a:pt x="1601" y="23284"/>
                  </a:cubicBezTo>
                  <a:cubicBezTo>
                    <a:pt x="1443" y="23377"/>
                    <a:pt x="1220" y="23442"/>
                    <a:pt x="1231" y="23698"/>
                  </a:cubicBezTo>
                  <a:cubicBezTo>
                    <a:pt x="1272" y="23758"/>
                    <a:pt x="1313" y="23780"/>
                    <a:pt x="1353" y="23780"/>
                  </a:cubicBezTo>
                  <a:cubicBezTo>
                    <a:pt x="1418" y="23780"/>
                    <a:pt x="1479" y="23722"/>
                    <a:pt x="1530" y="23682"/>
                  </a:cubicBezTo>
                  <a:cubicBezTo>
                    <a:pt x="1614" y="23620"/>
                    <a:pt x="1687" y="23586"/>
                    <a:pt x="1752" y="23586"/>
                  </a:cubicBezTo>
                  <a:cubicBezTo>
                    <a:pt x="1847" y="23586"/>
                    <a:pt x="1925" y="23658"/>
                    <a:pt x="1993" y="23823"/>
                  </a:cubicBezTo>
                  <a:cubicBezTo>
                    <a:pt x="2080" y="23448"/>
                    <a:pt x="2434" y="23126"/>
                    <a:pt x="2129" y="22734"/>
                  </a:cubicBezTo>
                  <a:cubicBezTo>
                    <a:pt x="1677" y="22168"/>
                    <a:pt x="1535" y="21564"/>
                    <a:pt x="1770" y="20862"/>
                  </a:cubicBezTo>
                  <a:cubicBezTo>
                    <a:pt x="1895" y="20492"/>
                    <a:pt x="1742" y="20296"/>
                    <a:pt x="1378" y="20143"/>
                  </a:cubicBezTo>
                  <a:cubicBezTo>
                    <a:pt x="1029" y="20002"/>
                    <a:pt x="659" y="19893"/>
                    <a:pt x="376" y="19523"/>
                  </a:cubicBezTo>
                  <a:lnTo>
                    <a:pt x="376" y="19523"/>
                  </a:lnTo>
                  <a:cubicBezTo>
                    <a:pt x="920" y="19675"/>
                    <a:pt x="1394" y="19844"/>
                    <a:pt x="1889" y="19931"/>
                  </a:cubicBezTo>
                  <a:cubicBezTo>
                    <a:pt x="2608" y="20061"/>
                    <a:pt x="2690" y="20143"/>
                    <a:pt x="2597" y="20873"/>
                  </a:cubicBezTo>
                  <a:cubicBezTo>
                    <a:pt x="2526" y="21417"/>
                    <a:pt x="2646" y="21961"/>
                    <a:pt x="3033" y="22315"/>
                  </a:cubicBezTo>
                  <a:cubicBezTo>
                    <a:pt x="3550" y="22789"/>
                    <a:pt x="3501" y="23366"/>
                    <a:pt x="3555" y="23954"/>
                  </a:cubicBezTo>
                  <a:cubicBezTo>
                    <a:pt x="3031" y="23748"/>
                    <a:pt x="2768" y="23654"/>
                    <a:pt x="2582" y="23654"/>
                  </a:cubicBezTo>
                  <a:cubicBezTo>
                    <a:pt x="2428" y="23654"/>
                    <a:pt x="2328" y="23719"/>
                    <a:pt x="2178" y="23840"/>
                  </a:cubicBezTo>
                  <a:cubicBezTo>
                    <a:pt x="2624" y="23840"/>
                    <a:pt x="3027" y="23889"/>
                    <a:pt x="3370" y="24150"/>
                  </a:cubicBezTo>
                  <a:cubicBezTo>
                    <a:pt x="3418" y="24185"/>
                    <a:pt x="3473" y="24204"/>
                    <a:pt x="3529" y="24204"/>
                  </a:cubicBezTo>
                  <a:cubicBezTo>
                    <a:pt x="3587" y="24204"/>
                    <a:pt x="3647" y="24183"/>
                    <a:pt x="3702" y="24139"/>
                  </a:cubicBezTo>
                  <a:cubicBezTo>
                    <a:pt x="3582" y="24074"/>
                    <a:pt x="3680" y="24008"/>
                    <a:pt x="3697" y="23938"/>
                  </a:cubicBezTo>
                  <a:cubicBezTo>
                    <a:pt x="3784" y="23464"/>
                    <a:pt x="3936" y="22952"/>
                    <a:pt x="3555" y="22560"/>
                  </a:cubicBezTo>
                  <a:cubicBezTo>
                    <a:pt x="3011" y="22005"/>
                    <a:pt x="2766" y="21395"/>
                    <a:pt x="2869" y="20622"/>
                  </a:cubicBezTo>
                  <a:cubicBezTo>
                    <a:pt x="2913" y="20274"/>
                    <a:pt x="2820" y="19947"/>
                    <a:pt x="2461" y="19768"/>
                  </a:cubicBezTo>
                  <a:cubicBezTo>
                    <a:pt x="3664" y="19158"/>
                    <a:pt x="4905" y="18706"/>
                    <a:pt x="6217" y="18407"/>
                  </a:cubicBezTo>
                  <a:cubicBezTo>
                    <a:pt x="7828" y="18033"/>
                    <a:pt x="9448" y="17811"/>
                    <a:pt x="11097" y="17811"/>
                  </a:cubicBezTo>
                  <a:cubicBezTo>
                    <a:pt x="11276" y="17811"/>
                    <a:pt x="11455" y="17813"/>
                    <a:pt x="11634" y="17819"/>
                  </a:cubicBezTo>
                  <a:cubicBezTo>
                    <a:pt x="11882" y="17827"/>
                    <a:pt x="12132" y="17838"/>
                    <a:pt x="12382" y="17838"/>
                  </a:cubicBezTo>
                  <a:cubicBezTo>
                    <a:pt x="12800" y="17838"/>
                    <a:pt x="13218" y="17807"/>
                    <a:pt x="13627" y="17677"/>
                  </a:cubicBezTo>
                  <a:cubicBezTo>
                    <a:pt x="14133" y="17514"/>
                    <a:pt x="14672" y="17421"/>
                    <a:pt x="15042" y="16980"/>
                  </a:cubicBezTo>
                  <a:cubicBezTo>
                    <a:pt x="15505" y="16436"/>
                    <a:pt x="16060" y="16017"/>
                    <a:pt x="16670" y="15641"/>
                  </a:cubicBezTo>
                  <a:cubicBezTo>
                    <a:pt x="17133" y="15347"/>
                    <a:pt x="17454" y="14873"/>
                    <a:pt x="17835" y="14471"/>
                  </a:cubicBezTo>
                  <a:cubicBezTo>
                    <a:pt x="17889" y="14411"/>
                    <a:pt x="17944" y="14334"/>
                    <a:pt x="17873" y="14253"/>
                  </a:cubicBezTo>
                  <a:cubicBezTo>
                    <a:pt x="17841" y="14215"/>
                    <a:pt x="17800" y="14202"/>
                    <a:pt x="17758" y="14202"/>
                  </a:cubicBezTo>
                  <a:cubicBezTo>
                    <a:pt x="17720" y="14202"/>
                    <a:pt x="17680" y="14213"/>
                    <a:pt x="17644" y="14226"/>
                  </a:cubicBezTo>
                  <a:cubicBezTo>
                    <a:pt x="17568" y="14247"/>
                    <a:pt x="17497" y="14302"/>
                    <a:pt x="17426" y="14340"/>
                  </a:cubicBezTo>
                  <a:cubicBezTo>
                    <a:pt x="17018" y="14569"/>
                    <a:pt x="16572" y="14677"/>
                    <a:pt x="16022" y="14770"/>
                  </a:cubicBezTo>
                  <a:cubicBezTo>
                    <a:pt x="16267" y="14471"/>
                    <a:pt x="16441" y="14242"/>
                    <a:pt x="16637" y="14030"/>
                  </a:cubicBezTo>
                  <a:cubicBezTo>
                    <a:pt x="16795" y="13850"/>
                    <a:pt x="16931" y="13643"/>
                    <a:pt x="16866" y="13431"/>
                  </a:cubicBezTo>
                  <a:cubicBezTo>
                    <a:pt x="16800" y="13224"/>
                    <a:pt x="16893" y="13120"/>
                    <a:pt x="16986" y="12995"/>
                  </a:cubicBezTo>
                  <a:cubicBezTo>
                    <a:pt x="17323" y="12532"/>
                    <a:pt x="17802" y="12211"/>
                    <a:pt x="18183" y="11798"/>
                  </a:cubicBezTo>
                  <a:cubicBezTo>
                    <a:pt x="19310" y="10584"/>
                    <a:pt x="20459" y="9397"/>
                    <a:pt x="21101" y="7813"/>
                  </a:cubicBezTo>
                  <a:cubicBezTo>
                    <a:pt x="21787" y="6136"/>
                    <a:pt x="22729" y="4573"/>
                    <a:pt x="23415" y="2891"/>
                  </a:cubicBezTo>
                  <a:cubicBezTo>
                    <a:pt x="23774" y="1993"/>
                    <a:pt x="24139" y="1095"/>
                    <a:pt x="24302" y="131"/>
                  </a:cubicBezTo>
                  <a:cubicBezTo>
                    <a:pt x="24297" y="82"/>
                    <a:pt x="24291" y="0"/>
                    <a:pt x="24280" y="0"/>
                  </a:cubicBezTo>
                  <a:cubicBezTo>
                    <a:pt x="24278" y="0"/>
                    <a:pt x="24275" y="0"/>
                    <a:pt x="242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39"/>
            <p:cNvSpPr/>
            <p:nvPr/>
          </p:nvSpPr>
          <p:spPr>
            <a:xfrm rot="-937699">
              <a:off x="190613" y="1683494"/>
              <a:ext cx="1012437" cy="689275"/>
            </a:xfrm>
            <a:custGeom>
              <a:rect b="b" l="l" r="r" t="t"/>
              <a:pathLst>
                <a:path extrusionOk="0" h="10479" w="15392">
                  <a:moveTo>
                    <a:pt x="1765" y="1"/>
                  </a:moveTo>
                  <a:cubicBezTo>
                    <a:pt x="1523" y="90"/>
                    <a:pt x="1276" y="105"/>
                    <a:pt x="1028" y="105"/>
                  </a:cubicBezTo>
                  <a:cubicBezTo>
                    <a:pt x="912" y="105"/>
                    <a:pt x="796" y="102"/>
                    <a:pt x="680" y="102"/>
                  </a:cubicBezTo>
                  <a:cubicBezTo>
                    <a:pt x="591" y="102"/>
                    <a:pt x="503" y="103"/>
                    <a:pt x="415" y="110"/>
                  </a:cubicBezTo>
                  <a:cubicBezTo>
                    <a:pt x="401" y="111"/>
                    <a:pt x="388" y="111"/>
                    <a:pt x="374" y="111"/>
                  </a:cubicBezTo>
                  <a:cubicBezTo>
                    <a:pt x="334" y="111"/>
                    <a:pt x="293" y="108"/>
                    <a:pt x="252" y="108"/>
                  </a:cubicBezTo>
                  <a:cubicBezTo>
                    <a:pt x="149" y="108"/>
                    <a:pt x="51" y="127"/>
                    <a:pt x="1" y="262"/>
                  </a:cubicBezTo>
                  <a:cubicBezTo>
                    <a:pt x="137" y="278"/>
                    <a:pt x="300" y="235"/>
                    <a:pt x="278" y="474"/>
                  </a:cubicBezTo>
                  <a:cubicBezTo>
                    <a:pt x="268" y="562"/>
                    <a:pt x="333" y="654"/>
                    <a:pt x="431" y="698"/>
                  </a:cubicBezTo>
                  <a:cubicBezTo>
                    <a:pt x="441" y="696"/>
                    <a:pt x="450" y="695"/>
                    <a:pt x="459" y="695"/>
                  </a:cubicBezTo>
                  <a:cubicBezTo>
                    <a:pt x="602" y="695"/>
                    <a:pt x="604" y="923"/>
                    <a:pt x="750" y="923"/>
                  </a:cubicBezTo>
                  <a:cubicBezTo>
                    <a:pt x="758" y="923"/>
                    <a:pt x="766" y="922"/>
                    <a:pt x="774" y="921"/>
                  </a:cubicBezTo>
                  <a:cubicBezTo>
                    <a:pt x="1297" y="1106"/>
                    <a:pt x="1825" y="1264"/>
                    <a:pt x="2331" y="1487"/>
                  </a:cubicBezTo>
                  <a:cubicBezTo>
                    <a:pt x="2968" y="1776"/>
                    <a:pt x="3583" y="2108"/>
                    <a:pt x="4166" y="2521"/>
                  </a:cubicBezTo>
                  <a:cubicBezTo>
                    <a:pt x="4884" y="3033"/>
                    <a:pt x="5673" y="3452"/>
                    <a:pt x="6414" y="3948"/>
                  </a:cubicBezTo>
                  <a:cubicBezTo>
                    <a:pt x="7557" y="4710"/>
                    <a:pt x="8771" y="5341"/>
                    <a:pt x="9980" y="5984"/>
                  </a:cubicBezTo>
                  <a:cubicBezTo>
                    <a:pt x="10715" y="6370"/>
                    <a:pt x="11390" y="6844"/>
                    <a:pt x="12010" y="7416"/>
                  </a:cubicBezTo>
                  <a:cubicBezTo>
                    <a:pt x="12756" y="8101"/>
                    <a:pt x="13431" y="8853"/>
                    <a:pt x="14139" y="9571"/>
                  </a:cubicBezTo>
                  <a:cubicBezTo>
                    <a:pt x="14362" y="9795"/>
                    <a:pt x="14509" y="10089"/>
                    <a:pt x="14792" y="10257"/>
                  </a:cubicBezTo>
                  <a:cubicBezTo>
                    <a:pt x="14934" y="10262"/>
                    <a:pt x="14953" y="10474"/>
                    <a:pt x="15099" y="10474"/>
                  </a:cubicBezTo>
                  <a:cubicBezTo>
                    <a:pt x="15110" y="10474"/>
                    <a:pt x="15122" y="10472"/>
                    <a:pt x="15135" y="10470"/>
                  </a:cubicBezTo>
                  <a:cubicBezTo>
                    <a:pt x="15163" y="10475"/>
                    <a:pt x="15187" y="10478"/>
                    <a:pt x="15207" y="10478"/>
                  </a:cubicBezTo>
                  <a:cubicBezTo>
                    <a:pt x="15381" y="10478"/>
                    <a:pt x="15320" y="10288"/>
                    <a:pt x="15364" y="10181"/>
                  </a:cubicBezTo>
                  <a:cubicBezTo>
                    <a:pt x="15391" y="9996"/>
                    <a:pt x="15244" y="9909"/>
                    <a:pt x="15135" y="9811"/>
                  </a:cubicBezTo>
                  <a:cubicBezTo>
                    <a:pt x="14585" y="9299"/>
                    <a:pt x="14057" y="8760"/>
                    <a:pt x="13513" y="8243"/>
                  </a:cubicBezTo>
                  <a:cubicBezTo>
                    <a:pt x="12751" y="7519"/>
                    <a:pt x="11923" y="6877"/>
                    <a:pt x="11096" y="6234"/>
                  </a:cubicBezTo>
                  <a:cubicBezTo>
                    <a:pt x="9767" y="5194"/>
                    <a:pt x="8401" y="4214"/>
                    <a:pt x="6980" y="3305"/>
                  </a:cubicBezTo>
                  <a:cubicBezTo>
                    <a:pt x="5739" y="2511"/>
                    <a:pt x="4481" y="1737"/>
                    <a:pt x="3245" y="948"/>
                  </a:cubicBezTo>
                  <a:cubicBezTo>
                    <a:pt x="2859" y="703"/>
                    <a:pt x="2402" y="583"/>
                    <a:pt x="2059" y="268"/>
                  </a:cubicBezTo>
                  <a:cubicBezTo>
                    <a:pt x="1933" y="213"/>
                    <a:pt x="1906" y="39"/>
                    <a:pt x="17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0" name="Google Shape;2180;p39"/>
            <p:cNvSpPr/>
            <p:nvPr/>
          </p:nvSpPr>
          <p:spPr>
            <a:xfrm rot="-937699">
              <a:off x="1709884" y="1733866"/>
              <a:ext cx="1021382" cy="1012502"/>
            </a:xfrm>
            <a:custGeom>
              <a:rect b="b" l="l" r="r" t="t"/>
              <a:pathLst>
                <a:path extrusionOk="0" h="15393" w="15528">
                  <a:moveTo>
                    <a:pt x="7944" y="0"/>
                  </a:moveTo>
                  <a:cubicBezTo>
                    <a:pt x="8031" y="104"/>
                    <a:pt x="8123" y="207"/>
                    <a:pt x="8216" y="311"/>
                  </a:cubicBezTo>
                  <a:cubicBezTo>
                    <a:pt x="8445" y="452"/>
                    <a:pt x="8717" y="507"/>
                    <a:pt x="8962" y="616"/>
                  </a:cubicBezTo>
                  <a:cubicBezTo>
                    <a:pt x="9778" y="970"/>
                    <a:pt x="10377" y="1476"/>
                    <a:pt x="10268" y="2472"/>
                  </a:cubicBezTo>
                  <a:cubicBezTo>
                    <a:pt x="10247" y="2657"/>
                    <a:pt x="10274" y="2853"/>
                    <a:pt x="10247" y="3038"/>
                  </a:cubicBezTo>
                  <a:cubicBezTo>
                    <a:pt x="10198" y="3403"/>
                    <a:pt x="10399" y="3610"/>
                    <a:pt x="10698" y="3702"/>
                  </a:cubicBezTo>
                  <a:cubicBezTo>
                    <a:pt x="10963" y="3782"/>
                    <a:pt x="11235" y="3823"/>
                    <a:pt x="11505" y="3823"/>
                  </a:cubicBezTo>
                  <a:cubicBezTo>
                    <a:pt x="11752" y="3823"/>
                    <a:pt x="11997" y="3789"/>
                    <a:pt x="12234" y="3719"/>
                  </a:cubicBezTo>
                  <a:cubicBezTo>
                    <a:pt x="12511" y="3636"/>
                    <a:pt x="12782" y="3603"/>
                    <a:pt x="13049" y="3603"/>
                  </a:cubicBezTo>
                  <a:cubicBezTo>
                    <a:pt x="13734" y="3603"/>
                    <a:pt x="14396" y="3825"/>
                    <a:pt x="15097" y="4013"/>
                  </a:cubicBezTo>
                  <a:cubicBezTo>
                    <a:pt x="14712" y="4296"/>
                    <a:pt x="14336" y="4416"/>
                    <a:pt x="13957" y="4416"/>
                  </a:cubicBezTo>
                  <a:cubicBezTo>
                    <a:pt x="13667" y="4416"/>
                    <a:pt x="13375" y="4345"/>
                    <a:pt x="13077" y="4225"/>
                  </a:cubicBezTo>
                  <a:cubicBezTo>
                    <a:pt x="12964" y="4180"/>
                    <a:pt x="12857" y="4158"/>
                    <a:pt x="12757" y="4158"/>
                  </a:cubicBezTo>
                  <a:cubicBezTo>
                    <a:pt x="12540" y="4158"/>
                    <a:pt x="12354" y="4262"/>
                    <a:pt x="12201" y="4459"/>
                  </a:cubicBezTo>
                  <a:cubicBezTo>
                    <a:pt x="11972" y="4748"/>
                    <a:pt x="12239" y="4900"/>
                    <a:pt x="12381" y="5085"/>
                  </a:cubicBezTo>
                  <a:cubicBezTo>
                    <a:pt x="12511" y="5248"/>
                    <a:pt x="12522" y="5390"/>
                    <a:pt x="12272" y="5439"/>
                  </a:cubicBezTo>
                  <a:cubicBezTo>
                    <a:pt x="12156" y="5464"/>
                    <a:pt x="12035" y="5494"/>
                    <a:pt x="11919" y="5494"/>
                  </a:cubicBezTo>
                  <a:cubicBezTo>
                    <a:pt x="11909" y="5494"/>
                    <a:pt x="11900" y="5494"/>
                    <a:pt x="11891" y="5493"/>
                  </a:cubicBezTo>
                  <a:cubicBezTo>
                    <a:pt x="11834" y="5489"/>
                    <a:pt x="11779" y="5486"/>
                    <a:pt x="11724" y="5486"/>
                  </a:cubicBezTo>
                  <a:cubicBezTo>
                    <a:pt x="11353" y="5486"/>
                    <a:pt x="11008" y="5594"/>
                    <a:pt x="10671" y="5760"/>
                  </a:cubicBezTo>
                  <a:cubicBezTo>
                    <a:pt x="10159" y="6016"/>
                    <a:pt x="9642" y="6261"/>
                    <a:pt x="9060" y="6348"/>
                  </a:cubicBezTo>
                  <a:cubicBezTo>
                    <a:pt x="8777" y="6392"/>
                    <a:pt x="8559" y="6571"/>
                    <a:pt x="8336" y="6751"/>
                  </a:cubicBezTo>
                  <a:cubicBezTo>
                    <a:pt x="7726" y="7241"/>
                    <a:pt x="7160" y="7791"/>
                    <a:pt x="6370" y="8025"/>
                  </a:cubicBezTo>
                  <a:cubicBezTo>
                    <a:pt x="5739" y="8210"/>
                    <a:pt x="5450" y="8749"/>
                    <a:pt x="5276" y="9348"/>
                  </a:cubicBezTo>
                  <a:cubicBezTo>
                    <a:pt x="5244" y="9462"/>
                    <a:pt x="5200" y="9587"/>
                    <a:pt x="5320" y="9674"/>
                  </a:cubicBezTo>
                  <a:cubicBezTo>
                    <a:pt x="5361" y="9703"/>
                    <a:pt x="5399" y="9714"/>
                    <a:pt x="5435" y="9714"/>
                  </a:cubicBezTo>
                  <a:cubicBezTo>
                    <a:pt x="5525" y="9714"/>
                    <a:pt x="5601" y="9644"/>
                    <a:pt x="5663" y="9582"/>
                  </a:cubicBezTo>
                  <a:cubicBezTo>
                    <a:pt x="5951" y="9272"/>
                    <a:pt x="6321" y="9146"/>
                    <a:pt x="6724" y="9086"/>
                  </a:cubicBezTo>
                  <a:cubicBezTo>
                    <a:pt x="6850" y="9065"/>
                    <a:pt x="6975" y="9037"/>
                    <a:pt x="7100" y="9005"/>
                  </a:cubicBezTo>
                  <a:cubicBezTo>
                    <a:pt x="7174" y="8986"/>
                    <a:pt x="7261" y="8933"/>
                    <a:pt x="7334" y="8933"/>
                  </a:cubicBezTo>
                  <a:cubicBezTo>
                    <a:pt x="7369" y="8933"/>
                    <a:pt x="7400" y="8944"/>
                    <a:pt x="7427" y="8978"/>
                  </a:cubicBezTo>
                  <a:cubicBezTo>
                    <a:pt x="7519" y="9097"/>
                    <a:pt x="7372" y="9212"/>
                    <a:pt x="7312" y="9315"/>
                  </a:cubicBezTo>
                  <a:cubicBezTo>
                    <a:pt x="6958" y="9925"/>
                    <a:pt x="6468" y="10442"/>
                    <a:pt x="6131" y="11068"/>
                  </a:cubicBezTo>
                  <a:cubicBezTo>
                    <a:pt x="5636" y="12004"/>
                    <a:pt x="4781" y="12511"/>
                    <a:pt x="3899" y="13033"/>
                  </a:cubicBezTo>
                  <a:cubicBezTo>
                    <a:pt x="2609" y="13790"/>
                    <a:pt x="1220" y="14378"/>
                    <a:pt x="1" y="15255"/>
                  </a:cubicBezTo>
                  <a:cubicBezTo>
                    <a:pt x="32" y="15359"/>
                    <a:pt x="79" y="15393"/>
                    <a:pt x="130" y="15393"/>
                  </a:cubicBezTo>
                  <a:cubicBezTo>
                    <a:pt x="203" y="15393"/>
                    <a:pt x="283" y="15322"/>
                    <a:pt x="328" y="15293"/>
                  </a:cubicBezTo>
                  <a:cubicBezTo>
                    <a:pt x="899" y="14955"/>
                    <a:pt x="1520" y="14726"/>
                    <a:pt x="2091" y="14405"/>
                  </a:cubicBezTo>
                  <a:cubicBezTo>
                    <a:pt x="2892" y="13959"/>
                    <a:pt x="3692" y="13507"/>
                    <a:pt x="4487" y="13055"/>
                  </a:cubicBezTo>
                  <a:cubicBezTo>
                    <a:pt x="5178" y="12669"/>
                    <a:pt x="5810" y="12228"/>
                    <a:pt x="6223" y="11504"/>
                  </a:cubicBezTo>
                  <a:cubicBezTo>
                    <a:pt x="6507" y="11014"/>
                    <a:pt x="6817" y="10524"/>
                    <a:pt x="7193" y="10083"/>
                  </a:cubicBezTo>
                  <a:cubicBezTo>
                    <a:pt x="7394" y="9838"/>
                    <a:pt x="7525" y="9538"/>
                    <a:pt x="7612" y="9233"/>
                  </a:cubicBezTo>
                  <a:cubicBezTo>
                    <a:pt x="7706" y="8910"/>
                    <a:pt x="7622" y="8749"/>
                    <a:pt x="7369" y="8749"/>
                  </a:cubicBezTo>
                  <a:cubicBezTo>
                    <a:pt x="7316" y="8749"/>
                    <a:pt x="7255" y="8757"/>
                    <a:pt x="7187" y="8771"/>
                  </a:cubicBezTo>
                  <a:cubicBezTo>
                    <a:pt x="6615" y="8885"/>
                    <a:pt x="6000" y="8907"/>
                    <a:pt x="5532" y="9353"/>
                  </a:cubicBezTo>
                  <a:cubicBezTo>
                    <a:pt x="5728" y="8798"/>
                    <a:pt x="6022" y="8341"/>
                    <a:pt x="6626" y="8188"/>
                  </a:cubicBezTo>
                  <a:cubicBezTo>
                    <a:pt x="7035" y="8079"/>
                    <a:pt x="7378" y="7878"/>
                    <a:pt x="7704" y="7611"/>
                  </a:cubicBezTo>
                  <a:cubicBezTo>
                    <a:pt x="8319" y="7105"/>
                    <a:pt x="8875" y="6473"/>
                    <a:pt x="9773" y="6446"/>
                  </a:cubicBezTo>
                  <a:cubicBezTo>
                    <a:pt x="9893" y="6441"/>
                    <a:pt x="10023" y="6375"/>
                    <a:pt x="10132" y="6305"/>
                  </a:cubicBezTo>
                  <a:cubicBezTo>
                    <a:pt x="10813" y="5864"/>
                    <a:pt x="11580" y="5738"/>
                    <a:pt x="12375" y="5706"/>
                  </a:cubicBezTo>
                  <a:cubicBezTo>
                    <a:pt x="12539" y="5700"/>
                    <a:pt x="12729" y="5706"/>
                    <a:pt x="12800" y="5526"/>
                  </a:cubicBezTo>
                  <a:cubicBezTo>
                    <a:pt x="12865" y="5352"/>
                    <a:pt x="12789" y="5178"/>
                    <a:pt x="12669" y="5036"/>
                  </a:cubicBezTo>
                  <a:cubicBezTo>
                    <a:pt x="12620" y="4976"/>
                    <a:pt x="12555" y="4922"/>
                    <a:pt x="12500" y="4862"/>
                  </a:cubicBezTo>
                  <a:cubicBezTo>
                    <a:pt x="12343" y="4677"/>
                    <a:pt x="12392" y="4497"/>
                    <a:pt x="12620" y="4443"/>
                  </a:cubicBezTo>
                  <a:cubicBezTo>
                    <a:pt x="12677" y="4429"/>
                    <a:pt x="12735" y="4421"/>
                    <a:pt x="12793" y="4421"/>
                  </a:cubicBezTo>
                  <a:cubicBezTo>
                    <a:pt x="12875" y="4421"/>
                    <a:pt x="12957" y="4437"/>
                    <a:pt x="13034" y="4475"/>
                  </a:cubicBezTo>
                  <a:cubicBezTo>
                    <a:pt x="13328" y="4626"/>
                    <a:pt x="13614" y="4687"/>
                    <a:pt x="13893" y="4687"/>
                  </a:cubicBezTo>
                  <a:cubicBezTo>
                    <a:pt x="14393" y="4687"/>
                    <a:pt x="14872" y="4490"/>
                    <a:pt x="15348" y="4252"/>
                  </a:cubicBezTo>
                  <a:cubicBezTo>
                    <a:pt x="15429" y="4209"/>
                    <a:pt x="15522" y="4149"/>
                    <a:pt x="15527" y="4051"/>
                  </a:cubicBezTo>
                  <a:cubicBezTo>
                    <a:pt x="15527" y="3942"/>
                    <a:pt x="15424" y="3909"/>
                    <a:pt x="15337" y="3866"/>
                  </a:cubicBezTo>
                  <a:cubicBezTo>
                    <a:pt x="14610" y="3516"/>
                    <a:pt x="13862" y="3352"/>
                    <a:pt x="13089" y="3352"/>
                  </a:cubicBezTo>
                  <a:cubicBezTo>
                    <a:pt x="12779" y="3352"/>
                    <a:pt x="12465" y="3379"/>
                    <a:pt x="12147" y="3430"/>
                  </a:cubicBezTo>
                  <a:cubicBezTo>
                    <a:pt x="11845" y="3478"/>
                    <a:pt x="11539" y="3522"/>
                    <a:pt x="11231" y="3522"/>
                  </a:cubicBezTo>
                  <a:cubicBezTo>
                    <a:pt x="11150" y="3522"/>
                    <a:pt x="11068" y="3519"/>
                    <a:pt x="10987" y="3512"/>
                  </a:cubicBezTo>
                  <a:cubicBezTo>
                    <a:pt x="10622" y="3485"/>
                    <a:pt x="10481" y="3354"/>
                    <a:pt x="10475" y="2995"/>
                  </a:cubicBezTo>
                  <a:cubicBezTo>
                    <a:pt x="10475" y="2673"/>
                    <a:pt x="10470" y="2358"/>
                    <a:pt x="10481" y="2037"/>
                  </a:cubicBezTo>
                  <a:cubicBezTo>
                    <a:pt x="10497" y="1699"/>
                    <a:pt x="10366" y="1421"/>
                    <a:pt x="10154" y="1171"/>
                  </a:cubicBezTo>
                  <a:cubicBezTo>
                    <a:pt x="9577" y="490"/>
                    <a:pt x="8711" y="343"/>
                    <a:pt x="79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1" name="Google Shape;2181;p39"/>
            <p:cNvSpPr/>
            <p:nvPr/>
          </p:nvSpPr>
          <p:spPr>
            <a:xfrm rot="-937699">
              <a:off x="1825824" y="3444339"/>
              <a:ext cx="1065387" cy="514440"/>
            </a:xfrm>
            <a:custGeom>
              <a:rect b="b" l="l" r="r" t="t"/>
              <a:pathLst>
                <a:path extrusionOk="0" h="7821" w="16197">
                  <a:moveTo>
                    <a:pt x="16102" y="1"/>
                  </a:moveTo>
                  <a:cubicBezTo>
                    <a:pt x="16048" y="1"/>
                    <a:pt x="15996" y="49"/>
                    <a:pt x="15951" y="73"/>
                  </a:cubicBezTo>
                  <a:cubicBezTo>
                    <a:pt x="15695" y="226"/>
                    <a:pt x="15478" y="427"/>
                    <a:pt x="15298" y="661"/>
                  </a:cubicBezTo>
                  <a:cubicBezTo>
                    <a:pt x="14443" y="1761"/>
                    <a:pt x="13757" y="2964"/>
                    <a:pt x="13071" y="4167"/>
                  </a:cubicBezTo>
                  <a:cubicBezTo>
                    <a:pt x="12576" y="5038"/>
                    <a:pt x="12080" y="5904"/>
                    <a:pt x="11291" y="6557"/>
                  </a:cubicBezTo>
                  <a:cubicBezTo>
                    <a:pt x="10692" y="7058"/>
                    <a:pt x="10034" y="7472"/>
                    <a:pt x="9255" y="7542"/>
                  </a:cubicBezTo>
                  <a:cubicBezTo>
                    <a:pt x="9061" y="7560"/>
                    <a:pt x="8870" y="7569"/>
                    <a:pt x="8681" y="7569"/>
                  </a:cubicBezTo>
                  <a:cubicBezTo>
                    <a:pt x="7435" y="7569"/>
                    <a:pt x="6293" y="7176"/>
                    <a:pt x="5281" y="6339"/>
                  </a:cubicBezTo>
                  <a:cubicBezTo>
                    <a:pt x="4824" y="5964"/>
                    <a:pt x="4399" y="5523"/>
                    <a:pt x="3816" y="5310"/>
                  </a:cubicBezTo>
                  <a:cubicBezTo>
                    <a:pt x="3778" y="5299"/>
                    <a:pt x="3691" y="5299"/>
                    <a:pt x="3724" y="5240"/>
                  </a:cubicBezTo>
                  <a:cubicBezTo>
                    <a:pt x="3849" y="4995"/>
                    <a:pt x="3610" y="4984"/>
                    <a:pt x="3506" y="4935"/>
                  </a:cubicBezTo>
                  <a:cubicBezTo>
                    <a:pt x="2771" y="4575"/>
                    <a:pt x="2330" y="3977"/>
                    <a:pt x="2064" y="3225"/>
                  </a:cubicBezTo>
                  <a:cubicBezTo>
                    <a:pt x="1878" y="2708"/>
                    <a:pt x="1590" y="2251"/>
                    <a:pt x="1225" y="1848"/>
                  </a:cubicBezTo>
                  <a:cubicBezTo>
                    <a:pt x="940" y="1526"/>
                    <a:pt x="686" y="1117"/>
                    <a:pt x="175" y="1117"/>
                  </a:cubicBezTo>
                  <a:cubicBezTo>
                    <a:pt x="159" y="1117"/>
                    <a:pt x="142" y="1118"/>
                    <a:pt x="125" y="1119"/>
                  </a:cubicBezTo>
                  <a:cubicBezTo>
                    <a:pt x="0" y="1287"/>
                    <a:pt x="196" y="1271"/>
                    <a:pt x="256" y="1320"/>
                  </a:cubicBezTo>
                  <a:cubicBezTo>
                    <a:pt x="1018" y="1935"/>
                    <a:pt x="1552" y="2708"/>
                    <a:pt x="1829" y="3650"/>
                  </a:cubicBezTo>
                  <a:cubicBezTo>
                    <a:pt x="2112" y="4260"/>
                    <a:pt x="2461" y="4831"/>
                    <a:pt x="3098" y="5109"/>
                  </a:cubicBezTo>
                  <a:cubicBezTo>
                    <a:pt x="3626" y="5338"/>
                    <a:pt x="4023" y="5724"/>
                    <a:pt x="4464" y="6067"/>
                  </a:cubicBezTo>
                  <a:cubicBezTo>
                    <a:pt x="5395" y="6780"/>
                    <a:pt x="6315" y="7477"/>
                    <a:pt x="7529" y="7689"/>
                  </a:cubicBezTo>
                  <a:cubicBezTo>
                    <a:pt x="7957" y="7763"/>
                    <a:pt x="8380" y="7820"/>
                    <a:pt x="8797" y="7820"/>
                  </a:cubicBezTo>
                  <a:cubicBezTo>
                    <a:pt x="9214" y="7820"/>
                    <a:pt x="9625" y="7763"/>
                    <a:pt x="10028" y="7608"/>
                  </a:cubicBezTo>
                  <a:cubicBezTo>
                    <a:pt x="11242" y="7150"/>
                    <a:pt x="12217" y="6383"/>
                    <a:pt x="12805" y="5196"/>
                  </a:cubicBezTo>
                  <a:cubicBezTo>
                    <a:pt x="13376" y="4058"/>
                    <a:pt x="14117" y="3018"/>
                    <a:pt x="14737" y="1908"/>
                  </a:cubicBezTo>
                  <a:cubicBezTo>
                    <a:pt x="15124" y="1216"/>
                    <a:pt x="15646" y="629"/>
                    <a:pt x="16196" y="62"/>
                  </a:cubicBezTo>
                  <a:cubicBezTo>
                    <a:pt x="16164" y="17"/>
                    <a:pt x="16133" y="1"/>
                    <a:pt x="161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2" name="Google Shape;2182;p39"/>
            <p:cNvSpPr/>
            <p:nvPr/>
          </p:nvSpPr>
          <p:spPr>
            <a:xfrm rot="-937699">
              <a:off x="224549" y="1761649"/>
              <a:ext cx="659676" cy="614026"/>
            </a:xfrm>
            <a:custGeom>
              <a:rect b="b" l="l" r="r" t="t"/>
              <a:pathLst>
                <a:path extrusionOk="0" h="9335" w="10029">
                  <a:moveTo>
                    <a:pt x="75" y="0"/>
                  </a:moveTo>
                  <a:cubicBezTo>
                    <a:pt x="42" y="0"/>
                    <a:pt x="15" y="35"/>
                    <a:pt x="1" y="116"/>
                  </a:cubicBezTo>
                  <a:cubicBezTo>
                    <a:pt x="164" y="486"/>
                    <a:pt x="453" y="731"/>
                    <a:pt x="785" y="949"/>
                  </a:cubicBezTo>
                  <a:cubicBezTo>
                    <a:pt x="1220" y="1226"/>
                    <a:pt x="1640" y="1531"/>
                    <a:pt x="2070" y="1820"/>
                  </a:cubicBezTo>
                  <a:cubicBezTo>
                    <a:pt x="2543" y="2141"/>
                    <a:pt x="2799" y="2571"/>
                    <a:pt x="2837" y="3164"/>
                  </a:cubicBezTo>
                  <a:cubicBezTo>
                    <a:pt x="2913" y="4335"/>
                    <a:pt x="3267" y="4749"/>
                    <a:pt x="4378" y="5086"/>
                  </a:cubicBezTo>
                  <a:cubicBezTo>
                    <a:pt x="4481" y="5119"/>
                    <a:pt x="4579" y="5157"/>
                    <a:pt x="4683" y="5179"/>
                  </a:cubicBezTo>
                  <a:cubicBezTo>
                    <a:pt x="5352" y="5331"/>
                    <a:pt x="5908" y="5767"/>
                    <a:pt x="6550" y="5979"/>
                  </a:cubicBezTo>
                  <a:cubicBezTo>
                    <a:pt x="6800" y="6061"/>
                    <a:pt x="6822" y="6289"/>
                    <a:pt x="6773" y="6507"/>
                  </a:cubicBezTo>
                  <a:cubicBezTo>
                    <a:pt x="6751" y="6605"/>
                    <a:pt x="6800" y="6768"/>
                    <a:pt x="6615" y="6768"/>
                  </a:cubicBezTo>
                  <a:cubicBezTo>
                    <a:pt x="6611" y="6768"/>
                    <a:pt x="6606" y="6769"/>
                    <a:pt x="6601" y="6769"/>
                  </a:cubicBezTo>
                  <a:cubicBezTo>
                    <a:pt x="6564" y="6769"/>
                    <a:pt x="6524" y="6761"/>
                    <a:pt x="6489" y="6761"/>
                  </a:cubicBezTo>
                  <a:cubicBezTo>
                    <a:pt x="6438" y="6761"/>
                    <a:pt x="6396" y="6776"/>
                    <a:pt x="6387" y="6850"/>
                  </a:cubicBezTo>
                  <a:cubicBezTo>
                    <a:pt x="6365" y="6991"/>
                    <a:pt x="6490" y="7068"/>
                    <a:pt x="6604" y="7089"/>
                  </a:cubicBezTo>
                  <a:cubicBezTo>
                    <a:pt x="6877" y="7128"/>
                    <a:pt x="7018" y="7313"/>
                    <a:pt x="7171" y="7514"/>
                  </a:cubicBezTo>
                  <a:cubicBezTo>
                    <a:pt x="7443" y="7884"/>
                    <a:pt x="7775" y="8146"/>
                    <a:pt x="8276" y="8189"/>
                  </a:cubicBezTo>
                  <a:cubicBezTo>
                    <a:pt x="8679" y="8227"/>
                    <a:pt x="9087" y="8325"/>
                    <a:pt x="9414" y="8608"/>
                  </a:cubicBezTo>
                  <a:cubicBezTo>
                    <a:pt x="9501" y="8684"/>
                    <a:pt x="9675" y="8755"/>
                    <a:pt x="9615" y="8891"/>
                  </a:cubicBezTo>
                  <a:cubicBezTo>
                    <a:pt x="9571" y="9000"/>
                    <a:pt x="9408" y="9022"/>
                    <a:pt x="9277" y="9044"/>
                  </a:cubicBezTo>
                  <a:cubicBezTo>
                    <a:pt x="9211" y="9052"/>
                    <a:pt x="9146" y="9056"/>
                    <a:pt x="9081" y="9056"/>
                  </a:cubicBezTo>
                  <a:cubicBezTo>
                    <a:pt x="8766" y="9056"/>
                    <a:pt x="8465" y="8968"/>
                    <a:pt x="8167" y="8891"/>
                  </a:cubicBezTo>
                  <a:cubicBezTo>
                    <a:pt x="7280" y="8652"/>
                    <a:pt x="6392" y="8423"/>
                    <a:pt x="5859" y="7563"/>
                  </a:cubicBezTo>
                  <a:cubicBezTo>
                    <a:pt x="5276" y="6627"/>
                    <a:pt x="4367" y="6213"/>
                    <a:pt x="3333" y="6006"/>
                  </a:cubicBezTo>
                  <a:lnTo>
                    <a:pt x="3333" y="6006"/>
                  </a:lnTo>
                  <a:cubicBezTo>
                    <a:pt x="3382" y="6120"/>
                    <a:pt x="3501" y="6137"/>
                    <a:pt x="3599" y="6158"/>
                  </a:cubicBezTo>
                  <a:cubicBezTo>
                    <a:pt x="4623" y="6447"/>
                    <a:pt x="5325" y="7122"/>
                    <a:pt x="5853" y="8015"/>
                  </a:cubicBezTo>
                  <a:cubicBezTo>
                    <a:pt x="6027" y="8298"/>
                    <a:pt x="6289" y="8494"/>
                    <a:pt x="6572" y="8625"/>
                  </a:cubicBezTo>
                  <a:cubicBezTo>
                    <a:pt x="7296" y="8968"/>
                    <a:pt x="8058" y="9196"/>
                    <a:pt x="8847" y="9316"/>
                  </a:cubicBezTo>
                  <a:cubicBezTo>
                    <a:pt x="8927" y="9328"/>
                    <a:pt x="9007" y="9335"/>
                    <a:pt x="9087" y="9335"/>
                  </a:cubicBezTo>
                  <a:cubicBezTo>
                    <a:pt x="9321" y="9335"/>
                    <a:pt x="9552" y="9279"/>
                    <a:pt x="9767" y="9153"/>
                  </a:cubicBezTo>
                  <a:cubicBezTo>
                    <a:pt x="10018" y="9006"/>
                    <a:pt x="10029" y="8875"/>
                    <a:pt x="9844" y="8652"/>
                  </a:cubicBezTo>
                  <a:cubicBezTo>
                    <a:pt x="9424" y="8151"/>
                    <a:pt x="8837" y="8015"/>
                    <a:pt x="8243" y="7922"/>
                  </a:cubicBezTo>
                  <a:cubicBezTo>
                    <a:pt x="7900" y="7862"/>
                    <a:pt x="7661" y="7710"/>
                    <a:pt x="7448" y="7460"/>
                  </a:cubicBezTo>
                  <a:cubicBezTo>
                    <a:pt x="7356" y="7340"/>
                    <a:pt x="7280" y="7193"/>
                    <a:pt x="7160" y="7106"/>
                  </a:cubicBezTo>
                  <a:cubicBezTo>
                    <a:pt x="6877" y="6915"/>
                    <a:pt x="6877" y="6654"/>
                    <a:pt x="6958" y="6393"/>
                  </a:cubicBezTo>
                  <a:cubicBezTo>
                    <a:pt x="7045" y="6104"/>
                    <a:pt x="6920" y="5957"/>
                    <a:pt x="6697" y="5854"/>
                  </a:cubicBezTo>
                  <a:cubicBezTo>
                    <a:pt x="5837" y="5462"/>
                    <a:pt x="5053" y="4901"/>
                    <a:pt x="4095" y="4727"/>
                  </a:cubicBezTo>
                  <a:cubicBezTo>
                    <a:pt x="3638" y="4645"/>
                    <a:pt x="3387" y="4329"/>
                    <a:pt x="3267" y="3905"/>
                  </a:cubicBezTo>
                  <a:cubicBezTo>
                    <a:pt x="3197" y="3654"/>
                    <a:pt x="3120" y="3409"/>
                    <a:pt x="3104" y="3148"/>
                  </a:cubicBezTo>
                  <a:cubicBezTo>
                    <a:pt x="3071" y="2462"/>
                    <a:pt x="2772" y="1945"/>
                    <a:pt x="2173" y="1591"/>
                  </a:cubicBezTo>
                  <a:cubicBezTo>
                    <a:pt x="1689" y="1297"/>
                    <a:pt x="1231" y="970"/>
                    <a:pt x="758" y="660"/>
                  </a:cubicBezTo>
                  <a:cubicBezTo>
                    <a:pt x="611" y="562"/>
                    <a:pt x="436" y="502"/>
                    <a:pt x="344" y="339"/>
                  </a:cubicBezTo>
                  <a:cubicBezTo>
                    <a:pt x="289" y="252"/>
                    <a:pt x="240" y="159"/>
                    <a:pt x="175" y="78"/>
                  </a:cubicBezTo>
                  <a:cubicBezTo>
                    <a:pt x="139" y="29"/>
                    <a:pt x="104" y="0"/>
                    <a:pt x="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3" name="Google Shape;2183;p39"/>
            <p:cNvSpPr/>
            <p:nvPr/>
          </p:nvSpPr>
          <p:spPr>
            <a:xfrm rot="-937699">
              <a:off x="2752640" y="3070640"/>
              <a:ext cx="206013" cy="206539"/>
            </a:xfrm>
            <a:custGeom>
              <a:rect b="b" l="l" r="r" t="t"/>
              <a:pathLst>
                <a:path extrusionOk="0" h="3140" w="3132">
                  <a:moveTo>
                    <a:pt x="1719" y="0"/>
                  </a:moveTo>
                  <a:cubicBezTo>
                    <a:pt x="1668" y="0"/>
                    <a:pt x="1605" y="28"/>
                    <a:pt x="1558" y="69"/>
                  </a:cubicBezTo>
                  <a:cubicBezTo>
                    <a:pt x="1487" y="287"/>
                    <a:pt x="1286" y="254"/>
                    <a:pt x="1122" y="292"/>
                  </a:cubicBezTo>
                  <a:cubicBezTo>
                    <a:pt x="1105" y="296"/>
                    <a:pt x="1086" y="297"/>
                    <a:pt x="1067" y="297"/>
                  </a:cubicBezTo>
                  <a:cubicBezTo>
                    <a:pt x="1047" y="297"/>
                    <a:pt x="1026" y="296"/>
                    <a:pt x="1006" y="296"/>
                  </a:cubicBezTo>
                  <a:cubicBezTo>
                    <a:pt x="933" y="296"/>
                    <a:pt x="866" y="309"/>
                    <a:pt x="856" y="428"/>
                  </a:cubicBezTo>
                  <a:cubicBezTo>
                    <a:pt x="937" y="450"/>
                    <a:pt x="1117" y="401"/>
                    <a:pt x="954" y="586"/>
                  </a:cubicBezTo>
                  <a:cubicBezTo>
                    <a:pt x="741" y="831"/>
                    <a:pt x="567" y="1109"/>
                    <a:pt x="491" y="1408"/>
                  </a:cubicBezTo>
                  <a:cubicBezTo>
                    <a:pt x="344" y="1985"/>
                    <a:pt x="1" y="2589"/>
                    <a:pt x="578" y="3139"/>
                  </a:cubicBezTo>
                  <a:cubicBezTo>
                    <a:pt x="899" y="3030"/>
                    <a:pt x="1166" y="2818"/>
                    <a:pt x="1476" y="2682"/>
                  </a:cubicBezTo>
                  <a:cubicBezTo>
                    <a:pt x="1983" y="2464"/>
                    <a:pt x="2527" y="2377"/>
                    <a:pt x="3050" y="2203"/>
                  </a:cubicBezTo>
                  <a:cubicBezTo>
                    <a:pt x="3104" y="2132"/>
                    <a:pt x="3115" y="2056"/>
                    <a:pt x="3131" y="1974"/>
                  </a:cubicBezTo>
                  <a:cubicBezTo>
                    <a:pt x="3017" y="1892"/>
                    <a:pt x="2919" y="1773"/>
                    <a:pt x="2794" y="1735"/>
                  </a:cubicBezTo>
                  <a:cubicBezTo>
                    <a:pt x="2462" y="1637"/>
                    <a:pt x="2467" y="1348"/>
                    <a:pt x="2472" y="1125"/>
                  </a:cubicBezTo>
                  <a:cubicBezTo>
                    <a:pt x="2472" y="932"/>
                    <a:pt x="2485" y="804"/>
                    <a:pt x="2353" y="804"/>
                  </a:cubicBezTo>
                  <a:cubicBezTo>
                    <a:pt x="2310" y="804"/>
                    <a:pt x="2252" y="818"/>
                    <a:pt x="2173" y="847"/>
                  </a:cubicBezTo>
                  <a:cubicBezTo>
                    <a:pt x="2143" y="858"/>
                    <a:pt x="2104" y="864"/>
                    <a:pt x="2065" y="864"/>
                  </a:cubicBezTo>
                  <a:cubicBezTo>
                    <a:pt x="2003" y="864"/>
                    <a:pt x="1939" y="850"/>
                    <a:pt x="1906" y="820"/>
                  </a:cubicBezTo>
                  <a:cubicBezTo>
                    <a:pt x="1819" y="733"/>
                    <a:pt x="1950" y="662"/>
                    <a:pt x="1988" y="586"/>
                  </a:cubicBezTo>
                  <a:cubicBezTo>
                    <a:pt x="2059" y="444"/>
                    <a:pt x="2146" y="314"/>
                    <a:pt x="2244" y="150"/>
                  </a:cubicBezTo>
                  <a:lnTo>
                    <a:pt x="2244" y="150"/>
                  </a:lnTo>
                  <a:cubicBezTo>
                    <a:pt x="2147" y="153"/>
                    <a:pt x="2051" y="196"/>
                    <a:pt x="1970" y="196"/>
                  </a:cubicBezTo>
                  <a:cubicBezTo>
                    <a:pt x="1901" y="196"/>
                    <a:pt x="1843" y="165"/>
                    <a:pt x="1803" y="52"/>
                  </a:cubicBezTo>
                  <a:cubicBezTo>
                    <a:pt x="1789" y="15"/>
                    <a:pt x="1757" y="0"/>
                    <a:pt x="17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4" name="Google Shape;2184;p39"/>
            <p:cNvSpPr/>
            <p:nvPr/>
          </p:nvSpPr>
          <p:spPr>
            <a:xfrm rot="-937699">
              <a:off x="3384465" y="133335"/>
              <a:ext cx="455175" cy="735385"/>
            </a:xfrm>
            <a:custGeom>
              <a:rect b="b" l="l" r="r" t="t"/>
              <a:pathLst>
                <a:path extrusionOk="0" h="11180" w="6920">
                  <a:moveTo>
                    <a:pt x="207" y="1"/>
                  </a:moveTo>
                  <a:cubicBezTo>
                    <a:pt x="178" y="1"/>
                    <a:pt x="148" y="12"/>
                    <a:pt x="115" y="41"/>
                  </a:cubicBezTo>
                  <a:cubicBezTo>
                    <a:pt x="0" y="133"/>
                    <a:pt x="55" y="259"/>
                    <a:pt x="131" y="357"/>
                  </a:cubicBezTo>
                  <a:cubicBezTo>
                    <a:pt x="278" y="553"/>
                    <a:pt x="430" y="748"/>
                    <a:pt x="518" y="983"/>
                  </a:cubicBezTo>
                  <a:cubicBezTo>
                    <a:pt x="686" y="1451"/>
                    <a:pt x="1008" y="1794"/>
                    <a:pt x="1416" y="2071"/>
                  </a:cubicBezTo>
                  <a:cubicBezTo>
                    <a:pt x="1770" y="2311"/>
                    <a:pt x="2058" y="2621"/>
                    <a:pt x="2183" y="3051"/>
                  </a:cubicBezTo>
                  <a:cubicBezTo>
                    <a:pt x="2209" y="3065"/>
                    <a:pt x="2229" y="3071"/>
                    <a:pt x="2245" y="3071"/>
                  </a:cubicBezTo>
                  <a:cubicBezTo>
                    <a:pt x="2287" y="3071"/>
                    <a:pt x="2301" y="3028"/>
                    <a:pt x="2309" y="2964"/>
                  </a:cubicBezTo>
                  <a:cubicBezTo>
                    <a:pt x="2358" y="2605"/>
                    <a:pt x="2134" y="2354"/>
                    <a:pt x="1955" y="2082"/>
                  </a:cubicBezTo>
                  <a:lnTo>
                    <a:pt x="1955" y="2082"/>
                  </a:lnTo>
                  <a:cubicBezTo>
                    <a:pt x="2423" y="2452"/>
                    <a:pt x="2902" y="2806"/>
                    <a:pt x="3305" y="3236"/>
                  </a:cubicBezTo>
                  <a:cubicBezTo>
                    <a:pt x="4002" y="3993"/>
                    <a:pt x="4671" y="4772"/>
                    <a:pt x="5058" y="5762"/>
                  </a:cubicBezTo>
                  <a:cubicBezTo>
                    <a:pt x="5455" y="6775"/>
                    <a:pt x="5913" y="7766"/>
                    <a:pt x="6152" y="8838"/>
                  </a:cubicBezTo>
                  <a:cubicBezTo>
                    <a:pt x="6332" y="9639"/>
                    <a:pt x="6713" y="10373"/>
                    <a:pt x="6898" y="11179"/>
                  </a:cubicBezTo>
                  <a:lnTo>
                    <a:pt x="6920" y="10972"/>
                  </a:lnTo>
                  <a:cubicBezTo>
                    <a:pt x="6833" y="10139"/>
                    <a:pt x="6457" y="9383"/>
                    <a:pt x="6299" y="8561"/>
                  </a:cubicBezTo>
                  <a:cubicBezTo>
                    <a:pt x="6081" y="7406"/>
                    <a:pt x="5635" y="6323"/>
                    <a:pt x="5161" y="5251"/>
                  </a:cubicBezTo>
                  <a:cubicBezTo>
                    <a:pt x="4742" y="4298"/>
                    <a:pt x="4111" y="3514"/>
                    <a:pt x="3359" y="2844"/>
                  </a:cubicBezTo>
                  <a:cubicBezTo>
                    <a:pt x="2363" y="1957"/>
                    <a:pt x="1356" y="1081"/>
                    <a:pt x="409" y="139"/>
                  </a:cubicBezTo>
                  <a:cubicBezTo>
                    <a:pt x="346" y="80"/>
                    <a:pt x="283" y="1"/>
                    <a:pt x="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5" name="Google Shape;2185;p39"/>
            <p:cNvSpPr/>
            <p:nvPr/>
          </p:nvSpPr>
          <p:spPr>
            <a:xfrm rot="-937699">
              <a:off x="610631" y="3903940"/>
              <a:ext cx="705522" cy="654676"/>
            </a:xfrm>
            <a:custGeom>
              <a:rect b="b" l="l" r="r" t="t"/>
              <a:pathLst>
                <a:path extrusionOk="0" h="9953" w="10726">
                  <a:moveTo>
                    <a:pt x="33" y="1"/>
                  </a:moveTo>
                  <a:lnTo>
                    <a:pt x="33" y="1"/>
                  </a:lnTo>
                  <a:cubicBezTo>
                    <a:pt x="1" y="230"/>
                    <a:pt x="82" y="442"/>
                    <a:pt x="137" y="654"/>
                  </a:cubicBezTo>
                  <a:cubicBezTo>
                    <a:pt x="659" y="2777"/>
                    <a:pt x="2135" y="4209"/>
                    <a:pt x="3757" y="5494"/>
                  </a:cubicBezTo>
                  <a:cubicBezTo>
                    <a:pt x="4862" y="6370"/>
                    <a:pt x="6120" y="7024"/>
                    <a:pt x="7383" y="7650"/>
                  </a:cubicBezTo>
                  <a:cubicBezTo>
                    <a:pt x="7448" y="7666"/>
                    <a:pt x="7519" y="7677"/>
                    <a:pt x="7579" y="7710"/>
                  </a:cubicBezTo>
                  <a:cubicBezTo>
                    <a:pt x="8471" y="8232"/>
                    <a:pt x="9348" y="8771"/>
                    <a:pt x="10083" y="9522"/>
                  </a:cubicBezTo>
                  <a:cubicBezTo>
                    <a:pt x="10252" y="9691"/>
                    <a:pt x="10437" y="9860"/>
                    <a:pt x="10671" y="9953"/>
                  </a:cubicBezTo>
                  <a:cubicBezTo>
                    <a:pt x="10725" y="9844"/>
                    <a:pt x="10687" y="9784"/>
                    <a:pt x="10638" y="9729"/>
                  </a:cubicBezTo>
                  <a:cubicBezTo>
                    <a:pt x="10181" y="9179"/>
                    <a:pt x="9664" y="8684"/>
                    <a:pt x="9070" y="8276"/>
                  </a:cubicBezTo>
                  <a:cubicBezTo>
                    <a:pt x="8248" y="7704"/>
                    <a:pt x="7366" y="7241"/>
                    <a:pt x="6468" y="6795"/>
                  </a:cubicBezTo>
                  <a:cubicBezTo>
                    <a:pt x="4965" y="6049"/>
                    <a:pt x="3615" y="5097"/>
                    <a:pt x="2434" y="3883"/>
                  </a:cubicBezTo>
                  <a:cubicBezTo>
                    <a:pt x="1476" y="2892"/>
                    <a:pt x="735" y="1792"/>
                    <a:pt x="311" y="480"/>
                  </a:cubicBezTo>
                  <a:cubicBezTo>
                    <a:pt x="256" y="300"/>
                    <a:pt x="202" y="115"/>
                    <a:pt x="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39"/>
            <p:cNvSpPr/>
            <p:nvPr/>
          </p:nvSpPr>
          <p:spPr>
            <a:xfrm rot="-937699">
              <a:off x="572685" y="2697188"/>
              <a:ext cx="422945" cy="607778"/>
            </a:xfrm>
            <a:custGeom>
              <a:rect b="b" l="l" r="r" t="t"/>
              <a:pathLst>
                <a:path extrusionOk="0" h="9240" w="6430">
                  <a:moveTo>
                    <a:pt x="6430" y="0"/>
                  </a:moveTo>
                  <a:lnTo>
                    <a:pt x="6430" y="0"/>
                  </a:lnTo>
                  <a:cubicBezTo>
                    <a:pt x="6343" y="66"/>
                    <a:pt x="6250" y="136"/>
                    <a:pt x="6163" y="207"/>
                  </a:cubicBezTo>
                  <a:cubicBezTo>
                    <a:pt x="5668" y="602"/>
                    <a:pt x="5118" y="802"/>
                    <a:pt x="4500" y="802"/>
                  </a:cubicBezTo>
                  <a:cubicBezTo>
                    <a:pt x="4412" y="802"/>
                    <a:pt x="4322" y="798"/>
                    <a:pt x="4231" y="790"/>
                  </a:cubicBezTo>
                  <a:cubicBezTo>
                    <a:pt x="4102" y="777"/>
                    <a:pt x="3973" y="772"/>
                    <a:pt x="3844" y="772"/>
                  </a:cubicBezTo>
                  <a:cubicBezTo>
                    <a:pt x="3643" y="772"/>
                    <a:pt x="3442" y="783"/>
                    <a:pt x="3240" y="790"/>
                  </a:cubicBezTo>
                  <a:cubicBezTo>
                    <a:pt x="2826" y="806"/>
                    <a:pt x="2576" y="1035"/>
                    <a:pt x="2423" y="1410"/>
                  </a:cubicBezTo>
                  <a:cubicBezTo>
                    <a:pt x="2320" y="1672"/>
                    <a:pt x="2314" y="1938"/>
                    <a:pt x="2347" y="2210"/>
                  </a:cubicBezTo>
                  <a:cubicBezTo>
                    <a:pt x="2380" y="2510"/>
                    <a:pt x="2554" y="2662"/>
                    <a:pt x="2859" y="2679"/>
                  </a:cubicBezTo>
                  <a:cubicBezTo>
                    <a:pt x="3158" y="2695"/>
                    <a:pt x="3447" y="2733"/>
                    <a:pt x="3768" y="2760"/>
                  </a:cubicBezTo>
                  <a:cubicBezTo>
                    <a:pt x="3528" y="3043"/>
                    <a:pt x="3360" y="3337"/>
                    <a:pt x="3082" y="3522"/>
                  </a:cubicBezTo>
                  <a:cubicBezTo>
                    <a:pt x="2793" y="3713"/>
                    <a:pt x="2548" y="3953"/>
                    <a:pt x="2385" y="4257"/>
                  </a:cubicBezTo>
                  <a:cubicBezTo>
                    <a:pt x="2091" y="4802"/>
                    <a:pt x="1786" y="5335"/>
                    <a:pt x="1362" y="5793"/>
                  </a:cubicBezTo>
                  <a:cubicBezTo>
                    <a:pt x="1264" y="5891"/>
                    <a:pt x="1204" y="6021"/>
                    <a:pt x="1122" y="6136"/>
                  </a:cubicBezTo>
                  <a:cubicBezTo>
                    <a:pt x="932" y="6511"/>
                    <a:pt x="736" y="6887"/>
                    <a:pt x="550" y="7262"/>
                  </a:cubicBezTo>
                  <a:cubicBezTo>
                    <a:pt x="278" y="7801"/>
                    <a:pt x="1" y="8335"/>
                    <a:pt x="126" y="8961"/>
                  </a:cubicBezTo>
                  <a:cubicBezTo>
                    <a:pt x="147" y="9075"/>
                    <a:pt x="162" y="9240"/>
                    <a:pt x="311" y="9240"/>
                  </a:cubicBezTo>
                  <a:cubicBezTo>
                    <a:pt x="318" y="9240"/>
                    <a:pt x="325" y="9239"/>
                    <a:pt x="333" y="9239"/>
                  </a:cubicBezTo>
                  <a:cubicBezTo>
                    <a:pt x="507" y="9222"/>
                    <a:pt x="491" y="9059"/>
                    <a:pt x="491" y="8934"/>
                  </a:cubicBezTo>
                  <a:cubicBezTo>
                    <a:pt x="496" y="8591"/>
                    <a:pt x="589" y="8280"/>
                    <a:pt x="790" y="8008"/>
                  </a:cubicBezTo>
                  <a:cubicBezTo>
                    <a:pt x="1062" y="7644"/>
                    <a:pt x="1345" y="7284"/>
                    <a:pt x="1617" y="6920"/>
                  </a:cubicBezTo>
                  <a:lnTo>
                    <a:pt x="1939" y="6549"/>
                  </a:lnTo>
                  <a:lnTo>
                    <a:pt x="1939" y="6549"/>
                  </a:lnTo>
                  <a:cubicBezTo>
                    <a:pt x="1465" y="6740"/>
                    <a:pt x="1133" y="7088"/>
                    <a:pt x="779" y="7431"/>
                  </a:cubicBezTo>
                  <a:cubicBezTo>
                    <a:pt x="1149" y="6925"/>
                    <a:pt x="1160" y="6255"/>
                    <a:pt x="1590" y="5776"/>
                  </a:cubicBezTo>
                  <a:cubicBezTo>
                    <a:pt x="2009" y="5314"/>
                    <a:pt x="2401" y="4829"/>
                    <a:pt x="2597" y="4219"/>
                  </a:cubicBezTo>
                  <a:cubicBezTo>
                    <a:pt x="2641" y="4067"/>
                    <a:pt x="2755" y="3947"/>
                    <a:pt x="2886" y="3871"/>
                  </a:cubicBezTo>
                  <a:cubicBezTo>
                    <a:pt x="3278" y="3648"/>
                    <a:pt x="3643" y="3403"/>
                    <a:pt x="3937" y="3054"/>
                  </a:cubicBezTo>
                  <a:cubicBezTo>
                    <a:pt x="4035" y="2935"/>
                    <a:pt x="4269" y="2891"/>
                    <a:pt x="4203" y="2690"/>
                  </a:cubicBezTo>
                  <a:cubicBezTo>
                    <a:pt x="4133" y="2477"/>
                    <a:pt x="3920" y="2412"/>
                    <a:pt x="3713" y="2401"/>
                  </a:cubicBezTo>
                  <a:cubicBezTo>
                    <a:pt x="3458" y="2385"/>
                    <a:pt x="3196" y="2390"/>
                    <a:pt x="2940" y="2385"/>
                  </a:cubicBezTo>
                  <a:cubicBezTo>
                    <a:pt x="2837" y="2379"/>
                    <a:pt x="2728" y="2379"/>
                    <a:pt x="2663" y="2265"/>
                  </a:cubicBezTo>
                  <a:cubicBezTo>
                    <a:pt x="2429" y="1867"/>
                    <a:pt x="2831" y="1133"/>
                    <a:pt x="3289" y="1122"/>
                  </a:cubicBezTo>
                  <a:cubicBezTo>
                    <a:pt x="3321" y="1121"/>
                    <a:pt x="3354" y="1121"/>
                    <a:pt x="3387" y="1121"/>
                  </a:cubicBezTo>
                  <a:cubicBezTo>
                    <a:pt x="3666" y="1121"/>
                    <a:pt x="3945" y="1133"/>
                    <a:pt x="4222" y="1133"/>
                  </a:cubicBezTo>
                  <a:cubicBezTo>
                    <a:pt x="4384" y="1133"/>
                    <a:pt x="4544" y="1129"/>
                    <a:pt x="4704" y="1116"/>
                  </a:cubicBezTo>
                  <a:cubicBezTo>
                    <a:pt x="5461" y="1051"/>
                    <a:pt x="6071" y="702"/>
                    <a:pt x="64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39"/>
            <p:cNvSpPr/>
            <p:nvPr/>
          </p:nvSpPr>
          <p:spPr>
            <a:xfrm rot="-937699">
              <a:off x="3038606" y="3017780"/>
              <a:ext cx="280275" cy="161350"/>
            </a:xfrm>
            <a:custGeom>
              <a:rect b="b" l="l" r="r" t="t"/>
              <a:pathLst>
                <a:path extrusionOk="0" h="2453" w="4261">
                  <a:moveTo>
                    <a:pt x="145" y="1"/>
                  </a:moveTo>
                  <a:cubicBezTo>
                    <a:pt x="88" y="1"/>
                    <a:pt x="41" y="18"/>
                    <a:pt x="28" y="89"/>
                  </a:cubicBezTo>
                  <a:cubicBezTo>
                    <a:pt x="1" y="231"/>
                    <a:pt x="175" y="263"/>
                    <a:pt x="284" y="280"/>
                  </a:cubicBezTo>
                  <a:cubicBezTo>
                    <a:pt x="556" y="340"/>
                    <a:pt x="790" y="498"/>
                    <a:pt x="905" y="710"/>
                  </a:cubicBezTo>
                  <a:cubicBezTo>
                    <a:pt x="1313" y="1467"/>
                    <a:pt x="2042" y="1848"/>
                    <a:pt x="2696" y="2316"/>
                  </a:cubicBezTo>
                  <a:cubicBezTo>
                    <a:pt x="2839" y="2420"/>
                    <a:pt x="3006" y="2453"/>
                    <a:pt x="3180" y="2453"/>
                  </a:cubicBezTo>
                  <a:cubicBezTo>
                    <a:pt x="3323" y="2453"/>
                    <a:pt x="3470" y="2431"/>
                    <a:pt x="3610" y="2408"/>
                  </a:cubicBezTo>
                  <a:cubicBezTo>
                    <a:pt x="3572" y="2163"/>
                    <a:pt x="3578" y="1918"/>
                    <a:pt x="3616" y="1641"/>
                  </a:cubicBezTo>
                  <a:cubicBezTo>
                    <a:pt x="3762" y="1724"/>
                    <a:pt x="3878" y="1783"/>
                    <a:pt x="4012" y="1783"/>
                  </a:cubicBezTo>
                  <a:cubicBezTo>
                    <a:pt x="4018" y="1783"/>
                    <a:pt x="4023" y="1783"/>
                    <a:pt x="4029" y="1782"/>
                  </a:cubicBezTo>
                  <a:cubicBezTo>
                    <a:pt x="4038" y="1783"/>
                    <a:pt x="4047" y="1783"/>
                    <a:pt x="4055" y="1783"/>
                  </a:cubicBezTo>
                  <a:cubicBezTo>
                    <a:pt x="4248" y="1783"/>
                    <a:pt x="4261" y="1662"/>
                    <a:pt x="4198" y="1510"/>
                  </a:cubicBezTo>
                  <a:cubicBezTo>
                    <a:pt x="4168" y="1436"/>
                    <a:pt x="4116" y="1305"/>
                    <a:pt x="4051" y="1305"/>
                  </a:cubicBezTo>
                  <a:cubicBezTo>
                    <a:pt x="4036" y="1305"/>
                    <a:pt x="4019" y="1312"/>
                    <a:pt x="4002" y="1330"/>
                  </a:cubicBezTo>
                  <a:cubicBezTo>
                    <a:pt x="3917" y="1416"/>
                    <a:pt x="3854" y="1448"/>
                    <a:pt x="3805" y="1448"/>
                  </a:cubicBezTo>
                  <a:cubicBezTo>
                    <a:pt x="3681" y="1448"/>
                    <a:pt x="3646" y="1244"/>
                    <a:pt x="3572" y="1162"/>
                  </a:cubicBezTo>
                  <a:cubicBezTo>
                    <a:pt x="3420" y="988"/>
                    <a:pt x="3262" y="851"/>
                    <a:pt x="3033" y="786"/>
                  </a:cubicBezTo>
                  <a:cubicBezTo>
                    <a:pt x="2881" y="737"/>
                    <a:pt x="2723" y="677"/>
                    <a:pt x="2581" y="596"/>
                  </a:cubicBezTo>
                  <a:cubicBezTo>
                    <a:pt x="1963" y="216"/>
                    <a:pt x="1300" y="10"/>
                    <a:pt x="587" y="10"/>
                  </a:cubicBezTo>
                  <a:cubicBezTo>
                    <a:pt x="503" y="10"/>
                    <a:pt x="418" y="13"/>
                    <a:pt x="333" y="19"/>
                  </a:cubicBezTo>
                  <a:cubicBezTo>
                    <a:pt x="330" y="19"/>
                    <a:pt x="326" y="19"/>
                    <a:pt x="322" y="19"/>
                  </a:cubicBezTo>
                  <a:cubicBezTo>
                    <a:pt x="270" y="19"/>
                    <a:pt x="203" y="1"/>
                    <a:pt x="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8" name="Google Shape;2188;p39"/>
            <p:cNvSpPr/>
            <p:nvPr/>
          </p:nvSpPr>
          <p:spPr>
            <a:xfrm rot="-937699">
              <a:off x="36469" y="2237445"/>
              <a:ext cx="583374" cy="523781"/>
            </a:xfrm>
            <a:custGeom>
              <a:rect b="b" l="l" r="r" t="t"/>
              <a:pathLst>
                <a:path extrusionOk="0" h="7963" w="8869">
                  <a:moveTo>
                    <a:pt x="7605" y="1"/>
                  </a:moveTo>
                  <a:cubicBezTo>
                    <a:pt x="7203" y="317"/>
                    <a:pt x="7164" y="801"/>
                    <a:pt x="7518" y="1144"/>
                  </a:cubicBezTo>
                  <a:cubicBezTo>
                    <a:pt x="7807" y="1416"/>
                    <a:pt x="8095" y="1683"/>
                    <a:pt x="8389" y="1955"/>
                  </a:cubicBezTo>
                  <a:cubicBezTo>
                    <a:pt x="8308" y="2032"/>
                    <a:pt x="8215" y="2097"/>
                    <a:pt x="8172" y="2184"/>
                  </a:cubicBezTo>
                  <a:cubicBezTo>
                    <a:pt x="8078" y="2372"/>
                    <a:pt x="7968" y="2456"/>
                    <a:pt x="7800" y="2456"/>
                  </a:cubicBezTo>
                  <a:cubicBezTo>
                    <a:pt x="7744" y="2456"/>
                    <a:pt x="7681" y="2447"/>
                    <a:pt x="7611" y="2429"/>
                  </a:cubicBezTo>
                  <a:cubicBezTo>
                    <a:pt x="7551" y="2414"/>
                    <a:pt x="7491" y="2407"/>
                    <a:pt x="7431" y="2407"/>
                  </a:cubicBezTo>
                  <a:cubicBezTo>
                    <a:pt x="7210" y="2407"/>
                    <a:pt x="6997" y="2507"/>
                    <a:pt x="6838" y="2674"/>
                  </a:cubicBezTo>
                  <a:cubicBezTo>
                    <a:pt x="6473" y="3060"/>
                    <a:pt x="5989" y="3158"/>
                    <a:pt x="5510" y="3251"/>
                  </a:cubicBezTo>
                  <a:cubicBezTo>
                    <a:pt x="4834" y="3382"/>
                    <a:pt x="4644" y="3545"/>
                    <a:pt x="4584" y="4236"/>
                  </a:cubicBezTo>
                  <a:cubicBezTo>
                    <a:pt x="4568" y="4449"/>
                    <a:pt x="4491" y="4574"/>
                    <a:pt x="4323" y="4688"/>
                  </a:cubicBezTo>
                  <a:cubicBezTo>
                    <a:pt x="4100" y="4835"/>
                    <a:pt x="3806" y="4933"/>
                    <a:pt x="3702" y="5194"/>
                  </a:cubicBezTo>
                  <a:cubicBezTo>
                    <a:pt x="3588" y="5483"/>
                    <a:pt x="3386" y="5565"/>
                    <a:pt x="3114" y="5597"/>
                  </a:cubicBezTo>
                  <a:cubicBezTo>
                    <a:pt x="2967" y="5619"/>
                    <a:pt x="2826" y="5690"/>
                    <a:pt x="2679" y="5739"/>
                  </a:cubicBezTo>
                  <a:cubicBezTo>
                    <a:pt x="2118" y="5929"/>
                    <a:pt x="1644" y="6289"/>
                    <a:pt x="1105" y="6512"/>
                  </a:cubicBezTo>
                  <a:cubicBezTo>
                    <a:pt x="545" y="6746"/>
                    <a:pt x="256" y="7182"/>
                    <a:pt x="55" y="7715"/>
                  </a:cubicBezTo>
                  <a:cubicBezTo>
                    <a:pt x="27" y="7797"/>
                    <a:pt x="0" y="7895"/>
                    <a:pt x="71" y="7944"/>
                  </a:cubicBezTo>
                  <a:cubicBezTo>
                    <a:pt x="88" y="7957"/>
                    <a:pt x="104" y="7963"/>
                    <a:pt x="120" y="7963"/>
                  </a:cubicBezTo>
                  <a:cubicBezTo>
                    <a:pt x="174" y="7963"/>
                    <a:pt x="222" y="7897"/>
                    <a:pt x="272" y="7867"/>
                  </a:cubicBezTo>
                  <a:cubicBezTo>
                    <a:pt x="697" y="7644"/>
                    <a:pt x="1040" y="7274"/>
                    <a:pt x="1514" y="7154"/>
                  </a:cubicBezTo>
                  <a:cubicBezTo>
                    <a:pt x="1911" y="7051"/>
                    <a:pt x="2319" y="6996"/>
                    <a:pt x="2717" y="6926"/>
                  </a:cubicBezTo>
                  <a:cubicBezTo>
                    <a:pt x="2766" y="6893"/>
                    <a:pt x="2847" y="6866"/>
                    <a:pt x="2853" y="6828"/>
                  </a:cubicBezTo>
                  <a:cubicBezTo>
                    <a:pt x="2858" y="6762"/>
                    <a:pt x="2771" y="6757"/>
                    <a:pt x="2722" y="6746"/>
                  </a:cubicBezTo>
                  <a:cubicBezTo>
                    <a:pt x="2667" y="6735"/>
                    <a:pt x="2611" y="6730"/>
                    <a:pt x="2555" y="6730"/>
                  </a:cubicBezTo>
                  <a:cubicBezTo>
                    <a:pt x="2472" y="6730"/>
                    <a:pt x="2387" y="6741"/>
                    <a:pt x="2303" y="6757"/>
                  </a:cubicBezTo>
                  <a:cubicBezTo>
                    <a:pt x="1661" y="6866"/>
                    <a:pt x="1029" y="7007"/>
                    <a:pt x="457" y="7454"/>
                  </a:cubicBezTo>
                  <a:cubicBezTo>
                    <a:pt x="474" y="7149"/>
                    <a:pt x="632" y="7029"/>
                    <a:pt x="790" y="6947"/>
                  </a:cubicBezTo>
                  <a:cubicBezTo>
                    <a:pt x="1595" y="6539"/>
                    <a:pt x="2341" y="6006"/>
                    <a:pt x="3234" y="5782"/>
                  </a:cubicBezTo>
                  <a:cubicBezTo>
                    <a:pt x="3403" y="5744"/>
                    <a:pt x="3582" y="5701"/>
                    <a:pt x="3702" y="5559"/>
                  </a:cubicBezTo>
                  <a:cubicBezTo>
                    <a:pt x="3931" y="5282"/>
                    <a:pt x="4230" y="5086"/>
                    <a:pt x="4535" y="4911"/>
                  </a:cubicBezTo>
                  <a:cubicBezTo>
                    <a:pt x="4758" y="4781"/>
                    <a:pt x="4900" y="4585"/>
                    <a:pt x="4900" y="4345"/>
                  </a:cubicBezTo>
                  <a:cubicBezTo>
                    <a:pt x="4905" y="3752"/>
                    <a:pt x="5123" y="3714"/>
                    <a:pt x="5635" y="3605"/>
                  </a:cubicBezTo>
                  <a:cubicBezTo>
                    <a:pt x="6038" y="3512"/>
                    <a:pt x="6484" y="3480"/>
                    <a:pt x="6805" y="3169"/>
                  </a:cubicBezTo>
                  <a:cubicBezTo>
                    <a:pt x="7043" y="2943"/>
                    <a:pt x="7293" y="2815"/>
                    <a:pt x="7584" y="2815"/>
                  </a:cubicBezTo>
                  <a:cubicBezTo>
                    <a:pt x="7692" y="2815"/>
                    <a:pt x="7806" y="2833"/>
                    <a:pt x="7927" y="2870"/>
                  </a:cubicBezTo>
                  <a:cubicBezTo>
                    <a:pt x="7966" y="2881"/>
                    <a:pt x="8005" y="2887"/>
                    <a:pt x="8043" y="2887"/>
                  </a:cubicBezTo>
                  <a:cubicBezTo>
                    <a:pt x="8184" y="2887"/>
                    <a:pt x="8303" y="2804"/>
                    <a:pt x="8308" y="2619"/>
                  </a:cubicBezTo>
                  <a:cubicBezTo>
                    <a:pt x="8308" y="2385"/>
                    <a:pt x="8444" y="2287"/>
                    <a:pt x="8623" y="2206"/>
                  </a:cubicBezTo>
                  <a:cubicBezTo>
                    <a:pt x="8868" y="2097"/>
                    <a:pt x="8852" y="1939"/>
                    <a:pt x="8651" y="1819"/>
                  </a:cubicBezTo>
                  <a:cubicBezTo>
                    <a:pt x="8329" y="1634"/>
                    <a:pt x="8090" y="1356"/>
                    <a:pt x="7791" y="1155"/>
                  </a:cubicBezTo>
                  <a:cubicBezTo>
                    <a:pt x="7311" y="828"/>
                    <a:pt x="7273" y="556"/>
                    <a:pt x="7654" y="104"/>
                  </a:cubicBezTo>
                  <a:cubicBezTo>
                    <a:pt x="7736" y="12"/>
                    <a:pt x="7649" y="23"/>
                    <a:pt x="76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39"/>
            <p:cNvSpPr/>
            <p:nvPr/>
          </p:nvSpPr>
          <p:spPr>
            <a:xfrm rot="-937699">
              <a:off x="1435961" y="3672953"/>
              <a:ext cx="406501" cy="444059"/>
            </a:xfrm>
            <a:custGeom>
              <a:rect b="b" l="l" r="r" t="t"/>
              <a:pathLst>
                <a:path extrusionOk="0" h="6751" w="6180">
                  <a:moveTo>
                    <a:pt x="6179" y="1"/>
                  </a:moveTo>
                  <a:lnTo>
                    <a:pt x="6179" y="1"/>
                  </a:lnTo>
                  <a:cubicBezTo>
                    <a:pt x="5678" y="6"/>
                    <a:pt x="5281" y="246"/>
                    <a:pt x="4911" y="518"/>
                  </a:cubicBezTo>
                  <a:cubicBezTo>
                    <a:pt x="4377" y="910"/>
                    <a:pt x="3762" y="1144"/>
                    <a:pt x="3207" y="1492"/>
                  </a:cubicBezTo>
                  <a:cubicBezTo>
                    <a:pt x="2967" y="1645"/>
                    <a:pt x="2690" y="1683"/>
                    <a:pt x="2401" y="1694"/>
                  </a:cubicBezTo>
                  <a:cubicBezTo>
                    <a:pt x="2373" y="1695"/>
                    <a:pt x="2345" y="1695"/>
                    <a:pt x="2318" y="1695"/>
                  </a:cubicBezTo>
                  <a:cubicBezTo>
                    <a:pt x="1584" y="1695"/>
                    <a:pt x="934" y="1420"/>
                    <a:pt x="300" y="1095"/>
                  </a:cubicBezTo>
                  <a:cubicBezTo>
                    <a:pt x="233" y="1062"/>
                    <a:pt x="177" y="986"/>
                    <a:pt x="109" y="986"/>
                  </a:cubicBezTo>
                  <a:cubicBezTo>
                    <a:pt x="76" y="986"/>
                    <a:pt x="41" y="1004"/>
                    <a:pt x="0" y="1051"/>
                  </a:cubicBezTo>
                  <a:cubicBezTo>
                    <a:pt x="676" y="1736"/>
                    <a:pt x="1381" y="2033"/>
                    <a:pt x="2104" y="2033"/>
                  </a:cubicBezTo>
                  <a:cubicBezTo>
                    <a:pt x="2790" y="2033"/>
                    <a:pt x="3493" y="1766"/>
                    <a:pt x="4203" y="1307"/>
                  </a:cubicBezTo>
                  <a:lnTo>
                    <a:pt x="4203" y="1307"/>
                  </a:lnTo>
                  <a:cubicBezTo>
                    <a:pt x="3898" y="3126"/>
                    <a:pt x="3577" y="4895"/>
                    <a:pt x="3610" y="6708"/>
                  </a:cubicBezTo>
                  <a:cubicBezTo>
                    <a:pt x="3662" y="6738"/>
                    <a:pt x="3700" y="6751"/>
                    <a:pt x="3729" y="6751"/>
                  </a:cubicBezTo>
                  <a:cubicBezTo>
                    <a:pt x="3838" y="6751"/>
                    <a:pt x="3802" y="6569"/>
                    <a:pt x="3811" y="6517"/>
                  </a:cubicBezTo>
                  <a:cubicBezTo>
                    <a:pt x="3865" y="6185"/>
                    <a:pt x="3887" y="5848"/>
                    <a:pt x="3931" y="5510"/>
                  </a:cubicBezTo>
                  <a:cubicBezTo>
                    <a:pt x="4007" y="4895"/>
                    <a:pt x="4110" y="4285"/>
                    <a:pt x="4176" y="3664"/>
                  </a:cubicBezTo>
                  <a:cubicBezTo>
                    <a:pt x="4257" y="2853"/>
                    <a:pt x="4421" y="2048"/>
                    <a:pt x="4535" y="1236"/>
                  </a:cubicBezTo>
                  <a:cubicBezTo>
                    <a:pt x="4551" y="1111"/>
                    <a:pt x="4655" y="1073"/>
                    <a:pt x="4742" y="1019"/>
                  </a:cubicBezTo>
                  <a:cubicBezTo>
                    <a:pt x="5167" y="746"/>
                    <a:pt x="5591" y="474"/>
                    <a:pt x="6016" y="197"/>
                  </a:cubicBezTo>
                  <a:cubicBezTo>
                    <a:pt x="6081" y="159"/>
                    <a:pt x="6163" y="126"/>
                    <a:pt x="6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39"/>
            <p:cNvSpPr/>
            <p:nvPr/>
          </p:nvSpPr>
          <p:spPr>
            <a:xfrm rot="-937699">
              <a:off x="387729" y="3189956"/>
              <a:ext cx="354932" cy="717691"/>
            </a:xfrm>
            <a:custGeom>
              <a:rect b="b" l="l" r="r" t="t"/>
              <a:pathLst>
                <a:path extrusionOk="0" h="10911" w="5396">
                  <a:moveTo>
                    <a:pt x="5281" y="1"/>
                  </a:moveTo>
                  <a:lnTo>
                    <a:pt x="5281" y="1"/>
                  </a:lnTo>
                  <a:cubicBezTo>
                    <a:pt x="5199" y="50"/>
                    <a:pt x="5112" y="94"/>
                    <a:pt x="5047" y="153"/>
                  </a:cubicBezTo>
                  <a:cubicBezTo>
                    <a:pt x="2826" y="2075"/>
                    <a:pt x="1263" y="4416"/>
                    <a:pt x="528" y="7280"/>
                  </a:cubicBezTo>
                  <a:cubicBezTo>
                    <a:pt x="273" y="8265"/>
                    <a:pt x="0" y="9250"/>
                    <a:pt x="44" y="10285"/>
                  </a:cubicBezTo>
                  <a:cubicBezTo>
                    <a:pt x="55" y="10502"/>
                    <a:pt x="60" y="10720"/>
                    <a:pt x="262" y="10911"/>
                  </a:cubicBezTo>
                  <a:lnTo>
                    <a:pt x="262" y="10132"/>
                  </a:lnTo>
                  <a:cubicBezTo>
                    <a:pt x="256" y="10023"/>
                    <a:pt x="234" y="9914"/>
                    <a:pt x="256" y="9816"/>
                  </a:cubicBezTo>
                  <a:cubicBezTo>
                    <a:pt x="539" y="8406"/>
                    <a:pt x="757" y="6980"/>
                    <a:pt x="1350" y="5646"/>
                  </a:cubicBezTo>
                  <a:cubicBezTo>
                    <a:pt x="2238" y="3643"/>
                    <a:pt x="3446" y="1879"/>
                    <a:pt x="5090" y="420"/>
                  </a:cubicBezTo>
                  <a:cubicBezTo>
                    <a:pt x="5210" y="317"/>
                    <a:pt x="5395" y="219"/>
                    <a:pt x="52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39"/>
            <p:cNvSpPr/>
            <p:nvPr/>
          </p:nvSpPr>
          <p:spPr>
            <a:xfrm rot="-937699">
              <a:off x="1754341" y="2310349"/>
              <a:ext cx="201343" cy="614224"/>
            </a:xfrm>
            <a:custGeom>
              <a:rect b="b" l="l" r="r" t="t"/>
              <a:pathLst>
                <a:path extrusionOk="0" h="9338" w="3061">
                  <a:moveTo>
                    <a:pt x="3060" y="1"/>
                  </a:moveTo>
                  <a:lnTo>
                    <a:pt x="3060" y="1"/>
                  </a:lnTo>
                  <a:cubicBezTo>
                    <a:pt x="3028" y="17"/>
                    <a:pt x="2973" y="28"/>
                    <a:pt x="2973" y="44"/>
                  </a:cubicBezTo>
                  <a:cubicBezTo>
                    <a:pt x="2881" y="545"/>
                    <a:pt x="2565" y="877"/>
                    <a:pt x="2168" y="1155"/>
                  </a:cubicBezTo>
                  <a:cubicBezTo>
                    <a:pt x="1291" y="1759"/>
                    <a:pt x="866" y="2636"/>
                    <a:pt x="627" y="3637"/>
                  </a:cubicBezTo>
                  <a:cubicBezTo>
                    <a:pt x="572" y="3861"/>
                    <a:pt x="616" y="4111"/>
                    <a:pt x="480" y="4318"/>
                  </a:cubicBezTo>
                  <a:cubicBezTo>
                    <a:pt x="126" y="4835"/>
                    <a:pt x="50" y="5429"/>
                    <a:pt x="33" y="6027"/>
                  </a:cubicBezTo>
                  <a:cubicBezTo>
                    <a:pt x="1" y="7127"/>
                    <a:pt x="257" y="8189"/>
                    <a:pt x="480" y="9256"/>
                  </a:cubicBezTo>
                  <a:cubicBezTo>
                    <a:pt x="507" y="9283"/>
                    <a:pt x="540" y="9310"/>
                    <a:pt x="572" y="9337"/>
                  </a:cubicBezTo>
                  <a:cubicBezTo>
                    <a:pt x="572" y="9305"/>
                    <a:pt x="578" y="9272"/>
                    <a:pt x="578" y="9245"/>
                  </a:cubicBezTo>
                  <a:cubicBezTo>
                    <a:pt x="513" y="8869"/>
                    <a:pt x="453" y="8499"/>
                    <a:pt x="464" y="8118"/>
                  </a:cubicBezTo>
                  <a:cubicBezTo>
                    <a:pt x="453" y="7622"/>
                    <a:pt x="453" y="7132"/>
                    <a:pt x="431" y="6637"/>
                  </a:cubicBezTo>
                  <a:cubicBezTo>
                    <a:pt x="398" y="5880"/>
                    <a:pt x="513" y="5129"/>
                    <a:pt x="730" y="4416"/>
                  </a:cubicBezTo>
                  <a:cubicBezTo>
                    <a:pt x="1084" y="3251"/>
                    <a:pt x="1525" y="2124"/>
                    <a:pt x="2462" y="1253"/>
                  </a:cubicBezTo>
                  <a:cubicBezTo>
                    <a:pt x="2804" y="943"/>
                    <a:pt x="3022" y="496"/>
                    <a:pt x="30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39"/>
            <p:cNvSpPr/>
            <p:nvPr/>
          </p:nvSpPr>
          <p:spPr>
            <a:xfrm rot="-937699">
              <a:off x="1652812" y="3871375"/>
              <a:ext cx="272579" cy="422550"/>
            </a:xfrm>
            <a:custGeom>
              <a:rect b="b" l="l" r="r" t="t"/>
              <a:pathLst>
                <a:path extrusionOk="0" h="6424" w="4144">
                  <a:moveTo>
                    <a:pt x="4003" y="0"/>
                  </a:moveTo>
                  <a:cubicBezTo>
                    <a:pt x="3947" y="0"/>
                    <a:pt x="3889" y="30"/>
                    <a:pt x="3833" y="69"/>
                  </a:cubicBezTo>
                  <a:cubicBezTo>
                    <a:pt x="3430" y="335"/>
                    <a:pt x="3017" y="1179"/>
                    <a:pt x="3169" y="1609"/>
                  </a:cubicBezTo>
                  <a:cubicBezTo>
                    <a:pt x="3403" y="2252"/>
                    <a:pt x="3414" y="2921"/>
                    <a:pt x="3485" y="3580"/>
                  </a:cubicBezTo>
                  <a:cubicBezTo>
                    <a:pt x="3539" y="4059"/>
                    <a:pt x="3517" y="4544"/>
                    <a:pt x="3398" y="5012"/>
                  </a:cubicBezTo>
                  <a:cubicBezTo>
                    <a:pt x="3295" y="5426"/>
                    <a:pt x="2319" y="6155"/>
                    <a:pt x="1877" y="6155"/>
                  </a:cubicBezTo>
                  <a:cubicBezTo>
                    <a:pt x="1872" y="6155"/>
                    <a:pt x="1867" y="6155"/>
                    <a:pt x="1862" y="6155"/>
                  </a:cubicBezTo>
                  <a:cubicBezTo>
                    <a:pt x="1699" y="6150"/>
                    <a:pt x="1454" y="6155"/>
                    <a:pt x="1411" y="5986"/>
                  </a:cubicBezTo>
                  <a:cubicBezTo>
                    <a:pt x="1362" y="5818"/>
                    <a:pt x="1574" y="5698"/>
                    <a:pt x="1721" y="5605"/>
                  </a:cubicBezTo>
                  <a:cubicBezTo>
                    <a:pt x="1846" y="5524"/>
                    <a:pt x="1988" y="5453"/>
                    <a:pt x="2145" y="5447"/>
                  </a:cubicBezTo>
                  <a:cubicBezTo>
                    <a:pt x="2249" y="5447"/>
                    <a:pt x="2341" y="5420"/>
                    <a:pt x="2418" y="5279"/>
                  </a:cubicBezTo>
                  <a:cubicBezTo>
                    <a:pt x="2341" y="5264"/>
                    <a:pt x="2267" y="5257"/>
                    <a:pt x="2196" y="5257"/>
                  </a:cubicBezTo>
                  <a:cubicBezTo>
                    <a:pt x="1925" y="5257"/>
                    <a:pt x="1697" y="5357"/>
                    <a:pt x="1503" y="5513"/>
                  </a:cubicBezTo>
                  <a:cubicBezTo>
                    <a:pt x="1276" y="5698"/>
                    <a:pt x="1107" y="5794"/>
                    <a:pt x="944" y="5794"/>
                  </a:cubicBezTo>
                  <a:cubicBezTo>
                    <a:pt x="767" y="5794"/>
                    <a:pt x="598" y="5680"/>
                    <a:pt x="371" y="5442"/>
                  </a:cubicBezTo>
                  <a:cubicBezTo>
                    <a:pt x="338" y="5407"/>
                    <a:pt x="308" y="5395"/>
                    <a:pt x="280" y="5395"/>
                  </a:cubicBezTo>
                  <a:cubicBezTo>
                    <a:pt x="224" y="5395"/>
                    <a:pt x="175" y="5444"/>
                    <a:pt x="120" y="5458"/>
                  </a:cubicBezTo>
                  <a:cubicBezTo>
                    <a:pt x="1" y="5578"/>
                    <a:pt x="28" y="5654"/>
                    <a:pt x="164" y="5763"/>
                  </a:cubicBezTo>
                  <a:cubicBezTo>
                    <a:pt x="523" y="6046"/>
                    <a:pt x="1029" y="6046"/>
                    <a:pt x="1345" y="6405"/>
                  </a:cubicBezTo>
                  <a:cubicBezTo>
                    <a:pt x="1357" y="6419"/>
                    <a:pt x="1383" y="6423"/>
                    <a:pt x="1414" y="6423"/>
                  </a:cubicBezTo>
                  <a:cubicBezTo>
                    <a:pt x="1455" y="6423"/>
                    <a:pt x="1506" y="6416"/>
                    <a:pt x="1547" y="6416"/>
                  </a:cubicBezTo>
                  <a:cubicBezTo>
                    <a:pt x="2096" y="6411"/>
                    <a:pt x="2548" y="6139"/>
                    <a:pt x="3000" y="5867"/>
                  </a:cubicBezTo>
                  <a:cubicBezTo>
                    <a:pt x="3370" y="5643"/>
                    <a:pt x="3583" y="5328"/>
                    <a:pt x="3643" y="4908"/>
                  </a:cubicBezTo>
                  <a:cubicBezTo>
                    <a:pt x="3790" y="3858"/>
                    <a:pt x="3697" y="2823"/>
                    <a:pt x="3468" y="1794"/>
                  </a:cubicBezTo>
                  <a:cubicBezTo>
                    <a:pt x="3408" y="1539"/>
                    <a:pt x="3278" y="1283"/>
                    <a:pt x="3419" y="1011"/>
                  </a:cubicBezTo>
                  <a:cubicBezTo>
                    <a:pt x="3604" y="657"/>
                    <a:pt x="3795" y="308"/>
                    <a:pt x="4143" y="80"/>
                  </a:cubicBezTo>
                  <a:cubicBezTo>
                    <a:pt x="4098" y="22"/>
                    <a:pt x="4051" y="0"/>
                    <a:pt x="40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39"/>
            <p:cNvSpPr/>
            <p:nvPr/>
          </p:nvSpPr>
          <p:spPr>
            <a:xfrm rot="-937699">
              <a:off x="925417" y="3831635"/>
              <a:ext cx="471685" cy="279946"/>
            </a:xfrm>
            <a:custGeom>
              <a:rect b="b" l="l" r="r" t="t"/>
              <a:pathLst>
                <a:path extrusionOk="0" h="4256" w="7171">
                  <a:moveTo>
                    <a:pt x="6739" y="0"/>
                  </a:moveTo>
                  <a:cubicBezTo>
                    <a:pt x="6681" y="0"/>
                    <a:pt x="6622" y="7"/>
                    <a:pt x="6566" y="19"/>
                  </a:cubicBezTo>
                  <a:cubicBezTo>
                    <a:pt x="5722" y="188"/>
                    <a:pt x="4862" y="351"/>
                    <a:pt x="4503" y="1304"/>
                  </a:cubicBezTo>
                  <a:cubicBezTo>
                    <a:pt x="4486" y="1347"/>
                    <a:pt x="4459" y="1391"/>
                    <a:pt x="4426" y="1423"/>
                  </a:cubicBezTo>
                  <a:cubicBezTo>
                    <a:pt x="3751" y="2234"/>
                    <a:pt x="3076" y="3046"/>
                    <a:pt x="2341" y="3808"/>
                  </a:cubicBezTo>
                  <a:cubicBezTo>
                    <a:pt x="2240" y="3914"/>
                    <a:pt x="2129" y="4031"/>
                    <a:pt x="1971" y="4031"/>
                  </a:cubicBezTo>
                  <a:cubicBezTo>
                    <a:pt x="1967" y="4031"/>
                    <a:pt x="1964" y="4031"/>
                    <a:pt x="1960" y="4031"/>
                  </a:cubicBezTo>
                  <a:cubicBezTo>
                    <a:pt x="1498" y="4009"/>
                    <a:pt x="1035" y="3977"/>
                    <a:pt x="561" y="3949"/>
                  </a:cubicBezTo>
                  <a:cubicBezTo>
                    <a:pt x="621" y="3824"/>
                    <a:pt x="670" y="3737"/>
                    <a:pt x="708" y="3639"/>
                  </a:cubicBezTo>
                  <a:cubicBezTo>
                    <a:pt x="741" y="3536"/>
                    <a:pt x="686" y="3448"/>
                    <a:pt x="610" y="3389"/>
                  </a:cubicBezTo>
                  <a:cubicBezTo>
                    <a:pt x="594" y="3377"/>
                    <a:pt x="580" y="3372"/>
                    <a:pt x="567" y="3372"/>
                  </a:cubicBezTo>
                  <a:cubicBezTo>
                    <a:pt x="515" y="3372"/>
                    <a:pt x="495" y="3457"/>
                    <a:pt x="447" y="3470"/>
                  </a:cubicBezTo>
                  <a:cubicBezTo>
                    <a:pt x="447" y="3612"/>
                    <a:pt x="387" y="3710"/>
                    <a:pt x="273" y="3797"/>
                  </a:cubicBezTo>
                  <a:cubicBezTo>
                    <a:pt x="180" y="3873"/>
                    <a:pt x="0" y="3944"/>
                    <a:pt x="55" y="4080"/>
                  </a:cubicBezTo>
                  <a:cubicBezTo>
                    <a:pt x="109" y="4227"/>
                    <a:pt x="300" y="4243"/>
                    <a:pt x="452" y="4243"/>
                  </a:cubicBezTo>
                  <a:cubicBezTo>
                    <a:pt x="714" y="4243"/>
                    <a:pt x="977" y="4236"/>
                    <a:pt x="1239" y="4236"/>
                  </a:cubicBezTo>
                  <a:cubicBezTo>
                    <a:pt x="1435" y="4236"/>
                    <a:pt x="1631" y="4240"/>
                    <a:pt x="1824" y="4254"/>
                  </a:cubicBezTo>
                  <a:cubicBezTo>
                    <a:pt x="1844" y="4255"/>
                    <a:pt x="1864" y="4256"/>
                    <a:pt x="1884" y="4256"/>
                  </a:cubicBezTo>
                  <a:cubicBezTo>
                    <a:pt x="2146" y="4256"/>
                    <a:pt x="2332" y="4154"/>
                    <a:pt x="2505" y="3971"/>
                  </a:cubicBezTo>
                  <a:cubicBezTo>
                    <a:pt x="2918" y="3541"/>
                    <a:pt x="3392" y="3149"/>
                    <a:pt x="3735" y="2665"/>
                  </a:cubicBezTo>
                  <a:cubicBezTo>
                    <a:pt x="4105" y="2147"/>
                    <a:pt x="4617" y="1728"/>
                    <a:pt x="4884" y="1129"/>
                  </a:cubicBezTo>
                  <a:cubicBezTo>
                    <a:pt x="5009" y="846"/>
                    <a:pt x="5265" y="705"/>
                    <a:pt x="5537" y="574"/>
                  </a:cubicBezTo>
                  <a:cubicBezTo>
                    <a:pt x="6054" y="318"/>
                    <a:pt x="6615" y="296"/>
                    <a:pt x="7170" y="209"/>
                  </a:cubicBezTo>
                  <a:cubicBezTo>
                    <a:pt x="7058" y="53"/>
                    <a:pt x="6899" y="0"/>
                    <a:pt x="67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39"/>
            <p:cNvSpPr/>
            <p:nvPr/>
          </p:nvSpPr>
          <p:spPr>
            <a:xfrm rot="-937699">
              <a:off x="402623" y="2624723"/>
              <a:ext cx="482473" cy="111229"/>
            </a:xfrm>
            <a:custGeom>
              <a:rect b="b" l="l" r="r" t="t"/>
              <a:pathLst>
                <a:path extrusionOk="0" h="1691" w="7335">
                  <a:moveTo>
                    <a:pt x="305" y="1"/>
                  </a:moveTo>
                  <a:cubicBezTo>
                    <a:pt x="270" y="1"/>
                    <a:pt x="234" y="2"/>
                    <a:pt x="197" y="5"/>
                  </a:cubicBezTo>
                  <a:cubicBezTo>
                    <a:pt x="188" y="5"/>
                    <a:pt x="177" y="5"/>
                    <a:pt x="167" y="5"/>
                  </a:cubicBezTo>
                  <a:cubicBezTo>
                    <a:pt x="156" y="5"/>
                    <a:pt x="145" y="5"/>
                    <a:pt x="135" y="5"/>
                  </a:cubicBezTo>
                  <a:cubicBezTo>
                    <a:pt x="61" y="5"/>
                    <a:pt x="1" y="13"/>
                    <a:pt x="56" y="141"/>
                  </a:cubicBezTo>
                  <a:cubicBezTo>
                    <a:pt x="578" y="293"/>
                    <a:pt x="1101" y="429"/>
                    <a:pt x="1569" y="718"/>
                  </a:cubicBezTo>
                  <a:cubicBezTo>
                    <a:pt x="1999" y="990"/>
                    <a:pt x="2440" y="1240"/>
                    <a:pt x="2876" y="1496"/>
                  </a:cubicBezTo>
                  <a:cubicBezTo>
                    <a:pt x="3207" y="1602"/>
                    <a:pt x="3538" y="1690"/>
                    <a:pt x="3875" y="1690"/>
                  </a:cubicBezTo>
                  <a:cubicBezTo>
                    <a:pt x="4043" y="1690"/>
                    <a:pt x="4212" y="1668"/>
                    <a:pt x="4384" y="1616"/>
                  </a:cubicBezTo>
                  <a:cubicBezTo>
                    <a:pt x="4897" y="1456"/>
                    <a:pt x="5423" y="1413"/>
                    <a:pt x="5959" y="1413"/>
                  </a:cubicBezTo>
                  <a:cubicBezTo>
                    <a:pt x="6025" y="1413"/>
                    <a:pt x="6092" y="1413"/>
                    <a:pt x="6159" y="1415"/>
                  </a:cubicBezTo>
                  <a:cubicBezTo>
                    <a:pt x="6289" y="1416"/>
                    <a:pt x="6420" y="1417"/>
                    <a:pt x="6550" y="1417"/>
                  </a:cubicBezTo>
                  <a:cubicBezTo>
                    <a:pt x="6812" y="1417"/>
                    <a:pt x="7073" y="1415"/>
                    <a:pt x="7334" y="1415"/>
                  </a:cubicBezTo>
                  <a:cubicBezTo>
                    <a:pt x="6876" y="1185"/>
                    <a:pt x="6392" y="1085"/>
                    <a:pt x="5911" y="1085"/>
                  </a:cubicBezTo>
                  <a:cubicBezTo>
                    <a:pt x="5617" y="1085"/>
                    <a:pt x="5323" y="1123"/>
                    <a:pt x="5037" y="1191"/>
                  </a:cubicBezTo>
                  <a:cubicBezTo>
                    <a:pt x="4666" y="1279"/>
                    <a:pt x="4310" y="1329"/>
                    <a:pt x="3964" y="1329"/>
                  </a:cubicBezTo>
                  <a:cubicBezTo>
                    <a:pt x="3346" y="1329"/>
                    <a:pt x="2763" y="1169"/>
                    <a:pt x="2201" y="778"/>
                  </a:cubicBezTo>
                  <a:cubicBezTo>
                    <a:pt x="2152" y="745"/>
                    <a:pt x="2097" y="723"/>
                    <a:pt x="2043" y="696"/>
                  </a:cubicBezTo>
                  <a:cubicBezTo>
                    <a:pt x="1945" y="642"/>
                    <a:pt x="1841" y="582"/>
                    <a:pt x="1738" y="527"/>
                  </a:cubicBezTo>
                  <a:cubicBezTo>
                    <a:pt x="1278" y="297"/>
                    <a:pt x="843" y="1"/>
                    <a:pt x="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5" name="Google Shape;2195;p39"/>
            <p:cNvSpPr/>
            <p:nvPr/>
          </p:nvSpPr>
          <p:spPr>
            <a:xfrm rot="-937699">
              <a:off x="1628502" y="4112364"/>
              <a:ext cx="131093" cy="134382"/>
            </a:xfrm>
            <a:custGeom>
              <a:rect b="b" l="l" r="r" t="t"/>
              <a:pathLst>
                <a:path extrusionOk="0" h="2043" w="1993">
                  <a:moveTo>
                    <a:pt x="984" y="0"/>
                  </a:moveTo>
                  <a:cubicBezTo>
                    <a:pt x="951" y="0"/>
                    <a:pt x="921" y="24"/>
                    <a:pt x="899" y="82"/>
                  </a:cubicBezTo>
                  <a:cubicBezTo>
                    <a:pt x="790" y="376"/>
                    <a:pt x="561" y="583"/>
                    <a:pt x="403" y="839"/>
                  </a:cubicBezTo>
                  <a:cubicBezTo>
                    <a:pt x="0" y="1487"/>
                    <a:pt x="0" y="1487"/>
                    <a:pt x="616" y="1950"/>
                  </a:cubicBezTo>
                  <a:cubicBezTo>
                    <a:pt x="654" y="1977"/>
                    <a:pt x="692" y="2004"/>
                    <a:pt x="730" y="2031"/>
                  </a:cubicBezTo>
                  <a:cubicBezTo>
                    <a:pt x="1165" y="2010"/>
                    <a:pt x="1612" y="2042"/>
                    <a:pt x="1993" y="1726"/>
                  </a:cubicBezTo>
                  <a:cubicBezTo>
                    <a:pt x="1946" y="1690"/>
                    <a:pt x="1905" y="1679"/>
                    <a:pt x="1868" y="1679"/>
                  </a:cubicBezTo>
                  <a:cubicBezTo>
                    <a:pt x="1809" y="1679"/>
                    <a:pt x="1758" y="1707"/>
                    <a:pt x="1704" y="1710"/>
                  </a:cubicBezTo>
                  <a:cubicBezTo>
                    <a:pt x="1526" y="1724"/>
                    <a:pt x="1346" y="1748"/>
                    <a:pt x="1170" y="1748"/>
                  </a:cubicBezTo>
                  <a:cubicBezTo>
                    <a:pt x="932" y="1748"/>
                    <a:pt x="700" y="1705"/>
                    <a:pt x="485" y="1536"/>
                  </a:cubicBezTo>
                  <a:cubicBezTo>
                    <a:pt x="403" y="1476"/>
                    <a:pt x="322" y="1443"/>
                    <a:pt x="414" y="1324"/>
                  </a:cubicBezTo>
                  <a:cubicBezTo>
                    <a:pt x="610" y="1057"/>
                    <a:pt x="746" y="747"/>
                    <a:pt x="980" y="540"/>
                  </a:cubicBezTo>
                  <a:cubicBezTo>
                    <a:pt x="1123" y="616"/>
                    <a:pt x="1027" y="870"/>
                    <a:pt x="1207" y="870"/>
                  </a:cubicBezTo>
                  <a:cubicBezTo>
                    <a:pt x="1219" y="870"/>
                    <a:pt x="1232" y="869"/>
                    <a:pt x="1247" y="866"/>
                  </a:cubicBezTo>
                  <a:cubicBezTo>
                    <a:pt x="1448" y="828"/>
                    <a:pt x="1644" y="719"/>
                    <a:pt x="1764" y="529"/>
                  </a:cubicBezTo>
                  <a:cubicBezTo>
                    <a:pt x="1824" y="431"/>
                    <a:pt x="1737" y="414"/>
                    <a:pt x="1672" y="393"/>
                  </a:cubicBezTo>
                  <a:cubicBezTo>
                    <a:pt x="1565" y="477"/>
                    <a:pt x="1467" y="533"/>
                    <a:pt x="1386" y="533"/>
                  </a:cubicBezTo>
                  <a:cubicBezTo>
                    <a:pt x="1289" y="533"/>
                    <a:pt x="1215" y="453"/>
                    <a:pt x="1176" y="246"/>
                  </a:cubicBezTo>
                  <a:cubicBezTo>
                    <a:pt x="1165" y="180"/>
                    <a:pt x="1127" y="115"/>
                    <a:pt x="1084" y="61"/>
                  </a:cubicBezTo>
                  <a:cubicBezTo>
                    <a:pt x="1052" y="23"/>
                    <a:pt x="1017" y="0"/>
                    <a:pt x="9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6" name="Google Shape;2196;p39"/>
            <p:cNvSpPr/>
            <p:nvPr/>
          </p:nvSpPr>
          <p:spPr>
            <a:xfrm rot="-937699">
              <a:off x="1514017" y="4498002"/>
              <a:ext cx="50582" cy="174966"/>
            </a:xfrm>
            <a:custGeom>
              <a:rect b="b" l="l" r="r" t="t"/>
              <a:pathLst>
                <a:path extrusionOk="0" h="2660" w="769">
                  <a:moveTo>
                    <a:pt x="125" y="1"/>
                  </a:moveTo>
                  <a:cubicBezTo>
                    <a:pt x="89" y="1"/>
                    <a:pt x="49" y="10"/>
                    <a:pt x="1" y="30"/>
                  </a:cubicBezTo>
                  <a:cubicBezTo>
                    <a:pt x="333" y="444"/>
                    <a:pt x="371" y="934"/>
                    <a:pt x="442" y="1478"/>
                  </a:cubicBezTo>
                  <a:cubicBezTo>
                    <a:pt x="295" y="1358"/>
                    <a:pt x="197" y="1277"/>
                    <a:pt x="99" y="1195"/>
                  </a:cubicBezTo>
                  <a:lnTo>
                    <a:pt x="99" y="1195"/>
                  </a:lnTo>
                  <a:cubicBezTo>
                    <a:pt x="251" y="1609"/>
                    <a:pt x="398" y="2022"/>
                    <a:pt x="447" y="2469"/>
                  </a:cubicBezTo>
                  <a:cubicBezTo>
                    <a:pt x="453" y="2540"/>
                    <a:pt x="437" y="2659"/>
                    <a:pt x="545" y="2659"/>
                  </a:cubicBezTo>
                  <a:cubicBezTo>
                    <a:pt x="671" y="2659"/>
                    <a:pt x="654" y="2534"/>
                    <a:pt x="665" y="2447"/>
                  </a:cubicBezTo>
                  <a:cubicBezTo>
                    <a:pt x="769" y="1707"/>
                    <a:pt x="687" y="983"/>
                    <a:pt x="442" y="275"/>
                  </a:cubicBezTo>
                  <a:cubicBezTo>
                    <a:pt x="339" y="186"/>
                    <a:pt x="288" y="1"/>
                    <a:pt x="125" y="1"/>
                  </a:cubicBez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7" name="Google Shape;2197;p39"/>
            <p:cNvSpPr/>
            <p:nvPr/>
          </p:nvSpPr>
          <p:spPr>
            <a:xfrm rot="-937699">
              <a:off x="3338684" y="2913026"/>
              <a:ext cx="149379" cy="112149"/>
            </a:xfrm>
            <a:custGeom>
              <a:rect b="b" l="l" r="r" t="t"/>
              <a:pathLst>
                <a:path extrusionOk="0" h="1705" w="2271">
                  <a:moveTo>
                    <a:pt x="131" y="0"/>
                  </a:moveTo>
                  <a:lnTo>
                    <a:pt x="131" y="0"/>
                  </a:lnTo>
                  <a:cubicBezTo>
                    <a:pt x="0" y="164"/>
                    <a:pt x="169" y="191"/>
                    <a:pt x="245" y="245"/>
                  </a:cubicBezTo>
                  <a:cubicBezTo>
                    <a:pt x="665" y="556"/>
                    <a:pt x="1165" y="572"/>
                    <a:pt x="1650" y="643"/>
                  </a:cubicBezTo>
                  <a:cubicBezTo>
                    <a:pt x="1665" y="645"/>
                    <a:pt x="1683" y="645"/>
                    <a:pt x="1702" y="645"/>
                  </a:cubicBezTo>
                  <a:cubicBezTo>
                    <a:pt x="1714" y="645"/>
                    <a:pt x="1727" y="645"/>
                    <a:pt x="1739" y="645"/>
                  </a:cubicBezTo>
                  <a:cubicBezTo>
                    <a:pt x="1815" y="645"/>
                    <a:pt x="1890" y="651"/>
                    <a:pt x="1879" y="735"/>
                  </a:cubicBezTo>
                  <a:cubicBezTo>
                    <a:pt x="1840" y="1002"/>
                    <a:pt x="2069" y="1307"/>
                    <a:pt x="1726" y="1536"/>
                  </a:cubicBezTo>
                  <a:cubicBezTo>
                    <a:pt x="1514" y="1672"/>
                    <a:pt x="1710" y="1694"/>
                    <a:pt x="1824" y="1704"/>
                  </a:cubicBezTo>
                  <a:cubicBezTo>
                    <a:pt x="2271" y="1427"/>
                    <a:pt x="2124" y="1002"/>
                    <a:pt x="2113" y="605"/>
                  </a:cubicBezTo>
                  <a:cubicBezTo>
                    <a:pt x="2107" y="441"/>
                    <a:pt x="2042" y="365"/>
                    <a:pt x="1879" y="365"/>
                  </a:cubicBezTo>
                  <a:cubicBezTo>
                    <a:pt x="1860" y="366"/>
                    <a:pt x="1841" y="366"/>
                    <a:pt x="1823" y="366"/>
                  </a:cubicBezTo>
                  <a:cubicBezTo>
                    <a:pt x="1234" y="366"/>
                    <a:pt x="680" y="201"/>
                    <a:pt x="1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8" name="Google Shape;2198;p39"/>
            <p:cNvSpPr/>
            <p:nvPr/>
          </p:nvSpPr>
          <p:spPr>
            <a:xfrm rot="-937699">
              <a:off x="1784196" y="3781574"/>
              <a:ext cx="164047" cy="59660"/>
            </a:xfrm>
            <a:custGeom>
              <a:rect b="b" l="l" r="r" t="t"/>
              <a:pathLst>
                <a:path extrusionOk="0" h="907" w="2494">
                  <a:moveTo>
                    <a:pt x="100" y="1"/>
                  </a:moveTo>
                  <a:cubicBezTo>
                    <a:pt x="79" y="1"/>
                    <a:pt x="58" y="10"/>
                    <a:pt x="39" y="35"/>
                  </a:cubicBezTo>
                  <a:cubicBezTo>
                    <a:pt x="1" y="89"/>
                    <a:pt x="22" y="149"/>
                    <a:pt x="60" y="193"/>
                  </a:cubicBezTo>
                  <a:cubicBezTo>
                    <a:pt x="109" y="247"/>
                    <a:pt x="158" y="296"/>
                    <a:pt x="207" y="351"/>
                  </a:cubicBezTo>
                  <a:cubicBezTo>
                    <a:pt x="534" y="704"/>
                    <a:pt x="991" y="781"/>
                    <a:pt x="1427" y="900"/>
                  </a:cubicBezTo>
                  <a:cubicBezTo>
                    <a:pt x="1517" y="903"/>
                    <a:pt x="1608" y="906"/>
                    <a:pt x="1698" y="906"/>
                  </a:cubicBezTo>
                  <a:cubicBezTo>
                    <a:pt x="1977" y="906"/>
                    <a:pt x="2251" y="875"/>
                    <a:pt x="2494" y="693"/>
                  </a:cubicBezTo>
                  <a:cubicBezTo>
                    <a:pt x="2448" y="587"/>
                    <a:pt x="2360" y="551"/>
                    <a:pt x="2256" y="551"/>
                  </a:cubicBezTo>
                  <a:cubicBezTo>
                    <a:pt x="2248" y="551"/>
                    <a:pt x="2240" y="552"/>
                    <a:pt x="2233" y="552"/>
                  </a:cubicBezTo>
                  <a:cubicBezTo>
                    <a:pt x="2147" y="556"/>
                    <a:pt x="2062" y="558"/>
                    <a:pt x="1977" y="558"/>
                  </a:cubicBezTo>
                  <a:cubicBezTo>
                    <a:pt x="1340" y="558"/>
                    <a:pt x="735" y="439"/>
                    <a:pt x="196" y="40"/>
                  </a:cubicBezTo>
                  <a:cubicBezTo>
                    <a:pt x="170" y="23"/>
                    <a:pt x="135" y="1"/>
                    <a:pt x="1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39"/>
            <p:cNvSpPr/>
            <p:nvPr/>
          </p:nvSpPr>
          <p:spPr>
            <a:xfrm rot="-937699">
              <a:off x="72656" y="1785658"/>
              <a:ext cx="156154" cy="56502"/>
            </a:xfrm>
            <a:custGeom>
              <a:rect b="b" l="l" r="r" t="t"/>
              <a:pathLst>
                <a:path extrusionOk="0" h="859" w="2374">
                  <a:moveTo>
                    <a:pt x="956" y="0"/>
                  </a:moveTo>
                  <a:cubicBezTo>
                    <a:pt x="847" y="0"/>
                    <a:pt x="770" y="106"/>
                    <a:pt x="670" y="123"/>
                  </a:cubicBezTo>
                  <a:cubicBezTo>
                    <a:pt x="588" y="172"/>
                    <a:pt x="512" y="221"/>
                    <a:pt x="436" y="275"/>
                  </a:cubicBezTo>
                  <a:cubicBezTo>
                    <a:pt x="261" y="390"/>
                    <a:pt x="0" y="504"/>
                    <a:pt x="76" y="727"/>
                  </a:cubicBezTo>
                  <a:cubicBezTo>
                    <a:pt x="109" y="831"/>
                    <a:pt x="186" y="858"/>
                    <a:pt x="277" y="858"/>
                  </a:cubicBezTo>
                  <a:cubicBezTo>
                    <a:pt x="379" y="858"/>
                    <a:pt x="498" y="825"/>
                    <a:pt x="598" y="825"/>
                  </a:cubicBezTo>
                  <a:cubicBezTo>
                    <a:pt x="602" y="825"/>
                    <a:pt x="606" y="825"/>
                    <a:pt x="610" y="825"/>
                  </a:cubicBezTo>
                  <a:cubicBezTo>
                    <a:pt x="776" y="779"/>
                    <a:pt x="944" y="768"/>
                    <a:pt x="1112" y="768"/>
                  </a:cubicBezTo>
                  <a:cubicBezTo>
                    <a:pt x="1286" y="768"/>
                    <a:pt x="1461" y="780"/>
                    <a:pt x="1634" y="780"/>
                  </a:cubicBezTo>
                  <a:cubicBezTo>
                    <a:pt x="1710" y="780"/>
                    <a:pt x="1786" y="778"/>
                    <a:pt x="1862" y="771"/>
                  </a:cubicBezTo>
                  <a:cubicBezTo>
                    <a:pt x="2053" y="754"/>
                    <a:pt x="2270" y="803"/>
                    <a:pt x="2374" y="564"/>
                  </a:cubicBezTo>
                  <a:cubicBezTo>
                    <a:pt x="2188" y="506"/>
                    <a:pt x="2002" y="486"/>
                    <a:pt x="1815" y="486"/>
                  </a:cubicBezTo>
                  <a:cubicBezTo>
                    <a:pt x="1443" y="486"/>
                    <a:pt x="1065" y="563"/>
                    <a:pt x="668" y="563"/>
                  </a:cubicBezTo>
                  <a:cubicBezTo>
                    <a:pt x="591" y="563"/>
                    <a:pt x="514" y="560"/>
                    <a:pt x="436" y="553"/>
                  </a:cubicBezTo>
                  <a:cubicBezTo>
                    <a:pt x="702" y="390"/>
                    <a:pt x="947" y="281"/>
                    <a:pt x="1067" y="36"/>
                  </a:cubicBezTo>
                  <a:cubicBezTo>
                    <a:pt x="1026" y="10"/>
                    <a:pt x="990" y="0"/>
                    <a:pt x="9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39"/>
            <p:cNvSpPr/>
            <p:nvPr/>
          </p:nvSpPr>
          <p:spPr>
            <a:xfrm rot="-937699">
              <a:off x="869648" y="3981019"/>
              <a:ext cx="133658" cy="107414"/>
            </a:xfrm>
            <a:custGeom>
              <a:rect b="b" l="l" r="r" t="t"/>
              <a:pathLst>
                <a:path extrusionOk="0" h="1633" w="2032">
                  <a:moveTo>
                    <a:pt x="606" y="1"/>
                  </a:moveTo>
                  <a:cubicBezTo>
                    <a:pt x="586" y="1"/>
                    <a:pt x="559" y="12"/>
                    <a:pt x="523" y="38"/>
                  </a:cubicBezTo>
                  <a:cubicBezTo>
                    <a:pt x="425" y="359"/>
                    <a:pt x="354" y="685"/>
                    <a:pt x="191" y="990"/>
                  </a:cubicBezTo>
                  <a:cubicBezTo>
                    <a:pt x="1" y="1339"/>
                    <a:pt x="142" y="1497"/>
                    <a:pt x="501" y="1605"/>
                  </a:cubicBezTo>
                  <a:cubicBezTo>
                    <a:pt x="566" y="1625"/>
                    <a:pt x="628" y="1633"/>
                    <a:pt x="687" y="1633"/>
                  </a:cubicBezTo>
                  <a:cubicBezTo>
                    <a:pt x="915" y="1633"/>
                    <a:pt x="1112" y="1518"/>
                    <a:pt x="1333" y="1518"/>
                  </a:cubicBezTo>
                  <a:cubicBezTo>
                    <a:pt x="1340" y="1518"/>
                    <a:pt x="1348" y="1518"/>
                    <a:pt x="1356" y="1518"/>
                  </a:cubicBezTo>
                  <a:cubicBezTo>
                    <a:pt x="1361" y="1519"/>
                    <a:pt x="1366" y="1519"/>
                    <a:pt x="1371" y="1519"/>
                  </a:cubicBezTo>
                  <a:cubicBezTo>
                    <a:pt x="1423" y="1519"/>
                    <a:pt x="1462" y="1492"/>
                    <a:pt x="1492" y="1448"/>
                  </a:cubicBezTo>
                  <a:cubicBezTo>
                    <a:pt x="1607" y="1388"/>
                    <a:pt x="1726" y="1344"/>
                    <a:pt x="1835" y="1273"/>
                  </a:cubicBezTo>
                  <a:cubicBezTo>
                    <a:pt x="1906" y="1230"/>
                    <a:pt x="2031" y="1175"/>
                    <a:pt x="1955" y="1061"/>
                  </a:cubicBezTo>
                  <a:cubicBezTo>
                    <a:pt x="1936" y="1032"/>
                    <a:pt x="1912" y="1022"/>
                    <a:pt x="1885" y="1022"/>
                  </a:cubicBezTo>
                  <a:cubicBezTo>
                    <a:pt x="1837" y="1022"/>
                    <a:pt x="1781" y="1056"/>
                    <a:pt x="1732" y="1077"/>
                  </a:cubicBezTo>
                  <a:cubicBezTo>
                    <a:pt x="1389" y="1224"/>
                    <a:pt x="1046" y="1377"/>
                    <a:pt x="665" y="1377"/>
                  </a:cubicBezTo>
                  <a:cubicBezTo>
                    <a:pt x="333" y="1377"/>
                    <a:pt x="278" y="1290"/>
                    <a:pt x="447" y="996"/>
                  </a:cubicBezTo>
                  <a:cubicBezTo>
                    <a:pt x="610" y="723"/>
                    <a:pt x="665" y="435"/>
                    <a:pt x="659" y="125"/>
                  </a:cubicBezTo>
                  <a:cubicBezTo>
                    <a:pt x="659" y="48"/>
                    <a:pt x="647" y="1"/>
                    <a:pt x="6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39"/>
            <p:cNvSpPr/>
            <p:nvPr/>
          </p:nvSpPr>
          <p:spPr>
            <a:xfrm rot="-937699">
              <a:off x="3127284" y="2782344"/>
              <a:ext cx="134711" cy="150826"/>
            </a:xfrm>
            <a:custGeom>
              <a:rect b="b" l="l" r="r" t="t"/>
              <a:pathLst>
                <a:path extrusionOk="0" h="2293" w="2048">
                  <a:moveTo>
                    <a:pt x="0" y="0"/>
                  </a:moveTo>
                  <a:lnTo>
                    <a:pt x="0" y="0"/>
                  </a:lnTo>
                  <a:cubicBezTo>
                    <a:pt x="55" y="267"/>
                    <a:pt x="278" y="425"/>
                    <a:pt x="431" y="627"/>
                  </a:cubicBezTo>
                  <a:cubicBezTo>
                    <a:pt x="779" y="1106"/>
                    <a:pt x="1078" y="1628"/>
                    <a:pt x="1525" y="2037"/>
                  </a:cubicBezTo>
                  <a:cubicBezTo>
                    <a:pt x="1646" y="2144"/>
                    <a:pt x="1752" y="2293"/>
                    <a:pt x="1926" y="2293"/>
                  </a:cubicBezTo>
                  <a:cubicBezTo>
                    <a:pt x="1963" y="2293"/>
                    <a:pt x="2003" y="2286"/>
                    <a:pt x="2047" y="2271"/>
                  </a:cubicBezTo>
                  <a:cubicBezTo>
                    <a:pt x="1590" y="1737"/>
                    <a:pt x="1116" y="1220"/>
                    <a:pt x="730" y="632"/>
                  </a:cubicBezTo>
                  <a:cubicBezTo>
                    <a:pt x="550" y="354"/>
                    <a:pt x="322" y="126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39"/>
            <p:cNvSpPr/>
            <p:nvPr/>
          </p:nvSpPr>
          <p:spPr>
            <a:xfrm rot="-937699">
              <a:off x="1437391" y="4481764"/>
              <a:ext cx="62422" cy="131159"/>
            </a:xfrm>
            <a:custGeom>
              <a:rect b="b" l="l" r="r" t="t"/>
              <a:pathLst>
                <a:path extrusionOk="0" h="1994" w="949">
                  <a:moveTo>
                    <a:pt x="68" y="0"/>
                  </a:moveTo>
                  <a:cubicBezTo>
                    <a:pt x="61" y="0"/>
                    <a:pt x="53" y="2"/>
                    <a:pt x="45" y="6"/>
                  </a:cubicBezTo>
                  <a:cubicBezTo>
                    <a:pt x="12" y="22"/>
                    <a:pt x="12" y="115"/>
                    <a:pt x="1" y="169"/>
                  </a:cubicBezTo>
                  <a:cubicBezTo>
                    <a:pt x="94" y="599"/>
                    <a:pt x="181" y="1030"/>
                    <a:pt x="295" y="1454"/>
                  </a:cubicBezTo>
                  <a:cubicBezTo>
                    <a:pt x="344" y="1645"/>
                    <a:pt x="279" y="1977"/>
                    <a:pt x="507" y="1993"/>
                  </a:cubicBezTo>
                  <a:cubicBezTo>
                    <a:pt x="512" y="1993"/>
                    <a:pt x="517" y="1994"/>
                    <a:pt x="522" y="1994"/>
                  </a:cubicBezTo>
                  <a:cubicBezTo>
                    <a:pt x="729" y="1994"/>
                    <a:pt x="694" y="1663"/>
                    <a:pt x="785" y="1498"/>
                  </a:cubicBezTo>
                  <a:cubicBezTo>
                    <a:pt x="807" y="1329"/>
                    <a:pt x="948" y="1149"/>
                    <a:pt x="747" y="1002"/>
                  </a:cubicBezTo>
                  <a:cubicBezTo>
                    <a:pt x="632" y="1149"/>
                    <a:pt x="665" y="1334"/>
                    <a:pt x="611" y="1536"/>
                  </a:cubicBezTo>
                  <a:cubicBezTo>
                    <a:pt x="491" y="1024"/>
                    <a:pt x="382" y="545"/>
                    <a:pt x="159" y="109"/>
                  </a:cubicBezTo>
                  <a:cubicBezTo>
                    <a:pt x="136" y="63"/>
                    <a:pt x="112" y="0"/>
                    <a:pt x="68" y="0"/>
                  </a:cubicBez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39"/>
            <p:cNvSpPr/>
            <p:nvPr/>
          </p:nvSpPr>
          <p:spPr>
            <a:xfrm rot="-937699">
              <a:off x="2956332" y="3156419"/>
              <a:ext cx="128594" cy="55516"/>
            </a:xfrm>
            <a:custGeom>
              <a:rect b="b" l="l" r="r" t="t"/>
              <a:pathLst>
                <a:path extrusionOk="0" h="844" w="1955">
                  <a:moveTo>
                    <a:pt x="169" y="0"/>
                  </a:moveTo>
                  <a:cubicBezTo>
                    <a:pt x="0" y="27"/>
                    <a:pt x="39" y="125"/>
                    <a:pt x="88" y="229"/>
                  </a:cubicBezTo>
                  <a:cubicBezTo>
                    <a:pt x="207" y="272"/>
                    <a:pt x="322" y="332"/>
                    <a:pt x="447" y="359"/>
                  </a:cubicBezTo>
                  <a:cubicBezTo>
                    <a:pt x="461" y="363"/>
                    <a:pt x="477" y="364"/>
                    <a:pt x="493" y="364"/>
                  </a:cubicBezTo>
                  <a:cubicBezTo>
                    <a:pt x="552" y="364"/>
                    <a:pt x="621" y="345"/>
                    <a:pt x="678" y="345"/>
                  </a:cubicBezTo>
                  <a:cubicBezTo>
                    <a:pt x="722" y="345"/>
                    <a:pt x="758" y="356"/>
                    <a:pt x="779" y="398"/>
                  </a:cubicBezTo>
                  <a:cubicBezTo>
                    <a:pt x="1002" y="844"/>
                    <a:pt x="1432" y="713"/>
                    <a:pt x="1786" y="784"/>
                  </a:cubicBezTo>
                  <a:cubicBezTo>
                    <a:pt x="1819" y="708"/>
                    <a:pt x="1955" y="664"/>
                    <a:pt x="1895" y="555"/>
                  </a:cubicBezTo>
                  <a:cubicBezTo>
                    <a:pt x="1870" y="515"/>
                    <a:pt x="1834" y="505"/>
                    <a:pt x="1793" y="505"/>
                  </a:cubicBezTo>
                  <a:cubicBezTo>
                    <a:pt x="1757" y="505"/>
                    <a:pt x="1718" y="512"/>
                    <a:pt x="1682" y="512"/>
                  </a:cubicBezTo>
                  <a:cubicBezTo>
                    <a:pt x="1677" y="512"/>
                    <a:pt x="1671" y="512"/>
                    <a:pt x="1666" y="512"/>
                  </a:cubicBezTo>
                  <a:cubicBezTo>
                    <a:pt x="1427" y="490"/>
                    <a:pt x="1144" y="561"/>
                    <a:pt x="1122" y="158"/>
                  </a:cubicBezTo>
                  <a:cubicBezTo>
                    <a:pt x="1115" y="42"/>
                    <a:pt x="1029" y="1"/>
                    <a:pt x="933" y="1"/>
                  </a:cubicBezTo>
                  <a:cubicBezTo>
                    <a:pt x="881" y="1"/>
                    <a:pt x="825" y="13"/>
                    <a:pt x="779" y="33"/>
                  </a:cubicBezTo>
                  <a:cubicBezTo>
                    <a:pt x="692" y="68"/>
                    <a:pt x="608" y="82"/>
                    <a:pt x="527" y="82"/>
                  </a:cubicBezTo>
                  <a:cubicBezTo>
                    <a:pt x="404" y="82"/>
                    <a:pt x="287" y="49"/>
                    <a:pt x="1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39"/>
            <p:cNvSpPr/>
            <p:nvPr/>
          </p:nvSpPr>
          <p:spPr>
            <a:xfrm rot="-937699">
              <a:off x="294140" y="2664776"/>
              <a:ext cx="184438" cy="21575"/>
            </a:xfrm>
            <a:custGeom>
              <a:rect b="b" l="l" r="r" t="t"/>
              <a:pathLst>
                <a:path extrusionOk="0" h="328" w="2804">
                  <a:moveTo>
                    <a:pt x="1391" y="0"/>
                  </a:moveTo>
                  <a:cubicBezTo>
                    <a:pt x="928" y="0"/>
                    <a:pt x="464" y="24"/>
                    <a:pt x="0" y="121"/>
                  </a:cubicBezTo>
                  <a:cubicBezTo>
                    <a:pt x="55" y="328"/>
                    <a:pt x="191" y="262"/>
                    <a:pt x="278" y="306"/>
                  </a:cubicBezTo>
                  <a:cubicBezTo>
                    <a:pt x="550" y="284"/>
                    <a:pt x="828" y="262"/>
                    <a:pt x="1105" y="241"/>
                  </a:cubicBezTo>
                  <a:cubicBezTo>
                    <a:pt x="1243" y="227"/>
                    <a:pt x="1381" y="224"/>
                    <a:pt x="1519" y="224"/>
                  </a:cubicBezTo>
                  <a:cubicBezTo>
                    <a:pt x="1654" y="224"/>
                    <a:pt x="1790" y="227"/>
                    <a:pt x="1925" y="227"/>
                  </a:cubicBezTo>
                  <a:cubicBezTo>
                    <a:pt x="2164" y="227"/>
                    <a:pt x="2403" y="218"/>
                    <a:pt x="2640" y="164"/>
                  </a:cubicBezTo>
                  <a:cubicBezTo>
                    <a:pt x="2738" y="143"/>
                    <a:pt x="2804" y="137"/>
                    <a:pt x="2738" y="23"/>
                  </a:cubicBezTo>
                  <a:cubicBezTo>
                    <a:pt x="2290" y="23"/>
                    <a:pt x="1841" y="0"/>
                    <a:pt x="13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39"/>
            <p:cNvSpPr/>
            <p:nvPr/>
          </p:nvSpPr>
          <p:spPr>
            <a:xfrm rot="-937699">
              <a:off x="3377521" y="3028265"/>
              <a:ext cx="97810" cy="68276"/>
            </a:xfrm>
            <a:custGeom>
              <a:rect b="b" l="l" r="r" t="t"/>
              <a:pathLst>
                <a:path extrusionOk="0" h="1038" w="1487">
                  <a:moveTo>
                    <a:pt x="1286" y="0"/>
                  </a:moveTo>
                  <a:cubicBezTo>
                    <a:pt x="1128" y="126"/>
                    <a:pt x="1269" y="283"/>
                    <a:pt x="1231" y="441"/>
                  </a:cubicBezTo>
                  <a:cubicBezTo>
                    <a:pt x="1146" y="419"/>
                    <a:pt x="1064" y="392"/>
                    <a:pt x="985" y="392"/>
                  </a:cubicBezTo>
                  <a:cubicBezTo>
                    <a:pt x="912" y="392"/>
                    <a:pt x="842" y="414"/>
                    <a:pt x="774" y="485"/>
                  </a:cubicBezTo>
                  <a:cubicBezTo>
                    <a:pt x="562" y="703"/>
                    <a:pt x="284" y="828"/>
                    <a:pt x="1" y="942"/>
                  </a:cubicBezTo>
                  <a:cubicBezTo>
                    <a:pt x="79" y="1006"/>
                    <a:pt x="178" y="1037"/>
                    <a:pt x="284" y="1037"/>
                  </a:cubicBezTo>
                  <a:cubicBezTo>
                    <a:pt x="456" y="1037"/>
                    <a:pt x="647" y="954"/>
                    <a:pt x="796" y="795"/>
                  </a:cubicBezTo>
                  <a:cubicBezTo>
                    <a:pt x="850" y="740"/>
                    <a:pt x="879" y="673"/>
                    <a:pt x="958" y="673"/>
                  </a:cubicBezTo>
                  <a:cubicBezTo>
                    <a:pt x="980" y="673"/>
                    <a:pt x="1007" y="678"/>
                    <a:pt x="1041" y="692"/>
                  </a:cubicBezTo>
                  <a:cubicBezTo>
                    <a:pt x="1186" y="755"/>
                    <a:pt x="1279" y="794"/>
                    <a:pt x="1342" y="794"/>
                  </a:cubicBezTo>
                  <a:cubicBezTo>
                    <a:pt x="1450" y="794"/>
                    <a:pt x="1463" y="679"/>
                    <a:pt x="1487" y="381"/>
                  </a:cubicBezTo>
                  <a:cubicBezTo>
                    <a:pt x="1400" y="267"/>
                    <a:pt x="1443" y="82"/>
                    <a:pt x="12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39"/>
            <p:cNvSpPr/>
            <p:nvPr/>
          </p:nvSpPr>
          <p:spPr>
            <a:xfrm rot="-937699">
              <a:off x="3233528" y="3163584"/>
              <a:ext cx="117148" cy="86431"/>
            </a:xfrm>
            <a:custGeom>
              <a:rect b="b" l="l" r="r" t="t"/>
              <a:pathLst>
                <a:path extrusionOk="0" h="1314" w="1781">
                  <a:moveTo>
                    <a:pt x="1579" y="1"/>
                  </a:moveTo>
                  <a:cubicBezTo>
                    <a:pt x="1557" y="13"/>
                    <a:pt x="1533" y="17"/>
                    <a:pt x="1508" y="17"/>
                  </a:cubicBezTo>
                  <a:cubicBezTo>
                    <a:pt x="1475" y="17"/>
                    <a:pt x="1441" y="10"/>
                    <a:pt x="1412" y="10"/>
                  </a:cubicBezTo>
                  <a:cubicBezTo>
                    <a:pt x="1387" y="10"/>
                    <a:pt x="1365" y="15"/>
                    <a:pt x="1350" y="33"/>
                  </a:cubicBezTo>
                  <a:cubicBezTo>
                    <a:pt x="1312" y="197"/>
                    <a:pt x="1628" y="93"/>
                    <a:pt x="1481" y="257"/>
                  </a:cubicBezTo>
                  <a:cubicBezTo>
                    <a:pt x="1138" y="643"/>
                    <a:pt x="724" y="937"/>
                    <a:pt x="207" y="1057"/>
                  </a:cubicBezTo>
                  <a:cubicBezTo>
                    <a:pt x="142" y="1111"/>
                    <a:pt x="0" y="1133"/>
                    <a:pt x="44" y="1242"/>
                  </a:cubicBezTo>
                  <a:cubicBezTo>
                    <a:pt x="61" y="1297"/>
                    <a:pt x="105" y="1314"/>
                    <a:pt x="155" y="1314"/>
                  </a:cubicBezTo>
                  <a:cubicBezTo>
                    <a:pt x="199" y="1314"/>
                    <a:pt x="248" y="1301"/>
                    <a:pt x="289" y="1291"/>
                  </a:cubicBezTo>
                  <a:cubicBezTo>
                    <a:pt x="387" y="1269"/>
                    <a:pt x="490" y="1237"/>
                    <a:pt x="577" y="1182"/>
                  </a:cubicBezTo>
                  <a:cubicBezTo>
                    <a:pt x="866" y="1013"/>
                    <a:pt x="1149" y="834"/>
                    <a:pt x="1432" y="654"/>
                  </a:cubicBezTo>
                  <a:cubicBezTo>
                    <a:pt x="1524" y="572"/>
                    <a:pt x="1622" y="496"/>
                    <a:pt x="1682" y="382"/>
                  </a:cubicBezTo>
                  <a:cubicBezTo>
                    <a:pt x="1780" y="208"/>
                    <a:pt x="1764" y="82"/>
                    <a:pt x="1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39"/>
            <p:cNvSpPr/>
            <p:nvPr/>
          </p:nvSpPr>
          <p:spPr>
            <a:xfrm rot="-937699">
              <a:off x="972322" y="4056169"/>
              <a:ext cx="88864" cy="43478"/>
            </a:xfrm>
            <a:custGeom>
              <a:rect b="b" l="l" r="r" t="t"/>
              <a:pathLst>
                <a:path extrusionOk="0" h="661" w="1351">
                  <a:moveTo>
                    <a:pt x="153" y="1"/>
                  </a:moveTo>
                  <a:cubicBezTo>
                    <a:pt x="93" y="1"/>
                    <a:pt x="44" y="17"/>
                    <a:pt x="17" y="71"/>
                  </a:cubicBezTo>
                  <a:cubicBezTo>
                    <a:pt x="1" y="158"/>
                    <a:pt x="66" y="213"/>
                    <a:pt x="104" y="278"/>
                  </a:cubicBezTo>
                  <a:cubicBezTo>
                    <a:pt x="235" y="376"/>
                    <a:pt x="355" y="490"/>
                    <a:pt x="491" y="572"/>
                  </a:cubicBezTo>
                  <a:cubicBezTo>
                    <a:pt x="592" y="631"/>
                    <a:pt x="692" y="660"/>
                    <a:pt x="788" y="660"/>
                  </a:cubicBezTo>
                  <a:cubicBezTo>
                    <a:pt x="1012" y="660"/>
                    <a:pt x="1214" y="499"/>
                    <a:pt x="1351" y="175"/>
                  </a:cubicBezTo>
                  <a:lnTo>
                    <a:pt x="1351" y="175"/>
                  </a:lnTo>
                  <a:cubicBezTo>
                    <a:pt x="1134" y="307"/>
                    <a:pt x="930" y="383"/>
                    <a:pt x="746" y="383"/>
                  </a:cubicBezTo>
                  <a:cubicBezTo>
                    <a:pt x="518" y="383"/>
                    <a:pt x="318" y="268"/>
                    <a:pt x="1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39"/>
            <p:cNvSpPr/>
            <p:nvPr/>
          </p:nvSpPr>
          <p:spPr>
            <a:xfrm rot="-937699">
              <a:off x="3182650" y="3185753"/>
              <a:ext cx="60252" cy="42623"/>
            </a:xfrm>
            <a:custGeom>
              <a:rect b="b" l="l" r="r" t="t"/>
              <a:pathLst>
                <a:path extrusionOk="0" h="648" w="916">
                  <a:moveTo>
                    <a:pt x="245" y="1"/>
                  </a:moveTo>
                  <a:cubicBezTo>
                    <a:pt x="189" y="1"/>
                    <a:pt x="126" y="50"/>
                    <a:pt x="88" y="157"/>
                  </a:cubicBezTo>
                  <a:cubicBezTo>
                    <a:pt x="1" y="479"/>
                    <a:pt x="77" y="604"/>
                    <a:pt x="398" y="637"/>
                  </a:cubicBezTo>
                  <a:cubicBezTo>
                    <a:pt x="512" y="647"/>
                    <a:pt x="627" y="642"/>
                    <a:pt x="741" y="647"/>
                  </a:cubicBezTo>
                  <a:cubicBezTo>
                    <a:pt x="752" y="549"/>
                    <a:pt x="915" y="604"/>
                    <a:pt x="899" y="506"/>
                  </a:cubicBezTo>
                  <a:cubicBezTo>
                    <a:pt x="888" y="430"/>
                    <a:pt x="795" y="435"/>
                    <a:pt x="725" y="419"/>
                  </a:cubicBezTo>
                  <a:cubicBezTo>
                    <a:pt x="567" y="375"/>
                    <a:pt x="409" y="370"/>
                    <a:pt x="365" y="130"/>
                  </a:cubicBezTo>
                  <a:cubicBezTo>
                    <a:pt x="349" y="47"/>
                    <a:pt x="300" y="1"/>
                    <a:pt x="2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39"/>
            <p:cNvSpPr/>
            <p:nvPr/>
          </p:nvSpPr>
          <p:spPr>
            <a:xfrm rot="-937699">
              <a:off x="3319961" y="3150939"/>
              <a:ext cx="28744" cy="43018"/>
            </a:xfrm>
            <a:custGeom>
              <a:rect b="b" l="l" r="r" t="t"/>
              <a:pathLst>
                <a:path extrusionOk="0" h="654" w="437">
                  <a:moveTo>
                    <a:pt x="148" y="1"/>
                  </a:moveTo>
                  <a:lnTo>
                    <a:pt x="148" y="1"/>
                  </a:lnTo>
                  <a:cubicBezTo>
                    <a:pt x="322" y="120"/>
                    <a:pt x="300" y="257"/>
                    <a:pt x="186" y="409"/>
                  </a:cubicBezTo>
                  <a:cubicBezTo>
                    <a:pt x="121" y="485"/>
                    <a:pt x="61" y="572"/>
                    <a:pt x="1" y="654"/>
                  </a:cubicBezTo>
                  <a:cubicBezTo>
                    <a:pt x="126" y="643"/>
                    <a:pt x="213" y="556"/>
                    <a:pt x="279" y="463"/>
                  </a:cubicBezTo>
                  <a:cubicBezTo>
                    <a:pt x="436" y="240"/>
                    <a:pt x="377" y="50"/>
                    <a:pt x="1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39"/>
            <p:cNvSpPr/>
            <p:nvPr/>
          </p:nvSpPr>
          <p:spPr>
            <a:xfrm rot="-937699">
              <a:off x="2315775" y="2657863"/>
              <a:ext cx="614224" cy="471028"/>
            </a:xfrm>
            <a:custGeom>
              <a:rect b="b" l="l" r="r" t="t"/>
              <a:pathLst>
                <a:path extrusionOk="0" h="7161" w="9338">
                  <a:moveTo>
                    <a:pt x="5257" y="1"/>
                  </a:moveTo>
                  <a:cubicBezTo>
                    <a:pt x="5227" y="1"/>
                    <a:pt x="5195" y="1"/>
                    <a:pt x="5161" y="3"/>
                  </a:cubicBezTo>
                  <a:cubicBezTo>
                    <a:pt x="4498" y="26"/>
                    <a:pt x="3851" y="236"/>
                    <a:pt x="3185" y="236"/>
                  </a:cubicBezTo>
                  <a:cubicBezTo>
                    <a:pt x="3086" y="236"/>
                    <a:pt x="2986" y="231"/>
                    <a:pt x="2886" y="220"/>
                  </a:cubicBezTo>
                  <a:cubicBezTo>
                    <a:pt x="2876" y="219"/>
                    <a:pt x="2866" y="218"/>
                    <a:pt x="2856" y="218"/>
                  </a:cubicBezTo>
                  <a:cubicBezTo>
                    <a:pt x="2806" y="218"/>
                    <a:pt x="2756" y="241"/>
                    <a:pt x="2733" y="291"/>
                  </a:cubicBezTo>
                  <a:cubicBezTo>
                    <a:pt x="2695" y="373"/>
                    <a:pt x="2766" y="422"/>
                    <a:pt x="2821" y="460"/>
                  </a:cubicBezTo>
                  <a:cubicBezTo>
                    <a:pt x="3390" y="901"/>
                    <a:pt x="4057" y="1015"/>
                    <a:pt x="4747" y="1015"/>
                  </a:cubicBezTo>
                  <a:cubicBezTo>
                    <a:pt x="4764" y="1015"/>
                    <a:pt x="4780" y="1015"/>
                    <a:pt x="4797" y="1015"/>
                  </a:cubicBezTo>
                  <a:cubicBezTo>
                    <a:pt x="4821" y="1015"/>
                    <a:pt x="4843" y="1015"/>
                    <a:pt x="4863" y="1015"/>
                  </a:cubicBezTo>
                  <a:cubicBezTo>
                    <a:pt x="4996" y="1015"/>
                    <a:pt x="5059" y="1027"/>
                    <a:pt x="5102" y="1211"/>
                  </a:cubicBezTo>
                  <a:cubicBezTo>
                    <a:pt x="5210" y="1669"/>
                    <a:pt x="5319" y="2126"/>
                    <a:pt x="5510" y="2556"/>
                  </a:cubicBezTo>
                  <a:cubicBezTo>
                    <a:pt x="5466" y="2703"/>
                    <a:pt x="5553" y="2806"/>
                    <a:pt x="5641" y="2904"/>
                  </a:cubicBezTo>
                  <a:cubicBezTo>
                    <a:pt x="5826" y="3122"/>
                    <a:pt x="6049" y="3285"/>
                    <a:pt x="6294" y="3432"/>
                  </a:cubicBezTo>
                  <a:cubicBezTo>
                    <a:pt x="6566" y="3596"/>
                    <a:pt x="6838" y="3765"/>
                    <a:pt x="7105" y="3999"/>
                  </a:cubicBezTo>
                  <a:cubicBezTo>
                    <a:pt x="6886" y="3964"/>
                    <a:pt x="6676" y="3945"/>
                    <a:pt x="6472" y="3945"/>
                  </a:cubicBezTo>
                  <a:cubicBezTo>
                    <a:pt x="6187" y="3945"/>
                    <a:pt x="5913" y="3983"/>
                    <a:pt x="5641" y="4075"/>
                  </a:cubicBezTo>
                  <a:cubicBezTo>
                    <a:pt x="5417" y="4151"/>
                    <a:pt x="5189" y="4211"/>
                    <a:pt x="4955" y="4238"/>
                  </a:cubicBezTo>
                  <a:cubicBezTo>
                    <a:pt x="4910" y="4242"/>
                    <a:pt x="4866" y="4249"/>
                    <a:pt x="4824" y="4249"/>
                  </a:cubicBezTo>
                  <a:cubicBezTo>
                    <a:pt x="4753" y="4249"/>
                    <a:pt x="4691" y="4229"/>
                    <a:pt x="4650" y="4140"/>
                  </a:cubicBezTo>
                  <a:cubicBezTo>
                    <a:pt x="4584" y="4009"/>
                    <a:pt x="4552" y="3873"/>
                    <a:pt x="4644" y="3743"/>
                  </a:cubicBezTo>
                  <a:cubicBezTo>
                    <a:pt x="4721" y="3634"/>
                    <a:pt x="4824" y="3558"/>
                    <a:pt x="4900" y="3449"/>
                  </a:cubicBezTo>
                  <a:cubicBezTo>
                    <a:pt x="4993" y="3334"/>
                    <a:pt x="5118" y="3220"/>
                    <a:pt x="5014" y="3046"/>
                  </a:cubicBezTo>
                  <a:cubicBezTo>
                    <a:pt x="4999" y="2991"/>
                    <a:pt x="4981" y="2917"/>
                    <a:pt x="4934" y="2917"/>
                  </a:cubicBezTo>
                  <a:cubicBezTo>
                    <a:pt x="4915" y="2917"/>
                    <a:pt x="4892" y="2929"/>
                    <a:pt x="4862" y="2959"/>
                  </a:cubicBezTo>
                  <a:cubicBezTo>
                    <a:pt x="4476" y="3356"/>
                    <a:pt x="4024" y="3688"/>
                    <a:pt x="3773" y="4200"/>
                  </a:cubicBezTo>
                  <a:cubicBezTo>
                    <a:pt x="3534" y="4685"/>
                    <a:pt x="3392" y="5213"/>
                    <a:pt x="2772" y="5436"/>
                  </a:cubicBezTo>
                  <a:cubicBezTo>
                    <a:pt x="2567" y="5509"/>
                    <a:pt x="2455" y="5563"/>
                    <a:pt x="2384" y="5563"/>
                  </a:cubicBezTo>
                  <a:cubicBezTo>
                    <a:pt x="2289" y="5563"/>
                    <a:pt x="2266" y="5469"/>
                    <a:pt x="2195" y="5196"/>
                  </a:cubicBezTo>
                  <a:cubicBezTo>
                    <a:pt x="2167" y="5104"/>
                    <a:pt x="2167" y="5000"/>
                    <a:pt x="2053" y="4968"/>
                  </a:cubicBezTo>
                  <a:cubicBezTo>
                    <a:pt x="2037" y="4963"/>
                    <a:pt x="2021" y="4961"/>
                    <a:pt x="2007" y="4961"/>
                  </a:cubicBezTo>
                  <a:cubicBezTo>
                    <a:pt x="1912" y="4961"/>
                    <a:pt x="1858" y="5048"/>
                    <a:pt x="1792" y="5109"/>
                  </a:cubicBezTo>
                  <a:cubicBezTo>
                    <a:pt x="1672" y="5223"/>
                    <a:pt x="1623" y="5409"/>
                    <a:pt x="1389" y="5496"/>
                  </a:cubicBezTo>
                  <a:cubicBezTo>
                    <a:pt x="2037" y="4178"/>
                    <a:pt x="3125" y="3220"/>
                    <a:pt x="3773" y="1968"/>
                  </a:cubicBezTo>
                  <a:lnTo>
                    <a:pt x="3773" y="1968"/>
                  </a:lnTo>
                  <a:cubicBezTo>
                    <a:pt x="2935" y="2703"/>
                    <a:pt x="2216" y="3536"/>
                    <a:pt x="1617" y="4472"/>
                  </a:cubicBezTo>
                  <a:cubicBezTo>
                    <a:pt x="1416" y="4788"/>
                    <a:pt x="1160" y="5109"/>
                    <a:pt x="1149" y="5485"/>
                  </a:cubicBezTo>
                  <a:cubicBezTo>
                    <a:pt x="1133" y="5801"/>
                    <a:pt x="1019" y="6056"/>
                    <a:pt x="888" y="6312"/>
                  </a:cubicBezTo>
                  <a:cubicBezTo>
                    <a:pt x="722" y="6644"/>
                    <a:pt x="652" y="7111"/>
                    <a:pt x="182" y="7111"/>
                  </a:cubicBezTo>
                  <a:cubicBezTo>
                    <a:pt x="127" y="7111"/>
                    <a:pt x="67" y="7104"/>
                    <a:pt x="1" y="7091"/>
                  </a:cubicBezTo>
                  <a:lnTo>
                    <a:pt x="1" y="7091"/>
                  </a:lnTo>
                  <a:cubicBezTo>
                    <a:pt x="145" y="7137"/>
                    <a:pt x="271" y="7161"/>
                    <a:pt x="382" y="7161"/>
                  </a:cubicBezTo>
                  <a:cubicBezTo>
                    <a:pt x="638" y="7161"/>
                    <a:pt x="816" y="7031"/>
                    <a:pt x="964" y="6742"/>
                  </a:cubicBezTo>
                  <a:cubicBezTo>
                    <a:pt x="1182" y="6323"/>
                    <a:pt x="1432" y="5931"/>
                    <a:pt x="1748" y="5577"/>
                  </a:cubicBezTo>
                  <a:cubicBezTo>
                    <a:pt x="1815" y="5504"/>
                    <a:pt x="1877" y="5406"/>
                    <a:pt x="1936" y="5406"/>
                  </a:cubicBezTo>
                  <a:cubicBezTo>
                    <a:pt x="1977" y="5406"/>
                    <a:pt x="2018" y="5454"/>
                    <a:pt x="2058" y="5594"/>
                  </a:cubicBezTo>
                  <a:cubicBezTo>
                    <a:pt x="2095" y="5721"/>
                    <a:pt x="2189" y="5811"/>
                    <a:pt x="2311" y="5811"/>
                  </a:cubicBezTo>
                  <a:cubicBezTo>
                    <a:pt x="2335" y="5811"/>
                    <a:pt x="2359" y="5808"/>
                    <a:pt x="2385" y="5801"/>
                  </a:cubicBezTo>
                  <a:cubicBezTo>
                    <a:pt x="2810" y="5686"/>
                    <a:pt x="3267" y="5539"/>
                    <a:pt x="3545" y="5207"/>
                  </a:cubicBezTo>
                  <a:cubicBezTo>
                    <a:pt x="3784" y="4919"/>
                    <a:pt x="4073" y="4674"/>
                    <a:pt x="4274" y="4303"/>
                  </a:cubicBezTo>
                  <a:cubicBezTo>
                    <a:pt x="4352" y="4487"/>
                    <a:pt x="4422" y="4685"/>
                    <a:pt x="4592" y="4685"/>
                  </a:cubicBezTo>
                  <a:cubicBezTo>
                    <a:pt x="4624" y="4685"/>
                    <a:pt x="4659" y="4678"/>
                    <a:pt x="4699" y="4663"/>
                  </a:cubicBezTo>
                  <a:cubicBezTo>
                    <a:pt x="4748" y="4643"/>
                    <a:pt x="4791" y="4635"/>
                    <a:pt x="4828" y="4635"/>
                  </a:cubicBezTo>
                  <a:cubicBezTo>
                    <a:pt x="4949" y="4635"/>
                    <a:pt x="5023" y="4720"/>
                    <a:pt x="5118" y="4799"/>
                  </a:cubicBezTo>
                  <a:cubicBezTo>
                    <a:pt x="5334" y="4973"/>
                    <a:pt x="5562" y="5151"/>
                    <a:pt x="5841" y="5151"/>
                  </a:cubicBezTo>
                  <a:cubicBezTo>
                    <a:pt x="5886" y="5151"/>
                    <a:pt x="5931" y="5146"/>
                    <a:pt x="5978" y="5136"/>
                  </a:cubicBezTo>
                  <a:cubicBezTo>
                    <a:pt x="6220" y="5085"/>
                    <a:pt x="6380" y="5049"/>
                    <a:pt x="6501" y="5049"/>
                  </a:cubicBezTo>
                  <a:cubicBezTo>
                    <a:pt x="6738" y="5049"/>
                    <a:pt x="6830" y="5184"/>
                    <a:pt x="7100" y="5594"/>
                  </a:cubicBezTo>
                  <a:cubicBezTo>
                    <a:pt x="7134" y="5646"/>
                    <a:pt x="7165" y="5718"/>
                    <a:pt x="7229" y="5718"/>
                  </a:cubicBezTo>
                  <a:cubicBezTo>
                    <a:pt x="7245" y="5718"/>
                    <a:pt x="7264" y="5714"/>
                    <a:pt x="7285" y="5703"/>
                  </a:cubicBezTo>
                  <a:cubicBezTo>
                    <a:pt x="7377" y="5659"/>
                    <a:pt x="7345" y="5566"/>
                    <a:pt x="7334" y="5485"/>
                  </a:cubicBezTo>
                  <a:cubicBezTo>
                    <a:pt x="7254" y="5071"/>
                    <a:pt x="6858" y="4753"/>
                    <a:pt x="6456" y="4753"/>
                  </a:cubicBezTo>
                  <a:cubicBezTo>
                    <a:pt x="6361" y="4753"/>
                    <a:pt x="6266" y="4771"/>
                    <a:pt x="6174" y="4810"/>
                  </a:cubicBezTo>
                  <a:cubicBezTo>
                    <a:pt x="6058" y="4858"/>
                    <a:pt x="5951" y="4879"/>
                    <a:pt x="5850" y="4879"/>
                  </a:cubicBezTo>
                  <a:cubicBezTo>
                    <a:pt x="5579" y="4879"/>
                    <a:pt x="5350" y="4729"/>
                    <a:pt x="5080" y="4570"/>
                  </a:cubicBezTo>
                  <a:cubicBezTo>
                    <a:pt x="5545" y="4489"/>
                    <a:pt x="5985" y="4365"/>
                    <a:pt x="6419" y="4365"/>
                  </a:cubicBezTo>
                  <a:cubicBezTo>
                    <a:pt x="6625" y="4365"/>
                    <a:pt x="6829" y="4393"/>
                    <a:pt x="7034" y="4467"/>
                  </a:cubicBezTo>
                  <a:cubicBezTo>
                    <a:pt x="7649" y="4690"/>
                    <a:pt x="8145" y="5087"/>
                    <a:pt x="8482" y="5719"/>
                  </a:cubicBezTo>
                  <a:cubicBezTo>
                    <a:pt x="8357" y="5724"/>
                    <a:pt x="8292" y="5730"/>
                    <a:pt x="8226" y="5735"/>
                  </a:cubicBezTo>
                  <a:cubicBezTo>
                    <a:pt x="8213" y="5736"/>
                    <a:pt x="8200" y="5736"/>
                    <a:pt x="8186" y="5736"/>
                  </a:cubicBezTo>
                  <a:cubicBezTo>
                    <a:pt x="8181" y="5736"/>
                    <a:pt x="8175" y="5736"/>
                    <a:pt x="8170" y="5736"/>
                  </a:cubicBezTo>
                  <a:cubicBezTo>
                    <a:pt x="8093" y="5736"/>
                    <a:pt x="8018" y="5740"/>
                    <a:pt x="7992" y="5844"/>
                  </a:cubicBezTo>
                  <a:cubicBezTo>
                    <a:pt x="7971" y="5948"/>
                    <a:pt x="8036" y="6018"/>
                    <a:pt x="8112" y="6084"/>
                  </a:cubicBezTo>
                  <a:cubicBezTo>
                    <a:pt x="8119" y="6089"/>
                    <a:pt x="8132" y="6092"/>
                    <a:pt x="8150" y="6092"/>
                  </a:cubicBezTo>
                  <a:cubicBezTo>
                    <a:pt x="8291" y="6092"/>
                    <a:pt x="8729" y="5945"/>
                    <a:pt x="8738" y="5882"/>
                  </a:cubicBezTo>
                  <a:cubicBezTo>
                    <a:pt x="8744" y="5855"/>
                    <a:pt x="8727" y="5811"/>
                    <a:pt x="8706" y="5790"/>
                  </a:cubicBezTo>
                  <a:cubicBezTo>
                    <a:pt x="8422" y="5501"/>
                    <a:pt x="8384" y="5033"/>
                    <a:pt x="7867" y="4842"/>
                  </a:cubicBezTo>
                  <a:cubicBezTo>
                    <a:pt x="7977" y="4827"/>
                    <a:pt x="8080" y="4821"/>
                    <a:pt x="8177" y="4821"/>
                  </a:cubicBezTo>
                  <a:cubicBezTo>
                    <a:pt x="8494" y="4821"/>
                    <a:pt x="8753" y="4888"/>
                    <a:pt x="9016" y="4930"/>
                  </a:cubicBezTo>
                  <a:cubicBezTo>
                    <a:pt x="9066" y="4938"/>
                    <a:pt x="9127" y="4956"/>
                    <a:pt x="9181" y="4956"/>
                  </a:cubicBezTo>
                  <a:cubicBezTo>
                    <a:pt x="9233" y="4956"/>
                    <a:pt x="9278" y="4939"/>
                    <a:pt x="9299" y="4881"/>
                  </a:cubicBezTo>
                  <a:cubicBezTo>
                    <a:pt x="9337" y="4766"/>
                    <a:pt x="9206" y="4695"/>
                    <a:pt x="9119" y="4652"/>
                  </a:cubicBezTo>
                  <a:cubicBezTo>
                    <a:pt x="8879" y="4528"/>
                    <a:pt x="8620" y="4448"/>
                    <a:pt x="8365" y="4448"/>
                  </a:cubicBezTo>
                  <a:cubicBezTo>
                    <a:pt x="8250" y="4448"/>
                    <a:pt x="8136" y="4464"/>
                    <a:pt x="8025" y="4499"/>
                  </a:cubicBezTo>
                  <a:cubicBezTo>
                    <a:pt x="7952" y="4522"/>
                    <a:pt x="7890" y="4532"/>
                    <a:pt x="7838" y="4532"/>
                  </a:cubicBezTo>
                  <a:cubicBezTo>
                    <a:pt x="7650" y="4532"/>
                    <a:pt x="7585" y="4397"/>
                    <a:pt x="7530" y="4205"/>
                  </a:cubicBezTo>
                  <a:cubicBezTo>
                    <a:pt x="7443" y="3879"/>
                    <a:pt x="7263" y="3601"/>
                    <a:pt x="6974" y="3465"/>
                  </a:cubicBezTo>
                  <a:cubicBezTo>
                    <a:pt x="6071" y="3040"/>
                    <a:pt x="5592" y="2327"/>
                    <a:pt x="5357" y="1380"/>
                  </a:cubicBezTo>
                  <a:cubicBezTo>
                    <a:pt x="5242" y="909"/>
                    <a:pt x="5251" y="852"/>
                    <a:pt x="4936" y="852"/>
                  </a:cubicBezTo>
                  <a:cubicBezTo>
                    <a:pt x="4851" y="852"/>
                    <a:pt x="4742" y="856"/>
                    <a:pt x="4601" y="857"/>
                  </a:cubicBezTo>
                  <a:cubicBezTo>
                    <a:pt x="4094" y="857"/>
                    <a:pt x="3621" y="710"/>
                    <a:pt x="3158" y="525"/>
                  </a:cubicBezTo>
                  <a:lnTo>
                    <a:pt x="3158" y="525"/>
                  </a:lnTo>
                  <a:cubicBezTo>
                    <a:pt x="3206" y="528"/>
                    <a:pt x="3253" y="530"/>
                    <a:pt x="3300" y="530"/>
                  </a:cubicBezTo>
                  <a:cubicBezTo>
                    <a:pt x="3873" y="530"/>
                    <a:pt x="4413" y="329"/>
                    <a:pt x="4971" y="253"/>
                  </a:cubicBezTo>
                  <a:cubicBezTo>
                    <a:pt x="5097" y="238"/>
                    <a:pt x="5204" y="228"/>
                    <a:pt x="5295" y="228"/>
                  </a:cubicBezTo>
                  <a:cubicBezTo>
                    <a:pt x="5655" y="228"/>
                    <a:pt x="5767" y="375"/>
                    <a:pt x="5858" y="879"/>
                  </a:cubicBezTo>
                  <a:cubicBezTo>
                    <a:pt x="5935" y="1326"/>
                    <a:pt x="6092" y="1734"/>
                    <a:pt x="6267" y="2148"/>
                  </a:cubicBezTo>
                  <a:cubicBezTo>
                    <a:pt x="6294" y="2202"/>
                    <a:pt x="6288" y="2224"/>
                    <a:pt x="6365" y="2240"/>
                  </a:cubicBezTo>
                  <a:cubicBezTo>
                    <a:pt x="6691" y="2333"/>
                    <a:pt x="7007" y="2453"/>
                    <a:pt x="7334" y="2540"/>
                  </a:cubicBezTo>
                  <a:cubicBezTo>
                    <a:pt x="7693" y="2638"/>
                    <a:pt x="8014" y="2774"/>
                    <a:pt x="8308" y="3013"/>
                  </a:cubicBezTo>
                  <a:cubicBezTo>
                    <a:pt x="8586" y="3242"/>
                    <a:pt x="8765" y="3552"/>
                    <a:pt x="9032" y="3786"/>
                  </a:cubicBezTo>
                  <a:cubicBezTo>
                    <a:pt x="9099" y="3845"/>
                    <a:pt x="9151" y="3874"/>
                    <a:pt x="9188" y="3874"/>
                  </a:cubicBezTo>
                  <a:cubicBezTo>
                    <a:pt x="9244" y="3874"/>
                    <a:pt x="9267" y="3807"/>
                    <a:pt x="9261" y="3672"/>
                  </a:cubicBezTo>
                  <a:cubicBezTo>
                    <a:pt x="8787" y="2681"/>
                    <a:pt x="7938" y="2218"/>
                    <a:pt x="6855" y="2050"/>
                  </a:cubicBezTo>
                  <a:cubicBezTo>
                    <a:pt x="7290" y="1636"/>
                    <a:pt x="7704" y="1293"/>
                    <a:pt x="8194" y="1053"/>
                  </a:cubicBezTo>
                  <a:cubicBezTo>
                    <a:pt x="8390" y="955"/>
                    <a:pt x="8613" y="874"/>
                    <a:pt x="8695" y="640"/>
                  </a:cubicBezTo>
                  <a:cubicBezTo>
                    <a:pt x="8673" y="533"/>
                    <a:pt x="8634" y="500"/>
                    <a:pt x="8589" y="500"/>
                  </a:cubicBezTo>
                  <a:cubicBezTo>
                    <a:pt x="8529" y="500"/>
                    <a:pt x="8459" y="555"/>
                    <a:pt x="8401" y="580"/>
                  </a:cubicBezTo>
                  <a:cubicBezTo>
                    <a:pt x="7747" y="836"/>
                    <a:pt x="7192" y="1249"/>
                    <a:pt x="6702" y="1750"/>
                  </a:cubicBezTo>
                  <a:cubicBezTo>
                    <a:pt x="6620" y="1835"/>
                    <a:pt x="6550" y="1881"/>
                    <a:pt x="6490" y="1881"/>
                  </a:cubicBezTo>
                  <a:cubicBezTo>
                    <a:pt x="6422" y="1881"/>
                    <a:pt x="6367" y="1823"/>
                    <a:pt x="6321" y="1696"/>
                  </a:cubicBezTo>
                  <a:cubicBezTo>
                    <a:pt x="6201" y="1380"/>
                    <a:pt x="6065" y="1075"/>
                    <a:pt x="5994" y="732"/>
                  </a:cubicBezTo>
                  <a:cubicBezTo>
                    <a:pt x="5882" y="173"/>
                    <a:pt x="5750" y="1"/>
                    <a:pt x="52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39"/>
            <p:cNvSpPr/>
            <p:nvPr/>
          </p:nvSpPr>
          <p:spPr>
            <a:xfrm rot="-937699">
              <a:off x="2473562" y="1540016"/>
              <a:ext cx="757025" cy="393411"/>
            </a:xfrm>
            <a:custGeom>
              <a:rect b="b" l="l" r="r" t="t"/>
              <a:pathLst>
                <a:path extrusionOk="0" h="5981" w="11509">
                  <a:moveTo>
                    <a:pt x="548" y="0"/>
                  </a:moveTo>
                  <a:cubicBezTo>
                    <a:pt x="367" y="0"/>
                    <a:pt x="185" y="12"/>
                    <a:pt x="0" y="40"/>
                  </a:cubicBezTo>
                  <a:cubicBezTo>
                    <a:pt x="18" y="42"/>
                    <a:pt x="35" y="42"/>
                    <a:pt x="53" y="42"/>
                  </a:cubicBezTo>
                  <a:cubicBezTo>
                    <a:pt x="70" y="42"/>
                    <a:pt x="88" y="42"/>
                    <a:pt x="105" y="42"/>
                  </a:cubicBezTo>
                  <a:cubicBezTo>
                    <a:pt x="139" y="42"/>
                    <a:pt x="171" y="43"/>
                    <a:pt x="201" y="51"/>
                  </a:cubicBezTo>
                  <a:cubicBezTo>
                    <a:pt x="2139" y="590"/>
                    <a:pt x="4137" y="781"/>
                    <a:pt x="6092" y="1211"/>
                  </a:cubicBezTo>
                  <a:cubicBezTo>
                    <a:pt x="7186" y="1450"/>
                    <a:pt x="8242" y="1891"/>
                    <a:pt x="9042" y="2762"/>
                  </a:cubicBezTo>
                  <a:cubicBezTo>
                    <a:pt x="9865" y="3661"/>
                    <a:pt x="10589" y="4630"/>
                    <a:pt x="11138" y="5713"/>
                  </a:cubicBezTo>
                  <a:cubicBezTo>
                    <a:pt x="11201" y="5839"/>
                    <a:pt x="11264" y="5980"/>
                    <a:pt x="11484" y="5980"/>
                  </a:cubicBezTo>
                  <a:cubicBezTo>
                    <a:pt x="11492" y="5980"/>
                    <a:pt x="11500" y="5980"/>
                    <a:pt x="11509" y="5980"/>
                  </a:cubicBezTo>
                  <a:cubicBezTo>
                    <a:pt x="11373" y="5822"/>
                    <a:pt x="11275" y="5680"/>
                    <a:pt x="11220" y="5517"/>
                  </a:cubicBezTo>
                  <a:cubicBezTo>
                    <a:pt x="11002" y="4831"/>
                    <a:pt x="10599" y="4259"/>
                    <a:pt x="10169" y="3699"/>
                  </a:cubicBezTo>
                  <a:cubicBezTo>
                    <a:pt x="9647" y="3013"/>
                    <a:pt x="9130" y="2311"/>
                    <a:pt x="8389" y="1864"/>
                  </a:cubicBezTo>
                  <a:cubicBezTo>
                    <a:pt x="7551" y="1358"/>
                    <a:pt x="6642" y="993"/>
                    <a:pt x="5667" y="830"/>
                  </a:cubicBezTo>
                  <a:cubicBezTo>
                    <a:pt x="4638" y="656"/>
                    <a:pt x="3604" y="530"/>
                    <a:pt x="2580" y="318"/>
                  </a:cubicBezTo>
                  <a:cubicBezTo>
                    <a:pt x="1906" y="180"/>
                    <a:pt x="1242" y="0"/>
                    <a:pt x="5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39"/>
            <p:cNvSpPr/>
            <p:nvPr/>
          </p:nvSpPr>
          <p:spPr>
            <a:xfrm rot="-937699">
              <a:off x="2653617" y="1447863"/>
              <a:ext cx="683355" cy="469252"/>
            </a:xfrm>
            <a:custGeom>
              <a:rect b="b" l="l" r="r" t="t"/>
              <a:pathLst>
                <a:path extrusionOk="0" h="7134" w="10389">
                  <a:moveTo>
                    <a:pt x="252" y="0"/>
                  </a:moveTo>
                  <a:cubicBezTo>
                    <a:pt x="169" y="0"/>
                    <a:pt x="85" y="15"/>
                    <a:pt x="1" y="57"/>
                  </a:cubicBezTo>
                  <a:cubicBezTo>
                    <a:pt x="398" y="155"/>
                    <a:pt x="796" y="215"/>
                    <a:pt x="1199" y="269"/>
                  </a:cubicBezTo>
                  <a:cubicBezTo>
                    <a:pt x="1776" y="351"/>
                    <a:pt x="2364" y="340"/>
                    <a:pt x="2946" y="449"/>
                  </a:cubicBezTo>
                  <a:cubicBezTo>
                    <a:pt x="4084" y="672"/>
                    <a:pt x="5102" y="1167"/>
                    <a:pt x="6087" y="1750"/>
                  </a:cubicBezTo>
                  <a:cubicBezTo>
                    <a:pt x="7367" y="2507"/>
                    <a:pt x="8357" y="3525"/>
                    <a:pt x="8962" y="4907"/>
                  </a:cubicBezTo>
                  <a:cubicBezTo>
                    <a:pt x="9201" y="5468"/>
                    <a:pt x="9473" y="6018"/>
                    <a:pt x="9746" y="6562"/>
                  </a:cubicBezTo>
                  <a:cubicBezTo>
                    <a:pt x="9865" y="6796"/>
                    <a:pt x="9985" y="7058"/>
                    <a:pt x="10388" y="7134"/>
                  </a:cubicBezTo>
                  <a:cubicBezTo>
                    <a:pt x="10072" y="6611"/>
                    <a:pt x="9838" y="6143"/>
                    <a:pt x="9631" y="5659"/>
                  </a:cubicBezTo>
                  <a:cubicBezTo>
                    <a:pt x="9065" y="4325"/>
                    <a:pt x="8401" y="3062"/>
                    <a:pt x="7192" y="2174"/>
                  </a:cubicBezTo>
                  <a:cubicBezTo>
                    <a:pt x="5978" y="1276"/>
                    <a:pt x="4683" y="563"/>
                    <a:pt x="3186" y="269"/>
                  </a:cubicBezTo>
                  <a:cubicBezTo>
                    <a:pt x="2391" y="106"/>
                    <a:pt x="1580" y="79"/>
                    <a:pt x="768" y="68"/>
                  </a:cubicBezTo>
                  <a:cubicBezTo>
                    <a:pt x="599" y="64"/>
                    <a:pt x="427" y="0"/>
                    <a:pt x="2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39"/>
            <p:cNvSpPr/>
            <p:nvPr/>
          </p:nvSpPr>
          <p:spPr>
            <a:xfrm rot="-937699">
              <a:off x="2629308" y="1878611"/>
              <a:ext cx="735253" cy="75380"/>
            </a:xfrm>
            <a:custGeom>
              <a:rect b="b" l="l" r="r" t="t"/>
              <a:pathLst>
                <a:path extrusionOk="0" h="1146" w="11178">
                  <a:moveTo>
                    <a:pt x="6194" y="0"/>
                  </a:moveTo>
                  <a:cubicBezTo>
                    <a:pt x="6050" y="0"/>
                    <a:pt x="5905" y="7"/>
                    <a:pt x="5760" y="19"/>
                  </a:cubicBezTo>
                  <a:cubicBezTo>
                    <a:pt x="5107" y="73"/>
                    <a:pt x="4454" y="127"/>
                    <a:pt x="3800" y="198"/>
                  </a:cubicBezTo>
                  <a:cubicBezTo>
                    <a:pt x="2622" y="325"/>
                    <a:pt x="1453" y="594"/>
                    <a:pt x="258" y="594"/>
                  </a:cubicBezTo>
                  <a:cubicBezTo>
                    <a:pt x="172" y="594"/>
                    <a:pt x="86" y="593"/>
                    <a:pt x="1" y="590"/>
                  </a:cubicBezTo>
                  <a:lnTo>
                    <a:pt x="1" y="590"/>
                  </a:lnTo>
                  <a:cubicBezTo>
                    <a:pt x="180" y="650"/>
                    <a:pt x="360" y="694"/>
                    <a:pt x="545" y="704"/>
                  </a:cubicBezTo>
                  <a:cubicBezTo>
                    <a:pt x="710" y="717"/>
                    <a:pt x="874" y="723"/>
                    <a:pt x="1039" y="723"/>
                  </a:cubicBezTo>
                  <a:cubicBezTo>
                    <a:pt x="1930" y="723"/>
                    <a:pt x="2810" y="558"/>
                    <a:pt x="3697" y="470"/>
                  </a:cubicBezTo>
                  <a:cubicBezTo>
                    <a:pt x="4501" y="393"/>
                    <a:pt x="5301" y="277"/>
                    <a:pt x="6106" y="277"/>
                  </a:cubicBezTo>
                  <a:cubicBezTo>
                    <a:pt x="6261" y="277"/>
                    <a:pt x="6416" y="281"/>
                    <a:pt x="6571" y="291"/>
                  </a:cubicBezTo>
                  <a:cubicBezTo>
                    <a:pt x="6958" y="313"/>
                    <a:pt x="7339" y="389"/>
                    <a:pt x="7682" y="585"/>
                  </a:cubicBezTo>
                  <a:cubicBezTo>
                    <a:pt x="8009" y="775"/>
                    <a:pt x="8357" y="917"/>
                    <a:pt x="8727" y="998"/>
                  </a:cubicBezTo>
                  <a:cubicBezTo>
                    <a:pt x="9194" y="1102"/>
                    <a:pt x="9660" y="1146"/>
                    <a:pt x="10130" y="1146"/>
                  </a:cubicBezTo>
                  <a:cubicBezTo>
                    <a:pt x="10477" y="1146"/>
                    <a:pt x="10826" y="1122"/>
                    <a:pt x="11177" y="1080"/>
                  </a:cubicBezTo>
                  <a:cubicBezTo>
                    <a:pt x="10774" y="1026"/>
                    <a:pt x="10371" y="977"/>
                    <a:pt x="9974" y="922"/>
                  </a:cubicBezTo>
                  <a:cubicBezTo>
                    <a:pt x="9266" y="830"/>
                    <a:pt x="8548" y="797"/>
                    <a:pt x="7905" y="421"/>
                  </a:cubicBezTo>
                  <a:cubicBezTo>
                    <a:pt x="7371" y="110"/>
                    <a:pt x="6787" y="0"/>
                    <a:pt x="61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39"/>
            <p:cNvSpPr/>
            <p:nvPr/>
          </p:nvSpPr>
          <p:spPr>
            <a:xfrm rot="-937699">
              <a:off x="2325971" y="2069274"/>
              <a:ext cx="780376" cy="74065"/>
            </a:xfrm>
            <a:custGeom>
              <a:rect b="b" l="l" r="r" t="t"/>
              <a:pathLst>
                <a:path extrusionOk="0" h="1126" w="11864">
                  <a:moveTo>
                    <a:pt x="7842" y="1"/>
                  </a:moveTo>
                  <a:cubicBezTo>
                    <a:pt x="5201" y="1"/>
                    <a:pt x="2588" y="380"/>
                    <a:pt x="1" y="1126"/>
                  </a:cubicBezTo>
                  <a:cubicBezTo>
                    <a:pt x="2879" y="485"/>
                    <a:pt x="5778" y="172"/>
                    <a:pt x="8700" y="172"/>
                  </a:cubicBezTo>
                  <a:cubicBezTo>
                    <a:pt x="9751" y="172"/>
                    <a:pt x="10806" y="212"/>
                    <a:pt x="11863" y="293"/>
                  </a:cubicBezTo>
                  <a:cubicBezTo>
                    <a:pt x="10516" y="97"/>
                    <a:pt x="9175" y="1"/>
                    <a:pt x="78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39"/>
            <p:cNvSpPr/>
            <p:nvPr/>
          </p:nvSpPr>
          <p:spPr>
            <a:xfrm rot="-937699">
              <a:off x="3725496" y="574399"/>
              <a:ext cx="135763" cy="700457"/>
            </a:xfrm>
            <a:custGeom>
              <a:rect b="b" l="l" r="r" t="t"/>
              <a:pathLst>
                <a:path extrusionOk="0" h="10649" w="2064">
                  <a:moveTo>
                    <a:pt x="997" y="0"/>
                  </a:moveTo>
                  <a:cubicBezTo>
                    <a:pt x="1253" y="910"/>
                    <a:pt x="1476" y="1824"/>
                    <a:pt x="1623" y="2761"/>
                  </a:cubicBezTo>
                  <a:cubicBezTo>
                    <a:pt x="1781" y="3730"/>
                    <a:pt x="1802" y="4699"/>
                    <a:pt x="1710" y="5668"/>
                  </a:cubicBezTo>
                  <a:cubicBezTo>
                    <a:pt x="1590" y="6925"/>
                    <a:pt x="1133" y="8079"/>
                    <a:pt x="577" y="9206"/>
                  </a:cubicBezTo>
                  <a:cubicBezTo>
                    <a:pt x="349" y="9669"/>
                    <a:pt x="93" y="10132"/>
                    <a:pt x="0" y="10649"/>
                  </a:cubicBezTo>
                  <a:cubicBezTo>
                    <a:pt x="1231" y="8744"/>
                    <a:pt x="2064" y="6697"/>
                    <a:pt x="1998" y="4388"/>
                  </a:cubicBezTo>
                  <a:cubicBezTo>
                    <a:pt x="1955" y="2869"/>
                    <a:pt x="1715" y="1372"/>
                    <a:pt x="9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39"/>
            <p:cNvSpPr/>
            <p:nvPr/>
          </p:nvSpPr>
          <p:spPr>
            <a:xfrm rot="-937699">
              <a:off x="1991208" y="2981589"/>
              <a:ext cx="310532" cy="330660"/>
            </a:xfrm>
            <a:custGeom>
              <a:rect b="b" l="l" r="r" t="t"/>
              <a:pathLst>
                <a:path extrusionOk="0" h="5027" w="4721">
                  <a:moveTo>
                    <a:pt x="0" y="0"/>
                  </a:moveTo>
                  <a:lnTo>
                    <a:pt x="0" y="0"/>
                  </a:lnTo>
                  <a:cubicBezTo>
                    <a:pt x="240" y="403"/>
                    <a:pt x="675" y="637"/>
                    <a:pt x="888" y="1062"/>
                  </a:cubicBezTo>
                  <a:cubicBezTo>
                    <a:pt x="1122" y="1247"/>
                    <a:pt x="1323" y="1454"/>
                    <a:pt x="1476" y="1710"/>
                  </a:cubicBezTo>
                  <a:cubicBezTo>
                    <a:pt x="1993" y="2581"/>
                    <a:pt x="2597" y="3392"/>
                    <a:pt x="3250" y="4159"/>
                  </a:cubicBezTo>
                  <a:cubicBezTo>
                    <a:pt x="3613" y="4580"/>
                    <a:pt x="3997" y="5027"/>
                    <a:pt x="4631" y="5027"/>
                  </a:cubicBezTo>
                  <a:cubicBezTo>
                    <a:pt x="4653" y="5027"/>
                    <a:pt x="4676" y="5026"/>
                    <a:pt x="4698" y="5025"/>
                  </a:cubicBezTo>
                  <a:cubicBezTo>
                    <a:pt x="4720" y="4911"/>
                    <a:pt x="4688" y="4818"/>
                    <a:pt x="4579" y="4758"/>
                  </a:cubicBezTo>
                  <a:cubicBezTo>
                    <a:pt x="4056" y="4481"/>
                    <a:pt x="3708" y="4012"/>
                    <a:pt x="3370" y="3550"/>
                  </a:cubicBezTo>
                  <a:cubicBezTo>
                    <a:pt x="2624" y="2515"/>
                    <a:pt x="1835" y="1519"/>
                    <a:pt x="833" y="719"/>
                  </a:cubicBezTo>
                  <a:cubicBezTo>
                    <a:pt x="545" y="490"/>
                    <a:pt x="311" y="202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39"/>
            <p:cNvSpPr/>
            <p:nvPr/>
          </p:nvSpPr>
          <p:spPr>
            <a:xfrm rot="-937699">
              <a:off x="2323792" y="2294293"/>
              <a:ext cx="857664" cy="294220"/>
            </a:xfrm>
            <a:custGeom>
              <a:rect b="b" l="l" r="r" t="t"/>
              <a:pathLst>
                <a:path extrusionOk="0" h="4473" w="13039">
                  <a:moveTo>
                    <a:pt x="10199" y="1"/>
                  </a:moveTo>
                  <a:cubicBezTo>
                    <a:pt x="9366" y="1"/>
                    <a:pt x="8537" y="107"/>
                    <a:pt x="7720" y="248"/>
                  </a:cubicBezTo>
                  <a:cubicBezTo>
                    <a:pt x="6272" y="488"/>
                    <a:pt x="4878" y="945"/>
                    <a:pt x="3485" y="1413"/>
                  </a:cubicBezTo>
                  <a:cubicBezTo>
                    <a:pt x="1868" y="1952"/>
                    <a:pt x="561" y="2790"/>
                    <a:pt x="1" y="4473"/>
                  </a:cubicBezTo>
                  <a:cubicBezTo>
                    <a:pt x="126" y="4424"/>
                    <a:pt x="197" y="4293"/>
                    <a:pt x="256" y="4157"/>
                  </a:cubicBezTo>
                  <a:cubicBezTo>
                    <a:pt x="725" y="3188"/>
                    <a:pt x="1416" y="2453"/>
                    <a:pt x="2412" y="2023"/>
                  </a:cubicBezTo>
                  <a:cubicBezTo>
                    <a:pt x="3860" y="1391"/>
                    <a:pt x="5368" y="956"/>
                    <a:pt x="6893" y="569"/>
                  </a:cubicBezTo>
                  <a:cubicBezTo>
                    <a:pt x="7622" y="384"/>
                    <a:pt x="8373" y="330"/>
                    <a:pt x="9119" y="264"/>
                  </a:cubicBezTo>
                  <a:cubicBezTo>
                    <a:pt x="9521" y="231"/>
                    <a:pt x="9920" y="212"/>
                    <a:pt x="10320" y="212"/>
                  </a:cubicBezTo>
                  <a:cubicBezTo>
                    <a:pt x="10704" y="212"/>
                    <a:pt x="11089" y="230"/>
                    <a:pt x="11476" y="270"/>
                  </a:cubicBezTo>
                  <a:cubicBezTo>
                    <a:pt x="11876" y="315"/>
                    <a:pt x="12271" y="422"/>
                    <a:pt x="12733" y="422"/>
                  </a:cubicBezTo>
                  <a:cubicBezTo>
                    <a:pt x="12832" y="422"/>
                    <a:pt x="12933" y="417"/>
                    <a:pt x="13039" y="406"/>
                  </a:cubicBezTo>
                  <a:cubicBezTo>
                    <a:pt x="12201" y="210"/>
                    <a:pt x="11455" y="52"/>
                    <a:pt x="10698" y="14"/>
                  </a:cubicBezTo>
                  <a:cubicBezTo>
                    <a:pt x="10532" y="5"/>
                    <a:pt x="10365" y="1"/>
                    <a:pt x="101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39"/>
            <p:cNvSpPr/>
            <p:nvPr/>
          </p:nvSpPr>
          <p:spPr>
            <a:xfrm rot="-937699">
              <a:off x="2554583" y="2419646"/>
              <a:ext cx="467015" cy="157207"/>
            </a:xfrm>
            <a:custGeom>
              <a:rect b="b" l="l" r="r" t="t"/>
              <a:pathLst>
                <a:path extrusionOk="0" h="2390" w="7100">
                  <a:moveTo>
                    <a:pt x="6092" y="1"/>
                  </a:moveTo>
                  <a:cubicBezTo>
                    <a:pt x="5571" y="1"/>
                    <a:pt x="5052" y="65"/>
                    <a:pt x="4535" y="151"/>
                  </a:cubicBezTo>
                  <a:cubicBezTo>
                    <a:pt x="3446" y="325"/>
                    <a:pt x="2455" y="804"/>
                    <a:pt x="1437" y="1191"/>
                  </a:cubicBezTo>
                  <a:cubicBezTo>
                    <a:pt x="958" y="1370"/>
                    <a:pt x="577" y="1708"/>
                    <a:pt x="180" y="2023"/>
                  </a:cubicBezTo>
                  <a:cubicBezTo>
                    <a:pt x="114" y="2078"/>
                    <a:pt x="60" y="2165"/>
                    <a:pt x="16" y="2241"/>
                  </a:cubicBezTo>
                  <a:cubicBezTo>
                    <a:pt x="0" y="2274"/>
                    <a:pt x="27" y="2339"/>
                    <a:pt x="54" y="2366"/>
                  </a:cubicBezTo>
                  <a:cubicBezTo>
                    <a:pt x="68" y="2383"/>
                    <a:pt x="80" y="2390"/>
                    <a:pt x="92" y="2390"/>
                  </a:cubicBezTo>
                  <a:cubicBezTo>
                    <a:pt x="116" y="2390"/>
                    <a:pt x="138" y="2366"/>
                    <a:pt x="163" y="2345"/>
                  </a:cubicBezTo>
                  <a:cubicBezTo>
                    <a:pt x="855" y="1762"/>
                    <a:pt x="1650" y="1392"/>
                    <a:pt x="2493" y="1076"/>
                  </a:cubicBezTo>
                  <a:cubicBezTo>
                    <a:pt x="3555" y="684"/>
                    <a:pt x="4606" y="330"/>
                    <a:pt x="5760" y="298"/>
                  </a:cubicBezTo>
                  <a:cubicBezTo>
                    <a:pt x="6201" y="287"/>
                    <a:pt x="6674" y="319"/>
                    <a:pt x="7099" y="91"/>
                  </a:cubicBezTo>
                  <a:cubicBezTo>
                    <a:pt x="6763" y="27"/>
                    <a:pt x="6427" y="1"/>
                    <a:pt x="60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9" name="Google Shape;2219;p39"/>
            <p:cNvSpPr/>
            <p:nvPr/>
          </p:nvSpPr>
          <p:spPr>
            <a:xfrm rot="-937699">
              <a:off x="2195944" y="2739678"/>
              <a:ext cx="233179" cy="260345"/>
            </a:xfrm>
            <a:custGeom>
              <a:rect b="b" l="l" r="r" t="t"/>
              <a:pathLst>
                <a:path extrusionOk="0" h="3958" w="3545">
                  <a:moveTo>
                    <a:pt x="3544" y="0"/>
                  </a:moveTo>
                  <a:lnTo>
                    <a:pt x="3544" y="0"/>
                  </a:lnTo>
                  <a:cubicBezTo>
                    <a:pt x="2923" y="735"/>
                    <a:pt x="2052" y="1220"/>
                    <a:pt x="1497" y="2026"/>
                  </a:cubicBezTo>
                  <a:cubicBezTo>
                    <a:pt x="1366" y="2211"/>
                    <a:pt x="1214" y="2374"/>
                    <a:pt x="1094" y="2559"/>
                  </a:cubicBezTo>
                  <a:cubicBezTo>
                    <a:pt x="828" y="2962"/>
                    <a:pt x="403" y="3234"/>
                    <a:pt x="158" y="3653"/>
                  </a:cubicBezTo>
                  <a:cubicBezTo>
                    <a:pt x="109" y="3735"/>
                    <a:pt x="0" y="3833"/>
                    <a:pt x="131" y="3931"/>
                  </a:cubicBezTo>
                  <a:cubicBezTo>
                    <a:pt x="157" y="3950"/>
                    <a:pt x="180" y="3958"/>
                    <a:pt x="202" y="3958"/>
                  </a:cubicBezTo>
                  <a:cubicBezTo>
                    <a:pt x="267" y="3958"/>
                    <a:pt x="316" y="3889"/>
                    <a:pt x="365" y="3844"/>
                  </a:cubicBezTo>
                  <a:cubicBezTo>
                    <a:pt x="419" y="3800"/>
                    <a:pt x="468" y="3751"/>
                    <a:pt x="517" y="3697"/>
                  </a:cubicBezTo>
                  <a:cubicBezTo>
                    <a:pt x="1557" y="2494"/>
                    <a:pt x="2695" y="1372"/>
                    <a:pt x="35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0" name="Google Shape;2220;p39"/>
            <p:cNvSpPr/>
            <p:nvPr/>
          </p:nvSpPr>
          <p:spPr>
            <a:xfrm rot="-937699">
              <a:off x="1474867" y="2671985"/>
              <a:ext cx="654611" cy="1060454"/>
            </a:xfrm>
            <a:custGeom>
              <a:rect b="b" l="l" r="r" t="t"/>
              <a:pathLst>
                <a:path extrusionOk="0" h="16122" w="9952">
                  <a:moveTo>
                    <a:pt x="1528" y="1"/>
                  </a:moveTo>
                  <a:cubicBezTo>
                    <a:pt x="1436" y="1"/>
                    <a:pt x="1362" y="57"/>
                    <a:pt x="1312" y="127"/>
                  </a:cubicBezTo>
                  <a:cubicBezTo>
                    <a:pt x="1073" y="465"/>
                    <a:pt x="605" y="590"/>
                    <a:pt x="420" y="949"/>
                  </a:cubicBezTo>
                  <a:cubicBezTo>
                    <a:pt x="0" y="1744"/>
                    <a:pt x="60" y="2577"/>
                    <a:pt x="392" y="3393"/>
                  </a:cubicBezTo>
                  <a:cubicBezTo>
                    <a:pt x="697" y="4156"/>
                    <a:pt x="1154" y="4836"/>
                    <a:pt x="1606" y="5517"/>
                  </a:cubicBezTo>
                  <a:cubicBezTo>
                    <a:pt x="1835" y="5816"/>
                    <a:pt x="2009" y="6148"/>
                    <a:pt x="2243" y="6448"/>
                  </a:cubicBezTo>
                  <a:cubicBezTo>
                    <a:pt x="3316" y="7819"/>
                    <a:pt x="4475" y="9121"/>
                    <a:pt x="5575" y="10471"/>
                  </a:cubicBezTo>
                  <a:cubicBezTo>
                    <a:pt x="6027" y="11031"/>
                    <a:pt x="6473" y="11592"/>
                    <a:pt x="6642" y="12316"/>
                  </a:cubicBezTo>
                  <a:cubicBezTo>
                    <a:pt x="6778" y="12528"/>
                    <a:pt x="6691" y="12741"/>
                    <a:pt x="6647" y="12953"/>
                  </a:cubicBezTo>
                  <a:cubicBezTo>
                    <a:pt x="6936" y="13198"/>
                    <a:pt x="7268" y="13383"/>
                    <a:pt x="7551" y="13634"/>
                  </a:cubicBezTo>
                  <a:cubicBezTo>
                    <a:pt x="7720" y="13781"/>
                    <a:pt x="7785" y="13938"/>
                    <a:pt x="7622" y="14118"/>
                  </a:cubicBezTo>
                  <a:cubicBezTo>
                    <a:pt x="7537" y="14212"/>
                    <a:pt x="7448" y="14256"/>
                    <a:pt x="7355" y="14256"/>
                  </a:cubicBezTo>
                  <a:cubicBezTo>
                    <a:pt x="7270" y="14256"/>
                    <a:pt x="7183" y="14218"/>
                    <a:pt x="7094" y="14145"/>
                  </a:cubicBezTo>
                  <a:cubicBezTo>
                    <a:pt x="6947" y="14020"/>
                    <a:pt x="6849" y="13857"/>
                    <a:pt x="6707" y="13726"/>
                  </a:cubicBezTo>
                  <a:cubicBezTo>
                    <a:pt x="6619" y="13645"/>
                    <a:pt x="6515" y="13580"/>
                    <a:pt x="6407" y="13580"/>
                  </a:cubicBezTo>
                  <a:cubicBezTo>
                    <a:pt x="6350" y="13580"/>
                    <a:pt x="6291" y="13599"/>
                    <a:pt x="6234" y="13644"/>
                  </a:cubicBezTo>
                  <a:cubicBezTo>
                    <a:pt x="6070" y="13775"/>
                    <a:pt x="6212" y="13933"/>
                    <a:pt x="6288" y="14047"/>
                  </a:cubicBezTo>
                  <a:cubicBezTo>
                    <a:pt x="6430" y="14249"/>
                    <a:pt x="6397" y="14369"/>
                    <a:pt x="6168" y="14445"/>
                  </a:cubicBezTo>
                  <a:cubicBezTo>
                    <a:pt x="6103" y="14467"/>
                    <a:pt x="6038" y="14499"/>
                    <a:pt x="5978" y="14532"/>
                  </a:cubicBezTo>
                  <a:cubicBezTo>
                    <a:pt x="5853" y="14603"/>
                    <a:pt x="5706" y="14673"/>
                    <a:pt x="5722" y="14837"/>
                  </a:cubicBezTo>
                  <a:cubicBezTo>
                    <a:pt x="5733" y="14978"/>
                    <a:pt x="5874" y="15038"/>
                    <a:pt x="5994" y="15087"/>
                  </a:cubicBezTo>
                  <a:cubicBezTo>
                    <a:pt x="6462" y="15283"/>
                    <a:pt x="6931" y="15479"/>
                    <a:pt x="7404" y="15659"/>
                  </a:cubicBezTo>
                  <a:cubicBezTo>
                    <a:pt x="7666" y="15757"/>
                    <a:pt x="7889" y="15887"/>
                    <a:pt x="8047" y="16122"/>
                  </a:cubicBezTo>
                  <a:cubicBezTo>
                    <a:pt x="8128" y="16101"/>
                    <a:pt x="8162" y="15989"/>
                    <a:pt x="8256" y="15989"/>
                  </a:cubicBezTo>
                  <a:cubicBezTo>
                    <a:pt x="8262" y="15989"/>
                    <a:pt x="8269" y="15990"/>
                    <a:pt x="8275" y="15991"/>
                  </a:cubicBezTo>
                  <a:cubicBezTo>
                    <a:pt x="8373" y="15904"/>
                    <a:pt x="8428" y="15784"/>
                    <a:pt x="8537" y="15702"/>
                  </a:cubicBezTo>
                  <a:cubicBezTo>
                    <a:pt x="8733" y="15561"/>
                    <a:pt x="8771" y="15430"/>
                    <a:pt x="8520" y="15283"/>
                  </a:cubicBezTo>
                  <a:cubicBezTo>
                    <a:pt x="8330" y="15174"/>
                    <a:pt x="8390" y="15044"/>
                    <a:pt x="8542" y="14929"/>
                  </a:cubicBezTo>
                  <a:cubicBezTo>
                    <a:pt x="8684" y="14831"/>
                    <a:pt x="8863" y="14777"/>
                    <a:pt x="8983" y="14641"/>
                  </a:cubicBezTo>
                  <a:cubicBezTo>
                    <a:pt x="8983" y="14499"/>
                    <a:pt x="9135" y="14358"/>
                    <a:pt x="8988" y="14216"/>
                  </a:cubicBezTo>
                  <a:lnTo>
                    <a:pt x="8988" y="14216"/>
                  </a:lnTo>
                  <a:cubicBezTo>
                    <a:pt x="8954" y="14241"/>
                    <a:pt x="8929" y="14251"/>
                    <a:pt x="8910" y="14251"/>
                  </a:cubicBezTo>
                  <a:cubicBezTo>
                    <a:pt x="8862" y="14251"/>
                    <a:pt x="8852" y="14187"/>
                    <a:pt x="8836" y="14129"/>
                  </a:cubicBezTo>
                  <a:cubicBezTo>
                    <a:pt x="8716" y="13644"/>
                    <a:pt x="8831" y="13198"/>
                    <a:pt x="8983" y="12746"/>
                  </a:cubicBezTo>
                  <a:cubicBezTo>
                    <a:pt x="9157" y="12240"/>
                    <a:pt x="9489" y="11815"/>
                    <a:pt x="9702" y="11331"/>
                  </a:cubicBezTo>
                  <a:cubicBezTo>
                    <a:pt x="9952" y="10759"/>
                    <a:pt x="9838" y="10275"/>
                    <a:pt x="9429" y="9845"/>
                  </a:cubicBezTo>
                  <a:cubicBezTo>
                    <a:pt x="8749" y="9126"/>
                    <a:pt x="8128" y="8358"/>
                    <a:pt x="7382" y="7700"/>
                  </a:cubicBezTo>
                  <a:cubicBezTo>
                    <a:pt x="6990" y="7362"/>
                    <a:pt x="6577" y="7046"/>
                    <a:pt x="6201" y="6687"/>
                  </a:cubicBezTo>
                  <a:cubicBezTo>
                    <a:pt x="5537" y="6056"/>
                    <a:pt x="4786" y="5528"/>
                    <a:pt x="3980" y="5076"/>
                  </a:cubicBezTo>
                  <a:cubicBezTo>
                    <a:pt x="2886" y="4466"/>
                    <a:pt x="1770" y="3894"/>
                    <a:pt x="991" y="2838"/>
                  </a:cubicBezTo>
                  <a:cubicBezTo>
                    <a:pt x="523" y="2201"/>
                    <a:pt x="430" y="1619"/>
                    <a:pt x="871" y="960"/>
                  </a:cubicBezTo>
                  <a:cubicBezTo>
                    <a:pt x="975" y="802"/>
                    <a:pt x="1116" y="677"/>
                    <a:pt x="1236" y="530"/>
                  </a:cubicBezTo>
                  <a:cubicBezTo>
                    <a:pt x="1367" y="372"/>
                    <a:pt x="1552" y="241"/>
                    <a:pt x="1552" y="2"/>
                  </a:cubicBezTo>
                  <a:cubicBezTo>
                    <a:pt x="1544" y="1"/>
                    <a:pt x="1536" y="1"/>
                    <a:pt x="15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1" name="Google Shape;2221;p39"/>
            <p:cNvSpPr/>
            <p:nvPr/>
          </p:nvSpPr>
          <p:spPr>
            <a:xfrm rot="-937699">
              <a:off x="512465" y="1576740"/>
              <a:ext cx="1466428" cy="2176160"/>
            </a:xfrm>
            <a:custGeom>
              <a:rect b="b" l="l" r="r" t="t"/>
              <a:pathLst>
                <a:path extrusionOk="0" h="33084" w="22294">
                  <a:moveTo>
                    <a:pt x="82" y="1"/>
                  </a:moveTo>
                  <a:lnTo>
                    <a:pt x="82" y="1"/>
                  </a:lnTo>
                  <a:cubicBezTo>
                    <a:pt x="0" y="153"/>
                    <a:pt x="147" y="186"/>
                    <a:pt x="223" y="218"/>
                  </a:cubicBezTo>
                  <a:cubicBezTo>
                    <a:pt x="887" y="545"/>
                    <a:pt x="1503" y="959"/>
                    <a:pt x="2134" y="1345"/>
                  </a:cubicBezTo>
                  <a:cubicBezTo>
                    <a:pt x="3996" y="2483"/>
                    <a:pt x="5847" y="3643"/>
                    <a:pt x="7611" y="4938"/>
                  </a:cubicBezTo>
                  <a:cubicBezTo>
                    <a:pt x="9407" y="6256"/>
                    <a:pt x="11149" y="7644"/>
                    <a:pt x="12723" y="9234"/>
                  </a:cubicBezTo>
                  <a:cubicBezTo>
                    <a:pt x="12946" y="9457"/>
                    <a:pt x="13207" y="9647"/>
                    <a:pt x="13387" y="9914"/>
                  </a:cubicBezTo>
                  <a:cubicBezTo>
                    <a:pt x="13915" y="10529"/>
                    <a:pt x="14470" y="11117"/>
                    <a:pt x="14982" y="11754"/>
                  </a:cubicBezTo>
                  <a:cubicBezTo>
                    <a:pt x="15407" y="12277"/>
                    <a:pt x="15837" y="12789"/>
                    <a:pt x="16152" y="13453"/>
                  </a:cubicBezTo>
                  <a:cubicBezTo>
                    <a:pt x="15891" y="13333"/>
                    <a:pt x="15684" y="13219"/>
                    <a:pt x="15472" y="13137"/>
                  </a:cubicBezTo>
                  <a:cubicBezTo>
                    <a:pt x="15396" y="13111"/>
                    <a:pt x="15309" y="13064"/>
                    <a:pt x="15228" y="13064"/>
                  </a:cubicBezTo>
                  <a:cubicBezTo>
                    <a:pt x="15176" y="13064"/>
                    <a:pt x="15126" y="13084"/>
                    <a:pt x="15085" y="13142"/>
                  </a:cubicBezTo>
                  <a:cubicBezTo>
                    <a:pt x="14987" y="13289"/>
                    <a:pt x="15129" y="13404"/>
                    <a:pt x="15194" y="13523"/>
                  </a:cubicBezTo>
                  <a:cubicBezTo>
                    <a:pt x="15221" y="13572"/>
                    <a:pt x="15276" y="13605"/>
                    <a:pt x="15314" y="13654"/>
                  </a:cubicBezTo>
                  <a:cubicBezTo>
                    <a:pt x="15592" y="14013"/>
                    <a:pt x="15831" y="14400"/>
                    <a:pt x="15989" y="14912"/>
                  </a:cubicBezTo>
                  <a:cubicBezTo>
                    <a:pt x="15701" y="14759"/>
                    <a:pt x="15461" y="14645"/>
                    <a:pt x="15238" y="14503"/>
                  </a:cubicBezTo>
                  <a:cubicBezTo>
                    <a:pt x="14750" y="14201"/>
                    <a:pt x="14232" y="14017"/>
                    <a:pt x="13668" y="14017"/>
                  </a:cubicBezTo>
                  <a:cubicBezTo>
                    <a:pt x="13602" y="14017"/>
                    <a:pt x="13536" y="14019"/>
                    <a:pt x="13468" y="14024"/>
                  </a:cubicBezTo>
                  <a:cubicBezTo>
                    <a:pt x="12930" y="14068"/>
                    <a:pt x="12391" y="14106"/>
                    <a:pt x="11857" y="14188"/>
                  </a:cubicBezTo>
                  <a:cubicBezTo>
                    <a:pt x="11677" y="14209"/>
                    <a:pt x="11405" y="14269"/>
                    <a:pt x="11536" y="14590"/>
                  </a:cubicBezTo>
                  <a:cubicBezTo>
                    <a:pt x="11781" y="14737"/>
                    <a:pt x="12064" y="14650"/>
                    <a:pt x="12331" y="14710"/>
                  </a:cubicBezTo>
                  <a:cubicBezTo>
                    <a:pt x="12984" y="14863"/>
                    <a:pt x="13534" y="15211"/>
                    <a:pt x="14105" y="15538"/>
                  </a:cubicBezTo>
                  <a:cubicBezTo>
                    <a:pt x="14759" y="15913"/>
                    <a:pt x="15004" y="16490"/>
                    <a:pt x="15009" y="17209"/>
                  </a:cubicBezTo>
                  <a:cubicBezTo>
                    <a:pt x="15036" y="17389"/>
                    <a:pt x="14917" y="17498"/>
                    <a:pt x="14808" y="17596"/>
                  </a:cubicBezTo>
                  <a:cubicBezTo>
                    <a:pt x="14432" y="17944"/>
                    <a:pt x="14051" y="18287"/>
                    <a:pt x="13670" y="18630"/>
                  </a:cubicBezTo>
                  <a:cubicBezTo>
                    <a:pt x="13479" y="18853"/>
                    <a:pt x="13294" y="19076"/>
                    <a:pt x="13093" y="19294"/>
                  </a:cubicBezTo>
                  <a:cubicBezTo>
                    <a:pt x="12505" y="19947"/>
                    <a:pt x="12450" y="20731"/>
                    <a:pt x="12924" y="21385"/>
                  </a:cubicBezTo>
                  <a:cubicBezTo>
                    <a:pt x="13556" y="22250"/>
                    <a:pt x="14361" y="22903"/>
                    <a:pt x="15309" y="23366"/>
                  </a:cubicBezTo>
                  <a:cubicBezTo>
                    <a:pt x="16860" y="24123"/>
                    <a:pt x="18139" y="25239"/>
                    <a:pt x="19408" y="26371"/>
                  </a:cubicBezTo>
                  <a:cubicBezTo>
                    <a:pt x="20061" y="26954"/>
                    <a:pt x="20622" y="27612"/>
                    <a:pt x="21221" y="28244"/>
                  </a:cubicBezTo>
                  <a:cubicBezTo>
                    <a:pt x="21999" y="29077"/>
                    <a:pt x="22065" y="29382"/>
                    <a:pt x="21520" y="30389"/>
                  </a:cubicBezTo>
                  <a:cubicBezTo>
                    <a:pt x="21487" y="30454"/>
                    <a:pt x="21455" y="30520"/>
                    <a:pt x="21417" y="30574"/>
                  </a:cubicBezTo>
                  <a:cubicBezTo>
                    <a:pt x="21123" y="30999"/>
                    <a:pt x="20949" y="31472"/>
                    <a:pt x="20845" y="31968"/>
                  </a:cubicBezTo>
                  <a:cubicBezTo>
                    <a:pt x="20763" y="32343"/>
                    <a:pt x="20791" y="32730"/>
                    <a:pt x="20981" y="33084"/>
                  </a:cubicBezTo>
                  <a:cubicBezTo>
                    <a:pt x="21123" y="33040"/>
                    <a:pt x="21090" y="32931"/>
                    <a:pt x="21106" y="32844"/>
                  </a:cubicBezTo>
                  <a:cubicBezTo>
                    <a:pt x="20954" y="32289"/>
                    <a:pt x="21047" y="31755"/>
                    <a:pt x="21253" y="31227"/>
                  </a:cubicBezTo>
                  <a:cubicBezTo>
                    <a:pt x="21362" y="30950"/>
                    <a:pt x="21531" y="30710"/>
                    <a:pt x="21673" y="30454"/>
                  </a:cubicBezTo>
                  <a:cubicBezTo>
                    <a:pt x="22032" y="29817"/>
                    <a:pt x="22293" y="29142"/>
                    <a:pt x="21781" y="28483"/>
                  </a:cubicBezTo>
                  <a:cubicBezTo>
                    <a:pt x="21313" y="27879"/>
                    <a:pt x="20802" y="27308"/>
                    <a:pt x="20263" y="26769"/>
                  </a:cubicBezTo>
                  <a:cubicBezTo>
                    <a:pt x="19729" y="26241"/>
                    <a:pt x="19119" y="25789"/>
                    <a:pt x="18575" y="25272"/>
                  </a:cubicBezTo>
                  <a:cubicBezTo>
                    <a:pt x="17835" y="24569"/>
                    <a:pt x="17002" y="24003"/>
                    <a:pt x="16120" y="23502"/>
                  </a:cubicBezTo>
                  <a:cubicBezTo>
                    <a:pt x="15085" y="22914"/>
                    <a:pt x="14029" y="22375"/>
                    <a:pt x="13278" y="21368"/>
                  </a:cubicBezTo>
                  <a:cubicBezTo>
                    <a:pt x="12717" y="20617"/>
                    <a:pt x="12848" y="19996"/>
                    <a:pt x="13403" y="19397"/>
                  </a:cubicBezTo>
                  <a:cubicBezTo>
                    <a:pt x="13893" y="18869"/>
                    <a:pt x="14405" y="18369"/>
                    <a:pt x="14938" y="17890"/>
                  </a:cubicBezTo>
                  <a:cubicBezTo>
                    <a:pt x="15113" y="17732"/>
                    <a:pt x="15287" y="17568"/>
                    <a:pt x="15303" y="17302"/>
                  </a:cubicBezTo>
                  <a:cubicBezTo>
                    <a:pt x="15347" y="16496"/>
                    <a:pt x="15047" y="15837"/>
                    <a:pt x="14383" y="15396"/>
                  </a:cubicBezTo>
                  <a:cubicBezTo>
                    <a:pt x="13811" y="15015"/>
                    <a:pt x="13229" y="14629"/>
                    <a:pt x="12527" y="14471"/>
                  </a:cubicBezTo>
                  <a:cubicBezTo>
                    <a:pt x="12915" y="14429"/>
                    <a:pt x="13290" y="14314"/>
                    <a:pt x="13680" y="14314"/>
                  </a:cubicBezTo>
                  <a:cubicBezTo>
                    <a:pt x="13798" y="14314"/>
                    <a:pt x="13918" y="14324"/>
                    <a:pt x="14040" y="14351"/>
                  </a:cubicBezTo>
                  <a:cubicBezTo>
                    <a:pt x="14753" y="14509"/>
                    <a:pt x="15352" y="14912"/>
                    <a:pt x="15984" y="15244"/>
                  </a:cubicBezTo>
                  <a:cubicBezTo>
                    <a:pt x="16053" y="15280"/>
                    <a:pt x="16119" y="15347"/>
                    <a:pt x="16193" y="15347"/>
                  </a:cubicBezTo>
                  <a:cubicBezTo>
                    <a:pt x="16218" y="15347"/>
                    <a:pt x="16244" y="15339"/>
                    <a:pt x="16272" y="15320"/>
                  </a:cubicBezTo>
                  <a:cubicBezTo>
                    <a:pt x="16397" y="15227"/>
                    <a:pt x="16365" y="15086"/>
                    <a:pt x="16327" y="14961"/>
                  </a:cubicBezTo>
                  <a:cubicBezTo>
                    <a:pt x="16294" y="14874"/>
                    <a:pt x="16239" y="14792"/>
                    <a:pt x="16201" y="14710"/>
                  </a:cubicBezTo>
                  <a:cubicBezTo>
                    <a:pt x="16000" y="14291"/>
                    <a:pt x="15760" y="13894"/>
                    <a:pt x="15466" y="13453"/>
                  </a:cubicBezTo>
                  <a:lnTo>
                    <a:pt x="15466" y="13453"/>
                  </a:lnTo>
                  <a:cubicBezTo>
                    <a:pt x="15826" y="13523"/>
                    <a:pt x="16016" y="13719"/>
                    <a:pt x="16234" y="13861"/>
                  </a:cubicBezTo>
                  <a:cubicBezTo>
                    <a:pt x="16328" y="13924"/>
                    <a:pt x="16440" y="14032"/>
                    <a:pt x="16548" y="14032"/>
                  </a:cubicBezTo>
                  <a:cubicBezTo>
                    <a:pt x="16589" y="14032"/>
                    <a:pt x="16630" y="14016"/>
                    <a:pt x="16670" y="13975"/>
                  </a:cubicBezTo>
                  <a:cubicBezTo>
                    <a:pt x="16789" y="13845"/>
                    <a:pt x="16588" y="13703"/>
                    <a:pt x="16539" y="13567"/>
                  </a:cubicBezTo>
                  <a:cubicBezTo>
                    <a:pt x="16533" y="13545"/>
                    <a:pt x="16517" y="13529"/>
                    <a:pt x="16501" y="13507"/>
                  </a:cubicBezTo>
                  <a:cubicBezTo>
                    <a:pt x="16005" y="12821"/>
                    <a:pt x="15548" y="12119"/>
                    <a:pt x="15004" y="11460"/>
                  </a:cubicBezTo>
                  <a:cubicBezTo>
                    <a:pt x="14073" y="10350"/>
                    <a:pt x="13087" y="9293"/>
                    <a:pt x="12042" y="8292"/>
                  </a:cubicBezTo>
                  <a:cubicBezTo>
                    <a:pt x="11030" y="7328"/>
                    <a:pt x="9946" y="6441"/>
                    <a:pt x="8825" y="5602"/>
                  </a:cubicBezTo>
                  <a:cubicBezTo>
                    <a:pt x="7344" y="4492"/>
                    <a:pt x="5825" y="3441"/>
                    <a:pt x="4268" y="2450"/>
                  </a:cubicBezTo>
                  <a:cubicBezTo>
                    <a:pt x="3528" y="1971"/>
                    <a:pt x="2793" y="1487"/>
                    <a:pt x="2036" y="1030"/>
                  </a:cubicBezTo>
                  <a:cubicBezTo>
                    <a:pt x="1405" y="648"/>
                    <a:pt x="789" y="240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2" name="Google Shape;2222;p39"/>
            <p:cNvSpPr/>
            <p:nvPr/>
          </p:nvSpPr>
          <p:spPr>
            <a:xfrm rot="-937699">
              <a:off x="778531" y="3064304"/>
              <a:ext cx="662899" cy="278104"/>
            </a:xfrm>
            <a:custGeom>
              <a:rect b="b" l="l" r="r" t="t"/>
              <a:pathLst>
                <a:path extrusionOk="0" h="4228" w="10078">
                  <a:moveTo>
                    <a:pt x="85" y="0"/>
                  </a:moveTo>
                  <a:cubicBezTo>
                    <a:pt x="59" y="0"/>
                    <a:pt x="31" y="15"/>
                    <a:pt x="0" y="52"/>
                  </a:cubicBezTo>
                  <a:cubicBezTo>
                    <a:pt x="207" y="499"/>
                    <a:pt x="583" y="673"/>
                    <a:pt x="1051" y="689"/>
                  </a:cubicBezTo>
                  <a:cubicBezTo>
                    <a:pt x="1157" y="693"/>
                    <a:pt x="1264" y="695"/>
                    <a:pt x="1371" y="695"/>
                  </a:cubicBezTo>
                  <a:cubicBezTo>
                    <a:pt x="1723" y="695"/>
                    <a:pt x="2077" y="677"/>
                    <a:pt x="2430" y="677"/>
                  </a:cubicBezTo>
                  <a:cubicBezTo>
                    <a:pt x="2781" y="677"/>
                    <a:pt x="3131" y="695"/>
                    <a:pt x="3479" y="765"/>
                  </a:cubicBezTo>
                  <a:cubicBezTo>
                    <a:pt x="3855" y="842"/>
                    <a:pt x="4225" y="1005"/>
                    <a:pt x="4600" y="1032"/>
                  </a:cubicBezTo>
                  <a:cubicBezTo>
                    <a:pt x="5510" y="1092"/>
                    <a:pt x="6386" y="1250"/>
                    <a:pt x="7241" y="1571"/>
                  </a:cubicBezTo>
                  <a:cubicBezTo>
                    <a:pt x="7518" y="1680"/>
                    <a:pt x="7763" y="1816"/>
                    <a:pt x="7976" y="2034"/>
                  </a:cubicBezTo>
                  <a:cubicBezTo>
                    <a:pt x="8194" y="2262"/>
                    <a:pt x="8379" y="2540"/>
                    <a:pt x="8673" y="2676"/>
                  </a:cubicBezTo>
                  <a:cubicBezTo>
                    <a:pt x="9037" y="2850"/>
                    <a:pt x="9277" y="3139"/>
                    <a:pt x="9506" y="3460"/>
                  </a:cubicBezTo>
                  <a:cubicBezTo>
                    <a:pt x="9685" y="3716"/>
                    <a:pt x="9767" y="4048"/>
                    <a:pt x="10055" y="4228"/>
                  </a:cubicBezTo>
                  <a:cubicBezTo>
                    <a:pt x="10050" y="4206"/>
                    <a:pt x="10050" y="4179"/>
                    <a:pt x="10055" y="4157"/>
                  </a:cubicBezTo>
                  <a:cubicBezTo>
                    <a:pt x="10077" y="3994"/>
                    <a:pt x="10023" y="3852"/>
                    <a:pt x="9914" y="3732"/>
                  </a:cubicBezTo>
                  <a:cubicBezTo>
                    <a:pt x="9674" y="3357"/>
                    <a:pt x="9522" y="2910"/>
                    <a:pt x="9135" y="2654"/>
                  </a:cubicBezTo>
                  <a:cubicBezTo>
                    <a:pt x="8798" y="2431"/>
                    <a:pt x="8515" y="2159"/>
                    <a:pt x="8264" y="1849"/>
                  </a:cubicBezTo>
                  <a:cubicBezTo>
                    <a:pt x="7791" y="1261"/>
                    <a:pt x="7061" y="1206"/>
                    <a:pt x="6419" y="972"/>
                  </a:cubicBezTo>
                  <a:cubicBezTo>
                    <a:pt x="5706" y="716"/>
                    <a:pt x="4922" y="858"/>
                    <a:pt x="4203" y="651"/>
                  </a:cubicBezTo>
                  <a:cubicBezTo>
                    <a:pt x="3597" y="476"/>
                    <a:pt x="2986" y="395"/>
                    <a:pt x="2364" y="395"/>
                  </a:cubicBezTo>
                  <a:cubicBezTo>
                    <a:pt x="2272" y="395"/>
                    <a:pt x="2179" y="397"/>
                    <a:pt x="2085" y="401"/>
                  </a:cubicBezTo>
                  <a:cubicBezTo>
                    <a:pt x="1753" y="411"/>
                    <a:pt x="1427" y="411"/>
                    <a:pt x="1095" y="411"/>
                  </a:cubicBezTo>
                  <a:cubicBezTo>
                    <a:pt x="1083" y="412"/>
                    <a:pt x="1071" y="412"/>
                    <a:pt x="1059" y="412"/>
                  </a:cubicBezTo>
                  <a:cubicBezTo>
                    <a:pt x="735" y="412"/>
                    <a:pt x="433" y="337"/>
                    <a:pt x="202" y="79"/>
                  </a:cubicBezTo>
                  <a:cubicBezTo>
                    <a:pt x="165" y="39"/>
                    <a:pt x="127" y="0"/>
                    <a:pt x="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39"/>
            <p:cNvSpPr/>
            <p:nvPr/>
          </p:nvSpPr>
          <p:spPr>
            <a:xfrm rot="-937699">
              <a:off x="1597543" y="3046472"/>
              <a:ext cx="341316" cy="447348"/>
            </a:xfrm>
            <a:custGeom>
              <a:rect b="b" l="l" r="r" t="t"/>
              <a:pathLst>
                <a:path extrusionOk="0" h="6801" w="5189">
                  <a:moveTo>
                    <a:pt x="0" y="1"/>
                  </a:moveTo>
                  <a:lnTo>
                    <a:pt x="0" y="1"/>
                  </a:lnTo>
                  <a:cubicBezTo>
                    <a:pt x="180" y="567"/>
                    <a:pt x="458" y="1089"/>
                    <a:pt x="828" y="1547"/>
                  </a:cubicBezTo>
                  <a:cubicBezTo>
                    <a:pt x="1928" y="2913"/>
                    <a:pt x="3049" y="4258"/>
                    <a:pt x="4176" y="5602"/>
                  </a:cubicBezTo>
                  <a:cubicBezTo>
                    <a:pt x="4492" y="5978"/>
                    <a:pt x="4655" y="6468"/>
                    <a:pt x="5036" y="6800"/>
                  </a:cubicBezTo>
                  <a:cubicBezTo>
                    <a:pt x="5188" y="6582"/>
                    <a:pt x="5009" y="6419"/>
                    <a:pt x="4938" y="6250"/>
                  </a:cubicBezTo>
                  <a:cubicBezTo>
                    <a:pt x="4508" y="5260"/>
                    <a:pt x="3697" y="4552"/>
                    <a:pt x="3049" y="3724"/>
                  </a:cubicBezTo>
                  <a:cubicBezTo>
                    <a:pt x="2358" y="2837"/>
                    <a:pt x="1617" y="1988"/>
                    <a:pt x="888" y="1128"/>
                  </a:cubicBezTo>
                  <a:cubicBezTo>
                    <a:pt x="577" y="763"/>
                    <a:pt x="398" y="295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39"/>
            <p:cNvSpPr/>
            <p:nvPr/>
          </p:nvSpPr>
          <p:spPr>
            <a:xfrm rot="-937699">
              <a:off x="784521" y="2732421"/>
              <a:ext cx="527135" cy="219037"/>
            </a:xfrm>
            <a:custGeom>
              <a:rect b="b" l="l" r="r" t="t"/>
              <a:pathLst>
                <a:path extrusionOk="0" h="3330" w="8014">
                  <a:moveTo>
                    <a:pt x="7327" y="1"/>
                  </a:moveTo>
                  <a:cubicBezTo>
                    <a:pt x="6930" y="1"/>
                    <a:pt x="6535" y="36"/>
                    <a:pt x="6141" y="102"/>
                  </a:cubicBezTo>
                  <a:cubicBezTo>
                    <a:pt x="5325" y="232"/>
                    <a:pt x="4579" y="586"/>
                    <a:pt x="3789" y="820"/>
                  </a:cubicBezTo>
                  <a:cubicBezTo>
                    <a:pt x="3299" y="967"/>
                    <a:pt x="2864" y="1207"/>
                    <a:pt x="2477" y="1544"/>
                  </a:cubicBezTo>
                  <a:cubicBezTo>
                    <a:pt x="2216" y="1767"/>
                    <a:pt x="1933" y="1958"/>
                    <a:pt x="1628" y="2121"/>
                  </a:cubicBezTo>
                  <a:cubicBezTo>
                    <a:pt x="1029" y="2448"/>
                    <a:pt x="517" y="2889"/>
                    <a:pt x="0" y="3330"/>
                  </a:cubicBezTo>
                  <a:cubicBezTo>
                    <a:pt x="251" y="3297"/>
                    <a:pt x="479" y="3243"/>
                    <a:pt x="664" y="3090"/>
                  </a:cubicBezTo>
                  <a:cubicBezTo>
                    <a:pt x="1443" y="2453"/>
                    <a:pt x="2396" y="2083"/>
                    <a:pt x="3152" y="1414"/>
                  </a:cubicBezTo>
                  <a:cubicBezTo>
                    <a:pt x="3218" y="1354"/>
                    <a:pt x="3310" y="1310"/>
                    <a:pt x="3397" y="1278"/>
                  </a:cubicBezTo>
                  <a:cubicBezTo>
                    <a:pt x="4268" y="962"/>
                    <a:pt x="5134" y="624"/>
                    <a:pt x="6038" y="412"/>
                  </a:cubicBezTo>
                  <a:cubicBezTo>
                    <a:pt x="6691" y="254"/>
                    <a:pt x="7355" y="156"/>
                    <a:pt x="8014" y="36"/>
                  </a:cubicBezTo>
                  <a:cubicBezTo>
                    <a:pt x="7784" y="12"/>
                    <a:pt x="7555" y="1"/>
                    <a:pt x="73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39"/>
            <p:cNvSpPr/>
            <p:nvPr/>
          </p:nvSpPr>
          <p:spPr>
            <a:xfrm rot="-937699">
              <a:off x="1933186" y="3478194"/>
              <a:ext cx="182333" cy="208447"/>
            </a:xfrm>
            <a:custGeom>
              <a:rect b="b" l="l" r="r" t="t"/>
              <a:pathLst>
                <a:path extrusionOk="0" h="3169" w="2772">
                  <a:moveTo>
                    <a:pt x="1361" y="0"/>
                  </a:moveTo>
                  <a:lnTo>
                    <a:pt x="1361" y="0"/>
                  </a:lnTo>
                  <a:cubicBezTo>
                    <a:pt x="1329" y="207"/>
                    <a:pt x="1432" y="338"/>
                    <a:pt x="1585" y="452"/>
                  </a:cubicBezTo>
                  <a:cubicBezTo>
                    <a:pt x="1704" y="539"/>
                    <a:pt x="1846" y="610"/>
                    <a:pt x="1955" y="719"/>
                  </a:cubicBezTo>
                  <a:cubicBezTo>
                    <a:pt x="2053" y="822"/>
                    <a:pt x="2320" y="893"/>
                    <a:pt x="2156" y="1083"/>
                  </a:cubicBezTo>
                  <a:cubicBezTo>
                    <a:pt x="2100" y="1151"/>
                    <a:pt x="2047" y="1177"/>
                    <a:pt x="1998" y="1177"/>
                  </a:cubicBezTo>
                  <a:cubicBezTo>
                    <a:pt x="1884" y="1177"/>
                    <a:pt x="1786" y="1040"/>
                    <a:pt x="1699" y="953"/>
                  </a:cubicBezTo>
                  <a:cubicBezTo>
                    <a:pt x="1557" y="811"/>
                    <a:pt x="1443" y="642"/>
                    <a:pt x="1236" y="583"/>
                  </a:cubicBezTo>
                  <a:cubicBezTo>
                    <a:pt x="1195" y="571"/>
                    <a:pt x="1155" y="565"/>
                    <a:pt x="1115" y="565"/>
                  </a:cubicBezTo>
                  <a:cubicBezTo>
                    <a:pt x="900" y="565"/>
                    <a:pt x="732" y="730"/>
                    <a:pt x="833" y="909"/>
                  </a:cubicBezTo>
                  <a:cubicBezTo>
                    <a:pt x="1084" y="1339"/>
                    <a:pt x="850" y="1443"/>
                    <a:pt x="501" y="1524"/>
                  </a:cubicBezTo>
                  <a:cubicBezTo>
                    <a:pt x="436" y="1541"/>
                    <a:pt x="371" y="1579"/>
                    <a:pt x="311" y="1612"/>
                  </a:cubicBezTo>
                  <a:cubicBezTo>
                    <a:pt x="17" y="1786"/>
                    <a:pt x="0" y="1998"/>
                    <a:pt x="284" y="2178"/>
                  </a:cubicBezTo>
                  <a:cubicBezTo>
                    <a:pt x="463" y="2287"/>
                    <a:pt x="659" y="2368"/>
                    <a:pt x="855" y="2444"/>
                  </a:cubicBezTo>
                  <a:cubicBezTo>
                    <a:pt x="1492" y="2684"/>
                    <a:pt x="2102" y="2994"/>
                    <a:pt x="2761" y="3169"/>
                  </a:cubicBezTo>
                  <a:cubicBezTo>
                    <a:pt x="2771" y="2847"/>
                    <a:pt x="2521" y="2771"/>
                    <a:pt x="2292" y="2679"/>
                  </a:cubicBezTo>
                  <a:cubicBezTo>
                    <a:pt x="1764" y="2466"/>
                    <a:pt x="1231" y="2254"/>
                    <a:pt x="697" y="2036"/>
                  </a:cubicBezTo>
                  <a:cubicBezTo>
                    <a:pt x="616" y="2003"/>
                    <a:pt x="485" y="1982"/>
                    <a:pt x="480" y="1878"/>
                  </a:cubicBezTo>
                  <a:cubicBezTo>
                    <a:pt x="474" y="1759"/>
                    <a:pt x="605" y="1726"/>
                    <a:pt x="697" y="1677"/>
                  </a:cubicBezTo>
                  <a:cubicBezTo>
                    <a:pt x="735" y="1655"/>
                    <a:pt x="779" y="1633"/>
                    <a:pt x="823" y="1612"/>
                  </a:cubicBezTo>
                  <a:cubicBezTo>
                    <a:pt x="1269" y="1405"/>
                    <a:pt x="1274" y="1405"/>
                    <a:pt x="1013" y="969"/>
                  </a:cubicBezTo>
                  <a:cubicBezTo>
                    <a:pt x="975" y="898"/>
                    <a:pt x="899" y="828"/>
                    <a:pt x="959" y="751"/>
                  </a:cubicBezTo>
                  <a:cubicBezTo>
                    <a:pt x="997" y="705"/>
                    <a:pt x="1047" y="687"/>
                    <a:pt x="1099" y="687"/>
                  </a:cubicBezTo>
                  <a:cubicBezTo>
                    <a:pt x="1152" y="687"/>
                    <a:pt x="1206" y="705"/>
                    <a:pt x="1253" y="730"/>
                  </a:cubicBezTo>
                  <a:cubicBezTo>
                    <a:pt x="1372" y="784"/>
                    <a:pt x="1443" y="893"/>
                    <a:pt x="1514" y="1007"/>
                  </a:cubicBezTo>
                  <a:cubicBezTo>
                    <a:pt x="1617" y="1165"/>
                    <a:pt x="1748" y="1301"/>
                    <a:pt x="1928" y="1377"/>
                  </a:cubicBezTo>
                  <a:cubicBezTo>
                    <a:pt x="1988" y="1403"/>
                    <a:pt x="2044" y="1415"/>
                    <a:pt x="2097" y="1415"/>
                  </a:cubicBezTo>
                  <a:cubicBezTo>
                    <a:pt x="2224" y="1415"/>
                    <a:pt x="2331" y="1344"/>
                    <a:pt x="2423" y="1225"/>
                  </a:cubicBezTo>
                  <a:cubicBezTo>
                    <a:pt x="2526" y="1094"/>
                    <a:pt x="2635" y="926"/>
                    <a:pt x="2488" y="784"/>
                  </a:cubicBezTo>
                  <a:cubicBezTo>
                    <a:pt x="2156" y="468"/>
                    <a:pt x="1830" y="131"/>
                    <a:pt x="13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39"/>
            <p:cNvSpPr/>
            <p:nvPr/>
          </p:nvSpPr>
          <p:spPr>
            <a:xfrm rot="-937699">
              <a:off x="1624328" y="3479077"/>
              <a:ext cx="114649" cy="163718"/>
            </a:xfrm>
            <a:custGeom>
              <a:rect b="b" l="l" r="r" t="t"/>
              <a:pathLst>
                <a:path extrusionOk="0" h="2489" w="1743">
                  <a:moveTo>
                    <a:pt x="1351" y="1"/>
                  </a:moveTo>
                  <a:lnTo>
                    <a:pt x="1351" y="1"/>
                  </a:lnTo>
                  <a:cubicBezTo>
                    <a:pt x="1095" y="926"/>
                    <a:pt x="496" y="1661"/>
                    <a:pt x="0" y="2489"/>
                  </a:cubicBezTo>
                  <a:cubicBezTo>
                    <a:pt x="817" y="2374"/>
                    <a:pt x="1742" y="638"/>
                    <a:pt x="13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39"/>
            <p:cNvSpPr/>
            <p:nvPr/>
          </p:nvSpPr>
          <p:spPr>
            <a:xfrm rot="-937699">
              <a:off x="2734724" y="3015246"/>
              <a:ext cx="119319" cy="100047"/>
            </a:xfrm>
            <a:custGeom>
              <a:rect b="b" l="l" r="r" t="t"/>
              <a:pathLst>
                <a:path extrusionOk="0" h="1521" w="1814">
                  <a:moveTo>
                    <a:pt x="1798" y="1"/>
                  </a:moveTo>
                  <a:cubicBezTo>
                    <a:pt x="1145" y="1"/>
                    <a:pt x="217" y="670"/>
                    <a:pt x="50" y="1248"/>
                  </a:cubicBezTo>
                  <a:cubicBezTo>
                    <a:pt x="1" y="1404"/>
                    <a:pt x="21" y="1521"/>
                    <a:pt x="157" y="1521"/>
                  </a:cubicBezTo>
                  <a:cubicBezTo>
                    <a:pt x="187" y="1521"/>
                    <a:pt x="221" y="1515"/>
                    <a:pt x="262" y="1504"/>
                  </a:cubicBezTo>
                  <a:cubicBezTo>
                    <a:pt x="393" y="1466"/>
                    <a:pt x="518" y="1466"/>
                    <a:pt x="649" y="1460"/>
                  </a:cubicBezTo>
                  <a:cubicBezTo>
                    <a:pt x="866" y="1329"/>
                    <a:pt x="1149" y="1460"/>
                    <a:pt x="1367" y="1286"/>
                  </a:cubicBezTo>
                  <a:cubicBezTo>
                    <a:pt x="1482" y="1199"/>
                    <a:pt x="1536" y="1150"/>
                    <a:pt x="1351" y="1101"/>
                  </a:cubicBezTo>
                  <a:cubicBezTo>
                    <a:pt x="1030" y="1248"/>
                    <a:pt x="681" y="1253"/>
                    <a:pt x="311" y="1302"/>
                  </a:cubicBezTo>
                  <a:cubicBezTo>
                    <a:pt x="469" y="976"/>
                    <a:pt x="692" y="741"/>
                    <a:pt x="964" y="556"/>
                  </a:cubicBezTo>
                  <a:cubicBezTo>
                    <a:pt x="1237" y="371"/>
                    <a:pt x="1574" y="279"/>
                    <a:pt x="1814" y="1"/>
                  </a:cubicBezTo>
                  <a:cubicBezTo>
                    <a:pt x="1808" y="1"/>
                    <a:pt x="1803" y="1"/>
                    <a:pt x="17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39"/>
            <p:cNvSpPr/>
            <p:nvPr/>
          </p:nvSpPr>
          <p:spPr>
            <a:xfrm rot="-937699">
              <a:off x="1399172" y="3610782"/>
              <a:ext cx="74525" cy="178058"/>
            </a:xfrm>
            <a:custGeom>
              <a:rect b="b" l="l" r="r" t="t"/>
              <a:pathLst>
                <a:path extrusionOk="0" h="2707" w="1133">
                  <a:moveTo>
                    <a:pt x="1132" y="1"/>
                  </a:moveTo>
                  <a:lnTo>
                    <a:pt x="1132" y="1"/>
                  </a:lnTo>
                  <a:cubicBezTo>
                    <a:pt x="174" y="578"/>
                    <a:pt x="0" y="1520"/>
                    <a:pt x="82" y="2342"/>
                  </a:cubicBezTo>
                  <a:cubicBezTo>
                    <a:pt x="98" y="2505"/>
                    <a:pt x="185" y="2652"/>
                    <a:pt x="403" y="2706"/>
                  </a:cubicBezTo>
                  <a:cubicBezTo>
                    <a:pt x="289" y="1509"/>
                    <a:pt x="403" y="1090"/>
                    <a:pt x="11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39"/>
            <p:cNvSpPr/>
            <p:nvPr/>
          </p:nvSpPr>
          <p:spPr>
            <a:xfrm rot="-937699">
              <a:off x="3090465" y="2846065"/>
              <a:ext cx="78801" cy="163850"/>
            </a:xfrm>
            <a:custGeom>
              <a:rect b="b" l="l" r="r" t="t"/>
              <a:pathLst>
                <a:path extrusionOk="0" h="2491" w="1198">
                  <a:moveTo>
                    <a:pt x="216" y="0"/>
                  </a:moveTo>
                  <a:cubicBezTo>
                    <a:pt x="150" y="0"/>
                    <a:pt x="78" y="12"/>
                    <a:pt x="0" y="39"/>
                  </a:cubicBezTo>
                  <a:cubicBezTo>
                    <a:pt x="577" y="77"/>
                    <a:pt x="605" y="512"/>
                    <a:pt x="708" y="893"/>
                  </a:cubicBezTo>
                  <a:cubicBezTo>
                    <a:pt x="822" y="1329"/>
                    <a:pt x="942" y="1759"/>
                    <a:pt x="1018" y="2254"/>
                  </a:cubicBezTo>
                  <a:cubicBezTo>
                    <a:pt x="806" y="2129"/>
                    <a:pt x="654" y="2031"/>
                    <a:pt x="490" y="1939"/>
                  </a:cubicBezTo>
                  <a:cubicBezTo>
                    <a:pt x="456" y="1920"/>
                    <a:pt x="420" y="1906"/>
                    <a:pt x="391" y="1906"/>
                  </a:cubicBezTo>
                  <a:cubicBezTo>
                    <a:pt x="352" y="1906"/>
                    <a:pt x="324" y="1933"/>
                    <a:pt x="327" y="2015"/>
                  </a:cubicBezTo>
                  <a:cubicBezTo>
                    <a:pt x="337" y="2156"/>
                    <a:pt x="757" y="2491"/>
                    <a:pt x="926" y="2491"/>
                  </a:cubicBezTo>
                  <a:cubicBezTo>
                    <a:pt x="934" y="2491"/>
                    <a:pt x="941" y="2490"/>
                    <a:pt x="948" y="2489"/>
                  </a:cubicBezTo>
                  <a:cubicBezTo>
                    <a:pt x="1198" y="2434"/>
                    <a:pt x="1176" y="2222"/>
                    <a:pt x="1176" y="2037"/>
                  </a:cubicBezTo>
                  <a:cubicBezTo>
                    <a:pt x="1182" y="1389"/>
                    <a:pt x="893" y="828"/>
                    <a:pt x="626" y="267"/>
                  </a:cubicBezTo>
                  <a:cubicBezTo>
                    <a:pt x="549" y="105"/>
                    <a:pt x="409" y="0"/>
                    <a:pt x="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39"/>
            <p:cNvSpPr/>
            <p:nvPr/>
          </p:nvSpPr>
          <p:spPr>
            <a:xfrm rot="-937699">
              <a:off x="2967006" y="2882143"/>
              <a:ext cx="76696" cy="129317"/>
            </a:xfrm>
            <a:custGeom>
              <a:rect b="b" l="l" r="r" t="t"/>
              <a:pathLst>
                <a:path extrusionOk="0" h="1966" w="1166">
                  <a:moveTo>
                    <a:pt x="587" y="0"/>
                  </a:moveTo>
                  <a:cubicBezTo>
                    <a:pt x="526" y="0"/>
                    <a:pt x="462" y="14"/>
                    <a:pt x="398" y="49"/>
                  </a:cubicBezTo>
                  <a:cubicBezTo>
                    <a:pt x="191" y="163"/>
                    <a:pt x="257" y="392"/>
                    <a:pt x="306" y="561"/>
                  </a:cubicBezTo>
                  <a:cubicBezTo>
                    <a:pt x="360" y="729"/>
                    <a:pt x="316" y="816"/>
                    <a:pt x="197" y="920"/>
                  </a:cubicBezTo>
                  <a:cubicBezTo>
                    <a:pt x="1" y="1094"/>
                    <a:pt x="33" y="1279"/>
                    <a:pt x="240" y="1415"/>
                  </a:cubicBezTo>
                  <a:cubicBezTo>
                    <a:pt x="523" y="1600"/>
                    <a:pt x="817" y="1758"/>
                    <a:pt x="1166" y="1965"/>
                  </a:cubicBezTo>
                  <a:cubicBezTo>
                    <a:pt x="1079" y="1551"/>
                    <a:pt x="774" y="1448"/>
                    <a:pt x="523" y="1290"/>
                  </a:cubicBezTo>
                  <a:cubicBezTo>
                    <a:pt x="431" y="1230"/>
                    <a:pt x="224" y="1165"/>
                    <a:pt x="311" y="1072"/>
                  </a:cubicBezTo>
                  <a:cubicBezTo>
                    <a:pt x="523" y="844"/>
                    <a:pt x="442" y="539"/>
                    <a:pt x="594" y="316"/>
                  </a:cubicBezTo>
                  <a:cubicBezTo>
                    <a:pt x="597" y="311"/>
                    <a:pt x="604" y="310"/>
                    <a:pt x="614" y="310"/>
                  </a:cubicBezTo>
                  <a:cubicBezTo>
                    <a:pt x="642" y="310"/>
                    <a:pt x="692" y="324"/>
                    <a:pt x="725" y="332"/>
                  </a:cubicBezTo>
                  <a:cubicBezTo>
                    <a:pt x="806" y="348"/>
                    <a:pt x="883" y="370"/>
                    <a:pt x="964" y="392"/>
                  </a:cubicBezTo>
                  <a:cubicBezTo>
                    <a:pt x="991" y="400"/>
                    <a:pt x="1023" y="410"/>
                    <a:pt x="1051" y="410"/>
                  </a:cubicBezTo>
                  <a:cubicBezTo>
                    <a:pt x="1080" y="410"/>
                    <a:pt x="1106" y="400"/>
                    <a:pt x="1122" y="370"/>
                  </a:cubicBezTo>
                  <a:cubicBezTo>
                    <a:pt x="1160" y="294"/>
                    <a:pt x="1111" y="228"/>
                    <a:pt x="1051" y="190"/>
                  </a:cubicBezTo>
                  <a:cubicBezTo>
                    <a:pt x="905" y="100"/>
                    <a:pt x="751" y="0"/>
                    <a:pt x="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39"/>
            <p:cNvSpPr/>
            <p:nvPr/>
          </p:nvSpPr>
          <p:spPr>
            <a:xfrm rot="-937699">
              <a:off x="2136497" y="3552270"/>
              <a:ext cx="55187" cy="101033"/>
            </a:xfrm>
            <a:custGeom>
              <a:rect b="b" l="l" r="r" t="t"/>
              <a:pathLst>
                <a:path extrusionOk="0" h="1536" w="839">
                  <a:moveTo>
                    <a:pt x="768" y="1"/>
                  </a:moveTo>
                  <a:lnTo>
                    <a:pt x="768" y="1"/>
                  </a:lnTo>
                  <a:cubicBezTo>
                    <a:pt x="528" y="12"/>
                    <a:pt x="349" y="164"/>
                    <a:pt x="175" y="284"/>
                  </a:cubicBezTo>
                  <a:cubicBezTo>
                    <a:pt x="6" y="404"/>
                    <a:pt x="0" y="561"/>
                    <a:pt x="191" y="687"/>
                  </a:cubicBezTo>
                  <a:cubicBezTo>
                    <a:pt x="273" y="736"/>
                    <a:pt x="360" y="785"/>
                    <a:pt x="452" y="834"/>
                  </a:cubicBezTo>
                  <a:cubicBezTo>
                    <a:pt x="332" y="1030"/>
                    <a:pt x="6" y="1046"/>
                    <a:pt x="60" y="1351"/>
                  </a:cubicBezTo>
                  <a:cubicBezTo>
                    <a:pt x="158" y="1411"/>
                    <a:pt x="256" y="1476"/>
                    <a:pt x="360" y="1525"/>
                  </a:cubicBezTo>
                  <a:cubicBezTo>
                    <a:pt x="378" y="1533"/>
                    <a:pt x="397" y="1536"/>
                    <a:pt x="416" y="1536"/>
                  </a:cubicBezTo>
                  <a:cubicBezTo>
                    <a:pt x="493" y="1536"/>
                    <a:pt x="563" y="1481"/>
                    <a:pt x="528" y="1433"/>
                  </a:cubicBezTo>
                  <a:cubicBezTo>
                    <a:pt x="371" y="1198"/>
                    <a:pt x="583" y="1106"/>
                    <a:pt x="675" y="970"/>
                  </a:cubicBezTo>
                  <a:cubicBezTo>
                    <a:pt x="741" y="872"/>
                    <a:pt x="752" y="757"/>
                    <a:pt x="686" y="676"/>
                  </a:cubicBezTo>
                  <a:cubicBezTo>
                    <a:pt x="539" y="485"/>
                    <a:pt x="550" y="333"/>
                    <a:pt x="741" y="180"/>
                  </a:cubicBezTo>
                  <a:cubicBezTo>
                    <a:pt x="779" y="153"/>
                    <a:pt x="839" y="72"/>
                    <a:pt x="7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39"/>
            <p:cNvSpPr/>
            <p:nvPr/>
          </p:nvSpPr>
          <p:spPr>
            <a:xfrm rot="-937699">
              <a:off x="3043944" y="2921382"/>
              <a:ext cx="83865" cy="52029"/>
            </a:xfrm>
            <a:custGeom>
              <a:rect b="b" l="l" r="r" t="t"/>
              <a:pathLst>
                <a:path extrusionOk="0" h="791" w="1275">
                  <a:moveTo>
                    <a:pt x="742" y="1"/>
                  </a:moveTo>
                  <a:cubicBezTo>
                    <a:pt x="684" y="1"/>
                    <a:pt x="623" y="4"/>
                    <a:pt x="561" y="5"/>
                  </a:cubicBezTo>
                  <a:cubicBezTo>
                    <a:pt x="538" y="7"/>
                    <a:pt x="513" y="8"/>
                    <a:pt x="487" y="8"/>
                  </a:cubicBezTo>
                  <a:cubicBezTo>
                    <a:pt x="459" y="8"/>
                    <a:pt x="429" y="7"/>
                    <a:pt x="400" y="7"/>
                  </a:cubicBezTo>
                  <a:cubicBezTo>
                    <a:pt x="256" y="7"/>
                    <a:pt x="103" y="22"/>
                    <a:pt x="60" y="201"/>
                  </a:cubicBezTo>
                  <a:cubicBezTo>
                    <a:pt x="0" y="440"/>
                    <a:pt x="251" y="544"/>
                    <a:pt x="441" y="636"/>
                  </a:cubicBezTo>
                  <a:cubicBezTo>
                    <a:pt x="534" y="685"/>
                    <a:pt x="626" y="756"/>
                    <a:pt x="724" y="767"/>
                  </a:cubicBezTo>
                  <a:cubicBezTo>
                    <a:pt x="796" y="775"/>
                    <a:pt x="875" y="791"/>
                    <a:pt x="950" y="791"/>
                  </a:cubicBezTo>
                  <a:cubicBezTo>
                    <a:pt x="1027" y="791"/>
                    <a:pt x="1101" y="774"/>
                    <a:pt x="1160" y="712"/>
                  </a:cubicBezTo>
                  <a:cubicBezTo>
                    <a:pt x="1274" y="587"/>
                    <a:pt x="1198" y="429"/>
                    <a:pt x="1160" y="282"/>
                  </a:cubicBezTo>
                  <a:cubicBezTo>
                    <a:pt x="1101" y="34"/>
                    <a:pt x="938" y="1"/>
                    <a:pt x="7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39"/>
            <p:cNvSpPr/>
            <p:nvPr/>
          </p:nvSpPr>
          <p:spPr>
            <a:xfrm rot="-937699">
              <a:off x="2951541" y="3053635"/>
              <a:ext cx="98928" cy="90246"/>
            </a:xfrm>
            <a:custGeom>
              <a:rect b="b" l="l" r="r" t="t"/>
              <a:pathLst>
                <a:path extrusionOk="0" h="1372" w="1504">
                  <a:moveTo>
                    <a:pt x="454" y="0"/>
                  </a:moveTo>
                  <a:cubicBezTo>
                    <a:pt x="358" y="0"/>
                    <a:pt x="282" y="60"/>
                    <a:pt x="208" y="125"/>
                  </a:cubicBezTo>
                  <a:cubicBezTo>
                    <a:pt x="110" y="212"/>
                    <a:pt x="1" y="316"/>
                    <a:pt x="28" y="452"/>
                  </a:cubicBezTo>
                  <a:cubicBezTo>
                    <a:pt x="46" y="541"/>
                    <a:pt x="102" y="561"/>
                    <a:pt x="166" y="561"/>
                  </a:cubicBezTo>
                  <a:cubicBezTo>
                    <a:pt x="215" y="561"/>
                    <a:pt x="268" y="550"/>
                    <a:pt x="315" y="550"/>
                  </a:cubicBezTo>
                  <a:cubicBezTo>
                    <a:pt x="319" y="550"/>
                    <a:pt x="323" y="550"/>
                    <a:pt x="328" y="550"/>
                  </a:cubicBezTo>
                  <a:cubicBezTo>
                    <a:pt x="545" y="555"/>
                    <a:pt x="665" y="773"/>
                    <a:pt x="888" y="806"/>
                  </a:cubicBezTo>
                  <a:cubicBezTo>
                    <a:pt x="986" y="822"/>
                    <a:pt x="899" y="1040"/>
                    <a:pt x="921" y="1165"/>
                  </a:cubicBezTo>
                  <a:cubicBezTo>
                    <a:pt x="926" y="1203"/>
                    <a:pt x="926" y="1241"/>
                    <a:pt x="943" y="1269"/>
                  </a:cubicBezTo>
                  <a:cubicBezTo>
                    <a:pt x="985" y="1345"/>
                    <a:pt x="1034" y="1371"/>
                    <a:pt x="1085" y="1371"/>
                  </a:cubicBezTo>
                  <a:cubicBezTo>
                    <a:pt x="1147" y="1371"/>
                    <a:pt x="1213" y="1334"/>
                    <a:pt x="1275" y="1301"/>
                  </a:cubicBezTo>
                  <a:cubicBezTo>
                    <a:pt x="1373" y="1247"/>
                    <a:pt x="1504" y="1073"/>
                    <a:pt x="1471" y="1073"/>
                  </a:cubicBezTo>
                  <a:cubicBezTo>
                    <a:pt x="1166" y="1067"/>
                    <a:pt x="1144" y="833"/>
                    <a:pt x="1068" y="637"/>
                  </a:cubicBezTo>
                  <a:cubicBezTo>
                    <a:pt x="1063" y="628"/>
                    <a:pt x="1045" y="625"/>
                    <a:pt x="1023" y="625"/>
                  </a:cubicBezTo>
                  <a:cubicBezTo>
                    <a:pt x="1002" y="625"/>
                    <a:pt x="977" y="627"/>
                    <a:pt x="955" y="627"/>
                  </a:cubicBezTo>
                  <a:cubicBezTo>
                    <a:pt x="947" y="627"/>
                    <a:pt x="939" y="627"/>
                    <a:pt x="932" y="626"/>
                  </a:cubicBezTo>
                  <a:cubicBezTo>
                    <a:pt x="524" y="583"/>
                    <a:pt x="382" y="365"/>
                    <a:pt x="556" y="22"/>
                  </a:cubicBezTo>
                  <a:cubicBezTo>
                    <a:pt x="520" y="7"/>
                    <a:pt x="486" y="0"/>
                    <a:pt x="4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39"/>
            <p:cNvSpPr/>
            <p:nvPr/>
          </p:nvSpPr>
          <p:spPr>
            <a:xfrm rot="-937699">
              <a:off x="1739299" y="3522715"/>
              <a:ext cx="75643" cy="106361"/>
            </a:xfrm>
            <a:custGeom>
              <a:rect b="b" l="l" r="r" t="t"/>
              <a:pathLst>
                <a:path extrusionOk="0" h="1617" w="1150">
                  <a:moveTo>
                    <a:pt x="1" y="0"/>
                  </a:moveTo>
                  <a:lnTo>
                    <a:pt x="1" y="0"/>
                  </a:lnTo>
                  <a:cubicBezTo>
                    <a:pt x="77" y="87"/>
                    <a:pt x="99" y="136"/>
                    <a:pt x="137" y="152"/>
                  </a:cubicBezTo>
                  <a:cubicBezTo>
                    <a:pt x="610" y="365"/>
                    <a:pt x="790" y="751"/>
                    <a:pt x="834" y="1241"/>
                  </a:cubicBezTo>
                  <a:cubicBezTo>
                    <a:pt x="844" y="1372"/>
                    <a:pt x="861" y="1573"/>
                    <a:pt x="1073" y="1617"/>
                  </a:cubicBezTo>
                  <a:cubicBezTo>
                    <a:pt x="1149" y="544"/>
                    <a:pt x="959" y="245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39"/>
            <p:cNvSpPr/>
            <p:nvPr/>
          </p:nvSpPr>
          <p:spPr>
            <a:xfrm rot="-937699">
              <a:off x="3311856" y="2980694"/>
              <a:ext cx="57686" cy="66171"/>
            </a:xfrm>
            <a:custGeom>
              <a:rect b="b" l="l" r="r" t="t"/>
              <a:pathLst>
                <a:path extrusionOk="0" h="1006" w="877">
                  <a:moveTo>
                    <a:pt x="260" y="1"/>
                  </a:moveTo>
                  <a:cubicBezTo>
                    <a:pt x="207" y="1"/>
                    <a:pt x="153" y="20"/>
                    <a:pt x="104" y="67"/>
                  </a:cubicBezTo>
                  <a:cubicBezTo>
                    <a:pt x="1" y="165"/>
                    <a:pt x="33" y="285"/>
                    <a:pt x="93" y="394"/>
                  </a:cubicBezTo>
                  <a:cubicBezTo>
                    <a:pt x="218" y="628"/>
                    <a:pt x="420" y="797"/>
                    <a:pt x="621" y="955"/>
                  </a:cubicBezTo>
                  <a:cubicBezTo>
                    <a:pt x="668" y="990"/>
                    <a:pt x="706" y="1005"/>
                    <a:pt x="739" y="1005"/>
                  </a:cubicBezTo>
                  <a:cubicBezTo>
                    <a:pt x="817" y="1005"/>
                    <a:pt x="858" y="916"/>
                    <a:pt x="877" y="797"/>
                  </a:cubicBezTo>
                  <a:cubicBezTo>
                    <a:pt x="774" y="541"/>
                    <a:pt x="681" y="274"/>
                    <a:pt x="458" y="84"/>
                  </a:cubicBezTo>
                  <a:cubicBezTo>
                    <a:pt x="399" y="34"/>
                    <a:pt x="330" y="1"/>
                    <a:pt x="2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39"/>
            <p:cNvSpPr/>
            <p:nvPr/>
          </p:nvSpPr>
          <p:spPr>
            <a:xfrm rot="-937699">
              <a:off x="2266554" y="3631330"/>
              <a:ext cx="72026" cy="78406"/>
            </a:xfrm>
            <a:custGeom>
              <a:rect b="b" l="l" r="r" t="t"/>
              <a:pathLst>
                <a:path extrusionOk="0" h="1192" w="1095">
                  <a:moveTo>
                    <a:pt x="986" y="1"/>
                  </a:moveTo>
                  <a:cubicBezTo>
                    <a:pt x="893" y="170"/>
                    <a:pt x="861" y="246"/>
                    <a:pt x="812" y="306"/>
                  </a:cubicBezTo>
                  <a:cubicBezTo>
                    <a:pt x="687" y="480"/>
                    <a:pt x="899" y="801"/>
                    <a:pt x="648" y="856"/>
                  </a:cubicBezTo>
                  <a:cubicBezTo>
                    <a:pt x="633" y="859"/>
                    <a:pt x="617" y="861"/>
                    <a:pt x="601" y="861"/>
                  </a:cubicBezTo>
                  <a:cubicBezTo>
                    <a:pt x="444" y="861"/>
                    <a:pt x="250" y="707"/>
                    <a:pt x="77" y="638"/>
                  </a:cubicBezTo>
                  <a:cubicBezTo>
                    <a:pt x="74" y="637"/>
                    <a:pt x="71" y="636"/>
                    <a:pt x="68" y="636"/>
                  </a:cubicBezTo>
                  <a:cubicBezTo>
                    <a:pt x="58" y="636"/>
                    <a:pt x="41" y="642"/>
                    <a:pt x="1" y="654"/>
                  </a:cubicBezTo>
                  <a:cubicBezTo>
                    <a:pt x="142" y="954"/>
                    <a:pt x="387" y="1079"/>
                    <a:pt x="659" y="1166"/>
                  </a:cubicBezTo>
                  <a:cubicBezTo>
                    <a:pt x="705" y="1180"/>
                    <a:pt x="756" y="1192"/>
                    <a:pt x="805" y="1192"/>
                  </a:cubicBezTo>
                  <a:cubicBezTo>
                    <a:pt x="886" y="1192"/>
                    <a:pt x="961" y="1161"/>
                    <a:pt x="991" y="1063"/>
                  </a:cubicBezTo>
                  <a:cubicBezTo>
                    <a:pt x="1095" y="741"/>
                    <a:pt x="1068" y="420"/>
                    <a:pt x="9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39"/>
            <p:cNvSpPr/>
            <p:nvPr/>
          </p:nvSpPr>
          <p:spPr>
            <a:xfrm rot="-937699">
              <a:off x="2200094" y="3664208"/>
              <a:ext cx="49135" cy="72420"/>
            </a:xfrm>
            <a:custGeom>
              <a:rect b="b" l="l" r="r" t="t"/>
              <a:pathLst>
                <a:path extrusionOk="0" h="1101" w="747">
                  <a:moveTo>
                    <a:pt x="213" y="0"/>
                  </a:moveTo>
                  <a:lnTo>
                    <a:pt x="213" y="0"/>
                  </a:lnTo>
                  <a:cubicBezTo>
                    <a:pt x="153" y="213"/>
                    <a:pt x="126" y="370"/>
                    <a:pt x="72" y="523"/>
                  </a:cubicBezTo>
                  <a:cubicBezTo>
                    <a:pt x="1" y="719"/>
                    <a:pt x="17" y="893"/>
                    <a:pt x="175" y="1035"/>
                  </a:cubicBezTo>
                  <a:cubicBezTo>
                    <a:pt x="228" y="1078"/>
                    <a:pt x="289" y="1100"/>
                    <a:pt x="351" y="1100"/>
                  </a:cubicBezTo>
                  <a:cubicBezTo>
                    <a:pt x="405" y="1100"/>
                    <a:pt x="459" y="1084"/>
                    <a:pt x="507" y="1051"/>
                  </a:cubicBezTo>
                  <a:cubicBezTo>
                    <a:pt x="665" y="937"/>
                    <a:pt x="747" y="779"/>
                    <a:pt x="714" y="572"/>
                  </a:cubicBezTo>
                  <a:lnTo>
                    <a:pt x="714" y="572"/>
                  </a:lnTo>
                  <a:cubicBezTo>
                    <a:pt x="523" y="583"/>
                    <a:pt x="491" y="795"/>
                    <a:pt x="333" y="822"/>
                  </a:cubicBezTo>
                  <a:cubicBezTo>
                    <a:pt x="93" y="588"/>
                    <a:pt x="431" y="300"/>
                    <a:pt x="2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39"/>
            <p:cNvSpPr/>
            <p:nvPr/>
          </p:nvSpPr>
          <p:spPr>
            <a:xfrm rot="-937699">
              <a:off x="1450834" y="3216645"/>
              <a:ext cx="17299" cy="27955"/>
            </a:xfrm>
            <a:custGeom>
              <a:rect b="b" l="l" r="r" t="t"/>
              <a:pathLst>
                <a:path extrusionOk="0" h="425" w="263">
                  <a:moveTo>
                    <a:pt x="1" y="0"/>
                  </a:moveTo>
                  <a:lnTo>
                    <a:pt x="1" y="0"/>
                  </a:lnTo>
                  <a:cubicBezTo>
                    <a:pt x="44" y="142"/>
                    <a:pt x="93" y="283"/>
                    <a:pt x="142" y="425"/>
                  </a:cubicBezTo>
                  <a:cubicBezTo>
                    <a:pt x="219" y="240"/>
                    <a:pt x="262" y="71"/>
                    <a:pt x="1" y="0"/>
                  </a:cubicBezTo>
                  <a:close/>
                </a:path>
              </a:pathLst>
            </a:custGeom>
            <a:solidFill>
              <a:srgbClr val="3131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39"/>
            <p:cNvSpPr/>
            <p:nvPr/>
          </p:nvSpPr>
          <p:spPr>
            <a:xfrm rot="-937699">
              <a:off x="316623" y="2443538"/>
              <a:ext cx="1080055" cy="103401"/>
            </a:xfrm>
            <a:custGeom>
              <a:rect b="b" l="l" r="r" t="t"/>
              <a:pathLst>
                <a:path extrusionOk="0" h="1572" w="16420">
                  <a:moveTo>
                    <a:pt x="3357" y="1"/>
                  </a:moveTo>
                  <a:cubicBezTo>
                    <a:pt x="2854" y="1"/>
                    <a:pt x="2350" y="21"/>
                    <a:pt x="1846" y="80"/>
                  </a:cubicBezTo>
                  <a:cubicBezTo>
                    <a:pt x="1258" y="150"/>
                    <a:pt x="670" y="221"/>
                    <a:pt x="1" y="303"/>
                  </a:cubicBezTo>
                  <a:cubicBezTo>
                    <a:pt x="232" y="378"/>
                    <a:pt x="429" y="408"/>
                    <a:pt x="618" y="408"/>
                  </a:cubicBezTo>
                  <a:cubicBezTo>
                    <a:pt x="718" y="408"/>
                    <a:pt x="815" y="400"/>
                    <a:pt x="915" y="384"/>
                  </a:cubicBezTo>
                  <a:cubicBezTo>
                    <a:pt x="1318" y="330"/>
                    <a:pt x="1732" y="297"/>
                    <a:pt x="2140" y="297"/>
                  </a:cubicBezTo>
                  <a:cubicBezTo>
                    <a:pt x="2235" y="297"/>
                    <a:pt x="2330" y="297"/>
                    <a:pt x="2425" y="297"/>
                  </a:cubicBezTo>
                  <a:cubicBezTo>
                    <a:pt x="4578" y="297"/>
                    <a:pt x="6726" y="413"/>
                    <a:pt x="8874" y="570"/>
                  </a:cubicBezTo>
                  <a:cubicBezTo>
                    <a:pt x="9980" y="646"/>
                    <a:pt x="11068" y="787"/>
                    <a:pt x="12108" y="1201"/>
                  </a:cubicBezTo>
                  <a:cubicBezTo>
                    <a:pt x="12282" y="1272"/>
                    <a:pt x="12468" y="1315"/>
                    <a:pt x="12653" y="1348"/>
                  </a:cubicBezTo>
                  <a:cubicBezTo>
                    <a:pt x="13894" y="1571"/>
                    <a:pt x="15162" y="1468"/>
                    <a:pt x="16420" y="1544"/>
                  </a:cubicBezTo>
                  <a:cubicBezTo>
                    <a:pt x="15734" y="1315"/>
                    <a:pt x="15026" y="1239"/>
                    <a:pt x="14313" y="1217"/>
                  </a:cubicBezTo>
                  <a:cubicBezTo>
                    <a:pt x="13747" y="1196"/>
                    <a:pt x="13186" y="1130"/>
                    <a:pt x="12642" y="1005"/>
                  </a:cubicBezTo>
                  <a:cubicBezTo>
                    <a:pt x="12059" y="874"/>
                    <a:pt x="11498" y="635"/>
                    <a:pt x="10916" y="510"/>
                  </a:cubicBezTo>
                  <a:cubicBezTo>
                    <a:pt x="9452" y="199"/>
                    <a:pt x="7960" y="129"/>
                    <a:pt x="6468" y="101"/>
                  </a:cubicBezTo>
                  <a:cubicBezTo>
                    <a:pt x="5431" y="87"/>
                    <a:pt x="4394" y="1"/>
                    <a:pt x="33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39"/>
            <p:cNvSpPr/>
            <p:nvPr/>
          </p:nvSpPr>
          <p:spPr>
            <a:xfrm rot="-937699">
              <a:off x="503473" y="2525794"/>
              <a:ext cx="711968" cy="102546"/>
            </a:xfrm>
            <a:custGeom>
              <a:rect b="b" l="l" r="r" t="t"/>
              <a:pathLst>
                <a:path extrusionOk="0" h="1559" w="10824">
                  <a:moveTo>
                    <a:pt x="489" y="0"/>
                  </a:moveTo>
                  <a:cubicBezTo>
                    <a:pt x="322" y="0"/>
                    <a:pt x="159" y="19"/>
                    <a:pt x="1" y="72"/>
                  </a:cubicBezTo>
                  <a:cubicBezTo>
                    <a:pt x="371" y="181"/>
                    <a:pt x="758" y="170"/>
                    <a:pt x="1139" y="219"/>
                  </a:cubicBezTo>
                  <a:cubicBezTo>
                    <a:pt x="2483" y="399"/>
                    <a:pt x="3850" y="355"/>
                    <a:pt x="5195" y="562"/>
                  </a:cubicBezTo>
                  <a:cubicBezTo>
                    <a:pt x="6076" y="698"/>
                    <a:pt x="6964" y="747"/>
                    <a:pt x="7829" y="960"/>
                  </a:cubicBezTo>
                  <a:cubicBezTo>
                    <a:pt x="8793" y="1199"/>
                    <a:pt x="9740" y="1542"/>
                    <a:pt x="10753" y="1558"/>
                  </a:cubicBezTo>
                  <a:cubicBezTo>
                    <a:pt x="10824" y="1455"/>
                    <a:pt x="10731" y="1433"/>
                    <a:pt x="10671" y="1422"/>
                  </a:cubicBezTo>
                  <a:cubicBezTo>
                    <a:pt x="8864" y="1068"/>
                    <a:pt x="7122" y="464"/>
                    <a:pt x="5265" y="317"/>
                  </a:cubicBezTo>
                  <a:cubicBezTo>
                    <a:pt x="3697" y="192"/>
                    <a:pt x="2130" y="67"/>
                    <a:pt x="556" y="1"/>
                  </a:cubicBezTo>
                  <a:cubicBezTo>
                    <a:pt x="534" y="1"/>
                    <a:pt x="511" y="0"/>
                    <a:pt x="4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39"/>
            <p:cNvSpPr/>
            <p:nvPr/>
          </p:nvSpPr>
          <p:spPr>
            <a:xfrm rot="-937699">
              <a:off x="1257723" y="2191862"/>
              <a:ext cx="139710" cy="198449"/>
            </a:xfrm>
            <a:custGeom>
              <a:rect b="b" l="l" r="r" t="t"/>
              <a:pathLst>
                <a:path extrusionOk="0" h="3017" w="2124">
                  <a:moveTo>
                    <a:pt x="52" y="1"/>
                  </a:moveTo>
                  <a:cubicBezTo>
                    <a:pt x="23" y="1"/>
                    <a:pt x="7" y="39"/>
                    <a:pt x="0" y="93"/>
                  </a:cubicBezTo>
                  <a:cubicBezTo>
                    <a:pt x="278" y="1367"/>
                    <a:pt x="1187" y="2184"/>
                    <a:pt x="2112" y="3017"/>
                  </a:cubicBezTo>
                  <a:cubicBezTo>
                    <a:pt x="2123" y="2696"/>
                    <a:pt x="1982" y="2461"/>
                    <a:pt x="1775" y="2287"/>
                  </a:cubicBezTo>
                  <a:cubicBezTo>
                    <a:pt x="1149" y="1732"/>
                    <a:pt x="713" y="1041"/>
                    <a:pt x="343" y="306"/>
                  </a:cubicBezTo>
                  <a:cubicBezTo>
                    <a:pt x="267" y="219"/>
                    <a:pt x="202" y="126"/>
                    <a:pt x="120" y="44"/>
                  </a:cubicBezTo>
                  <a:cubicBezTo>
                    <a:pt x="92" y="14"/>
                    <a:pt x="69" y="1"/>
                    <a:pt x="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39"/>
            <p:cNvSpPr/>
            <p:nvPr/>
          </p:nvSpPr>
          <p:spPr>
            <a:xfrm rot="-937699">
              <a:off x="3064230" y="2940593"/>
              <a:ext cx="42294" cy="20785"/>
            </a:xfrm>
            <a:custGeom>
              <a:rect b="b" l="l" r="r" t="t"/>
              <a:pathLst>
                <a:path extrusionOk="0" h="316" w="643">
                  <a:moveTo>
                    <a:pt x="339" y="0"/>
                  </a:moveTo>
                  <a:cubicBezTo>
                    <a:pt x="239" y="0"/>
                    <a:pt x="131" y="34"/>
                    <a:pt x="31" y="34"/>
                  </a:cubicBezTo>
                  <a:cubicBezTo>
                    <a:pt x="21" y="34"/>
                    <a:pt x="10" y="33"/>
                    <a:pt x="0" y="33"/>
                  </a:cubicBezTo>
                  <a:lnTo>
                    <a:pt x="0" y="33"/>
                  </a:lnTo>
                  <a:cubicBezTo>
                    <a:pt x="160" y="198"/>
                    <a:pt x="346" y="316"/>
                    <a:pt x="568" y="316"/>
                  </a:cubicBezTo>
                  <a:cubicBezTo>
                    <a:pt x="573" y="316"/>
                    <a:pt x="578" y="316"/>
                    <a:pt x="583" y="316"/>
                  </a:cubicBezTo>
                  <a:cubicBezTo>
                    <a:pt x="643" y="316"/>
                    <a:pt x="615" y="223"/>
                    <a:pt x="594" y="169"/>
                  </a:cubicBezTo>
                  <a:cubicBezTo>
                    <a:pt x="529" y="34"/>
                    <a:pt x="438" y="0"/>
                    <a:pt x="3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6" name="Shape 2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7" name="Google Shape;2247;p40"/>
          <p:cNvGrpSpPr/>
          <p:nvPr/>
        </p:nvGrpSpPr>
        <p:grpSpPr>
          <a:xfrm>
            <a:off x="550054" y="781359"/>
            <a:ext cx="3511126" cy="4180964"/>
            <a:chOff x="157775" y="481262"/>
            <a:chExt cx="3511126" cy="4180964"/>
          </a:xfrm>
        </p:grpSpPr>
        <p:sp>
          <p:nvSpPr>
            <p:cNvPr id="2248" name="Google Shape;2248;p40"/>
            <p:cNvSpPr/>
            <p:nvPr/>
          </p:nvSpPr>
          <p:spPr>
            <a:xfrm>
              <a:off x="748800" y="1391058"/>
              <a:ext cx="2640226" cy="2466634"/>
            </a:xfrm>
            <a:custGeom>
              <a:rect b="b" l="l" r="r" t="t"/>
              <a:pathLst>
                <a:path extrusionOk="0" h="37328" w="39955">
                  <a:moveTo>
                    <a:pt x="34853" y="18687"/>
                  </a:moveTo>
                  <a:cubicBezTo>
                    <a:pt x="34842" y="18965"/>
                    <a:pt x="34761" y="19177"/>
                    <a:pt x="34766" y="19401"/>
                  </a:cubicBezTo>
                  <a:cubicBezTo>
                    <a:pt x="34782" y="19891"/>
                    <a:pt x="34761" y="19950"/>
                    <a:pt x="34314" y="20103"/>
                  </a:cubicBezTo>
                  <a:cubicBezTo>
                    <a:pt x="33427" y="20413"/>
                    <a:pt x="32539" y="20740"/>
                    <a:pt x="31581" y="20778"/>
                  </a:cubicBezTo>
                  <a:cubicBezTo>
                    <a:pt x="31465" y="20783"/>
                    <a:pt x="31348" y="20786"/>
                    <a:pt x="31232" y="20790"/>
                  </a:cubicBezTo>
                  <a:lnTo>
                    <a:pt x="31232" y="20790"/>
                  </a:lnTo>
                  <a:cubicBezTo>
                    <a:pt x="32183" y="20704"/>
                    <a:pt x="33092" y="20445"/>
                    <a:pt x="33993" y="20097"/>
                  </a:cubicBezTo>
                  <a:cubicBezTo>
                    <a:pt x="34401" y="19940"/>
                    <a:pt x="34657" y="19716"/>
                    <a:pt x="34603" y="19237"/>
                  </a:cubicBezTo>
                  <a:cubicBezTo>
                    <a:pt x="34575" y="19036"/>
                    <a:pt x="34635" y="18840"/>
                    <a:pt x="34853" y="18687"/>
                  </a:cubicBezTo>
                  <a:close/>
                  <a:moveTo>
                    <a:pt x="11758" y="1"/>
                  </a:moveTo>
                  <a:cubicBezTo>
                    <a:pt x="11666" y="1"/>
                    <a:pt x="11574" y="2"/>
                    <a:pt x="11482" y="4"/>
                  </a:cubicBezTo>
                  <a:cubicBezTo>
                    <a:pt x="10867" y="20"/>
                    <a:pt x="10241" y="129"/>
                    <a:pt x="9626" y="211"/>
                  </a:cubicBezTo>
                  <a:cubicBezTo>
                    <a:pt x="9402" y="243"/>
                    <a:pt x="9136" y="189"/>
                    <a:pt x="8945" y="439"/>
                  </a:cubicBezTo>
                  <a:cubicBezTo>
                    <a:pt x="10045" y="624"/>
                    <a:pt x="11161" y="690"/>
                    <a:pt x="12222" y="1022"/>
                  </a:cubicBezTo>
                  <a:cubicBezTo>
                    <a:pt x="13306" y="1359"/>
                    <a:pt x="14220" y="2045"/>
                    <a:pt x="15244" y="2508"/>
                  </a:cubicBezTo>
                  <a:cubicBezTo>
                    <a:pt x="14939" y="2443"/>
                    <a:pt x="14667" y="2307"/>
                    <a:pt x="14400" y="2149"/>
                  </a:cubicBezTo>
                  <a:cubicBezTo>
                    <a:pt x="14199" y="2029"/>
                    <a:pt x="13986" y="1915"/>
                    <a:pt x="13774" y="1817"/>
                  </a:cubicBezTo>
                  <a:cubicBezTo>
                    <a:pt x="13698" y="1781"/>
                    <a:pt x="13611" y="1723"/>
                    <a:pt x="13532" y="1723"/>
                  </a:cubicBezTo>
                  <a:cubicBezTo>
                    <a:pt x="13491" y="1723"/>
                    <a:pt x="13453" y="1738"/>
                    <a:pt x="13420" y="1778"/>
                  </a:cubicBezTo>
                  <a:cubicBezTo>
                    <a:pt x="13306" y="1915"/>
                    <a:pt x="13442" y="2045"/>
                    <a:pt x="13518" y="2154"/>
                  </a:cubicBezTo>
                  <a:cubicBezTo>
                    <a:pt x="13632" y="2317"/>
                    <a:pt x="13779" y="2464"/>
                    <a:pt x="13932" y="2590"/>
                  </a:cubicBezTo>
                  <a:cubicBezTo>
                    <a:pt x="14405" y="2965"/>
                    <a:pt x="14857" y="3363"/>
                    <a:pt x="15369" y="3678"/>
                  </a:cubicBezTo>
                  <a:cubicBezTo>
                    <a:pt x="16235" y="4217"/>
                    <a:pt x="16893" y="4980"/>
                    <a:pt x="17601" y="5682"/>
                  </a:cubicBezTo>
                  <a:cubicBezTo>
                    <a:pt x="18080" y="6155"/>
                    <a:pt x="18521" y="6656"/>
                    <a:pt x="19044" y="7081"/>
                  </a:cubicBezTo>
                  <a:cubicBezTo>
                    <a:pt x="19212" y="7217"/>
                    <a:pt x="19349" y="7375"/>
                    <a:pt x="19425" y="7582"/>
                  </a:cubicBezTo>
                  <a:cubicBezTo>
                    <a:pt x="19474" y="7712"/>
                    <a:pt x="19490" y="7838"/>
                    <a:pt x="19370" y="7936"/>
                  </a:cubicBezTo>
                  <a:cubicBezTo>
                    <a:pt x="19326" y="7973"/>
                    <a:pt x="19287" y="7987"/>
                    <a:pt x="19251" y="7987"/>
                  </a:cubicBezTo>
                  <a:cubicBezTo>
                    <a:pt x="19171" y="7987"/>
                    <a:pt x="19106" y="7916"/>
                    <a:pt x="19038" y="7859"/>
                  </a:cubicBezTo>
                  <a:cubicBezTo>
                    <a:pt x="18886" y="7729"/>
                    <a:pt x="18755" y="7576"/>
                    <a:pt x="18608" y="7440"/>
                  </a:cubicBezTo>
                  <a:cubicBezTo>
                    <a:pt x="18423" y="7275"/>
                    <a:pt x="18218" y="7132"/>
                    <a:pt x="17974" y="7132"/>
                  </a:cubicBezTo>
                  <a:cubicBezTo>
                    <a:pt x="17954" y="7132"/>
                    <a:pt x="17933" y="7133"/>
                    <a:pt x="17911" y="7135"/>
                  </a:cubicBezTo>
                  <a:cubicBezTo>
                    <a:pt x="17850" y="7141"/>
                    <a:pt x="17791" y="7144"/>
                    <a:pt x="17732" y="7144"/>
                  </a:cubicBezTo>
                  <a:cubicBezTo>
                    <a:pt x="17216" y="7144"/>
                    <a:pt x="16792" y="6915"/>
                    <a:pt x="16382" y="6607"/>
                  </a:cubicBezTo>
                  <a:cubicBezTo>
                    <a:pt x="16249" y="6509"/>
                    <a:pt x="16151" y="6459"/>
                    <a:pt x="16067" y="6459"/>
                  </a:cubicBezTo>
                  <a:cubicBezTo>
                    <a:pt x="15950" y="6459"/>
                    <a:pt x="15859" y="6555"/>
                    <a:pt x="15739" y="6754"/>
                  </a:cubicBezTo>
                  <a:cubicBezTo>
                    <a:pt x="15701" y="6820"/>
                    <a:pt x="15668" y="6879"/>
                    <a:pt x="15641" y="6945"/>
                  </a:cubicBezTo>
                  <a:cubicBezTo>
                    <a:pt x="15475" y="7270"/>
                    <a:pt x="15417" y="7384"/>
                    <a:pt x="15246" y="7384"/>
                  </a:cubicBezTo>
                  <a:cubicBezTo>
                    <a:pt x="15154" y="7384"/>
                    <a:pt x="15029" y="7350"/>
                    <a:pt x="14835" y="7299"/>
                  </a:cubicBezTo>
                  <a:cubicBezTo>
                    <a:pt x="14803" y="7288"/>
                    <a:pt x="14765" y="7277"/>
                    <a:pt x="14732" y="7277"/>
                  </a:cubicBezTo>
                  <a:cubicBezTo>
                    <a:pt x="14683" y="7279"/>
                    <a:pt x="14635" y="7280"/>
                    <a:pt x="14586" y="7280"/>
                  </a:cubicBezTo>
                  <a:cubicBezTo>
                    <a:pt x="14066" y="7280"/>
                    <a:pt x="13557" y="7180"/>
                    <a:pt x="13044" y="7135"/>
                  </a:cubicBezTo>
                  <a:cubicBezTo>
                    <a:pt x="12124" y="7048"/>
                    <a:pt x="11221" y="6896"/>
                    <a:pt x="10361" y="6547"/>
                  </a:cubicBezTo>
                  <a:cubicBezTo>
                    <a:pt x="9364" y="6145"/>
                    <a:pt x="8346" y="5807"/>
                    <a:pt x="7312" y="5524"/>
                  </a:cubicBezTo>
                  <a:cubicBezTo>
                    <a:pt x="6970" y="5430"/>
                    <a:pt x="6636" y="5386"/>
                    <a:pt x="6308" y="5386"/>
                  </a:cubicBezTo>
                  <a:cubicBezTo>
                    <a:pt x="5628" y="5386"/>
                    <a:pt x="4975" y="5576"/>
                    <a:pt x="4339" y="5910"/>
                  </a:cubicBezTo>
                  <a:cubicBezTo>
                    <a:pt x="3958" y="6112"/>
                    <a:pt x="3572" y="6264"/>
                    <a:pt x="3153" y="6351"/>
                  </a:cubicBezTo>
                  <a:cubicBezTo>
                    <a:pt x="2641" y="6455"/>
                    <a:pt x="2124" y="6520"/>
                    <a:pt x="1617" y="6629"/>
                  </a:cubicBezTo>
                  <a:cubicBezTo>
                    <a:pt x="1106" y="6743"/>
                    <a:pt x="632" y="6939"/>
                    <a:pt x="175" y="7201"/>
                  </a:cubicBezTo>
                  <a:cubicBezTo>
                    <a:pt x="99" y="7244"/>
                    <a:pt x="1" y="7304"/>
                    <a:pt x="50" y="7418"/>
                  </a:cubicBezTo>
                  <a:cubicBezTo>
                    <a:pt x="77" y="7473"/>
                    <a:pt x="126" y="7487"/>
                    <a:pt x="179" y="7487"/>
                  </a:cubicBezTo>
                  <a:cubicBezTo>
                    <a:pt x="210" y="7487"/>
                    <a:pt x="243" y="7482"/>
                    <a:pt x="273" y="7478"/>
                  </a:cubicBezTo>
                  <a:cubicBezTo>
                    <a:pt x="567" y="7446"/>
                    <a:pt x="855" y="7391"/>
                    <a:pt x="1144" y="7342"/>
                  </a:cubicBezTo>
                  <a:cubicBezTo>
                    <a:pt x="1245" y="7324"/>
                    <a:pt x="1343" y="7315"/>
                    <a:pt x="1438" y="7315"/>
                  </a:cubicBezTo>
                  <a:cubicBezTo>
                    <a:pt x="1809" y="7315"/>
                    <a:pt x="2134" y="7456"/>
                    <a:pt x="2385" y="7772"/>
                  </a:cubicBezTo>
                  <a:cubicBezTo>
                    <a:pt x="2626" y="8078"/>
                    <a:pt x="2909" y="8214"/>
                    <a:pt x="3240" y="8214"/>
                  </a:cubicBezTo>
                  <a:cubicBezTo>
                    <a:pt x="3357" y="8214"/>
                    <a:pt x="3480" y="8197"/>
                    <a:pt x="3610" y="8164"/>
                  </a:cubicBezTo>
                  <a:cubicBezTo>
                    <a:pt x="3984" y="8067"/>
                    <a:pt x="4356" y="8025"/>
                    <a:pt x="4729" y="8025"/>
                  </a:cubicBezTo>
                  <a:cubicBezTo>
                    <a:pt x="5091" y="8025"/>
                    <a:pt x="5454" y="8065"/>
                    <a:pt x="5820" y="8132"/>
                  </a:cubicBezTo>
                  <a:cubicBezTo>
                    <a:pt x="6479" y="8257"/>
                    <a:pt x="7143" y="8338"/>
                    <a:pt x="7775" y="8415"/>
                  </a:cubicBezTo>
                  <a:cubicBezTo>
                    <a:pt x="7061" y="8409"/>
                    <a:pt x="6327" y="8262"/>
                    <a:pt x="5586" y="8153"/>
                  </a:cubicBezTo>
                  <a:cubicBezTo>
                    <a:pt x="5314" y="8116"/>
                    <a:pt x="5046" y="8050"/>
                    <a:pt x="4771" y="8050"/>
                  </a:cubicBezTo>
                  <a:cubicBezTo>
                    <a:pt x="4727" y="8050"/>
                    <a:pt x="4683" y="8052"/>
                    <a:pt x="4639" y="8055"/>
                  </a:cubicBezTo>
                  <a:cubicBezTo>
                    <a:pt x="4339" y="8077"/>
                    <a:pt x="4280" y="8202"/>
                    <a:pt x="4454" y="8431"/>
                  </a:cubicBezTo>
                  <a:cubicBezTo>
                    <a:pt x="4677" y="8730"/>
                    <a:pt x="4840" y="9052"/>
                    <a:pt x="4966" y="9395"/>
                  </a:cubicBezTo>
                  <a:cubicBezTo>
                    <a:pt x="5080" y="9710"/>
                    <a:pt x="5249" y="9993"/>
                    <a:pt x="5434" y="10266"/>
                  </a:cubicBezTo>
                  <a:cubicBezTo>
                    <a:pt x="5613" y="10521"/>
                    <a:pt x="5826" y="10756"/>
                    <a:pt x="6169" y="10766"/>
                  </a:cubicBezTo>
                  <a:cubicBezTo>
                    <a:pt x="6925" y="10794"/>
                    <a:pt x="7628" y="11028"/>
                    <a:pt x="8303" y="11349"/>
                  </a:cubicBezTo>
                  <a:cubicBezTo>
                    <a:pt x="9045" y="11704"/>
                    <a:pt x="9812" y="11935"/>
                    <a:pt x="10627" y="11935"/>
                  </a:cubicBezTo>
                  <a:cubicBezTo>
                    <a:pt x="10761" y="11935"/>
                    <a:pt x="10898" y="11928"/>
                    <a:pt x="11036" y="11915"/>
                  </a:cubicBezTo>
                  <a:cubicBezTo>
                    <a:pt x="11082" y="11909"/>
                    <a:pt x="11128" y="11908"/>
                    <a:pt x="11175" y="11908"/>
                  </a:cubicBezTo>
                  <a:cubicBezTo>
                    <a:pt x="11239" y="11908"/>
                    <a:pt x="11303" y="11911"/>
                    <a:pt x="11367" y="11911"/>
                  </a:cubicBezTo>
                  <a:cubicBezTo>
                    <a:pt x="11387" y="11911"/>
                    <a:pt x="11407" y="11911"/>
                    <a:pt x="11428" y="11910"/>
                  </a:cubicBezTo>
                  <a:cubicBezTo>
                    <a:pt x="11437" y="11910"/>
                    <a:pt x="11446" y="11910"/>
                    <a:pt x="11455" y="11910"/>
                  </a:cubicBezTo>
                  <a:cubicBezTo>
                    <a:pt x="12213" y="11910"/>
                    <a:pt x="12751" y="12362"/>
                    <a:pt x="13257" y="12852"/>
                  </a:cubicBezTo>
                  <a:cubicBezTo>
                    <a:pt x="13458" y="13047"/>
                    <a:pt x="13409" y="13194"/>
                    <a:pt x="13148" y="13303"/>
                  </a:cubicBezTo>
                  <a:cubicBezTo>
                    <a:pt x="12870" y="13418"/>
                    <a:pt x="12647" y="13603"/>
                    <a:pt x="12446" y="13821"/>
                  </a:cubicBezTo>
                  <a:cubicBezTo>
                    <a:pt x="12152" y="14131"/>
                    <a:pt x="12162" y="14234"/>
                    <a:pt x="12375" y="14594"/>
                  </a:cubicBezTo>
                  <a:cubicBezTo>
                    <a:pt x="12723" y="15176"/>
                    <a:pt x="13349" y="15432"/>
                    <a:pt x="13828" y="15862"/>
                  </a:cubicBezTo>
                  <a:cubicBezTo>
                    <a:pt x="13941" y="15958"/>
                    <a:pt x="14102" y="16006"/>
                    <a:pt x="14259" y="16006"/>
                  </a:cubicBezTo>
                  <a:cubicBezTo>
                    <a:pt x="14307" y="16006"/>
                    <a:pt x="14354" y="16002"/>
                    <a:pt x="14400" y="15993"/>
                  </a:cubicBezTo>
                  <a:cubicBezTo>
                    <a:pt x="14466" y="15981"/>
                    <a:pt x="14530" y="15975"/>
                    <a:pt x="14592" y="15975"/>
                  </a:cubicBezTo>
                  <a:cubicBezTo>
                    <a:pt x="14957" y="15975"/>
                    <a:pt x="15252" y="16164"/>
                    <a:pt x="15560" y="16341"/>
                  </a:cubicBezTo>
                  <a:cubicBezTo>
                    <a:pt x="15712" y="16428"/>
                    <a:pt x="15881" y="16532"/>
                    <a:pt x="15848" y="16744"/>
                  </a:cubicBezTo>
                  <a:cubicBezTo>
                    <a:pt x="15821" y="16940"/>
                    <a:pt x="15652" y="17022"/>
                    <a:pt x="15494" y="17103"/>
                  </a:cubicBezTo>
                  <a:cubicBezTo>
                    <a:pt x="15406" y="17147"/>
                    <a:pt x="15313" y="17169"/>
                    <a:pt x="15216" y="17169"/>
                  </a:cubicBezTo>
                  <a:cubicBezTo>
                    <a:pt x="15206" y="17169"/>
                    <a:pt x="15195" y="17169"/>
                    <a:pt x="15184" y="17169"/>
                  </a:cubicBezTo>
                  <a:cubicBezTo>
                    <a:pt x="14933" y="17169"/>
                    <a:pt x="14694" y="17218"/>
                    <a:pt x="14454" y="17277"/>
                  </a:cubicBezTo>
                  <a:cubicBezTo>
                    <a:pt x="13997" y="17404"/>
                    <a:pt x="13546" y="17518"/>
                    <a:pt x="13079" y="17518"/>
                  </a:cubicBezTo>
                  <a:cubicBezTo>
                    <a:pt x="12901" y="17518"/>
                    <a:pt x="12721" y="17502"/>
                    <a:pt x="12538" y="17463"/>
                  </a:cubicBezTo>
                  <a:cubicBezTo>
                    <a:pt x="12459" y="17446"/>
                    <a:pt x="12383" y="17438"/>
                    <a:pt x="12311" y="17438"/>
                  </a:cubicBezTo>
                  <a:cubicBezTo>
                    <a:pt x="11895" y="17438"/>
                    <a:pt x="11599" y="17704"/>
                    <a:pt x="11362" y="18061"/>
                  </a:cubicBezTo>
                  <a:cubicBezTo>
                    <a:pt x="11259" y="18219"/>
                    <a:pt x="11161" y="18383"/>
                    <a:pt x="11052" y="18535"/>
                  </a:cubicBezTo>
                  <a:cubicBezTo>
                    <a:pt x="10885" y="18774"/>
                    <a:pt x="10677" y="18912"/>
                    <a:pt x="10409" y="18912"/>
                  </a:cubicBezTo>
                  <a:cubicBezTo>
                    <a:pt x="10354" y="18912"/>
                    <a:pt x="10296" y="18906"/>
                    <a:pt x="10235" y="18894"/>
                  </a:cubicBezTo>
                  <a:cubicBezTo>
                    <a:pt x="10167" y="18880"/>
                    <a:pt x="10101" y="18873"/>
                    <a:pt x="10038" y="18873"/>
                  </a:cubicBezTo>
                  <a:cubicBezTo>
                    <a:pt x="9793" y="18873"/>
                    <a:pt x="9586" y="18980"/>
                    <a:pt x="9413" y="19183"/>
                  </a:cubicBezTo>
                  <a:cubicBezTo>
                    <a:pt x="9239" y="19390"/>
                    <a:pt x="9021" y="19520"/>
                    <a:pt x="8738" y="19520"/>
                  </a:cubicBezTo>
                  <a:cubicBezTo>
                    <a:pt x="8733" y="19520"/>
                    <a:pt x="8729" y="19520"/>
                    <a:pt x="8724" y="19520"/>
                  </a:cubicBezTo>
                  <a:cubicBezTo>
                    <a:pt x="8540" y="19520"/>
                    <a:pt x="8398" y="19622"/>
                    <a:pt x="8292" y="19765"/>
                  </a:cubicBezTo>
                  <a:cubicBezTo>
                    <a:pt x="8156" y="19956"/>
                    <a:pt x="7960" y="20059"/>
                    <a:pt x="7764" y="20168"/>
                  </a:cubicBezTo>
                  <a:cubicBezTo>
                    <a:pt x="7007" y="20587"/>
                    <a:pt x="6180" y="20843"/>
                    <a:pt x="5379" y="21159"/>
                  </a:cubicBezTo>
                  <a:cubicBezTo>
                    <a:pt x="4535" y="21497"/>
                    <a:pt x="4002" y="22123"/>
                    <a:pt x="3757" y="22994"/>
                  </a:cubicBezTo>
                  <a:cubicBezTo>
                    <a:pt x="3724" y="23092"/>
                    <a:pt x="3686" y="23217"/>
                    <a:pt x="3811" y="23277"/>
                  </a:cubicBezTo>
                  <a:cubicBezTo>
                    <a:pt x="3827" y="23285"/>
                    <a:pt x="3842" y="23288"/>
                    <a:pt x="3856" y="23288"/>
                  </a:cubicBezTo>
                  <a:cubicBezTo>
                    <a:pt x="3920" y="23288"/>
                    <a:pt x="3968" y="23218"/>
                    <a:pt x="4013" y="23173"/>
                  </a:cubicBezTo>
                  <a:cubicBezTo>
                    <a:pt x="4449" y="22737"/>
                    <a:pt x="4969" y="22524"/>
                    <a:pt x="5583" y="22524"/>
                  </a:cubicBezTo>
                  <a:cubicBezTo>
                    <a:pt x="5613" y="22524"/>
                    <a:pt x="5643" y="22524"/>
                    <a:pt x="5673" y="22525"/>
                  </a:cubicBezTo>
                  <a:cubicBezTo>
                    <a:pt x="5725" y="22527"/>
                    <a:pt x="5777" y="22528"/>
                    <a:pt x="5829" y="22528"/>
                  </a:cubicBezTo>
                  <a:cubicBezTo>
                    <a:pt x="6450" y="22528"/>
                    <a:pt x="7058" y="22412"/>
                    <a:pt x="7666" y="22291"/>
                  </a:cubicBezTo>
                  <a:cubicBezTo>
                    <a:pt x="7802" y="22237"/>
                    <a:pt x="7938" y="22199"/>
                    <a:pt x="8074" y="22144"/>
                  </a:cubicBezTo>
                  <a:cubicBezTo>
                    <a:pt x="8584" y="21780"/>
                    <a:pt x="9131" y="21561"/>
                    <a:pt x="9733" y="21561"/>
                  </a:cubicBezTo>
                  <a:cubicBezTo>
                    <a:pt x="9896" y="21561"/>
                    <a:pt x="10064" y="21577"/>
                    <a:pt x="10235" y="21611"/>
                  </a:cubicBezTo>
                  <a:cubicBezTo>
                    <a:pt x="10562" y="21676"/>
                    <a:pt x="10861" y="21818"/>
                    <a:pt x="11166" y="21943"/>
                  </a:cubicBezTo>
                  <a:cubicBezTo>
                    <a:pt x="11536" y="22100"/>
                    <a:pt x="11907" y="22195"/>
                    <a:pt x="12275" y="22195"/>
                  </a:cubicBezTo>
                  <a:cubicBezTo>
                    <a:pt x="12632" y="22195"/>
                    <a:pt x="12987" y="22106"/>
                    <a:pt x="13338" y="21899"/>
                  </a:cubicBezTo>
                  <a:cubicBezTo>
                    <a:pt x="13661" y="21706"/>
                    <a:pt x="14003" y="21673"/>
                    <a:pt x="14349" y="21673"/>
                  </a:cubicBezTo>
                  <a:cubicBezTo>
                    <a:pt x="14529" y="21673"/>
                    <a:pt x="14710" y="21682"/>
                    <a:pt x="14890" y="21682"/>
                  </a:cubicBezTo>
                  <a:cubicBezTo>
                    <a:pt x="15108" y="21687"/>
                    <a:pt x="15135" y="21807"/>
                    <a:pt x="14993" y="21948"/>
                  </a:cubicBezTo>
                  <a:cubicBezTo>
                    <a:pt x="14776" y="22177"/>
                    <a:pt x="14563" y="22417"/>
                    <a:pt x="14280" y="22574"/>
                  </a:cubicBezTo>
                  <a:cubicBezTo>
                    <a:pt x="13469" y="23026"/>
                    <a:pt x="12603" y="23375"/>
                    <a:pt x="11792" y="23832"/>
                  </a:cubicBezTo>
                  <a:cubicBezTo>
                    <a:pt x="11340" y="24088"/>
                    <a:pt x="10927" y="24344"/>
                    <a:pt x="10671" y="24812"/>
                  </a:cubicBezTo>
                  <a:cubicBezTo>
                    <a:pt x="10551" y="25024"/>
                    <a:pt x="10361" y="25198"/>
                    <a:pt x="10219" y="25400"/>
                  </a:cubicBezTo>
                  <a:cubicBezTo>
                    <a:pt x="10165" y="25476"/>
                    <a:pt x="10110" y="25552"/>
                    <a:pt x="10072" y="25639"/>
                  </a:cubicBezTo>
                  <a:cubicBezTo>
                    <a:pt x="10034" y="25721"/>
                    <a:pt x="10012" y="25808"/>
                    <a:pt x="10072" y="25873"/>
                  </a:cubicBezTo>
                  <a:cubicBezTo>
                    <a:pt x="10098" y="25902"/>
                    <a:pt x="10125" y="25912"/>
                    <a:pt x="10152" y="25912"/>
                  </a:cubicBezTo>
                  <a:cubicBezTo>
                    <a:pt x="10202" y="25912"/>
                    <a:pt x="10251" y="25875"/>
                    <a:pt x="10290" y="25846"/>
                  </a:cubicBezTo>
                  <a:cubicBezTo>
                    <a:pt x="10959" y="25318"/>
                    <a:pt x="11754" y="25106"/>
                    <a:pt x="12576" y="24948"/>
                  </a:cubicBezTo>
                  <a:lnTo>
                    <a:pt x="12576" y="24948"/>
                  </a:lnTo>
                  <a:cubicBezTo>
                    <a:pt x="12500" y="24992"/>
                    <a:pt x="12391" y="25002"/>
                    <a:pt x="12418" y="25128"/>
                  </a:cubicBezTo>
                  <a:cubicBezTo>
                    <a:pt x="12712" y="25247"/>
                    <a:pt x="13028" y="25237"/>
                    <a:pt x="13327" y="25280"/>
                  </a:cubicBezTo>
                  <a:cubicBezTo>
                    <a:pt x="13480" y="25302"/>
                    <a:pt x="13632" y="25318"/>
                    <a:pt x="13703" y="25482"/>
                  </a:cubicBezTo>
                  <a:cubicBezTo>
                    <a:pt x="13845" y="25340"/>
                    <a:pt x="14013" y="25281"/>
                    <a:pt x="14196" y="25281"/>
                  </a:cubicBezTo>
                  <a:cubicBezTo>
                    <a:pt x="14252" y="25281"/>
                    <a:pt x="14309" y="25286"/>
                    <a:pt x="14367" y="25296"/>
                  </a:cubicBezTo>
                  <a:cubicBezTo>
                    <a:pt x="14596" y="25340"/>
                    <a:pt x="14830" y="25345"/>
                    <a:pt x="15064" y="25384"/>
                  </a:cubicBezTo>
                  <a:cubicBezTo>
                    <a:pt x="15663" y="25482"/>
                    <a:pt x="16044" y="25814"/>
                    <a:pt x="16186" y="26418"/>
                  </a:cubicBezTo>
                  <a:cubicBezTo>
                    <a:pt x="16235" y="26647"/>
                    <a:pt x="16376" y="26815"/>
                    <a:pt x="16610" y="26892"/>
                  </a:cubicBezTo>
                  <a:cubicBezTo>
                    <a:pt x="16644" y="26899"/>
                    <a:pt x="16678" y="26902"/>
                    <a:pt x="16712" y="26902"/>
                  </a:cubicBezTo>
                  <a:cubicBezTo>
                    <a:pt x="16806" y="26902"/>
                    <a:pt x="16899" y="26878"/>
                    <a:pt x="16991" y="26853"/>
                  </a:cubicBezTo>
                  <a:cubicBezTo>
                    <a:pt x="17312" y="26815"/>
                    <a:pt x="17519" y="26630"/>
                    <a:pt x="17683" y="26358"/>
                  </a:cubicBezTo>
                  <a:cubicBezTo>
                    <a:pt x="17982" y="25868"/>
                    <a:pt x="18396" y="25520"/>
                    <a:pt x="18973" y="25394"/>
                  </a:cubicBezTo>
                  <a:cubicBezTo>
                    <a:pt x="19028" y="25383"/>
                    <a:pt x="19088" y="25365"/>
                    <a:pt x="19144" y="25365"/>
                  </a:cubicBezTo>
                  <a:cubicBezTo>
                    <a:pt x="19193" y="25365"/>
                    <a:pt x="19240" y="25379"/>
                    <a:pt x="19278" y="25422"/>
                  </a:cubicBezTo>
                  <a:cubicBezTo>
                    <a:pt x="19365" y="25520"/>
                    <a:pt x="19283" y="25629"/>
                    <a:pt x="19234" y="25716"/>
                  </a:cubicBezTo>
                  <a:cubicBezTo>
                    <a:pt x="18967" y="26167"/>
                    <a:pt x="18886" y="26657"/>
                    <a:pt x="18902" y="27175"/>
                  </a:cubicBezTo>
                  <a:cubicBezTo>
                    <a:pt x="18913" y="27512"/>
                    <a:pt x="18848" y="27855"/>
                    <a:pt x="18597" y="28095"/>
                  </a:cubicBezTo>
                  <a:cubicBezTo>
                    <a:pt x="18194" y="28487"/>
                    <a:pt x="17922" y="28971"/>
                    <a:pt x="17568" y="29396"/>
                  </a:cubicBezTo>
                  <a:cubicBezTo>
                    <a:pt x="17182" y="29858"/>
                    <a:pt x="17008" y="30381"/>
                    <a:pt x="16915" y="30964"/>
                  </a:cubicBezTo>
                  <a:cubicBezTo>
                    <a:pt x="16806" y="31644"/>
                    <a:pt x="16910" y="32330"/>
                    <a:pt x="16790" y="33011"/>
                  </a:cubicBezTo>
                  <a:cubicBezTo>
                    <a:pt x="16676" y="33637"/>
                    <a:pt x="16550" y="34263"/>
                    <a:pt x="16474" y="34894"/>
                  </a:cubicBezTo>
                  <a:cubicBezTo>
                    <a:pt x="16360" y="35847"/>
                    <a:pt x="16746" y="36565"/>
                    <a:pt x="17394" y="37192"/>
                  </a:cubicBezTo>
                  <a:cubicBezTo>
                    <a:pt x="17454" y="37252"/>
                    <a:pt x="17530" y="37327"/>
                    <a:pt x="17611" y="37327"/>
                  </a:cubicBezTo>
                  <a:cubicBezTo>
                    <a:pt x="17640" y="37327"/>
                    <a:pt x="17669" y="37318"/>
                    <a:pt x="17699" y="37295"/>
                  </a:cubicBezTo>
                  <a:cubicBezTo>
                    <a:pt x="17797" y="37224"/>
                    <a:pt x="17726" y="37099"/>
                    <a:pt x="17694" y="37001"/>
                  </a:cubicBezTo>
                  <a:cubicBezTo>
                    <a:pt x="17579" y="36653"/>
                    <a:pt x="17470" y="36304"/>
                    <a:pt x="17465" y="35934"/>
                  </a:cubicBezTo>
                  <a:cubicBezTo>
                    <a:pt x="17443" y="34872"/>
                    <a:pt x="17732" y="33909"/>
                    <a:pt x="18325" y="33032"/>
                  </a:cubicBezTo>
                  <a:cubicBezTo>
                    <a:pt x="18543" y="32706"/>
                    <a:pt x="18750" y="32379"/>
                    <a:pt x="18908" y="32020"/>
                  </a:cubicBezTo>
                  <a:cubicBezTo>
                    <a:pt x="19370" y="30991"/>
                    <a:pt x="19822" y="29956"/>
                    <a:pt x="20361" y="28960"/>
                  </a:cubicBezTo>
                  <a:cubicBezTo>
                    <a:pt x="20857" y="28051"/>
                    <a:pt x="21385" y="27185"/>
                    <a:pt x="22179" y="26505"/>
                  </a:cubicBezTo>
                  <a:cubicBezTo>
                    <a:pt x="22593" y="26151"/>
                    <a:pt x="22985" y="25754"/>
                    <a:pt x="23508" y="25585"/>
                  </a:cubicBezTo>
                  <a:cubicBezTo>
                    <a:pt x="24809" y="25160"/>
                    <a:pt x="26094" y="24687"/>
                    <a:pt x="27460" y="24507"/>
                  </a:cubicBezTo>
                  <a:cubicBezTo>
                    <a:pt x="27553" y="24491"/>
                    <a:pt x="27651" y="24491"/>
                    <a:pt x="27705" y="24376"/>
                  </a:cubicBezTo>
                  <a:cubicBezTo>
                    <a:pt x="27645" y="24262"/>
                    <a:pt x="27520" y="24251"/>
                    <a:pt x="27411" y="24224"/>
                  </a:cubicBezTo>
                  <a:cubicBezTo>
                    <a:pt x="27133" y="24159"/>
                    <a:pt x="26867" y="24077"/>
                    <a:pt x="26595" y="23995"/>
                  </a:cubicBezTo>
                  <a:cubicBezTo>
                    <a:pt x="25952" y="23810"/>
                    <a:pt x="25359" y="23527"/>
                    <a:pt x="24852" y="23081"/>
                  </a:cubicBezTo>
                  <a:cubicBezTo>
                    <a:pt x="24509" y="22776"/>
                    <a:pt x="24526" y="22618"/>
                    <a:pt x="24858" y="22313"/>
                  </a:cubicBezTo>
                  <a:cubicBezTo>
                    <a:pt x="25288" y="21927"/>
                    <a:pt x="25789" y="21627"/>
                    <a:pt x="26322" y="21469"/>
                  </a:cubicBezTo>
                  <a:cubicBezTo>
                    <a:pt x="27517" y="21105"/>
                    <a:pt x="28740" y="20811"/>
                    <a:pt x="29991" y="20811"/>
                  </a:cubicBezTo>
                  <a:cubicBezTo>
                    <a:pt x="30086" y="20811"/>
                    <a:pt x="30180" y="20813"/>
                    <a:pt x="30275" y="20816"/>
                  </a:cubicBezTo>
                  <a:cubicBezTo>
                    <a:pt x="30290" y="20817"/>
                    <a:pt x="30305" y="20817"/>
                    <a:pt x="30320" y="20818"/>
                  </a:cubicBezTo>
                  <a:lnTo>
                    <a:pt x="30320" y="20818"/>
                  </a:lnTo>
                  <a:cubicBezTo>
                    <a:pt x="29495" y="20846"/>
                    <a:pt x="28673" y="20899"/>
                    <a:pt x="27858" y="21083"/>
                  </a:cubicBezTo>
                  <a:cubicBezTo>
                    <a:pt x="26992" y="21279"/>
                    <a:pt x="26132" y="21458"/>
                    <a:pt x="25370" y="21943"/>
                  </a:cubicBezTo>
                  <a:cubicBezTo>
                    <a:pt x="25185" y="22057"/>
                    <a:pt x="25016" y="22177"/>
                    <a:pt x="24885" y="22346"/>
                  </a:cubicBezTo>
                  <a:cubicBezTo>
                    <a:pt x="24744" y="22525"/>
                    <a:pt x="24749" y="22694"/>
                    <a:pt x="24923" y="22847"/>
                  </a:cubicBezTo>
                  <a:cubicBezTo>
                    <a:pt x="25272" y="23146"/>
                    <a:pt x="25636" y="23418"/>
                    <a:pt x="26077" y="23582"/>
                  </a:cubicBezTo>
                  <a:cubicBezTo>
                    <a:pt x="26643" y="23794"/>
                    <a:pt x="27221" y="23963"/>
                    <a:pt x="27809" y="24088"/>
                  </a:cubicBezTo>
                  <a:cubicBezTo>
                    <a:pt x="28342" y="24202"/>
                    <a:pt x="28848" y="24398"/>
                    <a:pt x="29322" y="24670"/>
                  </a:cubicBezTo>
                  <a:cubicBezTo>
                    <a:pt x="29474" y="24757"/>
                    <a:pt x="29616" y="24861"/>
                    <a:pt x="29757" y="25030"/>
                  </a:cubicBezTo>
                  <a:cubicBezTo>
                    <a:pt x="29583" y="25017"/>
                    <a:pt x="29475" y="24891"/>
                    <a:pt x="29348" y="24891"/>
                  </a:cubicBezTo>
                  <a:cubicBezTo>
                    <a:pt x="29313" y="24891"/>
                    <a:pt x="29275" y="24901"/>
                    <a:pt x="29235" y="24926"/>
                  </a:cubicBezTo>
                  <a:cubicBezTo>
                    <a:pt x="29197" y="24992"/>
                    <a:pt x="29175" y="25073"/>
                    <a:pt x="29219" y="25128"/>
                  </a:cubicBezTo>
                  <a:cubicBezTo>
                    <a:pt x="29431" y="25389"/>
                    <a:pt x="29327" y="25661"/>
                    <a:pt x="29240" y="25928"/>
                  </a:cubicBezTo>
                  <a:cubicBezTo>
                    <a:pt x="28990" y="26668"/>
                    <a:pt x="28854" y="27447"/>
                    <a:pt x="28647" y="28204"/>
                  </a:cubicBezTo>
                  <a:cubicBezTo>
                    <a:pt x="28609" y="28334"/>
                    <a:pt x="28554" y="28470"/>
                    <a:pt x="28620" y="28612"/>
                  </a:cubicBezTo>
                  <a:cubicBezTo>
                    <a:pt x="28914" y="28851"/>
                    <a:pt x="29295" y="28868"/>
                    <a:pt x="29627" y="29020"/>
                  </a:cubicBezTo>
                  <a:cubicBezTo>
                    <a:pt x="30008" y="29205"/>
                    <a:pt x="30405" y="29303"/>
                    <a:pt x="30821" y="29303"/>
                  </a:cubicBezTo>
                  <a:cubicBezTo>
                    <a:pt x="30958" y="29303"/>
                    <a:pt x="31097" y="29292"/>
                    <a:pt x="31238" y="29271"/>
                  </a:cubicBezTo>
                  <a:cubicBezTo>
                    <a:pt x="31442" y="29239"/>
                    <a:pt x="31645" y="29186"/>
                    <a:pt x="31853" y="29186"/>
                  </a:cubicBezTo>
                  <a:cubicBezTo>
                    <a:pt x="31929" y="29186"/>
                    <a:pt x="32005" y="29193"/>
                    <a:pt x="32082" y="29211"/>
                  </a:cubicBezTo>
                  <a:cubicBezTo>
                    <a:pt x="32332" y="29194"/>
                    <a:pt x="32550" y="29080"/>
                    <a:pt x="32757" y="28949"/>
                  </a:cubicBezTo>
                  <a:cubicBezTo>
                    <a:pt x="32877" y="28688"/>
                    <a:pt x="32871" y="28400"/>
                    <a:pt x="32931" y="28122"/>
                  </a:cubicBezTo>
                  <a:cubicBezTo>
                    <a:pt x="33274" y="26451"/>
                    <a:pt x="34227" y="25171"/>
                    <a:pt x="35539" y="24126"/>
                  </a:cubicBezTo>
                  <a:cubicBezTo>
                    <a:pt x="35647" y="24041"/>
                    <a:pt x="35769" y="23956"/>
                    <a:pt x="35915" y="23956"/>
                  </a:cubicBezTo>
                  <a:cubicBezTo>
                    <a:pt x="35947" y="23956"/>
                    <a:pt x="35979" y="23959"/>
                    <a:pt x="36013" y="23968"/>
                  </a:cubicBezTo>
                  <a:cubicBezTo>
                    <a:pt x="36029" y="24148"/>
                    <a:pt x="35969" y="24295"/>
                    <a:pt x="35931" y="24442"/>
                  </a:cubicBezTo>
                  <a:cubicBezTo>
                    <a:pt x="35849" y="24757"/>
                    <a:pt x="35681" y="25057"/>
                    <a:pt x="35686" y="25394"/>
                  </a:cubicBezTo>
                  <a:cubicBezTo>
                    <a:pt x="35697" y="26124"/>
                    <a:pt x="35849" y="26843"/>
                    <a:pt x="35871" y="27572"/>
                  </a:cubicBezTo>
                  <a:cubicBezTo>
                    <a:pt x="35918" y="27615"/>
                    <a:pt x="35957" y="27631"/>
                    <a:pt x="35991" y="27631"/>
                  </a:cubicBezTo>
                  <a:cubicBezTo>
                    <a:pt x="36093" y="27631"/>
                    <a:pt x="36152" y="27488"/>
                    <a:pt x="36241" y="27463"/>
                  </a:cubicBezTo>
                  <a:cubicBezTo>
                    <a:pt x="36508" y="27164"/>
                    <a:pt x="36780" y="26864"/>
                    <a:pt x="37123" y="26652"/>
                  </a:cubicBezTo>
                  <a:cubicBezTo>
                    <a:pt x="37515" y="26402"/>
                    <a:pt x="37836" y="26075"/>
                    <a:pt x="38147" y="25732"/>
                  </a:cubicBezTo>
                  <a:cubicBezTo>
                    <a:pt x="38577" y="25264"/>
                    <a:pt x="39007" y="24790"/>
                    <a:pt x="39159" y="24142"/>
                  </a:cubicBezTo>
                  <a:cubicBezTo>
                    <a:pt x="39192" y="24012"/>
                    <a:pt x="39284" y="23870"/>
                    <a:pt x="39094" y="23783"/>
                  </a:cubicBezTo>
                  <a:cubicBezTo>
                    <a:pt x="39034" y="23765"/>
                    <a:pt x="38974" y="23759"/>
                    <a:pt x="38914" y="23759"/>
                  </a:cubicBezTo>
                  <a:cubicBezTo>
                    <a:pt x="38823" y="23759"/>
                    <a:pt x="38732" y="23771"/>
                    <a:pt x="38641" y="23771"/>
                  </a:cubicBezTo>
                  <a:cubicBezTo>
                    <a:pt x="38559" y="23771"/>
                    <a:pt x="38477" y="23761"/>
                    <a:pt x="38397" y="23723"/>
                  </a:cubicBezTo>
                  <a:cubicBezTo>
                    <a:pt x="38060" y="23560"/>
                    <a:pt x="37695" y="23533"/>
                    <a:pt x="37330" y="23533"/>
                  </a:cubicBezTo>
                  <a:cubicBezTo>
                    <a:pt x="35539" y="23533"/>
                    <a:pt x="33759" y="23603"/>
                    <a:pt x="32000" y="24017"/>
                  </a:cubicBezTo>
                  <a:cubicBezTo>
                    <a:pt x="31680" y="24094"/>
                    <a:pt x="31355" y="24149"/>
                    <a:pt x="31033" y="24149"/>
                  </a:cubicBezTo>
                  <a:cubicBezTo>
                    <a:pt x="30651" y="24149"/>
                    <a:pt x="30271" y="24072"/>
                    <a:pt x="29904" y="23865"/>
                  </a:cubicBezTo>
                  <a:cubicBezTo>
                    <a:pt x="29834" y="23827"/>
                    <a:pt x="29747" y="23832"/>
                    <a:pt x="29665" y="23799"/>
                  </a:cubicBezTo>
                  <a:cubicBezTo>
                    <a:pt x="29638" y="23783"/>
                    <a:pt x="29594" y="23772"/>
                    <a:pt x="29621" y="23729"/>
                  </a:cubicBezTo>
                  <a:cubicBezTo>
                    <a:pt x="29632" y="23712"/>
                    <a:pt x="29659" y="23707"/>
                    <a:pt x="29681" y="23701"/>
                  </a:cubicBezTo>
                  <a:cubicBezTo>
                    <a:pt x="30471" y="23533"/>
                    <a:pt x="31255" y="23337"/>
                    <a:pt x="32017" y="23059"/>
                  </a:cubicBezTo>
                  <a:cubicBezTo>
                    <a:pt x="32311" y="22956"/>
                    <a:pt x="32626" y="22879"/>
                    <a:pt x="32850" y="22640"/>
                  </a:cubicBezTo>
                  <a:cubicBezTo>
                    <a:pt x="32899" y="22504"/>
                    <a:pt x="32948" y="22373"/>
                    <a:pt x="32768" y="22291"/>
                  </a:cubicBezTo>
                  <a:cubicBezTo>
                    <a:pt x="32707" y="22275"/>
                    <a:pt x="32647" y="22268"/>
                    <a:pt x="32587" y="22268"/>
                  </a:cubicBezTo>
                  <a:cubicBezTo>
                    <a:pt x="32471" y="22268"/>
                    <a:pt x="32357" y="22293"/>
                    <a:pt x="32245" y="22319"/>
                  </a:cubicBezTo>
                  <a:cubicBezTo>
                    <a:pt x="31167" y="22542"/>
                    <a:pt x="30068" y="22547"/>
                    <a:pt x="28897" y="22623"/>
                  </a:cubicBezTo>
                  <a:cubicBezTo>
                    <a:pt x="29463" y="22427"/>
                    <a:pt x="29981" y="22493"/>
                    <a:pt x="30482" y="22433"/>
                  </a:cubicBezTo>
                  <a:cubicBezTo>
                    <a:pt x="31429" y="22319"/>
                    <a:pt x="32365" y="22150"/>
                    <a:pt x="33312" y="22030"/>
                  </a:cubicBezTo>
                  <a:cubicBezTo>
                    <a:pt x="34668" y="21856"/>
                    <a:pt x="36029" y="21709"/>
                    <a:pt x="37341" y="21290"/>
                  </a:cubicBezTo>
                  <a:cubicBezTo>
                    <a:pt x="37551" y="21220"/>
                    <a:pt x="37766" y="21153"/>
                    <a:pt x="37988" y="21153"/>
                  </a:cubicBezTo>
                  <a:cubicBezTo>
                    <a:pt x="38024" y="21153"/>
                    <a:pt x="38061" y="21155"/>
                    <a:pt x="38098" y="21159"/>
                  </a:cubicBezTo>
                  <a:cubicBezTo>
                    <a:pt x="38151" y="21188"/>
                    <a:pt x="38201" y="21200"/>
                    <a:pt x="38250" y="21200"/>
                  </a:cubicBezTo>
                  <a:cubicBezTo>
                    <a:pt x="38346" y="21200"/>
                    <a:pt x="38434" y="21153"/>
                    <a:pt x="38517" y="21099"/>
                  </a:cubicBezTo>
                  <a:cubicBezTo>
                    <a:pt x="38707" y="20979"/>
                    <a:pt x="38903" y="20898"/>
                    <a:pt x="39127" y="20865"/>
                  </a:cubicBezTo>
                  <a:cubicBezTo>
                    <a:pt x="39687" y="20484"/>
                    <a:pt x="39954" y="19836"/>
                    <a:pt x="39791" y="19183"/>
                  </a:cubicBezTo>
                  <a:cubicBezTo>
                    <a:pt x="39709" y="18840"/>
                    <a:pt x="39595" y="18502"/>
                    <a:pt x="39410" y="18197"/>
                  </a:cubicBezTo>
                  <a:cubicBezTo>
                    <a:pt x="39257" y="17953"/>
                    <a:pt x="39170" y="17691"/>
                    <a:pt x="39181" y="17397"/>
                  </a:cubicBezTo>
                  <a:cubicBezTo>
                    <a:pt x="39155" y="17333"/>
                    <a:pt x="39115" y="17320"/>
                    <a:pt x="39069" y="17320"/>
                  </a:cubicBezTo>
                  <a:cubicBezTo>
                    <a:pt x="39037" y="17320"/>
                    <a:pt x="39002" y="17326"/>
                    <a:pt x="38969" y="17326"/>
                  </a:cubicBezTo>
                  <a:cubicBezTo>
                    <a:pt x="38947" y="17382"/>
                    <a:pt x="38925" y="17404"/>
                    <a:pt x="38904" y="17404"/>
                  </a:cubicBezTo>
                  <a:cubicBezTo>
                    <a:pt x="38877" y="17404"/>
                    <a:pt x="38851" y="17371"/>
                    <a:pt x="38827" y="17332"/>
                  </a:cubicBezTo>
                  <a:cubicBezTo>
                    <a:pt x="38767" y="17294"/>
                    <a:pt x="38707" y="17267"/>
                    <a:pt x="38648" y="17245"/>
                  </a:cubicBezTo>
                  <a:cubicBezTo>
                    <a:pt x="38239" y="17038"/>
                    <a:pt x="37891" y="16771"/>
                    <a:pt x="37613" y="16406"/>
                  </a:cubicBezTo>
                  <a:cubicBezTo>
                    <a:pt x="37069" y="15704"/>
                    <a:pt x="36443" y="15084"/>
                    <a:pt x="35691" y="14599"/>
                  </a:cubicBezTo>
                  <a:cubicBezTo>
                    <a:pt x="34303" y="13701"/>
                    <a:pt x="32882" y="12868"/>
                    <a:pt x="31500" y="11964"/>
                  </a:cubicBezTo>
                  <a:cubicBezTo>
                    <a:pt x="29986" y="10979"/>
                    <a:pt x="28445" y="10042"/>
                    <a:pt x="26970" y="9003"/>
                  </a:cubicBezTo>
                  <a:cubicBezTo>
                    <a:pt x="25048" y="7653"/>
                    <a:pt x="23241" y="6161"/>
                    <a:pt x="21314" y="4816"/>
                  </a:cubicBezTo>
                  <a:cubicBezTo>
                    <a:pt x="19305" y="3428"/>
                    <a:pt x="17329" y="1996"/>
                    <a:pt x="15206" y="788"/>
                  </a:cubicBezTo>
                  <a:cubicBezTo>
                    <a:pt x="14129" y="176"/>
                    <a:pt x="12958" y="1"/>
                    <a:pt x="11758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40"/>
            <p:cNvSpPr/>
            <p:nvPr/>
          </p:nvSpPr>
          <p:spPr>
            <a:xfrm>
              <a:off x="209582" y="497320"/>
              <a:ext cx="2507075" cy="1597814"/>
            </a:xfrm>
            <a:custGeom>
              <a:rect b="b" l="l" r="r" t="t"/>
              <a:pathLst>
                <a:path extrusionOk="0" h="24180" w="37940">
                  <a:moveTo>
                    <a:pt x="12531" y="1"/>
                  </a:moveTo>
                  <a:cubicBezTo>
                    <a:pt x="12368" y="1"/>
                    <a:pt x="12202" y="16"/>
                    <a:pt x="12031" y="49"/>
                  </a:cubicBezTo>
                  <a:cubicBezTo>
                    <a:pt x="11242" y="202"/>
                    <a:pt x="10523" y="501"/>
                    <a:pt x="9837" y="893"/>
                  </a:cubicBezTo>
                  <a:cubicBezTo>
                    <a:pt x="9756" y="942"/>
                    <a:pt x="9663" y="1008"/>
                    <a:pt x="9690" y="1116"/>
                  </a:cubicBezTo>
                  <a:cubicBezTo>
                    <a:pt x="9710" y="1195"/>
                    <a:pt x="9797" y="1221"/>
                    <a:pt x="9870" y="1221"/>
                  </a:cubicBezTo>
                  <a:cubicBezTo>
                    <a:pt x="9877" y="1221"/>
                    <a:pt x="9885" y="1220"/>
                    <a:pt x="9892" y="1220"/>
                  </a:cubicBezTo>
                  <a:cubicBezTo>
                    <a:pt x="9928" y="1218"/>
                    <a:pt x="9964" y="1217"/>
                    <a:pt x="10000" y="1217"/>
                  </a:cubicBezTo>
                  <a:cubicBezTo>
                    <a:pt x="10455" y="1217"/>
                    <a:pt x="10884" y="1370"/>
                    <a:pt x="11318" y="1476"/>
                  </a:cubicBezTo>
                  <a:cubicBezTo>
                    <a:pt x="12260" y="1699"/>
                    <a:pt x="12559" y="1900"/>
                    <a:pt x="12799" y="2902"/>
                  </a:cubicBezTo>
                  <a:cubicBezTo>
                    <a:pt x="12842" y="3076"/>
                    <a:pt x="12848" y="3250"/>
                    <a:pt x="12842" y="3430"/>
                  </a:cubicBezTo>
                  <a:cubicBezTo>
                    <a:pt x="12842" y="3653"/>
                    <a:pt x="12881" y="3866"/>
                    <a:pt x="12940" y="4089"/>
                  </a:cubicBezTo>
                  <a:cubicBezTo>
                    <a:pt x="13082" y="4611"/>
                    <a:pt x="13087" y="5129"/>
                    <a:pt x="12744" y="5608"/>
                  </a:cubicBezTo>
                  <a:cubicBezTo>
                    <a:pt x="12287" y="6239"/>
                    <a:pt x="11737" y="6718"/>
                    <a:pt x="10932" y="6849"/>
                  </a:cubicBezTo>
                  <a:cubicBezTo>
                    <a:pt x="10665" y="6887"/>
                    <a:pt x="10404" y="6963"/>
                    <a:pt x="10131" y="6996"/>
                  </a:cubicBezTo>
                  <a:cubicBezTo>
                    <a:pt x="9326" y="7088"/>
                    <a:pt x="8520" y="7192"/>
                    <a:pt x="7736" y="7426"/>
                  </a:cubicBezTo>
                  <a:cubicBezTo>
                    <a:pt x="7061" y="7627"/>
                    <a:pt x="6375" y="7818"/>
                    <a:pt x="5673" y="7900"/>
                  </a:cubicBezTo>
                  <a:cubicBezTo>
                    <a:pt x="4453" y="8036"/>
                    <a:pt x="3245" y="8215"/>
                    <a:pt x="2047" y="8471"/>
                  </a:cubicBezTo>
                  <a:cubicBezTo>
                    <a:pt x="1165" y="8662"/>
                    <a:pt x="626" y="9206"/>
                    <a:pt x="120" y="9854"/>
                  </a:cubicBezTo>
                  <a:cubicBezTo>
                    <a:pt x="65" y="9930"/>
                    <a:pt x="0" y="10028"/>
                    <a:pt x="71" y="10110"/>
                  </a:cubicBezTo>
                  <a:cubicBezTo>
                    <a:pt x="102" y="10149"/>
                    <a:pt x="136" y="10164"/>
                    <a:pt x="171" y="10164"/>
                  </a:cubicBezTo>
                  <a:cubicBezTo>
                    <a:pt x="233" y="10164"/>
                    <a:pt x="298" y="10118"/>
                    <a:pt x="354" y="10083"/>
                  </a:cubicBezTo>
                  <a:cubicBezTo>
                    <a:pt x="602" y="9934"/>
                    <a:pt x="873" y="9851"/>
                    <a:pt x="1149" y="9851"/>
                  </a:cubicBezTo>
                  <a:cubicBezTo>
                    <a:pt x="1235" y="9851"/>
                    <a:pt x="1323" y="9859"/>
                    <a:pt x="1410" y="9876"/>
                  </a:cubicBezTo>
                  <a:cubicBezTo>
                    <a:pt x="2297" y="10045"/>
                    <a:pt x="3190" y="10219"/>
                    <a:pt x="3947" y="10785"/>
                  </a:cubicBezTo>
                  <a:cubicBezTo>
                    <a:pt x="4644" y="11308"/>
                    <a:pt x="5188" y="11988"/>
                    <a:pt x="5727" y="12636"/>
                  </a:cubicBezTo>
                  <a:cubicBezTo>
                    <a:pt x="6478" y="13534"/>
                    <a:pt x="7306" y="14318"/>
                    <a:pt x="8269" y="14966"/>
                  </a:cubicBezTo>
                  <a:cubicBezTo>
                    <a:pt x="8814" y="15331"/>
                    <a:pt x="9222" y="15821"/>
                    <a:pt x="9424" y="16447"/>
                  </a:cubicBezTo>
                  <a:cubicBezTo>
                    <a:pt x="9723" y="17340"/>
                    <a:pt x="9745" y="18276"/>
                    <a:pt x="9728" y="19207"/>
                  </a:cubicBezTo>
                  <a:cubicBezTo>
                    <a:pt x="9727" y="19288"/>
                    <a:pt x="9710" y="19313"/>
                    <a:pt x="9688" y="19313"/>
                  </a:cubicBezTo>
                  <a:cubicBezTo>
                    <a:pt x="9652" y="19313"/>
                    <a:pt x="9600" y="19249"/>
                    <a:pt x="9566" y="19249"/>
                  </a:cubicBezTo>
                  <a:cubicBezTo>
                    <a:pt x="9559" y="19249"/>
                    <a:pt x="9554" y="19251"/>
                    <a:pt x="9549" y="19256"/>
                  </a:cubicBezTo>
                  <a:cubicBezTo>
                    <a:pt x="9581" y="19474"/>
                    <a:pt x="9527" y="19680"/>
                    <a:pt x="9445" y="19876"/>
                  </a:cubicBezTo>
                  <a:cubicBezTo>
                    <a:pt x="9483" y="19921"/>
                    <a:pt x="9528" y="19934"/>
                    <a:pt x="9575" y="19934"/>
                  </a:cubicBezTo>
                  <a:cubicBezTo>
                    <a:pt x="9608" y="19934"/>
                    <a:pt x="9642" y="19927"/>
                    <a:pt x="9674" y="19920"/>
                  </a:cubicBezTo>
                  <a:cubicBezTo>
                    <a:pt x="10659" y="19740"/>
                    <a:pt x="11661" y="19670"/>
                    <a:pt x="12587" y="19229"/>
                  </a:cubicBezTo>
                  <a:cubicBezTo>
                    <a:pt x="13188" y="18944"/>
                    <a:pt x="13808" y="18785"/>
                    <a:pt x="14448" y="18785"/>
                  </a:cubicBezTo>
                  <a:cubicBezTo>
                    <a:pt x="14787" y="18785"/>
                    <a:pt x="15132" y="18829"/>
                    <a:pt x="15483" y="18924"/>
                  </a:cubicBezTo>
                  <a:cubicBezTo>
                    <a:pt x="16435" y="19180"/>
                    <a:pt x="17388" y="19468"/>
                    <a:pt x="18308" y="19827"/>
                  </a:cubicBezTo>
                  <a:cubicBezTo>
                    <a:pt x="19239" y="20192"/>
                    <a:pt x="20192" y="20404"/>
                    <a:pt x="21188" y="20502"/>
                  </a:cubicBezTo>
                  <a:cubicBezTo>
                    <a:pt x="21798" y="20562"/>
                    <a:pt x="22408" y="20590"/>
                    <a:pt x="23017" y="20660"/>
                  </a:cubicBezTo>
                  <a:cubicBezTo>
                    <a:pt x="23167" y="20678"/>
                    <a:pt x="23268" y="20693"/>
                    <a:pt x="23344" y="20693"/>
                  </a:cubicBezTo>
                  <a:cubicBezTo>
                    <a:pt x="23505" y="20693"/>
                    <a:pt x="23551" y="20622"/>
                    <a:pt x="23703" y="20345"/>
                  </a:cubicBezTo>
                  <a:cubicBezTo>
                    <a:pt x="23894" y="19991"/>
                    <a:pt x="24016" y="19827"/>
                    <a:pt x="24191" y="19827"/>
                  </a:cubicBezTo>
                  <a:cubicBezTo>
                    <a:pt x="24326" y="19827"/>
                    <a:pt x="24491" y="19925"/>
                    <a:pt x="24743" y="20110"/>
                  </a:cubicBezTo>
                  <a:cubicBezTo>
                    <a:pt x="25034" y="20326"/>
                    <a:pt x="25344" y="20529"/>
                    <a:pt x="25711" y="20529"/>
                  </a:cubicBezTo>
                  <a:cubicBezTo>
                    <a:pt x="25742" y="20529"/>
                    <a:pt x="25773" y="20527"/>
                    <a:pt x="25805" y="20524"/>
                  </a:cubicBezTo>
                  <a:cubicBezTo>
                    <a:pt x="25850" y="20520"/>
                    <a:pt x="25894" y="20517"/>
                    <a:pt x="25937" y="20517"/>
                  </a:cubicBezTo>
                  <a:cubicBezTo>
                    <a:pt x="26290" y="20517"/>
                    <a:pt x="26565" y="20674"/>
                    <a:pt x="26817" y="20922"/>
                  </a:cubicBezTo>
                  <a:cubicBezTo>
                    <a:pt x="26959" y="21063"/>
                    <a:pt x="27089" y="21216"/>
                    <a:pt x="27220" y="21363"/>
                  </a:cubicBezTo>
                  <a:cubicBezTo>
                    <a:pt x="27276" y="21426"/>
                    <a:pt x="27343" y="21485"/>
                    <a:pt x="27420" y="21485"/>
                  </a:cubicBezTo>
                  <a:cubicBezTo>
                    <a:pt x="27455" y="21485"/>
                    <a:pt x="27491" y="21473"/>
                    <a:pt x="27530" y="21444"/>
                  </a:cubicBezTo>
                  <a:cubicBezTo>
                    <a:pt x="27634" y="21368"/>
                    <a:pt x="27650" y="21254"/>
                    <a:pt x="27612" y="21129"/>
                  </a:cubicBezTo>
                  <a:cubicBezTo>
                    <a:pt x="27525" y="20884"/>
                    <a:pt x="27362" y="20698"/>
                    <a:pt x="27166" y="20546"/>
                  </a:cubicBezTo>
                  <a:cubicBezTo>
                    <a:pt x="26240" y="19833"/>
                    <a:pt x="25413" y="19005"/>
                    <a:pt x="24580" y="18194"/>
                  </a:cubicBezTo>
                  <a:cubicBezTo>
                    <a:pt x="24204" y="17835"/>
                    <a:pt x="23807" y="17508"/>
                    <a:pt x="23382" y="17203"/>
                  </a:cubicBezTo>
                  <a:cubicBezTo>
                    <a:pt x="22598" y="16643"/>
                    <a:pt x="21814" y="16082"/>
                    <a:pt x="21270" y="15249"/>
                  </a:cubicBezTo>
                  <a:cubicBezTo>
                    <a:pt x="21047" y="14911"/>
                    <a:pt x="20693" y="14699"/>
                    <a:pt x="20290" y="14590"/>
                  </a:cubicBezTo>
                  <a:cubicBezTo>
                    <a:pt x="19125" y="14281"/>
                    <a:pt x="17947" y="14060"/>
                    <a:pt x="16740" y="14060"/>
                  </a:cubicBezTo>
                  <a:cubicBezTo>
                    <a:pt x="16610" y="14060"/>
                    <a:pt x="16479" y="14062"/>
                    <a:pt x="16348" y="14068"/>
                  </a:cubicBezTo>
                  <a:cubicBezTo>
                    <a:pt x="16329" y="14068"/>
                    <a:pt x="16309" y="14068"/>
                    <a:pt x="16290" y="14068"/>
                  </a:cubicBezTo>
                  <a:cubicBezTo>
                    <a:pt x="15896" y="14068"/>
                    <a:pt x="15512" y="13968"/>
                    <a:pt x="15118" y="13942"/>
                  </a:cubicBezTo>
                  <a:lnTo>
                    <a:pt x="15118" y="13942"/>
                  </a:lnTo>
                  <a:cubicBezTo>
                    <a:pt x="15174" y="13944"/>
                    <a:pt x="15230" y="13945"/>
                    <a:pt x="15286" y="13945"/>
                  </a:cubicBezTo>
                  <a:cubicBezTo>
                    <a:pt x="16240" y="13945"/>
                    <a:pt x="17166" y="13736"/>
                    <a:pt x="18107" y="13648"/>
                  </a:cubicBezTo>
                  <a:cubicBezTo>
                    <a:pt x="18824" y="13583"/>
                    <a:pt x="19538" y="13480"/>
                    <a:pt x="20258" y="13480"/>
                  </a:cubicBezTo>
                  <a:cubicBezTo>
                    <a:pt x="20560" y="13480"/>
                    <a:pt x="20862" y="13498"/>
                    <a:pt x="21166" y="13545"/>
                  </a:cubicBezTo>
                  <a:cubicBezTo>
                    <a:pt x="21858" y="13654"/>
                    <a:pt x="22538" y="13774"/>
                    <a:pt x="23170" y="14095"/>
                  </a:cubicBezTo>
                  <a:cubicBezTo>
                    <a:pt x="24754" y="14890"/>
                    <a:pt x="26148" y="15995"/>
                    <a:pt x="27656" y="16915"/>
                  </a:cubicBezTo>
                  <a:cubicBezTo>
                    <a:pt x="28227" y="17269"/>
                    <a:pt x="28728" y="17726"/>
                    <a:pt x="29278" y="18113"/>
                  </a:cubicBezTo>
                  <a:cubicBezTo>
                    <a:pt x="30726" y="19131"/>
                    <a:pt x="32152" y="20170"/>
                    <a:pt x="33540" y="21265"/>
                  </a:cubicBezTo>
                  <a:cubicBezTo>
                    <a:pt x="34831" y="22283"/>
                    <a:pt x="36192" y="23192"/>
                    <a:pt x="37580" y="24068"/>
                  </a:cubicBezTo>
                  <a:cubicBezTo>
                    <a:pt x="37652" y="24114"/>
                    <a:pt x="37723" y="24180"/>
                    <a:pt x="37808" y="24180"/>
                  </a:cubicBezTo>
                  <a:cubicBezTo>
                    <a:pt x="37845" y="24180"/>
                    <a:pt x="37885" y="24167"/>
                    <a:pt x="37928" y="24134"/>
                  </a:cubicBezTo>
                  <a:cubicBezTo>
                    <a:pt x="37939" y="24019"/>
                    <a:pt x="37754" y="23905"/>
                    <a:pt x="37917" y="23785"/>
                  </a:cubicBezTo>
                  <a:cubicBezTo>
                    <a:pt x="37776" y="23469"/>
                    <a:pt x="37558" y="23192"/>
                    <a:pt x="37477" y="22843"/>
                  </a:cubicBezTo>
                  <a:cubicBezTo>
                    <a:pt x="37264" y="21956"/>
                    <a:pt x="37144" y="21063"/>
                    <a:pt x="37085" y="20154"/>
                  </a:cubicBezTo>
                  <a:cubicBezTo>
                    <a:pt x="37046" y="19566"/>
                    <a:pt x="37117" y="18945"/>
                    <a:pt x="36834" y="18417"/>
                  </a:cubicBezTo>
                  <a:cubicBezTo>
                    <a:pt x="36420" y="17672"/>
                    <a:pt x="35909" y="16980"/>
                    <a:pt x="35299" y="16365"/>
                  </a:cubicBezTo>
                  <a:cubicBezTo>
                    <a:pt x="35201" y="16267"/>
                    <a:pt x="35081" y="16185"/>
                    <a:pt x="34961" y="16115"/>
                  </a:cubicBezTo>
                  <a:cubicBezTo>
                    <a:pt x="34259" y="15701"/>
                    <a:pt x="33617" y="15195"/>
                    <a:pt x="32936" y="14754"/>
                  </a:cubicBezTo>
                  <a:cubicBezTo>
                    <a:pt x="31624" y="13915"/>
                    <a:pt x="30503" y="12854"/>
                    <a:pt x="29408" y="11770"/>
                  </a:cubicBezTo>
                  <a:cubicBezTo>
                    <a:pt x="29109" y="11471"/>
                    <a:pt x="28853" y="11128"/>
                    <a:pt x="28532" y="10850"/>
                  </a:cubicBezTo>
                  <a:cubicBezTo>
                    <a:pt x="27362" y="9859"/>
                    <a:pt x="26262" y="8792"/>
                    <a:pt x="25157" y="7736"/>
                  </a:cubicBezTo>
                  <a:cubicBezTo>
                    <a:pt x="24079" y="6707"/>
                    <a:pt x="22936" y="5755"/>
                    <a:pt x="21743" y="4873"/>
                  </a:cubicBezTo>
                  <a:cubicBezTo>
                    <a:pt x="20241" y="3751"/>
                    <a:pt x="18580" y="2869"/>
                    <a:pt x="16947" y="1949"/>
                  </a:cubicBezTo>
                  <a:cubicBezTo>
                    <a:pt x="16158" y="1503"/>
                    <a:pt x="15314" y="1165"/>
                    <a:pt x="14535" y="692"/>
                  </a:cubicBezTo>
                  <a:cubicBezTo>
                    <a:pt x="13920" y="317"/>
                    <a:pt x="13267" y="1"/>
                    <a:pt x="12531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40"/>
            <p:cNvSpPr/>
            <p:nvPr/>
          </p:nvSpPr>
          <p:spPr>
            <a:xfrm>
              <a:off x="586572" y="1895119"/>
              <a:ext cx="1206621" cy="826396"/>
            </a:xfrm>
            <a:custGeom>
              <a:rect b="b" l="l" r="r" t="t"/>
              <a:pathLst>
                <a:path extrusionOk="0" h="12506" w="18260">
                  <a:moveTo>
                    <a:pt x="4424" y="1"/>
                  </a:moveTo>
                  <a:cubicBezTo>
                    <a:pt x="4388" y="1"/>
                    <a:pt x="4349" y="10"/>
                    <a:pt x="4307" y="30"/>
                  </a:cubicBezTo>
                  <a:cubicBezTo>
                    <a:pt x="4285" y="90"/>
                    <a:pt x="4268" y="155"/>
                    <a:pt x="4247" y="215"/>
                  </a:cubicBezTo>
                  <a:cubicBezTo>
                    <a:pt x="4230" y="248"/>
                    <a:pt x="4225" y="280"/>
                    <a:pt x="4241" y="313"/>
                  </a:cubicBezTo>
                  <a:cubicBezTo>
                    <a:pt x="4590" y="656"/>
                    <a:pt x="4432" y="1059"/>
                    <a:pt x="4312" y="1407"/>
                  </a:cubicBezTo>
                  <a:cubicBezTo>
                    <a:pt x="3817" y="2801"/>
                    <a:pt x="3174" y="4086"/>
                    <a:pt x="1922" y="4995"/>
                  </a:cubicBezTo>
                  <a:cubicBezTo>
                    <a:pt x="986" y="5675"/>
                    <a:pt x="469" y="6672"/>
                    <a:pt x="87" y="7744"/>
                  </a:cubicBezTo>
                  <a:cubicBezTo>
                    <a:pt x="55" y="7831"/>
                    <a:pt x="0" y="7940"/>
                    <a:pt x="104" y="8000"/>
                  </a:cubicBezTo>
                  <a:cubicBezTo>
                    <a:pt x="123" y="8012"/>
                    <a:pt x="143" y="8016"/>
                    <a:pt x="161" y="8016"/>
                  </a:cubicBezTo>
                  <a:cubicBezTo>
                    <a:pt x="231" y="8016"/>
                    <a:pt x="293" y="7949"/>
                    <a:pt x="349" y="7902"/>
                  </a:cubicBezTo>
                  <a:cubicBezTo>
                    <a:pt x="550" y="7717"/>
                    <a:pt x="752" y="7526"/>
                    <a:pt x="1018" y="7456"/>
                  </a:cubicBezTo>
                  <a:cubicBezTo>
                    <a:pt x="1732" y="7265"/>
                    <a:pt x="2270" y="6829"/>
                    <a:pt x="2750" y="6291"/>
                  </a:cubicBezTo>
                  <a:cubicBezTo>
                    <a:pt x="2962" y="6051"/>
                    <a:pt x="3201" y="5844"/>
                    <a:pt x="3419" y="5610"/>
                  </a:cubicBezTo>
                  <a:cubicBezTo>
                    <a:pt x="3931" y="5066"/>
                    <a:pt x="4573" y="4793"/>
                    <a:pt x="5335" y="4685"/>
                  </a:cubicBezTo>
                  <a:lnTo>
                    <a:pt x="5335" y="4685"/>
                  </a:lnTo>
                  <a:cubicBezTo>
                    <a:pt x="5221" y="4744"/>
                    <a:pt x="5221" y="4744"/>
                    <a:pt x="5178" y="4826"/>
                  </a:cubicBezTo>
                  <a:cubicBezTo>
                    <a:pt x="5316" y="4801"/>
                    <a:pt x="5453" y="4789"/>
                    <a:pt x="5588" y="4789"/>
                  </a:cubicBezTo>
                  <a:cubicBezTo>
                    <a:pt x="5951" y="4789"/>
                    <a:pt x="6302" y="4875"/>
                    <a:pt x="6647" y="5022"/>
                  </a:cubicBezTo>
                  <a:cubicBezTo>
                    <a:pt x="6742" y="5067"/>
                    <a:pt x="6841" y="5116"/>
                    <a:pt x="6949" y="5116"/>
                  </a:cubicBezTo>
                  <a:cubicBezTo>
                    <a:pt x="6971" y="5116"/>
                    <a:pt x="6994" y="5114"/>
                    <a:pt x="7018" y="5109"/>
                  </a:cubicBezTo>
                  <a:cubicBezTo>
                    <a:pt x="7088" y="4962"/>
                    <a:pt x="6941" y="4864"/>
                    <a:pt x="6925" y="4701"/>
                  </a:cubicBezTo>
                  <a:lnTo>
                    <a:pt x="6925" y="4701"/>
                  </a:lnTo>
                  <a:cubicBezTo>
                    <a:pt x="7154" y="4902"/>
                    <a:pt x="7328" y="5175"/>
                    <a:pt x="7633" y="5180"/>
                  </a:cubicBezTo>
                  <a:cubicBezTo>
                    <a:pt x="8004" y="5184"/>
                    <a:pt x="8364" y="5308"/>
                    <a:pt x="8736" y="5308"/>
                  </a:cubicBezTo>
                  <a:cubicBezTo>
                    <a:pt x="8834" y="5308"/>
                    <a:pt x="8932" y="5299"/>
                    <a:pt x="9032" y="5278"/>
                  </a:cubicBezTo>
                  <a:cubicBezTo>
                    <a:pt x="9069" y="5270"/>
                    <a:pt x="9107" y="5267"/>
                    <a:pt x="9145" y="5267"/>
                  </a:cubicBezTo>
                  <a:cubicBezTo>
                    <a:pt x="9213" y="5267"/>
                    <a:pt x="9281" y="5276"/>
                    <a:pt x="9348" y="5283"/>
                  </a:cubicBezTo>
                  <a:cubicBezTo>
                    <a:pt x="9429" y="5294"/>
                    <a:pt x="9527" y="5300"/>
                    <a:pt x="9544" y="5403"/>
                  </a:cubicBezTo>
                  <a:cubicBezTo>
                    <a:pt x="9555" y="5485"/>
                    <a:pt x="9489" y="5534"/>
                    <a:pt x="9429" y="5566"/>
                  </a:cubicBezTo>
                  <a:cubicBezTo>
                    <a:pt x="9179" y="5719"/>
                    <a:pt x="8945" y="5904"/>
                    <a:pt x="8662" y="6007"/>
                  </a:cubicBezTo>
                  <a:cubicBezTo>
                    <a:pt x="7622" y="6378"/>
                    <a:pt x="6702" y="6976"/>
                    <a:pt x="5782" y="7570"/>
                  </a:cubicBezTo>
                  <a:cubicBezTo>
                    <a:pt x="5749" y="7592"/>
                    <a:pt x="5722" y="7613"/>
                    <a:pt x="5695" y="7635"/>
                  </a:cubicBezTo>
                  <a:cubicBezTo>
                    <a:pt x="5597" y="7733"/>
                    <a:pt x="5450" y="7826"/>
                    <a:pt x="5521" y="7984"/>
                  </a:cubicBezTo>
                  <a:cubicBezTo>
                    <a:pt x="5563" y="8076"/>
                    <a:pt x="5645" y="8097"/>
                    <a:pt x="5732" y="8097"/>
                  </a:cubicBezTo>
                  <a:cubicBezTo>
                    <a:pt x="5778" y="8097"/>
                    <a:pt x="5826" y="8091"/>
                    <a:pt x="5869" y="8087"/>
                  </a:cubicBezTo>
                  <a:cubicBezTo>
                    <a:pt x="5970" y="8074"/>
                    <a:pt x="6071" y="8046"/>
                    <a:pt x="6169" y="8046"/>
                  </a:cubicBezTo>
                  <a:cubicBezTo>
                    <a:pt x="6198" y="8046"/>
                    <a:pt x="6227" y="8048"/>
                    <a:pt x="6255" y="8054"/>
                  </a:cubicBezTo>
                  <a:cubicBezTo>
                    <a:pt x="6996" y="8223"/>
                    <a:pt x="7780" y="8218"/>
                    <a:pt x="8444" y="8686"/>
                  </a:cubicBezTo>
                  <a:cubicBezTo>
                    <a:pt x="8673" y="8849"/>
                    <a:pt x="8879" y="8996"/>
                    <a:pt x="8988" y="9257"/>
                  </a:cubicBezTo>
                  <a:cubicBezTo>
                    <a:pt x="9146" y="9644"/>
                    <a:pt x="9364" y="9992"/>
                    <a:pt x="9620" y="10319"/>
                  </a:cubicBezTo>
                  <a:cubicBezTo>
                    <a:pt x="9734" y="10471"/>
                    <a:pt x="9810" y="10640"/>
                    <a:pt x="9908" y="10804"/>
                  </a:cubicBezTo>
                  <a:cubicBezTo>
                    <a:pt x="10142" y="11212"/>
                    <a:pt x="10148" y="11609"/>
                    <a:pt x="9908" y="12012"/>
                  </a:cubicBezTo>
                  <a:cubicBezTo>
                    <a:pt x="9859" y="12094"/>
                    <a:pt x="9810" y="12175"/>
                    <a:pt x="9778" y="12263"/>
                  </a:cubicBezTo>
                  <a:cubicBezTo>
                    <a:pt x="9720" y="12421"/>
                    <a:pt x="9756" y="12505"/>
                    <a:pt x="9876" y="12505"/>
                  </a:cubicBezTo>
                  <a:cubicBezTo>
                    <a:pt x="9904" y="12505"/>
                    <a:pt x="9937" y="12501"/>
                    <a:pt x="9974" y="12491"/>
                  </a:cubicBezTo>
                  <a:cubicBezTo>
                    <a:pt x="10186" y="12437"/>
                    <a:pt x="10360" y="12312"/>
                    <a:pt x="10524" y="12175"/>
                  </a:cubicBezTo>
                  <a:cubicBezTo>
                    <a:pt x="10665" y="12067"/>
                    <a:pt x="10790" y="11914"/>
                    <a:pt x="10965" y="11887"/>
                  </a:cubicBezTo>
                  <a:cubicBezTo>
                    <a:pt x="11340" y="11827"/>
                    <a:pt x="11607" y="11604"/>
                    <a:pt x="11852" y="11343"/>
                  </a:cubicBezTo>
                  <a:cubicBezTo>
                    <a:pt x="12010" y="11175"/>
                    <a:pt x="12201" y="11075"/>
                    <a:pt x="12422" y="11075"/>
                  </a:cubicBezTo>
                  <a:cubicBezTo>
                    <a:pt x="12453" y="11075"/>
                    <a:pt x="12484" y="11077"/>
                    <a:pt x="12516" y="11081"/>
                  </a:cubicBezTo>
                  <a:cubicBezTo>
                    <a:pt x="12578" y="11089"/>
                    <a:pt x="12637" y="11093"/>
                    <a:pt x="12695" y="11093"/>
                  </a:cubicBezTo>
                  <a:cubicBezTo>
                    <a:pt x="13164" y="11093"/>
                    <a:pt x="13495" y="10841"/>
                    <a:pt x="13757" y="10439"/>
                  </a:cubicBezTo>
                  <a:cubicBezTo>
                    <a:pt x="13823" y="10341"/>
                    <a:pt x="13899" y="10254"/>
                    <a:pt x="13970" y="10161"/>
                  </a:cubicBezTo>
                  <a:cubicBezTo>
                    <a:pt x="14153" y="9921"/>
                    <a:pt x="14376" y="9796"/>
                    <a:pt x="14687" y="9796"/>
                  </a:cubicBezTo>
                  <a:cubicBezTo>
                    <a:pt x="14700" y="9796"/>
                    <a:pt x="14713" y="9796"/>
                    <a:pt x="14726" y="9796"/>
                  </a:cubicBezTo>
                  <a:cubicBezTo>
                    <a:pt x="14936" y="9806"/>
                    <a:pt x="15145" y="9812"/>
                    <a:pt x="15354" y="9812"/>
                  </a:cubicBezTo>
                  <a:cubicBezTo>
                    <a:pt x="15898" y="9812"/>
                    <a:pt x="16438" y="9765"/>
                    <a:pt x="16969" y="9584"/>
                  </a:cubicBezTo>
                  <a:cubicBezTo>
                    <a:pt x="17144" y="9523"/>
                    <a:pt x="17327" y="9519"/>
                    <a:pt x="17514" y="9519"/>
                  </a:cubicBezTo>
                  <a:cubicBezTo>
                    <a:pt x="17543" y="9519"/>
                    <a:pt x="17572" y="9519"/>
                    <a:pt x="17601" y="9519"/>
                  </a:cubicBezTo>
                  <a:cubicBezTo>
                    <a:pt x="17797" y="9513"/>
                    <a:pt x="17971" y="9453"/>
                    <a:pt x="18107" y="9312"/>
                  </a:cubicBezTo>
                  <a:cubicBezTo>
                    <a:pt x="18243" y="9176"/>
                    <a:pt x="18260" y="9034"/>
                    <a:pt x="18102" y="8920"/>
                  </a:cubicBezTo>
                  <a:cubicBezTo>
                    <a:pt x="17828" y="8726"/>
                    <a:pt x="17528" y="8528"/>
                    <a:pt x="17196" y="8528"/>
                  </a:cubicBezTo>
                  <a:cubicBezTo>
                    <a:pt x="17164" y="8528"/>
                    <a:pt x="17132" y="8530"/>
                    <a:pt x="17100" y="8533"/>
                  </a:cubicBezTo>
                  <a:cubicBezTo>
                    <a:pt x="17028" y="8541"/>
                    <a:pt x="16959" y="8545"/>
                    <a:pt x="16891" y="8545"/>
                  </a:cubicBezTo>
                  <a:cubicBezTo>
                    <a:pt x="16445" y="8545"/>
                    <a:pt x="16084" y="8374"/>
                    <a:pt x="15772" y="8038"/>
                  </a:cubicBezTo>
                  <a:cubicBezTo>
                    <a:pt x="15663" y="7924"/>
                    <a:pt x="15527" y="7848"/>
                    <a:pt x="15396" y="7766"/>
                  </a:cubicBezTo>
                  <a:cubicBezTo>
                    <a:pt x="14960" y="7499"/>
                    <a:pt x="14699" y="7074"/>
                    <a:pt x="14449" y="6644"/>
                  </a:cubicBezTo>
                  <a:cubicBezTo>
                    <a:pt x="14383" y="6530"/>
                    <a:pt x="14296" y="6356"/>
                    <a:pt x="14492" y="6285"/>
                  </a:cubicBezTo>
                  <a:cubicBezTo>
                    <a:pt x="14884" y="6144"/>
                    <a:pt x="15156" y="5795"/>
                    <a:pt x="15565" y="5670"/>
                  </a:cubicBezTo>
                  <a:cubicBezTo>
                    <a:pt x="15804" y="5599"/>
                    <a:pt x="15859" y="5387"/>
                    <a:pt x="15657" y="5202"/>
                  </a:cubicBezTo>
                  <a:cubicBezTo>
                    <a:pt x="15213" y="4787"/>
                    <a:pt x="14741" y="4394"/>
                    <a:pt x="14096" y="4394"/>
                  </a:cubicBezTo>
                  <a:cubicBezTo>
                    <a:pt x="14031" y="4394"/>
                    <a:pt x="13963" y="4398"/>
                    <a:pt x="13893" y="4407"/>
                  </a:cubicBezTo>
                  <a:cubicBezTo>
                    <a:pt x="13609" y="4441"/>
                    <a:pt x="13326" y="4462"/>
                    <a:pt x="13046" y="4462"/>
                  </a:cubicBezTo>
                  <a:cubicBezTo>
                    <a:pt x="12473" y="4462"/>
                    <a:pt x="11910" y="4374"/>
                    <a:pt x="11362" y="4129"/>
                  </a:cubicBezTo>
                  <a:cubicBezTo>
                    <a:pt x="11068" y="3999"/>
                    <a:pt x="10769" y="3895"/>
                    <a:pt x="10475" y="3765"/>
                  </a:cubicBezTo>
                  <a:cubicBezTo>
                    <a:pt x="9923" y="3523"/>
                    <a:pt x="9366" y="3306"/>
                    <a:pt x="8745" y="3306"/>
                  </a:cubicBezTo>
                  <a:cubicBezTo>
                    <a:pt x="8723" y="3306"/>
                    <a:pt x="8700" y="3307"/>
                    <a:pt x="8678" y="3307"/>
                  </a:cubicBezTo>
                  <a:cubicBezTo>
                    <a:pt x="8669" y="3308"/>
                    <a:pt x="8659" y="3308"/>
                    <a:pt x="8650" y="3308"/>
                  </a:cubicBezTo>
                  <a:cubicBezTo>
                    <a:pt x="8348" y="3308"/>
                    <a:pt x="8117" y="3137"/>
                    <a:pt x="7921" y="2904"/>
                  </a:cubicBezTo>
                  <a:cubicBezTo>
                    <a:pt x="7546" y="2442"/>
                    <a:pt x="7323" y="1897"/>
                    <a:pt x="7121" y="1342"/>
                  </a:cubicBezTo>
                  <a:cubicBezTo>
                    <a:pt x="6933" y="834"/>
                    <a:pt x="6624" y="601"/>
                    <a:pt x="6145" y="601"/>
                  </a:cubicBezTo>
                  <a:cubicBezTo>
                    <a:pt x="6085" y="601"/>
                    <a:pt x="6022" y="605"/>
                    <a:pt x="5956" y="612"/>
                  </a:cubicBezTo>
                  <a:cubicBezTo>
                    <a:pt x="5846" y="626"/>
                    <a:pt x="5738" y="634"/>
                    <a:pt x="5633" y="634"/>
                  </a:cubicBezTo>
                  <a:cubicBezTo>
                    <a:pt x="5270" y="634"/>
                    <a:pt x="4942" y="533"/>
                    <a:pt x="4693" y="182"/>
                  </a:cubicBezTo>
                  <a:cubicBezTo>
                    <a:pt x="4630" y="95"/>
                    <a:pt x="4542" y="1"/>
                    <a:pt x="4424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40"/>
            <p:cNvSpPr/>
            <p:nvPr/>
          </p:nvSpPr>
          <p:spPr>
            <a:xfrm>
              <a:off x="2906201" y="1450596"/>
              <a:ext cx="754435" cy="966816"/>
            </a:xfrm>
            <a:custGeom>
              <a:rect b="b" l="l" r="r" t="t"/>
              <a:pathLst>
                <a:path extrusionOk="0" h="14631" w="11417">
                  <a:moveTo>
                    <a:pt x="1661" y="1"/>
                  </a:moveTo>
                  <a:cubicBezTo>
                    <a:pt x="1535" y="104"/>
                    <a:pt x="1579" y="241"/>
                    <a:pt x="1568" y="360"/>
                  </a:cubicBezTo>
                  <a:cubicBezTo>
                    <a:pt x="1329" y="932"/>
                    <a:pt x="1111" y="1520"/>
                    <a:pt x="969" y="2130"/>
                  </a:cubicBezTo>
                  <a:cubicBezTo>
                    <a:pt x="773" y="2984"/>
                    <a:pt x="991" y="4008"/>
                    <a:pt x="2091" y="4334"/>
                  </a:cubicBezTo>
                  <a:cubicBezTo>
                    <a:pt x="2281" y="4389"/>
                    <a:pt x="2455" y="4481"/>
                    <a:pt x="2646" y="4596"/>
                  </a:cubicBezTo>
                  <a:cubicBezTo>
                    <a:pt x="2592" y="4574"/>
                    <a:pt x="2559" y="4558"/>
                    <a:pt x="2526" y="4552"/>
                  </a:cubicBezTo>
                  <a:cubicBezTo>
                    <a:pt x="2461" y="4538"/>
                    <a:pt x="2390" y="4503"/>
                    <a:pt x="2327" y="4503"/>
                  </a:cubicBezTo>
                  <a:cubicBezTo>
                    <a:pt x="2290" y="4503"/>
                    <a:pt x="2255" y="4516"/>
                    <a:pt x="2227" y="4552"/>
                  </a:cubicBezTo>
                  <a:cubicBezTo>
                    <a:pt x="2151" y="4656"/>
                    <a:pt x="2265" y="4748"/>
                    <a:pt x="2308" y="4835"/>
                  </a:cubicBezTo>
                  <a:cubicBezTo>
                    <a:pt x="2357" y="4939"/>
                    <a:pt x="2439" y="5026"/>
                    <a:pt x="2455" y="5156"/>
                  </a:cubicBezTo>
                  <a:cubicBezTo>
                    <a:pt x="2408" y="5133"/>
                    <a:pt x="2365" y="5105"/>
                    <a:pt x="2316" y="5105"/>
                  </a:cubicBezTo>
                  <a:cubicBezTo>
                    <a:pt x="2308" y="5105"/>
                    <a:pt x="2300" y="5106"/>
                    <a:pt x="2292" y="5107"/>
                  </a:cubicBezTo>
                  <a:cubicBezTo>
                    <a:pt x="2259" y="5178"/>
                    <a:pt x="2183" y="5233"/>
                    <a:pt x="2205" y="5325"/>
                  </a:cubicBezTo>
                  <a:cubicBezTo>
                    <a:pt x="2173" y="5389"/>
                    <a:pt x="2330" y="5532"/>
                    <a:pt x="2109" y="5532"/>
                  </a:cubicBezTo>
                  <a:cubicBezTo>
                    <a:pt x="2105" y="5532"/>
                    <a:pt x="2101" y="5532"/>
                    <a:pt x="2096" y="5532"/>
                  </a:cubicBezTo>
                  <a:cubicBezTo>
                    <a:pt x="2082" y="5531"/>
                    <a:pt x="2068" y="5531"/>
                    <a:pt x="2055" y="5531"/>
                  </a:cubicBezTo>
                  <a:cubicBezTo>
                    <a:pt x="1764" y="5531"/>
                    <a:pt x="1531" y="5694"/>
                    <a:pt x="1329" y="5902"/>
                  </a:cubicBezTo>
                  <a:cubicBezTo>
                    <a:pt x="1051" y="6196"/>
                    <a:pt x="719" y="6409"/>
                    <a:pt x="387" y="6637"/>
                  </a:cubicBezTo>
                  <a:cubicBezTo>
                    <a:pt x="350" y="6662"/>
                    <a:pt x="325" y="6671"/>
                    <a:pt x="308" y="6671"/>
                  </a:cubicBezTo>
                  <a:cubicBezTo>
                    <a:pt x="245" y="6671"/>
                    <a:pt x="290" y="6538"/>
                    <a:pt x="237" y="6538"/>
                  </a:cubicBezTo>
                  <a:cubicBezTo>
                    <a:pt x="234" y="6538"/>
                    <a:pt x="232" y="6539"/>
                    <a:pt x="229" y="6539"/>
                  </a:cubicBezTo>
                  <a:cubicBezTo>
                    <a:pt x="17" y="6572"/>
                    <a:pt x="0" y="6713"/>
                    <a:pt x="11" y="6893"/>
                  </a:cubicBezTo>
                  <a:cubicBezTo>
                    <a:pt x="18" y="7001"/>
                    <a:pt x="62" y="7023"/>
                    <a:pt x="118" y="7023"/>
                  </a:cubicBezTo>
                  <a:cubicBezTo>
                    <a:pt x="153" y="7023"/>
                    <a:pt x="192" y="7015"/>
                    <a:pt x="229" y="7013"/>
                  </a:cubicBezTo>
                  <a:cubicBezTo>
                    <a:pt x="419" y="6942"/>
                    <a:pt x="594" y="6855"/>
                    <a:pt x="762" y="6746"/>
                  </a:cubicBezTo>
                  <a:cubicBezTo>
                    <a:pt x="1117" y="6511"/>
                    <a:pt x="1505" y="6410"/>
                    <a:pt x="1945" y="6410"/>
                  </a:cubicBezTo>
                  <a:cubicBezTo>
                    <a:pt x="2045" y="6410"/>
                    <a:pt x="2148" y="6415"/>
                    <a:pt x="2254" y="6425"/>
                  </a:cubicBezTo>
                  <a:cubicBezTo>
                    <a:pt x="2069" y="6474"/>
                    <a:pt x="1933" y="6490"/>
                    <a:pt x="1797" y="6512"/>
                  </a:cubicBezTo>
                  <a:cubicBezTo>
                    <a:pt x="1682" y="6528"/>
                    <a:pt x="1530" y="6485"/>
                    <a:pt x="1486" y="6659"/>
                  </a:cubicBezTo>
                  <a:cubicBezTo>
                    <a:pt x="1666" y="6839"/>
                    <a:pt x="1998" y="6735"/>
                    <a:pt x="2134" y="7024"/>
                  </a:cubicBezTo>
                  <a:cubicBezTo>
                    <a:pt x="2120" y="7025"/>
                    <a:pt x="2106" y="7026"/>
                    <a:pt x="2092" y="7026"/>
                  </a:cubicBezTo>
                  <a:cubicBezTo>
                    <a:pt x="1921" y="7026"/>
                    <a:pt x="1786" y="6900"/>
                    <a:pt x="1626" y="6900"/>
                  </a:cubicBezTo>
                  <a:cubicBezTo>
                    <a:pt x="1602" y="6900"/>
                    <a:pt x="1577" y="6903"/>
                    <a:pt x="1552" y="6909"/>
                  </a:cubicBezTo>
                  <a:cubicBezTo>
                    <a:pt x="1465" y="6942"/>
                    <a:pt x="1416" y="7013"/>
                    <a:pt x="1378" y="7094"/>
                  </a:cubicBezTo>
                  <a:cubicBezTo>
                    <a:pt x="1296" y="7367"/>
                    <a:pt x="1241" y="7644"/>
                    <a:pt x="1209" y="7922"/>
                  </a:cubicBezTo>
                  <a:cubicBezTo>
                    <a:pt x="1192" y="8047"/>
                    <a:pt x="1171" y="8221"/>
                    <a:pt x="1296" y="8281"/>
                  </a:cubicBezTo>
                  <a:cubicBezTo>
                    <a:pt x="1323" y="8294"/>
                    <a:pt x="1348" y="8299"/>
                    <a:pt x="1373" y="8299"/>
                  </a:cubicBezTo>
                  <a:cubicBezTo>
                    <a:pt x="1484" y="8299"/>
                    <a:pt x="1566" y="8180"/>
                    <a:pt x="1633" y="8091"/>
                  </a:cubicBezTo>
                  <a:cubicBezTo>
                    <a:pt x="1873" y="7786"/>
                    <a:pt x="2156" y="7552"/>
                    <a:pt x="2515" y="7410"/>
                  </a:cubicBezTo>
                  <a:lnTo>
                    <a:pt x="2515" y="7410"/>
                  </a:lnTo>
                  <a:cubicBezTo>
                    <a:pt x="2363" y="7476"/>
                    <a:pt x="2227" y="7563"/>
                    <a:pt x="2107" y="7677"/>
                  </a:cubicBezTo>
                  <a:cubicBezTo>
                    <a:pt x="1791" y="7960"/>
                    <a:pt x="1535" y="8303"/>
                    <a:pt x="1231" y="8602"/>
                  </a:cubicBezTo>
                  <a:cubicBezTo>
                    <a:pt x="1084" y="8744"/>
                    <a:pt x="986" y="8945"/>
                    <a:pt x="909" y="9147"/>
                  </a:cubicBezTo>
                  <a:cubicBezTo>
                    <a:pt x="877" y="9234"/>
                    <a:pt x="844" y="9343"/>
                    <a:pt x="931" y="9408"/>
                  </a:cubicBezTo>
                  <a:cubicBezTo>
                    <a:pt x="956" y="9427"/>
                    <a:pt x="979" y="9434"/>
                    <a:pt x="1000" y="9434"/>
                  </a:cubicBezTo>
                  <a:cubicBezTo>
                    <a:pt x="1066" y="9434"/>
                    <a:pt x="1114" y="9360"/>
                    <a:pt x="1160" y="9310"/>
                  </a:cubicBezTo>
                  <a:cubicBezTo>
                    <a:pt x="1269" y="9190"/>
                    <a:pt x="1383" y="9071"/>
                    <a:pt x="1497" y="8973"/>
                  </a:cubicBezTo>
                  <a:lnTo>
                    <a:pt x="1497" y="8973"/>
                  </a:lnTo>
                  <a:cubicBezTo>
                    <a:pt x="1231" y="9288"/>
                    <a:pt x="958" y="9620"/>
                    <a:pt x="931" y="10078"/>
                  </a:cubicBezTo>
                  <a:cubicBezTo>
                    <a:pt x="1035" y="10143"/>
                    <a:pt x="958" y="10296"/>
                    <a:pt x="1073" y="10355"/>
                  </a:cubicBezTo>
                  <a:cubicBezTo>
                    <a:pt x="1122" y="10328"/>
                    <a:pt x="1127" y="10263"/>
                    <a:pt x="1182" y="10225"/>
                  </a:cubicBezTo>
                  <a:cubicBezTo>
                    <a:pt x="1269" y="10682"/>
                    <a:pt x="1285" y="11145"/>
                    <a:pt x="1405" y="11591"/>
                  </a:cubicBezTo>
                  <a:cubicBezTo>
                    <a:pt x="1307" y="11346"/>
                    <a:pt x="1263" y="11096"/>
                    <a:pt x="1231" y="10840"/>
                  </a:cubicBezTo>
                  <a:cubicBezTo>
                    <a:pt x="1220" y="10731"/>
                    <a:pt x="1252" y="10590"/>
                    <a:pt x="1084" y="10562"/>
                  </a:cubicBezTo>
                  <a:lnTo>
                    <a:pt x="1084" y="10562"/>
                  </a:lnTo>
                  <a:cubicBezTo>
                    <a:pt x="1084" y="10824"/>
                    <a:pt x="1084" y="11079"/>
                    <a:pt x="1122" y="11346"/>
                  </a:cubicBezTo>
                  <a:cubicBezTo>
                    <a:pt x="1154" y="11586"/>
                    <a:pt x="1274" y="11874"/>
                    <a:pt x="1073" y="12114"/>
                  </a:cubicBezTo>
                  <a:cubicBezTo>
                    <a:pt x="1084" y="12342"/>
                    <a:pt x="1296" y="12370"/>
                    <a:pt x="1432" y="12457"/>
                  </a:cubicBezTo>
                  <a:cubicBezTo>
                    <a:pt x="2428" y="13077"/>
                    <a:pt x="3495" y="13600"/>
                    <a:pt x="4296" y="14504"/>
                  </a:cubicBezTo>
                  <a:cubicBezTo>
                    <a:pt x="4355" y="14567"/>
                    <a:pt x="4427" y="14630"/>
                    <a:pt x="4519" y="14630"/>
                  </a:cubicBezTo>
                  <a:cubicBezTo>
                    <a:pt x="4546" y="14630"/>
                    <a:pt x="4575" y="14625"/>
                    <a:pt x="4606" y="14613"/>
                  </a:cubicBezTo>
                  <a:cubicBezTo>
                    <a:pt x="4688" y="14542"/>
                    <a:pt x="4704" y="14449"/>
                    <a:pt x="4688" y="14357"/>
                  </a:cubicBezTo>
                  <a:cubicBezTo>
                    <a:pt x="4628" y="13987"/>
                    <a:pt x="4606" y="13600"/>
                    <a:pt x="4443" y="13263"/>
                  </a:cubicBezTo>
                  <a:cubicBezTo>
                    <a:pt x="4154" y="12658"/>
                    <a:pt x="4078" y="12010"/>
                    <a:pt x="3991" y="11357"/>
                  </a:cubicBezTo>
                  <a:cubicBezTo>
                    <a:pt x="3942" y="10992"/>
                    <a:pt x="3958" y="10666"/>
                    <a:pt x="4219" y="10383"/>
                  </a:cubicBezTo>
                  <a:cubicBezTo>
                    <a:pt x="4236" y="10306"/>
                    <a:pt x="4165" y="10236"/>
                    <a:pt x="4192" y="10149"/>
                  </a:cubicBezTo>
                  <a:lnTo>
                    <a:pt x="4192" y="10149"/>
                  </a:lnTo>
                  <a:cubicBezTo>
                    <a:pt x="4268" y="10166"/>
                    <a:pt x="4340" y="10210"/>
                    <a:pt x="4415" y="10210"/>
                  </a:cubicBezTo>
                  <a:cubicBezTo>
                    <a:pt x="4431" y="10210"/>
                    <a:pt x="4448" y="10208"/>
                    <a:pt x="4464" y="10203"/>
                  </a:cubicBezTo>
                  <a:cubicBezTo>
                    <a:pt x="4562" y="10178"/>
                    <a:pt x="4658" y="10167"/>
                    <a:pt x="4753" y="10167"/>
                  </a:cubicBezTo>
                  <a:cubicBezTo>
                    <a:pt x="5007" y="10167"/>
                    <a:pt x="5253" y="10244"/>
                    <a:pt x="5499" y="10323"/>
                  </a:cubicBezTo>
                  <a:cubicBezTo>
                    <a:pt x="5662" y="10383"/>
                    <a:pt x="5842" y="10410"/>
                    <a:pt x="6016" y="10432"/>
                  </a:cubicBezTo>
                  <a:cubicBezTo>
                    <a:pt x="6680" y="10519"/>
                    <a:pt x="6675" y="10513"/>
                    <a:pt x="6500" y="11172"/>
                  </a:cubicBezTo>
                  <a:cubicBezTo>
                    <a:pt x="6451" y="11368"/>
                    <a:pt x="6310" y="11564"/>
                    <a:pt x="6457" y="11771"/>
                  </a:cubicBezTo>
                  <a:cubicBezTo>
                    <a:pt x="6549" y="11727"/>
                    <a:pt x="6577" y="11629"/>
                    <a:pt x="6593" y="11548"/>
                  </a:cubicBezTo>
                  <a:cubicBezTo>
                    <a:pt x="6691" y="11014"/>
                    <a:pt x="6941" y="10633"/>
                    <a:pt x="7518" y="10546"/>
                  </a:cubicBezTo>
                  <a:cubicBezTo>
                    <a:pt x="7628" y="10514"/>
                    <a:pt x="7736" y="10502"/>
                    <a:pt x="7844" y="10502"/>
                  </a:cubicBezTo>
                  <a:cubicBezTo>
                    <a:pt x="8085" y="10502"/>
                    <a:pt x="8323" y="10563"/>
                    <a:pt x="8564" y="10600"/>
                  </a:cubicBezTo>
                  <a:cubicBezTo>
                    <a:pt x="8784" y="10637"/>
                    <a:pt x="9000" y="10680"/>
                    <a:pt x="9220" y="10680"/>
                  </a:cubicBezTo>
                  <a:cubicBezTo>
                    <a:pt x="9359" y="10680"/>
                    <a:pt x="9498" y="10663"/>
                    <a:pt x="9642" y="10617"/>
                  </a:cubicBezTo>
                  <a:cubicBezTo>
                    <a:pt x="9881" y="10535"/>
                    <a:pt x="10055" y="10470"/>
                    <a:pt x="9876" y="10132"/>
                  </a:cubicBezTo>
                  <a:lnTo>
                    <a:pt x="9876" y="10132"/>
                  </a:lnTo>
                  <a:cubicBezTo>
                    <a:pt x="9948" y="10159"/>
                    <a:pt x="10013" y="10171"/>
                    <a:pt x="10072" y="10171"/>
                  </a:cubicBezTo>
                  <a:cubicBezTo>
                    <a:pt x="10237" y="10171"/>
                    <a:pt x="10355" y="10080"/>
                    <a:pt x="10480" y="9996"/>
                  </a:cubicBezTo>
                  <a:cubicBezTo>
                    <a:pt x="10872" y="9735"/>
                    <a:pt x="11122" y="9348"/>
                    <a:pt x="11416" y="9000"/>
                  </a:cubicBezTo>
                  <a:cubicBezTo>
                    <a:pt x="11335" y="8809"/>
                    <a:pt x="11231" y="8635"/>
                    <a:pt x="11046" y="8526"/>
                  </a:cubicBezTo>
                  <a:cubicBezTo>
                    <a:pt x="10924" y="8514"/>
                    <a:pt x="10817" y="8507"/>
                    <a:pt x="10721" y="8507"/>
                  </a:cubicBezTo>
                  <a:cubicBezTo>
                    <a:pt x="10485" y="8507"/>
                    <a:pt x="10317" y="8548"/>
                    <a:pt x="10142" y="8641"/>
                  </a:cubicBezTo>
                  <a:cubicBezTo>
                    <a:pt x="10110" y="8570"/>
                    <a:pt x="10126" y="8499"/>
                    <a:pt x="10164" y="8439"/>
                  </a:cubicBezTo>
                  <a:cubicBezTo>
                    <a:pt x="10311" y="8189"/>
                    <a:pt x="10224" y="7998"/>
                    <a:pt x="10028" y="7819"/>
                  </a:cubicBezTo>
                  <a:cubicBezTo>
                    <a:pt x="9919" y="7726"/>
                    <a:pt x="9821" y="7628"/>
                    <a:pt x="9729" y="7525"/>
                  </a:cubicBezTo>
                  <a:cubicBezTo>
                    <a:pt x="9250" y="7002"/>
                    <a:pt x="8901" y="6392"/>
                    <a:pt x="8498" y="5750"/>
                  </a:cubicBezTo>
                  <a:lnTo>
                    <a:pt x="8498" y="5750"/>
                  </a:lnTo>
                  <a:cubicBezTo>
                    <a:pt x="8657" y="5839"/>
                    <a:pt x="8746" y="5889"/>
                    <a:pt x="8803" y="5889"/>
                  </a:cubicBezTo>
                  <a:cubicBezTo>
                    <a:pt x="8876" y="5889"/>
                    <a:pt x="8899" y="5809"/>
                    <a:pt x="8950" y="5630"/>
                  </a:cubicBezTo>
                  <a:cubicBezTo>
                    <a:pt x="8988" y="5510"/>
                    <a:pt x="9043" y="5412"/>
                    <a:pt x="9130" y="5331"/>
                  </a:cubicBezTo>
                  <a:cubicBezTo>
                    <a:pt x="9108" y="4999"/>
                    <a:pt x="9086" y="4666"/>
                    <a:pt x="9059" y="4334"/>
                  </a:cubicBezTo>
                  <a:cubicBezTo>
                    <a:pt x="9047" y="4327"/>
                    <a:pt x="9035" y="4325"/>
                    <a:pt x="9023" y="4325"/>
                  </a:cubicBezTo>
                  <a:cubicBezTo>
                    <a:pt x="8983" y="4325"/>
                    <a:pt x="8943" y="4355"/>
                    <a:pt x="8896" y="4355"/>
                  </a:cubicBezTo>
                  <a:cubicBezTo>
                    <a:pt x="8882" y="4355"/>
                    <a:pt x="8867" y="4352"/>
                    <a:pt x="8852" y="4345"/>
                  </a:cubicBezTo>
                  <a:cubicBezTo>
                    <a:pt x="9043" y="4057"/>
                    <a:pt x="9201" y="3752"/>
                    <a:pt x="9152" y="3393"/>
                  </a:cubicBezTo>
                  <a:cubicBezTo>
                    <a:pt x="9032" y="2581"/>
                    <a:pt x="9157" y="1803"/>
                    <a:pt x="9380" y="1030"/>
                  </a:cubicBezTo>
                  <a:cubicBezTo>
                    <a:pt x="9456" y="763"/>
                    <a:pt x="9609" y="513"/>
                    <a:pt x="9560" y="219"/>
                  </a:cubicBezTo>
                  <a:cubicBezTo>
                    <a:pt x="9467" y="213"/>
                    <a:pt x="9511" y="143"/>
                    <a:pt x="9505" y="94"/>
                  </a:cubicBezTo>
                  <a:lnTo>
                    <a:pt x="9505" y="94"/>
                  </a:lnTo>
                  <a:cubicBezTo>
                    <a:pt x="9266" y="126"/>
                    <a:pt x="9195" y="344"/>
                    <a:pt x="9075" y="496"/>
                  </a:cubicBezTo>
                  <a:cubicBezTo>
                    <a:pt x="8743" y="922"/>
                    <a:pt x="8579" y="1438"/>
                    <a:pt x="8366" y="1877"/>
                  </a:cubicBezTo>
                  <a:lnTo>
                    <a:pt x="8366" y="1877"/>
                  </a:lnTo>
                  <a:cubicBezTo>
                    <a:pt x="8372" y="1828"/>
                    <a:pt x="8346" y="1771"/>
                    <a:pt x="8291" y="1716"/>
                  </a:cubicBezTo>
                  <a:cubicBezTo>
                    <a:pt x="8144" y="2091"/>
                    <a:pt x="7889" y="2434"/>
                    <a:pt x="7938" y="2875"/>
                  </a:cubicBezTo>
                  <a:cubicBezTo>
                    <a:pt x="7959" y="3088"/>
                    <a:pt x="7854" y="3134"/>
                    <a:pt x="7714" y="3134"/>
                  </a:cubicBezTo>
                  <a:cubicBezTo>
                    <a:pt x="7675" y="3134"/>
                    <a:pt x="7632" y="3131"/>
                    <a:pt x="7589" y="3126"/>
                  </a:cubicBezTo>
                  <a:lnTo>
                    <a:pt x="7589" y="3126"/>
                  </a:lnTo>
                  <a:cubicBezTo>
                    <a:pt x="7638" y="3283"/>
                    <a:pt x="7696" y="3360"/>
                    <a:pt x="7771" y="3360"/>
                  </a:cubicBezTo>
                  <a:cubicBezTo>
                    <a:pt x="7821" y="3360"/>
                    <a:pt x="7879" y="3327"/>
                    <a:pt x="7948" y="3262"/>
                  </a:cubicBezTo>
                  <a:cubicBezTo>
                    <a:pt x="8117" y="3104"/>
                    <a:pt x="8134" y="2875"/>
                    <a:pt x="8183" y="2679"/>
                  </a:cubicBezTo>
                  <a:lnTo>
                    <a:pt x="8183" y="2679"/>
                  </a:lnTo>
                  <a:cubicBezTo>
                    <a:pt x="8193" y="3148"/>
                    <a:pt x="7676" y="3491"/>
                    <a:pt x="7883" y="4030"/>
                  </a:cubicBezTo>
                  <a:cubicBezTo>
                    <a:pt x="7709" y="3725"/>
                    <a:pt x="7540" y="3442"/>
                    <a:pt x="7339" y="3186"/>
                  </a:cubicBezTo>
                  <a:cubicBezTo>
                    <a:pt x="7221" y="3041"/>
                    <a:pt x="7124" y="2848"/>
                    <a:pt x="6896" y="2848"/>
                  </a:cubicBezTo>
                  <a:cubicBezTo>
                    <a:pt x="6893" y="2848"/>
                    <a:pt x="6890" y="2848"/>
                    <a:pt x="6887" y="2848"/>
                  </a:cubicBezTo>
                  <a:cubicBezTo>
                    <a:pt x="6920" y="3055"/>
                    <a:pt x="7039" y="3305"/>
                    <a:pt x="6669" y="3338"/>
                  </a:cubicBezTo>
                  <a:cubicBezTo>
                    <a:pt x="6593" y="3431"/>
                    <a:pt x="6734" y="3534"/>
                    <a:pt x="6636" y="3665"/>
                  </a:cubicBezTo>
                  <a:cubicBezTo>
                    <a:pt x="6234" y="3060"/>
                    <a:pt x="5624" y="2739"/>
                    <a:pt x="5036" y="2385"/>
                  </a:cubicBezTo>
                  <a:cubicBezTo>
                    <a:pt x="4873" y="2287"/>
                    <a:pt x="4786" y="2064"/>
                    <a:pt x="4557" y="2064"/>
                  </a:cubicBezTo>
                  <a:cubicBezTo>
                    <a:pt x="4579" y="2168"/>
                    <a:pt x="4464" y="2315"/>
                    <a:pt x="4649" y="2364"/>
                  </a:cubicBezTo>
                  <a:cubicBezTo>
                    <a:pt x="4731" y="3044"/>
                    <a:pt x="5259" y="3458"/>
                    <a:pt x="5662" y="3959"/>
                  </a:cubicBezTo>
                  <a:cubicBezTo>
                    <a:pt x="5588" y="3991"/>
                    <a:pt x="5521" y="4003"/>
                    <a:pt x="5458" y="4003"/>
                  </a:cubicBezTo>
                  <a:cubicBezTo>
                    <a:pt x="5382" y="4003"/>
                    <a:pt x="5311" y="3985"/>
                    <a:pt x="5243" y="3964"/>
                  </a:cubicBezTo>
                  <a:cubicBezTo>
                    <a:pt x="4916" y="3866"/>
                    <a:pt x="4579" y="3823"/>
                    <a:pt x="4241" y="3768"/>
                  </a:cubicBezTo>
                  <a:cubicBezTo>
                    <a:pt x="4162" y="3756"/>
                    <a:pt x="4078" y="3730"/>
                    <a:pt x="3997" y="3730"/>
                  </a:cubicBezTo>
                  <a:cubicBezTo>
                    <a:pt x="3939" y="3730"/>
                    <a:pt x="3883" y="3743"/>
                    <a:pt x="3833" y="3785"/>
                  </a:cubicBezTo>
                  <a:cubicBezTo>
                    <a:pt x="3708" y="3883"/>
                    <a:pt x="3844" y="4040"/>
                    <a:pt x="3827" y="4215"/>
                  </a:cubicBezTo>
                  <a:cubicBezTo>
                    <a:pt x="3452" y="3948"/>
                    <a:pt x="3071" y="3779"/>
                    <a:pt x="2706" y="3594"/>
                  </a:cubicBezTo>
                  <a:cubicBezTo>
                    <a:pt x="2080" y="3267"/>
                    <a:pt x="1829" y="2718"/>
                    <a:pt x="1731" y="2053"/>
                  </a:cubicBezTo>
                  <a:cubicBezTo>
                    <a:pt x="1644" y="1471"/>
                    <a:pt x="1661" y="888"/>
                    <a:pt x="1704" y="306"/>
                  </a:cubicBezTo>
                  <a:cubicBezTo>
                    <a:pt x="1731" y="202"/>
                    <a:pt x="1742" y="99"/>
                    <a:pt x="1661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40"/>
            <p:cNvSpPr/>
            <p:nvPr/>
          </p:nvSpPr>
          <p:spPr>
            <a:xfrm>
              <a:off x="690187" y="1381608"/>
              <a:ext cx="2621856" cy="1622859"/>
            </a:xfrm>
            <a:custGeom>
              <a:rect b="b" l="l" r="r" t="t"/>
              <a:pathLst>
                <a:path extrusionOk="0" h="24559" w="39677">
                  <a:moveTo>
                    <a:pt x="12835" y="1"/>
                  </a:moveTo>
                  <a:cubicBezTo>
                    <a:pt x="12417" y="1"/>
                    <a:pt x="11997" y="28"/>
                    <a:pt x="11574" y="76"/>
                  </a:cubicBezTo>
                  <a:cubicBezTo>
                    <a:pt x="10428" y="204"/>
                    <a:pt x="9287" y="433"/>
                    <a:pt x="8123" y="433"/>
                  </a:cubicBezTo>
                  <a:cubicBezTo>
                    <a:pt x="8049" y="433"/>
                    <a:pt x="7974" y="432"/>
                    <a:pt x="7899" y="430"/>
                  </a:cubicBezTo>
                  <a:cubicBezTo>
                    <a:pt x="7867" y="428"/>
                    <a:pt x="7829" y="425"/>
                    <a:pt x="7792" y="425"/>
                  </a:cubicBezTo>
                  <a:cubicBezTo>
                    <a:pt x="7705" y="425"/>
                    <a:pt x="7622" y="444"/>
                    <a:pt x="7622" y="555"/>
                  </a:cubicBezTo>
                  <a:cubicBezTo>
                    <a:pt x="7617" y="677"/>
                    <a:pt x="7748" y="703"/>
                    <a:pt x="7858" y="703"/>
                  </a:cubicBezTo>
                  <a:cubicBezTo>
                    <a:pt x="7870" y="703"/>
                    <a:pt x="7882" y="703"/>
                    <a:pt x="7894" y="702"/>
                  </a:cubicBezTo>
                  <a:cubicBezTo>
                    <a:pt x="7925" y="701"/>
                    <a:pt x="7956" y="701"/>
                    <a:pt x="7987" y="701"/>
                  </a:cubicBezTo>
                  <a:cubicBezTo>
                    <a:pt x="8418" y="701"/>
                    <a:pt x="8840" y="789"/>
                    <a:pt x="9271" y="789"/>
                  </a:cubicBezTo>
                  <a:cubicBezTo>
                    <a:pt x="9329" y="789"/>
                    <a:pt x="9387" y="787"/>
                    <a:pt x="9446" y="784"/>
                  </a:cubicBezTo>
                  <a:cubicBezTo>
                    <a:pt x="9568" y="775"/>
                    <a:pt x="9691" y="771"/>
                    <a:pt x="9812" y="771"/>
                  </a:cubicBezTo>
                  <a:cubicBezTo>
                    <a:pt x="10701" y="771"/>
                    <a:pt x="11568" y="981"/>
                    <a:pt x="12440" y="1148"/>
                  </a:cubicBezTo>
                  <a:cubicBezTo>
                    <a:pt x="13093" y="1268"/>
                    <a:pt x="13719" y="1491"/>
                    <a:pt x="14073" y="2117"/>
                  </a:cubicBezTo>
                  <a:cubicBezTo>
                    <a:pt x="14291" y="2499"/>
                    <a:pt x="14612" y="2771"/>
                    <a:pt x="14939" y="3043"/>
                  </a:cubicBezTo>
                  <a:cubicBezTo>
                    <a:pt x="15891" y="3838"/>
                    <a:pt x="16942" y="4513"/>
                    <a:pt x="17813" y="5427"/>
                  </a:cubicBezTo>
                  <a:cubicBezTo>
                    <a:pt x="18390" y="6032"/>
                    <a:pt x="18989" y="6647"/>
                    <a:pt x="19713" y="7104"/>
                  </a:cubicBezTo>
                  <a:cubicBezTo>
                    <a:pt x="19925" y="7240"/>
                    <a:pt x="20116" y="7431"/>
                    <a:pt x="20236" y="7670"/>
                  </a:cubicBezTo>
                  <a:cubicBezTo>
                    <a:pt x="20295" y="7796"/>
                    <a:pt x="20339" y="7942"/>
                    <a:pt x="20208" y="8019"/>
                  </a:cubicBezTo>
                  <a:cubicBezTo>
                    <a:pt x="20181" y="8035"/>
                    <a:pt x="20158" y="8042"/>
                    <a:pt x="20137" y="8042"/>
                  </a:cubicBezTo>
                  <a:cubicBezTo>
                    <a:pt x="20049" y="8042"/>
                    <a:pt x="20011" y="7916"/>
                    <a:pt x="19958" y="7850"/>
                  </a:cubicBezTo>
                  <a:cubicBezTo>
                    <a:pt x="19664" y="7507"/>
                    <a:pt x="19375" y="7175"/>
                    <a:pt x="18913" y="7039"/>
                  </a:cubicBezTo>
                  <a:cubicBezTo>
                    <a:pt x="18868" y="7026"/>
                    <a:pt x="18825" y="7021"/>
                    <a:pt x="18782" y="7021"/>
                  </a:cubicBezTo>
                  <a:cubicBezTo>
                    <a:pt x="18662" y="7021"/>
                    <a:pt x="18548" y="7060"/>
                    <a:pt x="18426" y="7060"/>
                  </a:cubicBezTo>
                  <a:cubicBezTo>
                    <a:pt x="18393" y="7060"/>
                    <a:pt x="18359" y="7057"/>
                    <a:pt x="18325" y="7050"/>
                  </a:cubicBezTo>
                  <a:cubicBezTo>
                    <a:pt x="17884" y="6963"/>
                    <a:pt x="17568" y="6679"/>
                    <a:pt x="17230" y="6429"/>
                  </a:cubicBezTo>
                  <a:cubicBezTo>
                    <a:pt x="17118" y="6346"/>
                    <a:pt x="17017" y="6307"/>
                    <a:pt x="16924" y="6307"/>
                  </a:cubicBezTo>
                  <a:cubicBezTo>
                    <a:pt x="16791" y="6307"/>
                    <a:pt x="16676" y="6387"/>
                    <a:pt x="16577" y="6538"/>
                  </a:cubicBezTo>
                  <a:cubicBezTo>
                    <a:pt x="16447" y="6734"/>
                    <a:pt x="16349" y="6952"/>
                    <a:pt x="16234" y="7153"/>
                  </a:cubicBezTo>
                  <a:cubicBezTo>
                    <a:pt x="16198" y="7217"/>
                    <a:pt x="16177" y="7317"/>
                    <a:pt x="16109" y="7317"/>
                  </a:cubicBezTo>
                  <a:cubicBezTo>
                    <a:pt x="16085" y="7317"/>
                    <a:pt x="16055" y="7304"/>
                    <a:pt x="16016" y="7273"/>
                  </a:cubicBezTo>
                  <a:cubicBezTo>
                    <a:pt x="15831" y="7126"/>
                    <a:pt x="15619" y="7153"/>
                    <a:pt x="15407" y="7148"/>
                  </a:cubicBezTo>
                  <a:cubicBezTo>
                    <a:pt x="14329" y="7115"/>
                    <a:pt x="13251" y="7028"/>
                    <a:pt x="12211" y="6734"/>
                  </a:cubicBezTo>
                  <a:cubicBezTo>
                    <a:pt x="11160" y="6435"/>
                    <a:pt x="10137" y="6048"/>
                    <a:pt x="9108" y="5689"/>
                  </a:cubicBezTo>
                  <a:cubicBezTo>
                    <a:pt x="8454" y="5459"/>
                    <a:pt x="7806" y="5329"/>
                    <a:pt x="7163" y="5329"/>
                  </a:cubicBezTo>
                  <a:cubicBezTo>
                    <a:pt x="6462" y="5329"/>
                    <a:pt x="5767" y="5484"/>
                    <a:pt x="5074" y="5836"/>
                  </a:cubicBezTo>
                  <a:cubicBezTo>
                    <a:pt x="4775" y="5988"/>
                    <a:pt x="4453" y="6108"/>
                    <a:pt x="4110" y="6162"/>
                  </a:cubicBezTo>
                  <a:cubicBezTo>
                    <a:pt x="3463" y="6266"/>
                    <a:pt x="2820" y="6386"/>
                    <a:pt x="2172" y="6494"/>
                  </a:cubicBezTo>
                  <a:cubicBezTo>
                    <a:pt x="1791" y="6652"/>
                    <a:pt x="1405" y="6783"/>
                    <a:pt x="1040" y="6968"/>
                  </a:cubicBezTo>
                  <a:cubicBezTo>
                    <a:pt x="670" y="7153"/>
                    <a:pt x="327" y="7393"/>
                    <a:pt x="147" y="7785"/>
                  </a:cubicBezTo>
                  <a:cubicBezTo>
                    <a:pt x="98" y="7888"/>
                    <a:pt x="0" y="8013"/>
                    <a:pt x="142" y="8133"/>
                  </a:cubicBezTo>
                  <a:cubicBezTo>
                    <a:pt x="192" y="8179"/>
                    <a:pt x="241" y="8195"/>
                    <a:pt x="291" y="8195"/>
                  </a:cubicBezTo>
                  <a:cubicBezTo>
                    <a:pt x="359" y="8195"/>
                    <a:pt x="428" y="8164"/>
                    <a:pt x="501" y="8138"/>
                  </a:cubicBezTo>
                  <a:cubicBezTo>
                    <a:pt x="1095" y="7918"/>
                    <a:pt x="1709" y="7783"/>
                    <a:pt x="2340" y="7783"/>
                  </a:cubicBezTo>
                  <a:cubicBezTo>
                    <a:pt x="2472" y="7783"/>
                    <a:pt x="2605" y="7789"/>
                    <a:pt x="2739" y="7801"/>
                  </a:cubicBezTo>
                  <a:cubicBezTo>
                    <a:pt x="2875" y="7823"/>
                    <a:pt x="2994" y="7894"/>
                    <a:pt x="3060" y="8002"/>
                  </a:cubicBezTo>
                  <a:cubicBezTo>
                    <a:pt x="3307" y="8394"/>
                    <a:pt x="3638" y="8507"/>
                    <a:pt x="4001" y="8507"/>
                  </a:cubicBezTo>
                  <a:cubicBezTo>
                    <a:pt x="4174" y="8507"/>
                    <a:pt x="4353" y="8482"/>
                    <a:pt x="4535" y="8449"/>
                  </a:cubicBezTo>
                  <a:cubicBezTo>
                    <a:pt x="4584" y="8441"/>
                    <a:pt x="4629" y="8437"/>
                    <a:pt x="4673" y="8437"/>
                  </a:cubicBezTo>
                  <a:cubicBezTo>
                    <a:pt x="4786" y="8437"/>
                    <a:pt x="4888" y="8465"/>
                    <a:pt x="4998" y="8536"/>
                  </a:cubicBezTo>
                  <a:cubicBezTo>
                    <a:pt x="5232" y="8694"/>
                    <a:pt x="5384" y="8901"/>
                    <a:pt x="5477" y="9167"/>
                  </a:cubicBezTo>
                  <a:cubicBezTo>
                    <a:pt x="5667" y="9723"/>
                    <a:pt x="5896" y="10262"/>
                    <a:pt x="6277" y="10730"/>
                  </a:cubicBezTo>
                  <a:cubicBezTo>
                    <a:pt x="6517" y="11024"/>
                    <a:pt x="6800" y="11182"/>
                    <a:pt x="7181" y="11182"/>
                  </a:cubicBezTo>
                  <a:cubicBezTo>
                    <a:pt x="7382" y="11182"/>
                    <a:pt x="7578" y="11187"/>
                    <a:pt x="7780" y="11231"/>
                  </a:cubicBezTo>
                  <a:cubicBezTo>
                    <a:pt x="8460" y="11394"/>
                    <a:pt x="9081" y="11704"/>
                    <a:pt x="9718" y="11976"/>
                  </a:cubicBezTo>
                  <a:cubicBezTo>
                    <a:pt x="10303" y="12233"/>
                    <a:pt x="10900" y="12325"/>
                    <a:pt x="11505" y="12325"/>
                  </a:cubicBezTo>
                  <a:cubicBezTo>
                    <a:pt x="11761" y="12325"/>
                    <a:pt x="12018" y="12309"/>
                    <a:pt x="12276" y="12281"/>
                  </a:cubicBezTo>
                  <a:cubicBezTo>
                    <a:pt x="12307" y="12278"/>
                    <a:pt x="12339" y="12276"/>
                    <a:pt x="12373" y="12276"/>
                  </a:cubicBezTo>
                  <a:cubicBezTo>
                    <a:pt x="12886" y="12276"/>
                    <a:pt x="13806" y="12649"/>
                    <a:pt x="14051" y="13027"/>
                  </a:cubicBezTo>
                  <a:cubicBezTo>
                    <a:pt x="14155" y="13190"/>
                    <a:pt x="14209" y="13332"/>
                    <a:pt x="13937" y="13381"/>
                  </a:cubicBezTo>
                  <a:cubicBezTo>
                    <a:pt x="13735" y="13414"/>
                    <a:pt x="13578" y="13539"/>
                    <a:pt x="13409" y="13653"/>
                  </a:cubicBezTo>
                  <a:cubicBezTo>
                    <a:pt x="13239" y="13770"/>
                    <a:pt x="13101" y="13953"/>
                    <a:pt x="12853" y="13953"/>
                  </a:cubicBezTo>
                  <a:cubicBezTo>
                    <a:pt x="12846" y="13953"/>
                    <a:pt x="12839" y="13953"/>
                    <a:pt x="12832" y="13953"/>
                  </a:cubicBezTo>
                  <a:cubicBezTo>
                    <a:pt x="12685" y="13953"/>
                    <a:pt x="12647" y="14083"/>
                    <a:pt x="12701" y="14219"/>
                  </a:cubicBezTo>
                  <a:cubicBezTo>
                    <a:pt x="12755" y="14356"/>
                    <a:pt x="12832" y="14492"/>
                    <a:pt x="12897" y="14628"/>
                  </a:cubicBezTo>
                  <a:cubicBezTo>
                    <a:pt x="13218" y="15357"/>
                    <a:pt x="13948" y="15678"/>
                    <a:pt x="14492" y="16185"/>
                  </a:cubicBezTo>
                  <a:cubicBezTo>
                    <a:pt x="14653" y="16336"/>
                    <a:pt x="14879" y="16433"/>
                    <a:pt x="15110" y="16433"/>
                  </a:cubicBezTo>
                  <a:cubicBezTo>
                    <a:pt x="15169" y="16433"/>
                    <a:pt x="15228" y="16427"/>
                    <a:pt x="15287" y="16413"/>
                  </a:cubicBezTo>
                  <a:cubicBezTo>
                    <a:pt x="15364" y="16395"/>
                    <a:pt x="15437" y="16387"/>
                    <a:pt x="15509" y="16387"/>
                  </a:cubicBezTo>
                  <a:cubicBezTo>
                    <a:pt x="15840" y="16387"/>
                    <a:pt x="16117" y="16563"/>
                    <a:pt x="16408" y="16702"/>
                  </a:cubicBezTo>
                  <a:cubicBezTo>
                    <a:pt x="16648" y="16811"/>
                    <a:pt x="16626" y="16936"/>
                    <a:pt x="16430" y="17077"/>
                  </a:cubicBezTo>
                  <a:cubicBezTo>
                    <a:pt x="16307" y="17165"/>
                    <a:pt x="16179" y="17209"/>
                    <a:pt x="16027" y="17209"/>
                  </a:cubicBezTo>
                  <a:cubicBezTo>
                    <a:pt x="16018" y="17209"/>
                    <a:pt x="16009" y="17208"/>
                    <a:pt x="16000" y="17208"/>
                  </a:cubicBezTo>
                  <a:cubicBezTo>
                    <a:pt x="15950" y="17205"/>
                    <a:pt x="15900" y="17203"/>
                    <a:pt x="15849" y="17203"/>
                  </a:cubicBezTo>
                  <a:cubicBezTo>
                    <a:pt x="15714" y="17203"/>
                    <a:pt x="15580" y="17216"/>
                    <a:pt x="15445" y="17252"/>
                  </a:cubicBezTo>
                  <a:cubicBezTo>
                    <a:pt x="14967" y="17372"/>
                    <a:pt x="14487" y="17506"/>
                    <a:pt x="13997" y="17506"/>
                  </a:cubicBezTo>
                  <a:cubicBezTo>
                    <a:pt x="13867" y="17506"/>
                    <a:pt x="13736" y="17497"/>
                    <a:pt x="13605" y="17475"/>
                  </a:cubicBezTo>
                  <a:cubicBezTo>
                    <a:pt x="13496" y="17458"/>
                    <a:pt x="13394" y="17449"/>
                    <a:pt x="13296" y="17449"/>
                  </a:cubicBezTo>
                  <a:cubicBezTo>
                    <a:pt x="12721" y="17449"/>
                    <a:pt x="12321" y="17745"/>
                    <a:pt x="12010" y="18281"/>
                  </a:cubicBezTo>
                  <a:cubicBezTo>
                    <a:pt x="11841" y="18576"/>
                    <a:pt x="11584" y="18770"/>
                    <a:pt x="11241" y="18770"/>
                  </a:cubicBezTo>
                  <a:cubicBezTo>
                    <a:pt x="11186" y="18770"/>
                    <a:pt x="11128" y="18765"/>
                    <a:pt x="11068" y="18754"/>
                  </a:cubicBezTo>
                  <a:cubicBezTo>
                    <a:pt x="11007" y="18744"/>
                    <a:pt x="10949" y="18740"/>
                    <a:pt x="10893" y="18740"/>
                  </a:cubicBezTo>
                  <a:cubicBezTo>
                    <a:pt x="10575" y="18740"/>
                    <a:pt x="10322" y="18893"/>
                    <a:pt x="10104" y="19152"/>
                  </a:cubicBezTo>
                  <a:cubicBezTo>
                    <a:pt x="9957" y="19331"/>
                    <a:pt x="9789" y="19516"/>
                    <a:pt x="9533" y="19522"/>
                  </a:cubicBezTo>
                  <a:cubicBezTo>
                    <a:pt x="9364" y="19533"/>
                    <a:pt x="9250" y="19603"/>
                    <a:pt x="9124" y="19701"/>
                  </a:cubicBezTo>
                  <a:cubicBezTo>
                    <a:pt x="8852" y="19903"/>
                    <a:pt x="8613" y="20170"/>
                    <a:pt x="8139" y="20224"/>
                  </a:cubicBezTo>
                  <a:cubicBezTo>
                    <a:pt x="8912" y="19402"/>
                    <a:pt x="8602" y="18673"/>
                    <a:pt x="8085" y="17976"/>
                  </a:cubicBezTo>
                  <a:cubicBezTo>
                    <a:pt x="7867" y="17682"/>
                    <a:pt x="7660" y="17382"/>
                    <a:pt x="7524" y="17045"/>
                  </a:cubicBezTo>
                  <a:cubicBezTo>
                    <a:pt x="7235" y="16337"/>
                    <a:pt x="6566" y="16147"/>
                    <a:pt x="5945" y="15951"/>
                  </a:cubicBezTo>
                  <a:cubicBezTo>
                    <a:pt x="5629" y="15847"/>
                    <a:pt x="5259" y="15825"/>
                    <a:pt x="4911" y="15771"/>
                  </a:cubicBezTo>
                  <a:cubicBezTo>
                    <a:pt x="4792" y="15748"/>
                    <a:pt x="4680" y="15726"/>
                    <a:pt x="4566" y="15726"/>
                  </a:cubicBezTo>
                  <a:cubicBezTo>
                    <a:pt x="4487" y="15726"/>
                    <a:pt x="4407" y="15737"/>
                    <a:pt x="4323" y="15765"/>
                  </a:cubicBezTo>
                  <a:cubicBezTo>
                    <a:pt x="4274" y="15782"/>
                    <a:pt x="4208" y="15802"/>
                    <a:pt x="4149" y="15802"/>
                  </a:cubicBezTo>
                  <a:cubicBezTo>
                    <a:pt x="4090" y="15802"/>
                    <a:pt x="4037" y="15782"/>
                    <a:pt x="4012" y="15716"/>
                  </a:cubicBezTo>
                  <a:cubicBezTo>
                    <a:pt x="3963" y="15597"/>
                    <a:pt x="4110" y="15515"/>
                    <a:pt x="4208" y="15461"/>
                  </a:cubicBezTo>
                  <a:cubicBezTo>
                    <a:pt x="4775" y="15145"/>
                    <a:pt x="5281" y="14742"/>
                    <a:pt x="5853" y="14437"/>
                  </a:cubicBezTo>
                  <a:cubicBezTo>
                    <a:pt x="6538" y="14078"/>
                    <a:pt x="7301" y="13866"/>
                    <a:pt x="7938" y="13408"/>
                  </a:cubicBezTo>
                  <a:cubicBezTo>
                    <a:pt x="8036" y="13337"/>
                    <a:pt x="8155" y="13288"/>
                    <a:pt x="8134" y="13147"/>
                  </a:cubicBezTo>
                  <a:cubicBezTo>
                    <a:pt x="8101" y="12984"/>
                    <a:pt x="7965" y="12956"/>
                    <a:pt x="7834" y="12956"/>
                  </a:cubicBezTo>
                  <a:cubicBezTo>
                    <a:pt x="7322" y="12956"/>
                    <a:pt x="6816" y="12951"/>
                    <a:pt x="6304" y="12891"/>
                  </a:cubicBezTo>
                  <a:cubicBezTo>
                    <a:pt x="6016" y="12858"/>
                    <a:pt x="5787" y="12793"/>
                    <a:pt x="5591" y="12575"/>
                  </a:cubicBezTo>
                  <a:cubicBezTo>
                    <a:pt x="5489" y="12458"/>
                    <a:pt x="5393" y="12298"/>
                    <a:pt x="5188" y="12298"/>
                  </a:cubicBezTo>
                  <a:cubicBezTo>
                    <a:pt x="5184" y="12298"/>
                    <a:pt x="5181" y="12298"/>
                    <a:pt x="5177" y="12298"/>
                  </a:cubicBezTo>
                  <a:cubicBezTo>
                    <a:pt x="5177" y="12554"/>
                    <a:pt x="5395" y="12679"/>
                    <a:pt x="5450" y="12880"/>
                  </a:cubicBezTo>
                  <a:cubicBezTo>
                    <a:pt x="6048" y="13386"/>
                    <a:pt x="6789" y="13278"/>
                    <a:pt x="7567" y="13359"/>
                  </a:cubicBezTo>
                  <a:cubicBezTo>
                    <a:pt x="7486" y="13397"/>
                    <a:pt x="7448" y="13419"/>
                    <a:pt x="7404" y="13441"/>
                  </a:cubicBezTo>
                  <a:cubicBezTo>
                    <a:pt x="7241" y="13512"/>
                    <a:pt x="7083" y="13593"/>
                    <a:pt x="6920" y="13653"/>
                  </a:cubicBezTo>
                  <a:cubicBezTo>
                    <a:pt x="5853" y="14040"/>
                    <a:pt x="4922" y="14682"/>
                    <a:pt x="3991" y="15303"/>
                  </a:cubicBezTo>
                  <a:cubicBezTo>
                    <a:pt x="3778" y="15444"/>
                    <a:pt x="3642" y="15640"/>
                    <a:pt x="3762" y="15902"/>
                  </a:cubicBezTo>
                  <a:cubicBezTo>
                    <a:pt x="3832" y="16053"/>
                    <a:pt x="3943" y="16100"/>
                    <a:pt x="4062" y="16100"/>
                  </a:cubicBezTo>
                  <a:cubicBezTo>
                    <a:pt x="4148" y="16100"/>
                    <a:pt x="4237" y="16076"/>
                    <a:pt x="4317" y="16049"/>
                  </a:cubicBezTo>
                  <a:cubicBezTo>
                    <a:pt x="4419" y="16017"/>
                    <a:pt x="4516" y="16004"/>
                    <a:pt x="4611" y="16004"/>
                  </a:cubicBezTo>
                  <a:cubicBezTo>
                    <a:pt x="4745" y="16004"/>
                    <a:pt x="4875" y="16030"/>
                    <a:pt x="5009" y="16065"/>
                  </a:cubicBezTo>
                  <a:cubicBezTo>
                    <a:pt x="5270" y="16136"/>
                    <a:pt x="5531" y="16179"/>
                    <a:pt x="5798" y="16223"/>
                  </a:cubicBezTo>
                  <a:cubicBezTo>
                    <a:pt x="6337" y="16321"/>
                    <a:pt x="6876" y="16533"/>
                    <a:pt x="7159" y="16996"/>
                  </a:cubicBezTo>
                  <a:cubicBezTo>
                    <a:pt x="7458" y="17480"/>
                    <a:pt x="7725" y="17992"/>
                    <a:pt x="8046" y="18466"/>
                  </a:cubicBezTo>
                  <a:cubicBezTo>
                    <a:pt x="8232" y="18732"/>
                    <a:pt x="8319" y="19037"/>
                    <a:pt x="8232" y="19369"/>
                  </a:cubicBezTo>
                  <a:cubicBezTo>
                    <a:pt x="8052" y="20055"/>
                    <a:pt x="7807" y="20622"/>
                    <a:pt x="6974" y="20790"/>
                  </a:cubicBezTo>
                  <a:cubicBezTo>
                    <a:pt x="6228" y="20943"/>
                    <a:pt x="5542" y="21302"/>
                    <a:pt x="5020" y="21906"/>
                  </a:cubicBezTo>
                  <a:cubicBezTo>
                    <a:pt x="4404" y="22614"/>
                    <a:pt x="4328" y="23529"/>
                    <a:pt x="4061" y="24372"/>
                  </a:cubicBezTo>
                  <a:cubicBezTo>
                    <a:pt x="4040" y="24449"/>
                    <a:pt x="4056" y="24509"/>
                    <a:pt x="4138" y="24541"/>
                  </a:cubicBezTo>
                  <a:cubicBezTo>
                    <a:pt x="4166" y="24553"/>
                    <a:pt x="4192" y="24559"/>
                    <a:pt x="4217" y="24559"/>
                  </a:cubicBezTo>
                  <a:cubicBezTo>
                    <a:pt x="4270" y="24559"/>
                    <a:pt x="4318" y="24535"/>
                    <a:pt x="4366" y="24498"/>
                  </a:cubicBezTo>
                  <a:cubicBezTo>
                    <a:pt x="4519" y="24362"/>
                    <a:pt x="4606" y="24182"/>
                    <a:pt x="4704" y="24008"/>
                  </a:cubicBezTo>
                  <a:cubicBezTo>
                    <a:pt x="4938" y="23572"/>
                    <a:pt x="5248" y="23213"/>
                    <a:pt x="5722" y="23039"/>
                  </a:cubicBezTo>
                  <a:cubicBezTo>
                    <a:pt x="6299" y="22821"/>
                    <a:pt x="6903" y="22886"/>
                    <a:pt x="7502" y="22864"/>
                  </a:cubicBezTo>
                  <a:cubicBezTo>
                    <a:pt x="7563" y="22878"/>
                    <a:pt x="7623" y="22884"/>
                    <a:pt x="7683" y="22884"/>
                  </a:cubicBezTo>
                  <a:cubicBezTo>
                    <a:pt x="7820" y="22884"/>
                    <a:pt x="7954" y="22851"/>
                    <a:pt x="8079" y="22794"/>
                  </a:cubicBezTo>
                  <a:cubicBezTo>
                    <a:pt x="8275" y="22707"/>
                    <a:pt x="8542" y="22679"/>
                    <a:pt x="8558" y="22374"/>
                  </a:cubicBezTo>
                  <a:lnTo>
                    <a:pt x="8558" y="22374"/>
                  </a:lnTo>
                  <a:cubicBezTo>
                    <a:pt x="7900" y="22448"/>
                    <a:pt x="7247" y="22582"/>
                    <a:pt x="6586" y="22582"/>
                  </a:cubicBezTo>
                  <a:cubicBezTo>
                    <a:pt x="6508" y="22582"/>
                    <a:pt x="6431" y="22580"/>
                    <a:pt x="6353" y="22576"/>
                  </a:cubicBezTo>
                  <a:cubicBezTo>
                    <a:pt x="6331" y="22575"/>
                    <a:pt x="6308" y="22574"/>
                    <a:pt x="6285" y="22574"/>
                  </a:cubicBezTo>
                  <a:cubicBezTo>
                    <a:pt x="5969" y="22574"/>
                    <a:pt x="5680" y="22679"/>
                    <a:pt x="5406" y="22826"/>
                  </a:cubicBezTo>
                  <a:cubicBezTo>
                    <a:pt x="5134" y="22968"/>
                    <a:pt x="4867" y="23115"/>
                    <a:pt x="4704" y="23403"/>
                  </a:cubicBezTo>
                  <a:cubicBezTo>
                    <a:pt x="4867" y="22429"/>
                    <a:pt x="5412" y="21770"/>
                    <a:pt x="6293" y="21389"/>
                  </a:cubicBezTo>
                  <a:cubicBezTo>
                    <a:pt x="6669" y="21231"/>
                    <a:pt x="7072" y="21122"/>
                    <a:pt x="7448" y="20954"/>
                  </a:cubicBezTo>
                  <a:cubicBezTo>
                    <a:pt x="8123" y="20649"/>
                    <a:pt x="8890" y="20485"/>
                    <a:pt x="9364" y="19832"/>
                  </a:cubicBezTo>
                  <a:cubicBezTo>
                    <a:pt x="9413" y="19763"/>
                    <a:pt x="9476" y="19746"/>
                    <a:pt x="9546" y="19746"/>
                  </a:cubicBezTo>
                  <a:cubicBezTo>
                    <a:pt x="9570" y="19746"/>
                    <a:pt x="9595" y="19748"/>
                    <a:pt x="9620" y="19750"/>
                  </a:cubicBezTo>
                  <a:cubicBezTo>
                    <a:pt x="9654" y="19755"/>
                    <a:pt x="9687" y="19757"/>
                    <a:pt x="9719" y="19757"/>
                  </a:cubicBezTo>
                  <a:cubicBezTo>
                    <a:pt x="9984" y="19757"/>
                    <a:pt x="10199" y="19622"/>
                    <a:pt x="10355" y="19413"/>
                  </a:cubicBezTo>
                  <a:cubicBezTo>
                    <a:pt x="10518" y="19198"/>
                    <a:pt x="10705" y="19105"/>
                    <a:pt x="10928" y="19105"/>
                  </a:cubicBezTo>
                  <a:cubicBezTo>
                    <a:pt x="11009" y="19105"/>
                    <a:pt x="11096" y="19117"/>
                    <a:pt x="11188" y="19141"/>
                  </a:cubicBezTo>
                  <a:cubicBezTo>
                    <a:pt x="11246" y="19154"/>
                    <a:pt x="11304" y="19161"/>
                    <a:pt x="11360" y="19161"/>
                  </a:cubicBezTo>
                  <a:cubicBezTo>
                    <a:pt x="11573" y="19161"/>
                    <a:pt x="11763" y="19063"/>
                    <a:pt x="11901" y="18869"/>
                  </a:cubicBezTo>
                  <a:cubicBezTo>
                    <a:pt x="12048" y="18673"/>
                    <a:pt x="12189" y="18466"/>
                    <a:pt x="12320" y="18259"/>
                  </a:cubicBezTo>
                  <a:cubicBezTo>
                    <a:pt x="12539" y="17916"/>
                    <a:pt x="12799" y="17677"/>
                    <a:pt x="13204" y="17677"/>
                  </a:cubicBezTo>
                  <a:cubicBezTo>
                    <a:pt x="13262" y="17677"/>
                    <a:pt x="13323" y="17682"/>
                    <a:pt x="13387" y="17693"/>
                  </a:cubicBezTo>
                  <a:cubicBezTo>
                    <a:pt x="13632" y="17731"/>
                    <a:pt x="13880" y="17765"/>
                    <a:pt x="14127" y="17765"/>
                  </a:cubicBezTo>
                  <a:cubicBezTo>
                    <a:pt x="14336" y="17765"/>
                    <a:pt x="14545" y="17741"/>
                    <a:pt x="14753" y="17676"/>
                  </a:cubicBezTo>
                  <a:cubicBezTo>
                    <a:pt x="15216" y="17535"/>
                    <a:pt x="15673" y="17404"/>
                    <a:pt x="16169" y="17404"/>
                  </a:cubicBezTo>
                  <a:cubicBezTo>
                    <a:pt x="16408" y="17404"/>
                    <a:pt x="16604" y="17263"/>
                    <a:pt x="16779" y="17088"/>
                  </a:cubicBezTo>
                  <a:cubicBezTo>
                    <a:pt x="16909" y="16958"/>
                    <a:pt x="16898" y="16816"/>
                    <a:pt x="16817" y="16669"/>
                  </a:cubicBezTo>
                  <a:cubicBezTo>
                    <a:pt x="16668" y="16413"/>
                    <a:pt x="15841" y="16027"/>
                    <a:pt x="15485" y="16027"/>
                  </a:cubicBezTo>
                  <a:cubicBezTo>
                    <a:pt x="15462" y="16027"/>
                    <a:pt x="15442" y="16029"/>
                    <a:pt x="15423" y="16032"/>
                  </a:cubicBezTo>
                  <a:cubicBezTo>
                    <a:pt x="15352" y="16045"/>
                    <a:pt x="15281" y="16052"/>
                    <a:pt x="15213" y="16052"/>
                  </a:cubicBezTo>
                  <a:cubicBezTo>
                    <a:pt x="14963" y="16052"/>
                    <a:pt x="14735" y="15964"/>
                    <a:pt x="14547" y="15776"/>
                  </a:cubicBezTo>
                  <a:cubicBezTo>
                    <a:pt x="14361" y="15591"/>
                    <a:pt x="14171" y="15433"/>
                    <a:pt x="13942" y="15308"/>
                  </a:cubicBezTo>
                  <a:cubicBezTo>
                    <a:pt x="13556" y="15096"/>
                    <a:pt x="13180" y="14720"/>
                    <a:pt x="13202" y="14345"/>
                  </a:cubicBezTo>
                  <a:cubicBezTo>
                    <a:pt x="13229" y="13985"/>
                    <a:pt x="13665" y="13697"/>
                    <a:pt x="14067" y="13539"/>
                  </a:cubicBezTo>
                  <a:cubicBezTo>
                    <a:pt x="14089" y="13528"/>
                    <a:pt x="14111" y="13523"/>
                    <a:pt x="14133" y="13517"/>
                  </a:cubicBezTo>
                  <a:cubicBezTo>
                    <a:pt x="14421" y="13430"/>
                    <a:pt x="14459" y="13218"/>
                    <a:pt x="14291" y="13033"/>
                  </a:cubicBezTo>
                  <a:cubicBezTo>
                    <a:pt x="13790" y="12477"/>
                    <a:pt x="13218" y="12004"/>
                    <a:pt x="12423" y="11966"/>
                  </a:cubicBezTo>
                  <a:cubicBezTo>
                    <a:pt x="12331" y="11961"/>
                    <a:pt x="12239" y="11959"/>
                    <a:pt x="12146" y="11959"/>
                  </a:cubicBezTo>
                  <a:cubicBezTo>
                    <a:pt x="11874" y="11959"/>
                    <a:pt x="11600" y="11974"/>
                    <a:pt x="11328" y="11974"/>
                  </a:cubicBezTo>
                  <a:cubicBezTo>
                    <a:pt x="10954" y="11974"/>
                    <a:pt x="10582" y="11945"/>
                    <a:pt x="10219" y="11808"/>
                  </a:cubicBezTo>
                  <a:cubicBezTo>
                    <a:pt x="9691" y="11612"/>
                    <a:pt x="9173" y="11383"/>
                    <a:pt x="8651" y="11165"/>
                  </a:cubicBezTo>
                  <a:cubicBezTo>
                    <a:pt x="8229" y="10992"/>
                    <a:pt x="7788" y="10838"/>
                    <a:pt x="7336" y="10838"/>
                  </a:cubicBezTo>
                  <a:cubicBezTo>
                    <a:pt x="7320" y="10838"/>
                    <a:pt x="7305" y="10838"/>
                    <a:pt x="7290" y="10839"/>
                  </a:cubicBezTo>
                  <a:cubicBezTo>
                    <a:pt x="7273" y="10839"/>
                    <a:pt x="7257" y="10840"/>
                    <a:pt x="7241" y="10840"/>
                  </a:cubicBezTo>
                  <a:cubicBezTo>
                    <a:pt x="6813" y="10840"/>
                    <a:pt x="6553" y="10630"/>
                    <a:pt x="6348" y="10289"/>
                  </a:cubicBezTo>
                  <a:cubicBezTo>
                    <a:pt x="6168" y="10000"/>
                    <a:pt x="5999" y="9701"/>
                    <a:pt x="5891" y="9374"/>
                  </a:cubicBezTo>
                  <a:cubicBezTo>
                    <a:pt x="5755" y="8993"/>
                    <a:pt x="5553" y="8656"/>
                    <a:pt x="5205" y="8302"/>
                  </a:cubicBezTo>
                  <a:cubicBezTo>
                    <a:pt x="5276" y="8298"/>
                    <a:pt x="5347" y="8297"/>
                    <a:pt x="5418" y="8297"/>
                  </a:cubicBezTo>
                  <a:cubicBezTo>
                    <a:pt x="6471" y="8297"/>
                    <a:pt x="7460" y="8639"/>
                    <a:pt x="8476" y="8639"/>
                  </a:cubicBezTo>
                  <a:cubicBezTo>
                    <a:pt x="8632" y="8639"/>
                    <a:pt x="8788" y="8631"/>
                    <a:pt x="8945" y="8612"/>
                  </a:cubicBezTo>
                  <a:cubicBezTo>
                    <a:pt x="8885" y="8509"/>
                    <a:pt x="8825" y="8509"/>
                    <a:pt x="8765" y="8498"/>
                  </a:cubicBezTo>
                  <a:cubicBezTo>
                    <a:pt x="8188" y="8411"/>
                    <a:pt x="7605" y="8334"/>
                    <a:pt x="7028" y="8226"/>
                  </a:cubicBezTo>
                  <a:cubicBezTo>
                    <a:pt x="6545" y="8138"/>
                    <a:pt x="6062" y="8075"/>
                    <a:pt x="5581" y="8075"/>
                  </a:cubicBezTo>
                  <a:cubicBezTo>
                    <a:pt x="5168" y="8075"/>
                    <a:pt x="4756" y="8121"/>
                    <a:pt x="4345" y="8236"/>
                  </a:cubicBezTo>
                  <a:cubicBezTo>
                    <a:pt x="4247" y="8264"/>
                    <a:pt x="4155" y="8278"/>
                    <a:pt x="4067" y="8278"/>
                  </a:cubicBezTo>
                  <a:cubicBezTo>
                    <a:pt x="3812" y="8278"/>
                    <a:pt x="3596" y="8160"/>
                    <a:pt x="3414" y="7921"/>
                  </a:cubicBezTo>
                  <a:cubicBezTo>
                    <a:pt x="3123" y="7539"/>
                    <a:pt x="2753" y="7365"/>
                    <a:pt x="2317" y="7365"/>
                  </a:cubicBezTo>
                  <a:cubicBezTo>
                    <a:pt x="2206" y="7365"/>
                    <a:pt x="2090" y="7376"/>
                    <a:pt x="1971" y="7398"/>
                  </a:cubicBezTo>
                  <a:cubicBezTo>
                    <a:pt x="1639" y="7463"/>
                    <a:pt x="1301" y="7507"/>
                    <a:pt x="964" y="7561"/>
                  </a:cubicBezTo>
                  <a:cubicBezTo>
                    <a:pt x="1552" y="7142"/>
                    <a:pt x="2205" y="6908"/>
                    <a:pt x="2907" y="6794"/>
                  </a:cubicBezTo>
                  <a:cubicBezTo>
                    <a:pt x="3773" y="6652"/>
                    <a:pt x="4622" y="6489"/>
                    <a:pt x="5428" y="6059"/>
                  </a:cubicBezTo>
                  <a:cubicBezTo>
                    <a:pt x="5978" y="5765"/>
                    <a:pt x="6559" y="5615"/>
                    <a:pt x="7162" y="5615"/>
                  </a:cubicBezTo>
                  <a:cubicBezTo>
                    <a:pt x="7521" y="5615"/>
                    <a:pt x="7887" y="5668"/>
                    <a:pt x="8259" y="5776"/>
                  </a:cubicBezTo>
                  <a:cubicBezTo>
                    <a:pt x="9244" y="6064"/>
                    <a:pt x="10213" y="6380"/>
                    <a:pt x="11160" y="6761"/>
                  </a:cubicBezTo>
                  <a:cubicBezTo>
                    <a:pt x="11852" y="7033"/>
                    <a:pt x="12565" y="7229"/>
                    <a:pt x="13305" y="7295"/>
                  </a:cubicBezTo>
                  <a:cubicBezTo>
                    <a:pt x="13979" y="7359"/>
                    <a:pt x="14648" y="7507"/>
                    <a:pt x="15329" y="7507"/>
                  </a:cubicBezTo>
                  <a:cubicBezTo>
                    <a:pt x="15402" y="7507"/>
                    <a:pt x="15475" y="7505"/>
                    <a:pt x="15548" y="7502"/>
                  </a:cubicBezTo>
                  <a:cubicBezTo>
                    <a:pt x="15562" y="7500"/>
                    <a:pt x="15575" y="7500"/>
                    <a:pt x="15588" y="7500"/>
                  </a:cubicBezTo>
                  <a:cubicBezTo>
                    <a:pt x="15691" y="7500"/>
                    <a:pt x="15783" y="7537"/>
                    <a:pt x="15875" y="7600"/>
                  </a:cubicBezTo>
                  <a:cubicBezTo>
                    <a:pt x="15983" y="7674"/>
                    <a:pt x="16074" y="7712"/>
                    <a:pt x="16155" y="7712"/>
                  </a:cubicBezTo>
                  <a:cubicBezTo>
                    <a:pt x="16285" y="7712"/>
                    <a:pt x="16387" y="7613"/>
                    <a:pt x="16485" y="7414"/>
                  </a:cubicBezTo>
                  <a:cubicBezTo>
                    <a:pt x="16577" y="7224"/>
                    <a:pt x="16675" y="7039"/>
                    <a:pt x="16762" y="6848"/>
                  </a:cubicBezTo>
                  <a:cubicBezTo>
                    <a:pt x="16817" y="6726"/>
                    <a:pt x="16872" y="6667"/>
                    <a:pt x="16945" y="6667"/>
                  </a:cubicBezTo>
                  <a:cubicBezTo>
                    <a:pt x="17001" y="6667"/>
                    <a:pt x="17068" y="6703"/>
                    <a:pt x="17154" y="6772"/>
                  </a:cubicBezTo>
                  <a:cubicBezTo>
                    <a:pt x="17530" y="7060"/>
                    <a:pt x="17905" y="7373"/>
                    <a:pt x="18401" y="7373"/>
                  </a:cubicBezTo>
                  <a:cubicBezTo>
                    <a:pt x="18459" y="7373"/>
                    <a:pt x="18519" y="7369"/>
                    <a:pt x="18581" y="7360"/>
                  </a:cubicBezTo>
                  <a:cubicBezTo>
                    <a:pt x="18634" y="7352"/>
                    <a:pt x="18686" y="7348"/>
                    <a:pt x="18736" y="7348"/>
                  </a:cubicBezTo>
                  <a:cubicBezTo>
                    <a:pt x="19052" y="7348"/>
                    <a:pt x="19301" y="7505"/>
                    <a:pt x="19522" y="7730"/>
                  </a:cubicBezTo>
                  <a:cubicBezTo>
                    <a:pt x="19648" y="7861"/>
                    <a:pt x="19767" y="7991"/>
                    <a:pt x="19898" y="8111"/>
                  </a:cubicBezTo>
                  <a:cubicBezTo>
                    <a:pt x="19972" y="8178"/>
                    <a:pt x="20049" y="8258"/>
                    <a:pt x="20143" y="8258"/>
                  </a:cubicBezTo>
                  <a:cubicBezTo>
                    <a:pt x="20180" y="8258"/>
                    <a:pt x="20220" y="8245"/>
                    <a:pt x="20263" y="8215"/>
                  </a:cubicBezTo>
                  <a:cubicBezTo>
                    <a:pt x="20426" y="8106"/>
                    <a:pt x="20491" y="7948"/>
                    <a:pt x="20432" y="7752"/>
                  </a:cubicBezTo>
                  <a:cubicBezTo>
                    <a:pt x="20344" y="7469"/>
                    <a:pt x="20127" y="7284"/>
                    <a:pt x="19914" y="7099"/>
                  </a:cubicBezTo>
                  <a:cubicBezTo>
                    <a:pt x="19528" y="6750"/>
                    <a:pt x="19130" y="6424"/>
                    <a:pt x="18787" y="6026"/>
                  </a:cubicBezTo>
                  <a:cubicBezTo>
                    <a:pt x="18194" y="5346"/>
                    <a:pt x="17541" y="4709"/>
                    <a:pt x="16838" y="4137"/>
                  </a:cubicBezTo>
                  <a:cubicBezTo>
                    <a:pt x="16234" y="3653"/>
                    <a:pt x="15570" y="3244"/>
                    <a:pt x="14977" y="2744"/>
                  </a:cubicBezTo>
                  <a:cubicBezTo>
                    <a:pt x="14710" y="2515"/>
                    <a:pt x="14427" y="2297"/>
                    <a:pt x="14291" y="1911"/>
                  </a:cubicBezTo>
                  <a:lnTo>
                    <a:pt x="14291" y="1911"/>
                  </a:lnTo>
                  <a:cubicBezTo>
                    <a:pt x="15034" y="2113"/>
                    <a:pt x="15549" y="2753"/>
                    <a:pt x="16320" y="2753"/>
                  </a:cubicBezTo>
                  <a:cubicBezTo>
                    <a:pt x="16356" y="2753"/>
                    <a:pt x="16393" y="2752"/>
                    <a:pt x="16430" y="2749"/>
                  </a:cubicBezTo>
                  <a:cubicBezTo>
                    <a:pt x="14454" y="1519"/>
                    <a:pt x="12399" y="560"/>
                    <a:pt x="10019" y="560"/>
                  </a:cubicBezTo>
                  <a:cubicBezTo>
                    <a:pt x="9986" y="560"/>
                    <a:pt x="9952" y="560"/>
                    <a:pt x="9919" y="560"/>
                  </a:cubicBezTo>
                  <a:cubicBezTo>
                    <a:pt x="10562" y="441"/>
                    <a:pt x="11199" y="392"/>
                    <a:pt x="11819" y="288"/>
                  </a:cubicBezTo>
                  <a:cubicBezTo>
                    <a:pt x="12078" y="247"/>
                    <a:pt x="12335" y="231"/>
                    <a:pt x="12591" y="231"/>
                  </a:cubicBezTo>
                  <a:cubicBezTo>
                    <a:pt x="13003" y="231"/>
                    <a:pt x="13413" y="271"/>
                    <a:pt x="13823" y="305"/>
                  </a:cubicBezTo>
                  <a:cubicBezTo>
                    <a:pt x="15096" y="413"/>
                    <a:pt x="16185" y="1012"/>
                    <a:pt x="17220" y="1682"/>
                  </a:cubicBezTo>
                  <a:cubicBezTo>
                    <a:pt x="19207" y="2961"/>
                    <a:pt x="21156" y="4306"/>
                    <a:pt x="23072" y="5689"/>
                  </a:cubicBezTo>
                  <a:cubicBezTo>
                    <a:pt x="24308" y="6576"/>
                    <a:pt x="25489" y="7529"/>
                    <a:pt x="26708" y="8427"/>
                  </a:cubicBezTo>
                  <a:cubicBezTo>
                    <a:pt x="29528" y="10501"/>
                    <a:pt x="32506" y="12336"/>
                    <a:pt x="35484" y="14160"/>
                  </a:cubicBezTo>
                  <a:cubicBezTo>
                    <a:pt x="36660" y="14873"/>
                    <a:pt x="37760" y="15657"/>
                    <a:pt x="38571" y="16805"/>
                  </a:cubicBezTo>
                  <a:cubicBezTo>
                    <a:pt x="38800" y="17132"/>
                    <a:pt x="39153" y="17344"/>
                    <a:pt x="39545" y="17459"/>
                  </a:cubicBezTo>
                  <a:cubicBezTo>
                    <a:pt x="39676" y="17366"/>
                    <a:pt x="39649" y="17230"/>
                    <a:pt x="39567" y="17154"/>
                  </a:cubicBezTo>
                  <a:cubicBezTo>
                    <a:pt x="39104" y="16729"/>
                    <a:pt x="38751" y="16217"/>
                    <a:pt x="38331" y="15760"/>
                  </a:cubicBezTo>
                  <a:cubicBezTo>
                    <a:pt x="38266" y="15689"/>
                    <a:pt x="38163" y="15673"/>
                    <a:pt x="38076" y="15646"/>
                  </a:cubicBezTo>
                  <a:cubicBezTo>
                    <a:pt x="37580" y="15161"/>
                    <a:pt x="37090" y="14677"/>
                    <a:pt x="36480" y="14317"/>
                  </a:cubicBezTo>
                  <a:cubicBezTo>
                    <a:pt x="35849" y="13947"/>
                    <a:pt x="35234" y="13550"/>
                    <a:pt x="34608" y="13158"/>
                  </a:cubicBezTo>
                  <a:cubicBezTo>
                    <a:pt x="34183" y="12967"/>
                    <a:pt x="33786" y="12722"/>
                    <a:pt x="33388" y="12472"/>
                  </a:cubicBezTo>
                  <a:cubicBezTo>
                    <a:pt x="32485" y="11889"/>
                    <a:pt x="31570" y="11323"/>
                    <a:pt x="30655" y="10752"/>
                  </a:cubicBezTo>
                  <a:cubicBezTo>
                    <a:pt x="30644" y="10754"/>
                    <a:pt x="30633" y="10755"/>
                    <a:pt x="30622" y="10755"/>
                  </a:cubicBezTo>
                  <a:cubicBezTo>
                    <a:pt x="30561" y="10755"/>
                    <a:pt x="30510" y="10719"/>
                    <a:pt x="30459" y="10686"/>
                  </a:cubicBezTo>
                  <a:cubicBezTo>
                    <a:pt x="28652" y="9521"/>
                    <a:pt x="26899" y="8280"/>
                    <a:pt x="25206" y="6946"/>
                  </a:cubicBezTo>
                  <a:cubicBezTo>
                    <a:pt x="23687" y="5743"/>
                    <a:pt x="22103" y="4622"/>
                    <a:pt x="20513" y="3511"/>
                  </a:cubicBezTo>
                  <a:cubicBezTo>
                    <a:pt x="19522" y="2820"/>
                    <a:pt x="18499" y="2172"/>
                    <a:pt x="17486" y="1508"/>
                  </a:cubicBezTo>
                  <a:cubicBezTo>
                    <a:pt x="16860" y="1094"/>
                    <a:pt x="16212" y="697"/>
                    <a:pt x="15499" y="441"/>
                  </a:cubicBezTo>
                  <a:cubicBezTo>
                    <a:pt x="14631" y="128"/>
                    <a:pt x="13740" y="1"/>
                    <a:pt x="12835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40"/>
            <p:cNvSpPr/>
            <p:nvPr/>
          </p:nvSpPr>
          <p:spPr>
            <a:xfrm>
              <a:off x="157775" y="481262"/>
              <a:ext cx="2569521" cy="1591074"/>
            </a:xfrm>
            <a:custGeom>
              <a:rect b="b" l="l" r="r" t="t"/>
              <a:pathLst>
                <a:path extrusionOk="0" h="24078" w="38885">
                  <a:moveTo>
                    <a:pt x="13092" y="1"/>
                  </a:moveTo>
                  <a:cubicBezTo>
                    <a:pt x="12220" y="1"/>
                    <a:pt x="11413" y="322"/>
                    <a:pt x="10676" y="766"/>
                  </a:cubicBezTo>
                  <a:cubicBezTo>
                    <a:pt x="9881" y="1245"/>
                    <a:pt x="9010" y="1490"/>
                    <a:pt x="8166" y="1822"/>
                  </a:cubicBezTo>
                  <a:cubicBezTo>
                    <a:pt x="8052" y="1866"/>
                    <a:pt x="7878" y="1877"/>
                    <a:pt x="7905" y="2056"/>
                  </a:cubicBezTo>
                  <a:cubicBezTo>
                    <a:pt x="7932" y="2209"/>
                    <a:pt x="8074" y="2225"/>
                    <a:pt x="8215" y="2236"/>
                  </a:cubicBezTo>
                  <a:cubicBezTo>
                    <a:pt x="8270" y="2240"/>
                    <a:pt x="8325" y="2242"/>
                    <a:pt x="8380" y="2242"/>
                  </a:cubicBezTo>
                  <a:cubicBezTo>
                    <a:pt x="8799" y="2242"/>
                    <a:pt x="9202" y="2134"/>
                    <a:pt x="9587" y="1980"/>
                  </a:cubicBezTo>
                  <a:cubicBezTo>
                    <a:pt x="9975" y="1828"/>
                    <a:pt x="10366" y="1730"/>
                    <a:pt x="10768" y="1730"/>
                  </a:cubicBezTo>
                  <a:cubicBezTo>
                    <a:pt x="10958" y="1730"/>
                    <a:pt x="11150" y="1752"/>
                    <a:pt x="11345" y="1800"/>
                  </a:cubicBezTo>
                  <a:cubicBezTo>
                    <a:pt x="11563" y="1849"/>
                    <a:pt x="11786" y="1877"/>
                    <a:pt x="11999" y="1931"/>
                  </a:cubicBezTo>
                  <a:cubicBezTo>
                    <a:pt x="12984" y="2171"/>
                    <a:pt x="13164" y="2307"/>
                    <a:pt x="13371" y="3396"/>
                  </a:cubicBezTo>
                  <a:cubicBezTo>
                    <a:pt x="13425" y="3695"/>
                    <a:pt x="13441" y="4005"/>
                    <a:pt x="13539" y="4294"/>
                  </a:cubicBezTo>
                  <a:cubicBezTo>
                    <a:pt x="13703" y="4778"/>
                    <a:pt x="13626" y="5208"/>
                    <a:pt x="13354" y="5622"/>
                  </a:cubicBezTo>
                  <a:cubicBezTo>
                    <a:pt x="12891" y="6330"/>
                    <a:pt x="12227" y="6700"/>
                    <a:pt x="11394" y="6847"/>
                  </a:cubicBezTo>
                  <a:cubicBezTo>
                    <a:pt x="10616" y="6983"/>
                    <a:pt x="9810" y="6950"/>
                    <a:pt x="9059" y="7206"/>
                  </a:cubicBezTo>
                  <a:cubicBezTo>
                    <a:pt x="7818" y="7631"/>
                    <a:pt x="6511" y="7740"/>
                    <a:pt x="5243" y="8017"/>
                  </a:cubicBezTo>
                  <a:cubicBezTo>
                    <a:pt x="4295" y="8224"/>
                    <a:pt x="3337" y="8420"/>
                    <a:pt x="2385" y="8622"/>
                  </a:cubicBezTo>
                  <a:cubicBezTo>
                    <a:pt x="2101" y="8682"/>
                    <a:pt x="1818" y="8790"/>
                    <a:pt x="1606" y="9014"/>
                  </a:cubicBezTo>
                  <a:cubicBezTo>
                    <a:pt x="1181" y="9455"/>
                    <a:pt x="757" y="9896"/>
                    <a:pt x="430" y="10418"/>
                  </a:cubicBezTo>
                  <a:cubicBezTo>
                    <a:pt x="300" y="10625"/>
                    <a:pt x="218" y="10865"/>
                    <a:pt x="114" y="11082"/>
                  </a:cubicBezTo>
                  <a:cubicBezTo>
                    <a:pt x="76" y="11170"/>
                    <a:pt x="0" y="11262"/>
                    <a:pt x="125" y="11327"/>
                  </a:cubicBezTo>
                  <a:cubicBezTo>
                    <a:pt x="149" y="11339"/>
                    <a:pt x="172" y="11344"/>
                    <a:pt x="195" y="11344"/>
                  </a:cubicBezTo>
                  <a:cubicBezTo>
                    <a:pt x="261" y="11344"/>
                    <a:pt x="322" y="11301"/>
                    <a:pt x="370" y="11240"/>
                  </a:cubicBezTo>
                  <a:cubicBezTo>
                    <a:pt x="430" y="11164"/>
                    <a:pt x="490" y="11093"/>
                    <a:pt x="555" y="11028"/>
                  </a:cubicBezTo>
                  <a:cubicBezTo>
                    <a:pt x="973" y="10629"/>
                    <a:pt x="1420" y="10280"/>
                    <a:pt x="2003" y="10280"/>
                  </a:cubicBezTo>
                  <a:cubicBezTo>
                    <a:pt x="2089" y="10280"/>
                    <a:pt x="2178" y="10288"/>
                    <a:pt x="2270" y="10304"/>
                  </a:cubicBezTo>
                  <a:cubicBezTo>
                    <a:pt x="2602" y="10364"/>
                    <a:pt x="2924" y="10516"/>
                    <a:pt x="3256" y="10565"/>
                  </a:cubicBezTo>
                  <a:cubicBezTo>
                    <a:pt x="4023" y="10680"/>
                    <a:pt x="4617" y="11126"/>
                    <a:pt x="5112" y="11638"/>
                  </a:cubicBezTo>
                  <a:cubicBezTo>
                    <a:pt x="5738" y="12291"/>
                    <a:pt x="6375" y="12939"/>
                    <a:pt x="6930" y="13668"/>
                  </a:cubicBezTo>
                  <a:cubicBezTo>
                    <a:pt x="7431" y="14327"/>
                    <a:pt x="8068" y="14866"/>
                    <a:pt x="8776" y="15291"/>
                  </a:cubicBezTo>
                  <a:cubicBezTo>
                    <a:pt x="9647" y="15819"/>
                    <a:pt x="10066" y="16586"/>
                    <a:pt x="10197" y="17561"/>
                  </a:cubicBezTo>
                  <a:cubicBezTo>
                    <a:pt x="10278" y="18203"/>
                    <a:pt x="10289" y="18851"/>
                    <a:pt x="10333" y="19499"/>
                  </a:cubicBezTo>
                  <a:cubicBezTo>
                    <a:pt x="10442" y="19570"/>
                    <a:pt x="10360" y="19733"/>
                    <a:pt x="10491" y="19804"/>
                  </a:cubicBezTo>
                  <a:cubicBezTo>
                    <a:pt x="10616" y="19700"/>
                    <a:pt x="10605" y="19559"/>
                    <a:pt x="10605" y="19423"/>
                  </a:cubicBezTo>
                  <a:cubicBezTo>
                    <a:pt x="10605" y="18856"/>
                    <a:pt x="10600" y="18296"/>
                    <a:pt x="10540" y="17729"/>
                  </a:cubicBezTo>
                  <a:cubicBezTo>
                    <a:pt x="10420" y="16646"/>
                    <a:pt x="10028" y="15704"/>
                    <a:pt x="9075" y="15122"/>
                  </a:cubicBezTo>
                  <a:cubicBezTo>
                    <a:pt x="7671" y="14256"/>
                    <a:pt x="6723" y="12950"/>
                    <a:pt x="5646" y="11763"/>
                  </a:cubicBezTo>
                  <a:cubicBezTo>
                    <a:pt x="5030" y="11088"/>
                    <a:pt x="4350" y="10533"/>
                    <a:pt x="3446" y="10309"/>
                  </a:cubicBezTo>
                  <a:cubicBezTo>
                    <a:pt x="2941" y="10184"/>
                    <a:pt x="2436" y="9998"/>
                    <a:pt x="1929" y="9998"/>
                  </a:cubicBezTo>
                  <a:cubicBezTo>
                    <a:pt x="1578" y="9998"/>
                    <a:pt x="1225" y="10087"/>
                    <a:pt x="871" y="10347"/>
                  </a:cubicBezTo>
                  <a:cubicBezTo>
                    <a:pt x="1094" y="10021"/>
                    <a:pt x="1339" y="9738"/>
                    <a:pt x="1579" y="9455"/>
                  </a:cubicBezTo>
                  <a:cubicBezTo>
                    <a:pt x="1802" y="9182"/>
                    <a:pt x="2085" y="9008"/>
                    <a:pt x="2434" y="8927"/>
                  </a:cubicBezTo>
                  <a:cubicBezTo>
                    <a:pt x="2891" y="8823"/>
                    <a:pt x="3343" y="8698"/>
                    <a:pt x="3800" y="8605"/>
                  </a:cubicBezTo>
                  <a:cubicBezTo>
                    <a:pt x="4197" y="8518"/>
                    <a:pt x="4606" y="8437"/>
                    <a:pt x="5009" y="8393"/>
                  </a:cubicBezTo>
                  <a:cubicBezTo>
                    <a:pt x="5803" y="8311"/>
                    <a:pt x="6598" y="8257"/>
                    <a:pt x="7371" y="8061"/>
                  </a:cubicBezTo>
                  <a:cubicBezTo>
                    <a:pt x="8520" y="7767"/>
                    <a:pt x="9658" y="7440"/>
                    <a:pt x="10845" y="7326"/>
                  </a:cubicBezTo>
                  <a:cubicBezTo>
                    <a:pt x="11879" y="7228"/>
                    <a:pt x="12848" y="6994"/>
                    <a:pt x="13496" y="6041"/>
                  </a:cubicBezTo>
                  <a:cubicBezTo>
                    <a:pt x="13779" y="5628"/>
                    <a:pt x="13958" y="5236"/>
                    <a:pt x="13893" y="4713"/>
                  </a:cubicBezTo>
                  <a:cubicBezTo>
                    <a:pt x="13839" y="4321"/>
                    <a:pt x="13724" y="3951"/>
                    <a:pt x="13703" y="3553"/>
                  </a:cubicBezTo>
                  <a:cubicBezTo>
                    <a:pt x="13626" y="2181"/>
                    <a:pt x="13164" y="1828"/>
                    <a:pt x="11933" y="1599"/>
                  </a:cubicBezTo>
                  <a:cubicBezTo>
                    <a:pt x="11502" y="1515"/>
                    <a:pt x="11093" y="1349"/>
                    <a:pt x="10645" y="1349"/>
                  </a:cubicBezTo>
                  <a:cubicBezTo>
                    <a:pt x="10601" y="1349"/>
                    <a:pt x="10557" y="1351"/>
                    <a:pt x="10512" y="1354"/>
                  </a:cubicBezTo>
                  <a:cubicBezTo>
                    <a:pt x="11106" y="913"/>
                    <a:pt x="11759" y="641"/>
                    <a:pt x="12440" y="461"/>
                  </a:cubicBezTo>
                  <a:cubicBezTo>
                    <a:pt x="12721" y="387"/>
                    <a:pt x="13001" y="347"/>
                    <a:pt x="13280" y="347"/>
                  </a:cubicBezTo>
                  <a:cubicBezTo>
                    <a:pt x="13675" y="347"/>
                    <a:pt x="14069" y="427"/>
                    <a:pt x="14465" y="603"/>
                  </a:cubicBezTo>
                  <a:cubicBezTo>
                    <a:pt x="15080" y="875"/>
                    <a:pt x="15624" y="1278"/>
                    <a:pt x="16223" y="1566"/>
                  </a:cubicBezTo>
                  <a:cubicBezTo>
                    <a:pt x="17192" y="2029"/>
                    <a:pt x="18134" y="2524"/>
                    <a:pt x="19065" y="3053"/>
                  </a:cubicBezTo>
                  <a:cubicBezTo>
                    <a:pt x="20943" y="4120"/>
                    <a:pt x="22734" y="5295"/>
                    <a:pt x="24384" y="6695"/>
                  </a:cubicBezTo>
                  <a:cubicBezTo>
                    <a:pt x="25843" y="7936"/>
                    <a:pt x="27149" y="9351"/>
                    <a:pt x="28619" y="10587"/>
                  </a:cubicBezTo>
                  <a:cubicBezTo>
                    <a:pt x="29588" y="11393"/>
                    <a:pt x="30383" y="12384"/>
                    <a:pt x="31314" y="13233"/>
                  </a:cubicBezTo>
                  <a:cubicBezTo>
                    <a:pt x="32528" y="14338"/>
                    <a:pt x="33884" y="15242"/>
                    <a:pt x="35245" y="16145"/>
                  </a:cubicBezTo>
                  <a:cubicBezTo>
                    <a:pt x="35713" y="16456"/>
                    <a:pt x="36224" y="16722"/>
                    <a:pt x="36524" y="17229"/>
                  </a:cubicBezTo>
                  <a:cubicBezTo>
                    <a:pt x="36698" y="17523"/>
                    <a:pt x="36894" y="17800"/>
                    <a:pt x="37128" y="18051"/>
                  </a:cubicBezTo>
                  <a:cubicBezTo>
                    <a:pt x="37411" y="18339"/>
                    <a:pt x="37613" y="18688"/>
                    <a:pt x="37656" y="19101"/>
                  </a:cubicBezTo>
                  <a:cubicBezTo>
                    <a:pt x="37694" y="19477"/>
                    <a:pt x="37771" y="19847"/>
                    <a:pt x="37776" y="20217"/>
                  </a:cubicBezTo>
                  <a:cubicBezTo>
                    <a:pt x="37787" y="21083"/>
                    <a:pt x="37912" y="21927"/>
                    <a:pt x="38092" y="22765"/>
                  </a:cubicBezTo>
                  <a:cubicBezTo>
                    <a:pt x="38190" y="23222"/>
                    <a:pt x="38255" y="23723"/>
                    <a:pt x="38701" y="24028"/>
                  </a:cubicBezTo>
                  <a:cubicBezTo>
                    <a:pt x="38756" y="24061"/>
                    <a:pt x="38798" y="24078"/>
                    <a:pt x="38827" y="24078"/>
                  </a:cubicBezTo>
                  <a:cubicBezTo>
                    <a:pt x="38879" y="24078"/>
                    <a:pt x="38885" y="24024"/>
                    <a:pt x="38832" y="23919"/>
                  </a:cubicBezTo>
                  <a:cubicBezTo>
                    <a:pt x="38718" y="23685"/>
                    <a:pt x="38620" y="23451"/>
                    <a:pt x="38554" y="23201"/>
                  </a:cubicBezTo>
                  <a:cubicBezTo>
                    <a:pt x="38342" y="22341"/>
                    <a:pt x="38228" y="21470"/>
                    <a:pt x="38201" y="20582"/>
                  </a:cubicBezTo>
                  <a:cubicBezTo>
                    <a:pt x="38163" y="19384"/>
                    <a:pt x="38059" y="18230"/>
                    <a:pt x="37079" y="17321"/>
                  </a:cubicBezTo>
                  <a:cubicBezTo>
                    <a:pt x="36491" y="16782"/>
                    <a:pt x="35969" y="16183"/>
                    <a:pt x="35299" y="15726"/>
                  </a:cubicBezTo>
                  <a:cubicBezTo>
                    <a:pt x="33894" y="14763"/>
                    <a:pt x="32468" y="13826"/>
                    <a:pt x="31243" y="12618"/>
                  </a:cubicBezTo>
                  <a:cubicBezTo>
                    <a:pt x="30612" y="11997"/>
                    <a:pt x="30040" y="11327"/>
                    <a:pt x="29381" y="10734"/>
                  </a:cubicBezTo>
                  <a:cubicBezTo>
                    <a:pt x="28184" y="9651"/>
                    <a:pt x="27013" y="8540"/>
                    <a:pt x="25794" y="7478"/>
                  </a:cubicBezTo>
                  <a:cubicBezTo>
                    <a:pt x="24705" y="6526"/>
                    <a:pt x="23578" y="5606"/>
                    <a:pt x="22386" y="4795"/>
                  </a:cubicBezTo>
                  <a:cubicBezTo>
                    <a:pt x="20519" y="3532"/>
                    <a:pt x="18586" y="2372"/>
                    <a:pt x="16523" y="1436"/>
                  </a:cubicBezTo>
                  <a:cubicBezTo>
                    <a:pt x="16234" y="1305"/>
                    <a:pt x="15978" y="1114"/>
                    <a:pt x="15706" y="957"/>
                  </a:cubicBezTo>
                  <a:cubicBezTo>
                    <a:pt x="15036" y="576"/>
                    <a:pt x="14378" y="151"/>
                    <a:pt x="13594" y="37"/>
                  </a:cubicBezTo>
                  <a:cubicBezTo>
                    <a:pt x="13424" y="12"/>
                    <a:pt x="13257" y="1"/>
                    <a:pt x="13092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40"/>
            <p:cNvSpPr/>
            <p:nvPr/>
          </p:nvSpPr>
          <p:spPr>
            <a:xfrm>
              <a:off x="1566482" y="3055756"/>
              <a:ext cx="1596955" cy="1606471"/>
            </a:xfrm>
            <a:custGeom>
              <a:rect b="b" l="l" r="r" t="t"/>
              <a:pathLst>
                <a:path extrusionOk="0" h="24311" w="24167">
                  <a:moveTo>
                    <a:pt x="1645" y="1"/>
                  </a:moveTo>
                  <a:cubicBezTo>
                    <a:pt x="1411" y="1"/>
                    <a:pt x="1356" y="110"/>
                    <a:pt x="1329" y="290"/>
                  </a:cubicBezTo>
                  <a:cubicBezTo>
                    <a:pt x="1291" y="905"/>
                    <a:pt x="1291" y="1525"/>
                    <a:pt x="1482" y="2108"/>
                  </a:cubicBezTo>
                  <a:cubicBezTo>
                    <a:pt x="1650" y="2620"/>
                    <a:pt x="1901" y="3099"/>
                    <a:pt x="2124" y="3589"/>
                  </a:cubicBezTo>
                  <a:cubicBezTo>
                    <a:pt x="2233" y="3828"/>
                    <a:pt x="2227" y="4051"/>
                    <a:pt x="2102" y="4291"/>
                  </a:cubicBezTo>
                  <a:cubicBezTo>
                    <a:pt x="1917" y="4645"/>
                    <a:pt x="1743" y="5004"/>
                    <a:pt x="1612" y="5380"/>
                  </a:cubicBezTo>
                  <a:cubicBezTo>
                    <a:pt x="1035" y="7046"/>
                    <a:pt x="643" y="8760"/>
                    <a:pt x="376" y="10502"/>
                  </a:cubicBezTo>
                  <a:cubicBezTo>
                    <a:pt x="110" y="12310"/>
                    <a:pt x="1" y="14101"/>
                    <a:pt x="393" y="15908"/>
                  </a:cubicBezTo>
                  <a:cubicBezTo>
                    <a:pt x="719" y="17389"/>
                    <a:pt x="992" y="18886"/>
                    <a:pt x="1955" y="20133"/>
                  </a:cubicBezTo>
                  <a:cubicBezTo>
                    <a:pt x="2309" y="20585"/>
                    <a:pt x="2549" y="21107"/>
                    <a:pt x="2968" y="21516"/>
                  </a:cubicBezTo>
                  <a:cubicBezTo>
                    <a:pt x="3572" y="22104"/>
                    <a:pt x="4258" y="22577"/>
                    <a:pt x="4977" y="22991"/>
                  </a:cubicBezTo>
                  <a:cubicBezTo>
                    <a:pt x="6486" y="23856"/>
                    <a:pt x="8070" y="24311"/>
                    <a:pt x="9735" y="24311"/>
                  </a:cubicBezTo>
                  <a:cubicBezTo>
                    <a:pt x="10322" y="24311"/>
                    <a:pt x="10918" y="24255"/>
                    <a:pt x="11526" y="24140"/>
                  </a:cubicBezTo>
                  <a:cubicBezTo>
                    <a:pt x="12604" y="23933"/>
                    <a:pt x="13605" y="23497"/>
                    <a:pt x="14651" y="23187"/>
                  </a:cubicBezTo>
                  <a:cubicBezTo>
                    <a:pt x="14803" y="23143"/>
                    <a:pt x="14945" y="23056"/>
                    <a:pt x="15075" y="22953"/>
                  </a:cubicBezTo>
                  <a:cubicBezTo>
                    <a:pt x="15701" y="22463"/>
                    <a:pt x="16349" y="22000"/>
                    <a:pt x="16943" y="21467"/>
                  </a:cubicBezTo>
                  <a:cubicBezTo>
                    <a:pt x="17367" y="21091"/>
                    <a:pt x="17781" y="20715"/>
                    <a:pt x="18097" y="20236"/>
                  </a:cubicBezTo>
                  <a:cubicBezTo>
                    <a:pt x="19371" y="18276"/>
                    <a:pt x="19839" y="16077"/>
                    <a:pt x="20002" y="13791"/>
                  </a:cubicBezTo>
                  <a:cubicBezTo>
                    <a:pt x="20084" y="12604"/>
                    <a:pt x="20149" y="11417"/>
                    <a:pt x="20225" y="10230"/>
                  </a:cubicBezTo>
                  <a:cubicBezTo>
                    <a:pt x="20252" y="9757"/>
                    <a:pt x="20318" y="9294"/>
                    <a:pt x="20655" y="8929"/>
                  </a:cubicBezTo>
                  <a:cubicBezTo>
                    <a:pt x="20737" y="8842"/>
                    <a:pt x="20830" y="8760"/>
                    <a:pt x="20873" y="8657"/>
                  </a:cubicBezTo>
                  <a:cubicBezTo>
                    <a:pt x="21319" y="7688"/>
                    <a:pt x="22103" y="7046"/>
                    <a:pt x="22953" y="6452"/>
                  </a:cubicBezTo>
                  <a:cubicBezTo>
                    <a:pt x="23285" y="6218"/>
                    <a:pt x="23611" y="5968"/>
                    <a:pt x="23960" y="5706"/>
                  </a:cubicBezTo>
                  <a:cubicBezTo>
                    <a:pt x="23912" y="5689"/>
                    <a:pt x="23867" y="5682"/>
                    <a:pt x="23825" y="5682"/>
                  </a:cubicBezTo>
                  <a:cubicBezTo>
                    <a:pt x="23659" y="5682"/>
                    <a:pt x="23531" y="5788"/>
                    <a:pt x="23369" y="5788"/>
                  </a:cubicBezTo>
                  <a:cubicBezTo>
                    <a:pt x="23363" y="5788"/>
                    <a:pt x="23356" y="5788"/>
                    <a:pt x="23350" y="5788"/>
                  </a:cubicBezTo>
                  <a:cubicBezTo>
                    <a:pt x="23699" y="5244"/>
                    <a:pt x="23916" y="4656"/>
                    <a:pt x="23998" y="4046"/>
                  </a:cubicBezTo>
                  <a:cubicBezTo>
                    <a:pt x="24063" y="3545"/>
                    <a:pt x="24167" y="3012"/>
                    <a:pt x="23813" y="2554"/>
                  </a:cubicBezTo>
                  <a:cubicBezTo>
                    <a:pt x="23809" y="2554"/>
                    <a:pt x="23805" y="2554"/>
                    <a:pt x="23802" y="2554"/>
                  </a:cubicBezTo>
                  <a:cubicBezTo>
                    <a:pt x="23650" y="2554"/>
                    <a:pt x="23650" y="2666"/>
                    <a:pt x="23655" y="2772"/>
                  </a:cubicBezTo>
                  <a:cubicBezTo>
                    <a:pt x="23677" y="3044"/>
                    <a:pt x="23628" y="3311"/>
                    <a:pt x="23601" y="3583"/>
                  </a:cubicBezTo>
                  <a:cubicBezTo>
                    <a:pt x="23470" y="4841"/>
                    <a:pt x="23002" y="5902"/>
                    <a:pt x="21956" y="6703"/>
                  </a:cubicBezTo>
                  <a:cubicBezTo>
                    <a:pt x="21303" y="7209"/>
                    <a:pt x="20732" y="7829"/>
                    <a:pt x="20508" y="8434"/>
                  </a:cubicBezTo>
                  <a:cubicBezTo>
                    <a:pt x="20726" y="7590"/>
                    <a:pt x="20917" y="6507"/>
                    <a:pt x="21554" y="5587"/>
                  </a:cubicBezTo>
                  <a:cubicBezTo>
                    <a:pt x="21597" y="5527"/>
                    <a:pt x="21613" y="5450"/>
                    <a:pt x="21554" y="5391"/>
                  </a:cubicBezTo>
                  <a:cubicBezTo>
                    <a:pt x="21525" y="5359"/>
                    <a:pt x="21493" y="5347"/>
                    <a:pt x="21461" y="5347"/>
                  </a:cubicBezTo>
                  <a:cubicBezTo>
                    <a:pt x="21415" y="5347"/>
                    <a:pt x="21369" y="5372"/>
                    <a:pt x="21330" y="5401"/>
                  </a:cubicBezTo>
                  <a:cubicBezTo>
                    <a:pt x="21151" y="5538"/>
                    <a:pt x="20998" y="5701"/>
                    <a:pt x="20857" y="5875"/>
                  </a:cubicBezTo>
                  <a:cubicBezTo>
                    <a:pt x="20617" y="6207"/>
                    <a:pt x="20487" y="6583"/>
                    <a:pt x="20350" y="6964"/>
                  </a:cubicBezTo>
                  <a:cubicBezTo>
                    <a:pt x="19860" y="8347"/>
                    <a:pt x="19822" y="9806"/>
                    <a:pt x="19697" y="11248"/>
                  </a:cubicBezTo>
                  <a:cubicBezTo>
                    <a:pt x="19599" y="12348"/>
                    <a:pt x="19626" y="13459"/>
                    <a:pt x="19479" y="14558"/>
                  </a:cubicBezTo>
                  <a:cubicBezTo>
                    <a:pt x="19262" y="16164"/>
                    <a:pt x="18989" y="17737"/>
                    <a:pt x="18173" y="19191"/>
                  </a:cubicBezTo>
                  <a:cubicBezTo>
                    <a:pt x="17514" y="20361"/>
                    <a:pt x="16627" y="21303"/>
                    <a:pt x="15527" y="22033"/>
                  </a:cubicBezTo>
                  <a:cubicBezTo>
                    <a:pt x="14144" y="22942"/>
                    <a:pt x="12631" y="23524"/>
                    <a:pt x="10965" y="23742"/>
                  </a:cubicBezTo>
                  <a:cubicBezTo>
                    <a:pt x="10527" y="23798"/>
                    <a:pt x="10094" y="23826"/>
                    <a:pt x="9666" y="23826"/>
                  </a:cubicBezTo>
                  <a:cubicBezTo>
                    <a:pt x="8249" y="23826"/>
                    <a:pt x="6892" y="23515"/>
                    <a:pt x="5608" y="22855"/>
                  </a:cubicBezTo>
                  <a:cubicBezTo>
                    <a:pt x="3888" y="21973"/>
                    <a:pt x="2538" y="20645"/>
                    <a:pt x="1716" y="18875"/>
                  </a:cubicBezTo>
                  <a:cubicBezTo>
                    <a:pt x="992" y="17324"/>
                    <a:pt x="703" y="15642"/>
                    <a:pt x="578" y="13943"/>
                  </a:cubicBezTo>
                  <a:cubicBezTo>
                    <a:pt x="496" y="12871"/>
                    <a:pt x="616" y="11804"/>
                    <a:pt x="779" y="10737"/>
                  </a:cubicBezTo>
                  <a:cubicBezTo>
                    <a:pt x="1068" y="8809"/>
                    <a:pt x="1476" y="6909"/>
                    <a:pt x="2195" y="5091"/>
                  </a:cubicBezTo>
                  <a:cubicBezTo>
                    <a:pt x="2467" y="4411"/>
                    <a:pt x="2804" y="3763"/>
                    <a:pt x="3028" y="3066"/>
                  </a:cubicBezTo>
                  <a:cubicBezTo>
                    <a:pt x="3120" y="2712"/>
                    <a:pt x="3262" y="2380"/>
                    <a:pt x="3420" y="2053"/>
                  </a:cubicBezTo>
                  <a:cubicBezTo>
                    <a:pt x="3521" y="1847"/>
                    <a:pt x="3566" y="1761"/>
                    <a:pt x="3652" y="1761"/>
                  </a:cubicBezTo>
                  <a:cubicBezTo>
                    <a:pt x="3713" y="1761"/>
                    <a:pt x="3796" y="1804"/>
                    <a:pt x="3937" y="1879"/>
                  </a:cubicBezTo>
                  <a:cubicBezTo>
                    <a:pt x="3991" y="1906"/>
                    <a:pt x="4046" y="1928"/>
                    <a:pt x="4100" y="1944"/>
                  </a:cubicBezTo>
                  <a:cubicBezTo>
                    <a:pt x="4132" y="1951"/>
                    <a:pt x="4163" y="1956"/>
                    <a:pt x="4193" y="1956"/>
                  </a:cubicBezTo>
                  <a:cubicBezTo>
                    <a:pt x="4256" y="1956"/>
                    <a:pt x="4314" y="1935"/>
                    <a:pt x="4351" y="1868"/>
                  </a:cubicBezTo>
                  <a:cubicBezTo>
                    <a:pt x="4427" y="1727"/>
                    <a:pt x="4302" y="1689"/>
                    <a:pt x="4214" y="1640"/>
                  </a:cubicBezTo>
                  <a:cubicBezTo>
                    <a:pt x="3975" y="1460"/>
                    <a:pt x="3790" y="1259"/>
                    <a:pt x="3899" y="932"/>
                  </a:cubicBezTo>
                  <a:cubicBezTo>
                    <a:pt x="3909" y="890"/>
                    <a:pt x="3930" y="817"/>
                    <a:pt x="3882" y="817"/>
                  </a:cubicBezTo>
                  <a:cubicBezTo>
                    <a:pt x="3881" y="817"/>
                    <a:pt x="3879" y="817"/>
                    <a:pt x="3877" y="818"/>
                  </a:cubicBezTo>
                  <a:cubicBezTo>
                    <a:pt x="3858" y="821"/>
                    <a:pt x="3841" y="822"/>
                    <a:pt x="3825" y="822"/>
                  </a:cubicBezTo>
                  <a:cubicBezTo>
                    <a:pt x="3634" y="822"/>
                    <a:pt x="3641" y="624"/>
                    <a:pt x="3550" y="518"/>
                  </a:cubicBezTo>
                  <a:cubicBezTo>
                    <a:pt x="3409" y="355"/>
                    <a:pt x="3240" y="213"/>
                    <a:pt x="3033" y="175"/>
                  </a:cubicBezTo>
                  <a:cubicBezTo>
                    <a:pt x="2576" y="94"/>
                    <a:pt x="2113" y="12"/>
                    <a:pt x="1645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40"/>
            <p:cNvSpPr/>
            <p:nvPr/>
          </p:nvSpPr>
          <p:spPr>
            <a:xfrm>
              <a:off x="1163919" y="2824078"/>
              <a:ext cx="572451" cy="217800"/>
            </a:xfrm>
            <a:custGeom>
              <a:rect b="b" l="l" r="r" t="t"/>
              <a:pathLst>
                <a:path extrusionOk="0" h="3296" w="8663">
                  <a:moveTo>
                    <a:pt x="3373" y="1"/>
                  </a:moveTo>
                  <a:cubicBezTo>
                    <a:pt x="2905" y="1"/>
                    <a:pt x="2440" y="119"/>
                    <a:pt x="1977" y="328"/>
                  </a:cubicBezTo>
                  <a:cubicBezTo>
                    <a:pt x="1918" y="355"/>
                    <a:pt x="1867" y="405"/>
                    <a:pt x="1797" y="405"/>
                  </a:cubicBezTo>
                  <a:cubicBezTo>
                    <a:pt x="1784" y="405"/>
                    <a:pt x="1769" y="403"/>
                    <a:pt x="1754" y="398"/>
                  </a:cubicBezTo>
                  <a:cubicBezTo>
                    <a:pt x="1623" y="426"/>
                    <a:pt x="1487" y="447"/>
                    <a:pt x="1389" y="545"/>
                  </a:cubicBezTo>
                  <a:cubicBezTo>
                    <a:pt x="1324" y="682"/>
                    <a:pt x="1193" y="731"/>
                    <a:pt x="1073" y="801"/>
                  </a:cubicBezTo>
                  <a:cubicBezTo>
                    <a:pt x="850" y="948"/>
                    <a:pt x="567" y="921"/>
                    <a:pt x="333" y="1035"/>
                  </a:cubicBezTo>
                  <a:cubicBezTo>
                    <a:pt x="311" y="1106"/>
                    <a:pt x="289" y="1177"/>
                    <a:pt x="262" y="1242"/>
                  </a:cubicBezTo>
                  <a:cubicBezTo>
                    <a:pt x="360" y="1433"/>
                    <a:pt x="284" y="1607"/>
                    <a:pt x="235" y="1787"/>
                  </a:cubicBezTo>
                  <a:cubicBezTo>
                    <a:pt x="121" y="2206"/>
                    <a:pt x="1" y="2625"/>
                    <a:pt x="39" y="3066"/>
                  </a:cubicBezTo>
                  <a:cubicBezTo>
                    <a:pt x="45" y="3148"/>
                    <a:pt x="45" y="3246"/>
                    <a:pt x="132" y="3284"/>
                  </a:cubicBezTo>
                  <a:cubicBezTo>
                    <a:pt x="148" y="3292"/>
                    <a:pt x="164" y="3295"/>
                    <a:pt x="178" y="3295"/>
                  </a:cubicBezTo>
                  <a:cubicBezTo>
                    <a:pt x="244" y="3295"/>
                    <a:pt x="288" y="3225"/>
                    <a:pt x="333" y="3180"/>
                  </a:cubicBezTo>
                  <a:cubicBezTo>
                    <a:pt x="496" y="3017"/>
                    <a:pt x="676" y="2859"/>
                    <a:pt x="828" y="2680"/>
                  </a:cubicBezTo>
                  <a:cubicBezTo>
                    <a:pt x="1373" y="2026"/>
                    <a:pt x="2124" y="1781"/>
                    <a:pt x="2924" y="1656"/>
                  </a:cubicBezTo>
                  <a:cubicBezTo>
                    <a:pt x="2999" y="1645"/>
                    <a:pt x="3079" y="1629"/>
                    <a:pt x="3156" y="1629"/>
                  </a:cubicBezTo>
                  <a:cubicBezTo>
                    <a:pt x="3271" y="1629"/>
                    <a:pt x="3379" y="1665"/>
                    <a:pt x="3447" y="1808"/>
                  </a:cubicBezTo>
                  <a:cubicBezTo>
                    <a:pt x="3477" y="1817"/>
                    <a:pt x="3508" y="1820"/>
                    <a:pt x="3538" y="1820"/>
                  </a:cubicBezTo>
                  <a:cubicBezTo>
                    <a:pt x="3622" y="1820"/>
                    <a:pt x="3706" y="1797"/>
                    <a:pt x="3789" y="1797"/>
                  </a:cubicBezTo>
                  <a:cubicBezTo>
                    <a:pt x="3847" y="1797"/>
                    <a:pt x="3904" y="1808"/>
                    <a:pt x="3959" y="1847"/>
                  </a:cubicBezTo>
                  <a:cubicBezTo>
                    <a:pt x="4151" y="1983"/>
                    <a:pt x="4359" y="2016"/>
                    <a:pt x="4577" y="2016"/>
                  </a:cubicBezTo>
                  <a:cubicBezTo>
                    <a:pt x="4637" y="2016"/>
                    <a:pt x="4698" y="2013"/>
                    <a:pt x="4759" y="2010"/>
                  </a:cubicBezTo>
                  <a:cubicBezTo>
                    <a:pt x="4834" y="2005"/>
                    <a:pt x="4914" y="1983"/>
                    <a:pt x="4992" y="1983"/>
                  </a:cubicBezTo>
                  <a:cubicBezTo>
                    <a:pt x="5071" y="1983"/>
                    <a:pt x="5147" y="2006"/>
                    <a:pt x="5211" y="2092"/>
                  </a:cubicBezTo>
                  <a:cubicBezTo>
                    <a:pt x="5264" y="2122"/>
                    <a:pt x="5313" y="2135"/>
                    <a:pt x="5359" y="2135"/>
                  </a:cubicBezTo>
                  <a:cubicBezTo>
                    <a:pt x="5485" y="2135"/>
                    <a:pt x="5592" y="2044"/>
                    <a:pt x="5695" y="1988"/>
                  </a:cubicBezTo>
                  <a:cubicBezTo>
                    <a:pt x="5978" y="1836"/>
                    <a:pt x="6245" y="1661"/>
                    <a:pt x="6550" y="1569"/>
                  </a:cubicBezTo>
                  <a:cubicBezTo>
                    <a:pt x="7138" y="1406"/>
                    <a:pt x="7628" y="1046"/>
                    <a:pt x="8172" y="801"/>
                  </a:cubicBezTo>
                  <a:cubicBezTo>
                    <a:pt x="8341" y="725"/>
                    <a:pt x="8450" y="556"/>
                    <a:pt x="8581" y="420"/>
                  </a:cubicBezTo>
                  <a:cubicBezTo>
                    <a:pt x="8630" y="366"/>
                    <a:pt x="8662" y="300"/>
                    <a:pt x="8635" y="224"/>
                  </a:cubicBezTo>
                  <a:cubicBezTo>
                    <a:pt x="8602" y="144"/>
                    <a:pt x="8532" y="125"/>
                    <a:pt x="8461" y="125"/>
                  </a:cubicBezTo>
                  <a:cubicBezTo>
                    <a:pt x="8450" y="125"/>
                    <a:pt x="8439" y="126"/>
                    <a:pt x="8428" y="126"/>
                  </a:cubicBezTo>
                  <a:cubicBezTo>
                    <a:pt x="7944" y="164"/>
                    <a:pt x="7448" y="137"/>
                    <a:pt x="6996" y="415"/>
                  </a:cubicBezTo>
                  <a:cubicBezTo>
                    <a:pt x="6700" y="599"/>
                    <a:pt x="6380" y="666"/>
                    <a:pt x="6051" y="666"/>
                  </a:cubicBezTo>
                  <a:cubicBezTo>
                    <a:pt x="5854" y="666"/>
                    <a:pt x="5655" y="642"/>
                    <a:pt x="5456" y="605"/>
                  </a:cubicBezTo>
                  <a:cubicBezTo>
                    <a:pt x="5118" y="545"/>
                    <a:pt x="4813" y="377"/>
                    <a:pt x="4503" y="241"/>
                  </a:cubicBezTo>
                  <a:cubicBezTo>
                    <a:pt x="4124" y="76"/>
                    <a:pt x="3747" y="1"/>
                    <a:pt x="3373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40"/>
            <p:cNvSpPr/>
            <p:nvPr/>
          </p:nvSpPr>
          <p:spPr>
            <a:xfrm>
              <a:off x="2913734" y="3203446"/>
              <a:ext cx="237161" cy="434080"/>
            </a:xfrm>
            <a:custGeom>
              <a:rect b="b" l="l" r="r" t="t"/>
              <a:pathLst>
                <a:path extrusionOk="0" h="6569" w="3589">
                  <a:moveTo>
                    <a:pt x="3512" y="1"/>
                  </a:moveTo>
                  <a:cubicBezTo>
                    <a:pt x="3486" y="1"/>
                    <a:pt x="3460" y="12"/>
                    <a:pt x="3436" y="31"/>
                  </a:cubicBezTo>
                  <a:cubicBezTo>
                    <a:pt x="3409" y="13"/>
                    <a:pt x="3387" y="6"/>
                    <a:pt x="3369" y="6"/>
                  </a:cubicBezTo>
                  <a:cubicBezTo>
                    <a:pt x="3281" y="6"/>
                    <a:pt x="3281" y="180"/>
                    <a:pt x="3193" y="180"/>
                  </a:cubicBezTo>
                  <a:cubicBezTo>
                    <a:pt x="3182" y="180"/>
                    <a:pt x="3171" y="178"/>
                    <a:pt x="3158" y="172"/>
                  </a:cubicBezTo>
                  <a:cubicBezTo>
                    <a:pt x="3006" y="265"/>
                    <a:pt x="3017" y="428"/>
                    <a:pt x="2984" y="575"/>
                  </a:cubicBezTo>
                  <a:cubicBezTo>
                    <a:pt x="2946" y="755"/>
                    <a:pt x="2891" y="929"/>
                    <a:pt x="2663" y="1043"/>
                  </a:cubicBezTo>
                  <a:cubicBezTo>
                    <a:pt x="2712" y="711"/>
                    <a:pt x="2935" y="455"/>
                    <a:pt x="2804" y="156"/>
                  </a:cubicBezTo>
                  <a:cubicBezTo>
                    <a:pt x="2780" y="153"/>
                    <a:pt x="2758" y="152"/>
                    <a:pt x="2736" y="152"/>
                  </a:cubicBezTo>
                  <a:cubicBezTo>
                    <a:pt x="2437" y="152"/>
                    <a:pt x="2346" y="391"/>
                    <a:pt x="2260" y="630"/>
                  </a:cubicBezTo>
                  <a:cubicBezTo>
                    <a:pt x="2200" y="809"/>
                    <a:pt x="2238" y="1016"/>
                    <a:pt x="2107" y="1168"/>
                  </a:cubicBezTo>
                  <a:cubicBezTo>
                    <a:pt x="1552" y="1838"/>
                    <a:pt x="1209" y="2655"/>
                    <a:pt x="638" y="3308"/>
                  </a:cubicBezTo>
                  <a:cubicBezTo>
                    <a:pt x="556" y="3401"/>
                    <a:pt x="436" y="3493"/>
                    <a:pt x="540" y="3645"/>
                  </a:cubicBezTo>
                  <a:cubicBezTo>
                    <a:pt x="763" y="3526"/>
                    <a:pt x="866" y="3254"/>
                    <a:pt x="1209" y="3139"/>
                  </a:cubicBezTo>
                  <a:lnTo>
                    <a:pt x="1209" y="3139"/>
                  </a:lnTo>
                  <a:cubicBezTo>
                    <a:pt x="436" y="4206"/>
                    <a:pt x="207" y="5377"/>
                    <a:pt x="1" y="6569"/>
                  </a:cubicBezTo>
                  <a:cubicBezTo>
                    <a:pt x="436" y="5627"/>
                    <a:pt x="1138" y="4908"/>
                    <a:pt x="1928" y="4272"/>
                  </a:cubicBezTo>
                  <a:cubicBezTo>
                    <a:pt x="2075" y="4152"/>
                    <a:pt x="2233" y="4037"/>
                    <a:pt x="2347" y="3890"/>
                  </a:cubicBezTo>
                  <a:cubicBezTo>
                    <a:pt x="3087" y="2905"/>
                    <a:pt x="3370" y="1773"/>
                    <a:pt x="3360" y="553"/>
                  </a:cubicBezTo>
                  <a:cubicBezTo>
                    <a:pt x="3360" y="466"/>
                    <a:pt x="3305" y="374"/>
                    <a:pt x="3425" y="319"/>
                  </a:cubicBezTo>
                  <a:cubicBezTo>
                    <a:pt x="3414" y="189"/>
                    <a:pt x="3539" y="134"/>
                    <a:pt x="3588" y="36"/>
                  </a:cubicBezTo>
                  <a:cubicBezTo>
                    <a:pt x="3564" y="12"/>
                    <a:pt x="3538" y="1"/>
                    <a:pt x="3512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40"/>
            <p:cNvSpPr/>
            <p:nvPr/>
          </p:nvSpPr>
          <p:spPr>
            <a:xfrm>
              <a:off x="558157" y="1915076"/>
              <a:ext cx="389674" cy="571922"/>
            </a:xfrm>
            <a:custGeom>
              <a:rect b="b" l="l" r="r" t="t"/>
              <a:pathLst>
                <a:path extrusionOk="0" h="8655" w="5897">
                  <a:moveTo>
                    <a:pt x="4698" y="0"/>
                  </a:moveTo>
                  <a:cubicBezTo>
                    <a:pt x="4562" y="261"/>
                    <a:pt x="4622" y="561"/>
                    <a:pt x="4535" y="833"/>
                  </a:cubicBezTo>
                  <a:cubicBezTo>
                    <a:pt x="4421" y="991"/>
                    <a:pt x="4470" y="1187"/>
                    <a:pt x="4404" y="1367"/>
                  </a:cubicBezTo>
                  <a:cubicBezTo>
                    <a:pt x="3909" y="2700"/>
                    <a:pt x="2989" y="3707"/>
                    <a:pt x="1971" y="4644"/>
                  </a:cubicBezTo>
                  <a:cubicBezTo>
                    <a:pt x="866" y="5667"/>
                    <a:pt x="256" y="6941"/>
                    <a:pt x="22" y="8411"/>
                  </a:cubicBezTo>
                  <a:cubicBezTo>
                    <a:pt x="11" y="8493"/>
                    <a:pt x="0" y="8585"/>
                    <a:pt x="93" y="8629"/>
                  </a:cubicBezTo>
                  <a:cubicBezTo>
                    <a:pt x="130" y="8646"/>
                    <a:pt x="168" y="8654"/>
                    <a:pt x="203" y="8654"/>
                  </a:cubicBezTo>
                  <a:cubicBezTo>
                    <a:pt x="269" y="8654"/>
                    <a:pt x="330" y="8624"/>
                    <a:pt x="376" y="8564"/>
                  </a:cubicBezTo>
                  <a:cubicBezTo>
                    <a:pt x="474" y="8427"/>
                    <a:pt x="566" y="8291"/>
                    <a:pt x="659" y="8155"/>
                  </a:cubicBezTo>
                  <a:cubicBezTo>
                    <a:pt x="915" y="7780"/>
                    <a:pt x="1220" y="7448"/>
                    <a:pt x="1677" y="7333"/>
                  </a:cubicBezTo>
                  <a:cubicBezTo>
                    <a:pt x="2564" y="7105"/>
                    <a:pt x="3152" y="6462"/>
                    <a:pt x="3724" y="5836"/>
                  </a:cubicBezTo>
                  <a:cubicBezTo>
                    <a:pt x="4263" y="5243"/>
                    <a:pt x="4873" y="4807"/>
                    <a:pt x="5608" y="4524"/>
                  </a:cubicBezTo>
                  <a:cubicBezTo>
                    <a:pt x="5662" y="4399"/>
                    <a:pt x="5836" y="4475"/>
                    <a:pt x="5896" y="4317"/>
                  </a:cubicBezTo>
                  <a:cubicBezTo>
                    <a:pt x="5139" y="4317"/>
                    <a:pt x="4492" y="4584"/>
                    <a:pt x="3958" y="5085"/>
                  </a:cubicBezTo>
                  <a:cubicBezTo>
                    <a:pt x="3468" y="5548"/>
                    <a:pt x="3000" y="6032"/>
                    <a:pt x="2532" y="6511"/>
                  </a:cubicBezTo>
                  <a:cubicBezTo>
                    <a:pt x="2423" y="6620"/>
                    <a:pt x="2309" y="6723"/>
                    <a:pt x="2162" y="6778"/>
                  </a:cubicBezTo>
                  <a:cubicBezTo>
                    <a:pt x="1584" y="7007"/>
                    <a:pt x="958" y="7154"/>
                    <a:pt x="539" y="7698"/>
                  </a:cubicBezTo>
                  <a:cubicBezTo>
                    <a:pt x="583" y="7486"/>
                    <a:pt x="648" y="7301"/>
                    <a:pt x="724" y="7121"/>
                  </a:cubicBezTo>
                  <a:cubicBezTo>
                    <a:pt x="1111" y="6228"/>
                    <a:pt x="1579" y="5384"/>
                    <a:pt x="2368" y="4780"/>
                  </a:cubicBezTo>
                  <a:cubicBezTo>
                    <a:pt x="3022" y="4279"/>
                    <a:pt x="3610" y="3735"/>
                    <a:pt x="3991" y="2994"/>
                  </a:cubicBezTo>
                  <a:cubicBezTo>
                    <a:pt x="4377" y="2232"/>
                    <a:pt x="4829" y="1492"/>
                    <a:pt x="4933" y="621"/>
                  </a:cubicBezTo>
                  <a:cubicBezTo>
                    <a:pt x="4960" y="392"/>
                    <a:pt x="5069" y="93"/>
                    <a:pt x="4698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40"/>
            <p:cNvSpPr/>
            <p:nvPr/>
          </p:nvSpPr>
          <p:spPr>
            <a:xfrm>
              <a:off x="1279758" y="2809805"/>
              <a:ext cx="479609" cy="368396"/>
            </a:xfrm>
            <a:custGeom>
              <a:rect b="b" l="l" r="r" t="t"/>
              <a:pathLst>
                <a:path extrusionOk="0" h="5575" w="7258">
                  <a:moveTo>
                    <a:pt x="1688" y="1"/>
                  </a:moveTo>
                  <a:cubicBezTo>
                    <a:pt x="1096" y="1"/>
                    <a:pt x="533" y="207"/>
                    <a:pt x="1" y="614"/>
                  </a:cubicBezTo>
                  <a:cubicBezTo>
                    <a:pt x="39" y="660"/>
                    <a:pt x="76" y="676"/>
                    <a:pt x="112" y="676"/>
                  </a:cubicBezTo>
                  <a:cubicBezTo>
                    <a:pt x="182" y="676"/>
                    <a:pt x="249" y="619"/>
                    <a:pt x="317" y="598"/>
                  </a:cubicBezTo>
                  <a:cubicBezTo>
                    <a:pt x="665" y="468"/>
                    <a:pt x="1019" y="353"/>
                    <a:pt x="1400" y="321"/>
                  </a:cubicBezTo>
                  <a:cubicBezTo>
                    <a:pt x="1467" y="315"/>
                    <a:pt x="1534" y="313"/>
                    <a:pt x="1600" y="313"/>
                  </a:cubicBezTo>
                  <a:cubicBezTo>
                    <a:pt x="2141" y="313"/>
                    <a:pt x="2636" y="486"/>
                    <a:pt x="3126" y="723"/>
                  </a:cubicBezTo>
                  <a:cubicBezTo>
                    <a:pt x="3489" y="902"/>
                    <a:pt x="3869" y="1007"/>
                    <a:pt x="4244" y="1007"/>
                  </a:cubicBezTo>
                  <a:cubicBezTo>
                    <a:pt x="4555" y="1007"/>
                    <a:pt x="4863" y="935"/>
                    <a:pt x="5156" y="772"/>
                  </a:cubicBezTo>
                  <a:cubicBezTo>
                    <a:pt x="5706" y="468"/>
                    <a:pt x="6267" y="489"/>
                    <a:pt x="6877" y="413"/>
                  </a:cubicBezTo>
                  <a:lnTo>
                    <a:pt x="6877" y="413"/>
                  </a:lnTo>
                  <a:cubicBezTo>
                    <a:pt x="6762" y="674"/>
                    <a:pt x="6594" y="849"/>
                    <a:pt x="6392" y="947"/>
                  </a:cubicBezTo>
                  <a:cubicBezTo>
                    <a:pt x="5418" y="1415"/>
                    <a:pt x="4438" y="1856"/>
                    <a:pt x="3458" y="2308"/>
                  </a:cubicBezTo>
                  <a:cubicBezTo>
                    <a:pt x="3229" y="2422"/>
                    <a:pt x="2990" y="2531"/>
                    <a:pt x="2821" y="2732"/>
                  </a:cubicBezTo>
                  <a:cubicBezTo>
                    <a:pt x="2483" y="3140"/>
                    <a:pt x="2146" y="3549"/>
                    <a:pt x="1836" y="3973"/>
                  </a:cubicBezTo>
                  <a:cubicBezTo>
                    <a:pt x="1591" y="4306"/>
                    <a:pt x="1476" y="4708"/>
                    <a:pt x="1422" y="5117"/>
                  </a:cubicBezTo>
                  <a:cubicBezTo>
                    <a:pt x="1378" y="5427"/>
                    <a:pt x="1531" y="5563"/>
                    <a:pt x="1852" y="5574"/>
                  </a:cubicBezTo>
                  <a:cubicBezTo>
                    <a:pt x="1863" y="5574"/>
                    <a:pt x="1874" y="5575"/>
                    <a:pt x="1884" y="5575"/>
                  </a:cubicBezTo>
                  <a:cubicBezTo>
                    <a:pt x="2158" y="5575"/>
                    <a:pt x="2242" y="5438"/>
                    <a:pt x="2200" y="5160"/>
                  </a:cubicBezTo>
                  <a:cubicBezTo>
                    <a:pt x="2173" y="4964"/>
                    <a:pt x="2260" y="4790"/>
                    <a:pt x="2407" y="4659"/>
                  </a:cubicBezTo>
                  <a:cubicBezTo>
                    <a:pt x="2979" y="4153"/>
                    <a:pt x="3659" y="3865"/>
                    <a:pt x="4383" y="3658"/>
                  </a:cubicBezTo>
                  <a:cubicBezTo>
                    <a:pt x="4492" y="3522"/>
                    <a:pt x="4715" y="3560"/>
                    <a:pt x="4824" y="3364"/>
                  </a:cubicBezTo>
                  <a:lnTo>
                    <a:pt x="4824" y="3364"/>
                  </a:lnTo>
                  <a:cubicBezTo>
                    <a:pt x="3801" y="3478"/>
                    <a:pt x="2864" y="3739"/>
                    <a:pt x="2070" y="4414"/>
                  </a:cubicBezTo>
                  <a:cubicBezTo>
                    <a:pt x="2032" y="4246"/>
                    <a:pt x="2135" y="4159"/>
                    <a:pt x="2195" y="4066"/>
                  </a:cubicBezTo>
                  <a:cubicBezTo>
                    <a:pt x="2467" y="3685"/>
                    <a:pt x="2750" y="3309"/>
                    <a:pt x="3028" y="2934"/>
                  </a:cubicBezTo>
                  <a:cubicBezTo>
                    <a:pt x="3126" y="2803"/>
                    <a:pt x="3256" y="2727"/>
                    <a:pt x="3393" y="2656"/>
                  </a:cubicBezTo>
                  <a:cubicBezTo>
                    <a:pt x="4329" y="2177"/>
                    <a:pt x="5260" y="1687"/>
                    <a:pt x="6202" y="1224"/>
                  </a:cubicBezTo>
                  <a:cubicBezTo>
                    <a:pt x="6588" y="1034"/>
                    <a:pt x="6855" y="729"/>
                    <a:pt x="7133" y="424"/>
                  </a:cubicBezTo>
                  <a:cubicBezTo>
                    <a:pt x="7258" y="282"/>
                    <a:pt x="7236" y="130"/>
                    <a:pt x="7035" y="125"/>
                  </a:cubicBezTo>
                  <a:cubicBezTo>
                    <a:pt x="6790" y="122"/>
                    <a:pt x="6541" y="102"/>
                    <a:pt x="6295" y="102"/>
                  </a:cubicBezTo>
                  <a:cubicBezTo>
                    <a:pt x="5922" y="102"/>
                    <a:pt x="5554" y="149"/>
                    <a:pt x="5216" y="375"/>
                  </a:cubicBezTo>
                  <a:cubicBezTo>
                    <a:pt x="4922" y="565"/>
                    <a:pt x="4596" y="620"/>
                    <a:pt x="4247" y="636"/>
                  </a:cubicBezTo>
                  <a:cubicBezTo>
                    <a:pt x="4217" y="638"/>
                    <a:pt x="4186" y="639"/>
                    <a:pt x="4156" y="639"/>
                  </a:cubicBezTo>
                  <a:cubicBezTo>
                    <a:pt x="3637" y="639"/>
                    <a:pt x="3202" y="381"/>
                    <a:pt x="2739" y="206"/>
                  </a:cubicBezTo>
                  <a:cubicBezTo>
                    <a:pt x="2379" y="69"/>
                    <a:pt x="2029" y="1"/>
                    <a:pt x="1688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40"/>
            <p:cNvSpPr/>
            <p:nvPr/>
          </p:nvSpPr>
          <p:spPr>
            <a:xfrm>
              <a:off x="3140721" y="2540659"/>
              <a:ext cx="262668" cy="665227"/>
            </a:xfrm>
            <a:custGeom>
              <a:rect b="b" l="l" r="r" t="t"/>
              <a:pathLst>
                <a:path extrusionOk="0" h="10067" w="3975">
                  <a:moveTo>
                    <a:pt x="2984" y="0"/>
                  </a:moveTo>
                  <a:cubicBezTo>
                    <a:pt x="2902" y="11"/>
                    <a:pt x="2875" y="49"/>
                    <a:pt x="2886" y="142"/>
                  </a:cubicBezTo>
                  <a:cubicBezTo>
                    <a:pt x="2919" y="414"/>
                    <a:pt x="3033" y="648"/>
                    <a:pt x="3153" y="893"/>
                  </a:cubicBezTo>
                  <a:cubicBezTo>
                    <a:pt x="3779" y="2167"/>
                    <a:pt x="3681" y="2646"/>
                    <a:pt x="2913" y="3419"/>
                  </a:cubicBezTo>
                  <a:cubicBezTo>
                    <a:pt x="2739" y="3495"/>
                    <a:pt x="2549" y="3637"/>
                    <a:pt x="2641" y="3806"/>
                  </a:cubicBezTo>
                  <a:cubicBezTo>
                    <a:pt x="2670" y="3864"/>
                    <a:pt x="2713" y="3885"/>
                    <a:pt x="2761" y="3885"/>
                  </a:cubicBezTo>
                  <a:cubicBezTo>
                    <a:pt x="2858" y="3885"/>
                    <a:pt x="2979" y="3804"/>
                    <a:pt x="3077" y="3767"/>
                  </a:cubicBezTo>
                  <a:cubicBezTo>
                    <a:pt x="3118" y="3751"/>
                    <a:pt x="3149" y="3716"/>
                    <a:pt x="3193" y="3716"/>
                  </a:cubicBezTo>
                  <a:cubicBezTo>
                    <a:pt x="3207" y="3716"/>
                    <a:pt x="3222" y="3720"/>
                    <a:pt x="3240" y="3729"/>
                  </a:cubicBezTo>
                  <a:cubicBezTo>
                    <a:pt x="3360" y="4187"/>
                    <a:pt x="3381" y="4644"/>
                    <a:pt x="3300" y="5123"/>
                  </a:cubicBezTo>
                  <a:cubicBezTo>
                    <a:pt x="3218" y="5575"/>
                    <a:pt x="3033" y="5999"/>
                    <a:pt x="2973" y="6451"/>
                  </a:cubicBezTo>
                  <a:cubicBezTo>
                    <a:pt x="2668" y="7633"/>
                    <a:pt x="1846" y="8417"/>
                    <a:pt x="937" y="9135"/>
                  </a:cubicBezTo>
                  <a:cubicBezTo>
                    <a:pt x="589" y="9413"/>
                    <a:pt x="208" y="9647"/>
                    <a:pt x="1" y="10061"/>
                  </a:cubicBezTo>
                  <a:cubicBezTo>
                    <a:pt x="50" y="10066"/>
                    <a:pt x="99" y="10066"/>
                    <a:pt x="153" y="10066"/>
                  </a:cubicBezTo>
                  <a:cubicBezTo>
                    <a:pt x="208" y="10050"/>
                    <a:pt x="267" y="10039"/>
                    <a:pt x="316" y="10012"/>
                  </a:cubicBezTo>
                  <a:cubicBezTo>
                    <a:pt x="2118" y="9010"/>
                    <a:pt x="3305" y="7551"/>
                    <a:pt x="3675" y="5493"/>
                  </a:cubicBezTo>
                  <a:cubicBezTo>
                    <a:pt x="3784" y="4889"/>
                    <a:pt x="3871" y="4274"/>
                    <a:pt x="3605" y="3691"/>
                  </a:cubicBezTo>
                  <a:cubicBezTo>
                    <a:pt x="3512" y="3479"/>
                    <a:pt x="3528" y="3321"/>
                    <a:pt x="3643" y="3141"/>
                  </a:cubicBezTo>
                  <a:cubicBezTo>
                    <a:pt x="3839" y="2842"/>
                    <a:pt x="3975" y="2515"/>
                    <a:pt x="3937" y="2151"/>
                  </a:cubicBezTo>
                  <a:cubicBezTo>
                    <a:pt x="3850" y="1334"/>
                    <a:pt x="3430" y="664"/>
                    <a:pt x="2984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40"/>
            <p:cNvSpPr/>
            <p:nvPr/>
          </p:nvSpPr>
          <p:spPr>
            <a:xfrm>
              <a:off x="3173828" y="2103207"/>
              <a:ext cx="186412" cy="440027"/>
            </a:xfrm>
            <a:custGeom>
              <a:rect b="b" l="l" r="r" t="t"/>
              <a:pathLst>
                <a:path extrusionOk="0" h="6659" w="2821">
                  <a:moveTo>
                    <a:pt x="17" y="0"/>
                  </a:moveTo>
                  <a:cubicBezTo>
                    <a:pt x="1" y="213"/>
                    <a:pt x="11" y="360"/>
                    <a:pt x="131" y="479"/>
                  </a:cubicBezTo>
                  <a:cubicBezTo>
                    <a:pt x="170" y="552"/>
                    <a:pt x="230" y="607"/>
                    <a:pt x="300" y="607"/>
                  </a:cubicBezTo>
                  <a:cubicBezTo>
                    <a:pt x="309" y="607"/>
                    <a:pt x="318" y="606"/>
                    <a:pt x="327" y="605"/>
                  </a:cubicBezTo>
                  <a:cubicBezTo>
                    <a:pt x="435" y="580"/>
                    <a:pt x="541" y="570"/>
                    <a:pt x="646" y="570"/>
                  </a:cubicBezTo>
                  <a:cubicBezTo>
                    <a:pt x="1084" y="570"/>
                    <a:pt x="1496" y="749"/>
                    <a:pt x="1922" y="828"/>
                  </a:cubicBezTo>
                  <a:cubicBezTo>
                    <a:pt x="2309" y="899"/>
                    <a:pt x="2292" y="888"/>
                    <a:pt x="2162" y="1258"/>
                  </a:cubicBezTo>
                  <a:cubicBezTo>
                    <a:pt x="1852" y="2107"/>
                    <a:pt x="1514" y="2956"/>
                    <a:pt x="1460" y="3876"/>
                  </a:cubicBezTo>
                  <a:cubicBezTo>
                    <a:pt x="1405" y="4856"/>
                    <a:pt x="1764" y="5744"/>
                    <a:pt x="2135" y="6620"/>
                  </a:cubicBezTo>
                  <a:cubicBezTo>
                    <a:pt x="2164" y="6648"/>
                    <a:pt x="2185" y="6659"/>
                    <a:pt x="2200" y="6659"/>
                  </a:cubicBezTo>
                  <a:cubicBezTo>
                    <a:pt x="2241" y="6659"/>
                    <a:pt x="2247" y="6589"/>
                    <a:pt x="2271" y="6549"/>
                  </a:cubicBezTo>
                  <a:cubicBezTo>
                    <a:pt x="2298" y="6201"/>
                    <a:pt x="2298" y="5853"/>
                    <a:pt x="2189" y="5510"/>
                  </a:cubicBezTo>
                  <a:cubicBezTo>
                    <a:pt x="2069" y="5112"/>
                    <a:pt x="1977" y="4704"/>
                    <a:pt x="1944" y="4279"/>
                  </a:cubicBezTo>
                  <a:cubicBezTo>
                    <a:pt x="1873" y="3436"/>
                    <a:pt x="2140" y="2668"/>
                    <a:pt x="2407" y="1895"/>
                  </a:cubicBezTo>
                  <a:cubicBezTo>
                    <a:pt x="2505" y="1497"/>
                    <a:pt x="2559" y="1084"/>
                    <a:pt x="2750" y="708"/>
                  </a:cubicBezTo>
                  <a:cubicBezTo>
                    <a:pt x="2821" y="567"/>
                    <a:pt x="2690" y="567"/>
                    <a:pt x="2608" y="550"/>
                  </a:cubicBezTo>
                  <a:cubicBezTo>
                    <a:pt x="2205" y="463"/>
                    <a:pt x="1792" y="463"/>
                    <a:pt x="1400" y="332"/>
                  </a:cubicBezTo>
                  <a:cubicBezTo>
                    <a:pt x="1202" y="265"/>
                    <a:pt x="1001" y="168"/>
                    <a:pt x="796" y="168"/>
                  </a:cubicBezTo>
                  <a:cubicBezTo>
                    <a:pt x="736" y="168"/>
                    <a:pt x="676" y="177"/>
                    <a:pt x="616" y="196"/>
                  </a:cubicBezTo>
                  <a:cubicBezTo>
                    <a:pt x="535" y="224"/>
                    <a:pt x="462" y="240"/>
                    <a:pt x="394" y="240"/>
                  </a:cubicBezTo>
                  <a:cubicBezTo>
                    <a:pt x="251" y="240"/>
                    <a:pt x="131" y="170"/>
                    <a:pt x="17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40"/>
            <p:cNvSpPr/>
            <p:nvPr/>
          </p:nvSpPr>
          <p:spPr>
            <a:xfrm>
              <a:off x="3008692" y="1470751"/>
              <a:ext cx="287184" cy="264584"/>
            </a:xfrm>
            <a:custGeom>
              <a:rect b="b" l="l" r="r" t="t"/>
              <a:pathLst>
                <a:path extrusionOk="0" h="4004" w="4346">
                  <a:moveTo>
                    <a:pt x="153" y="1"/>
                  </a:moveTo>
                  <a:cubicBezTo>
                    <a:pt x="1" y="518"/>
                    <a:pt x="6" y="1030"/>
                    <a:pt x="72" y="1563"/>
                  </a:cubicBezTo>
                  <a:cubicBezTo>
                    <a:pt x="153" y="2189"/>
                    <a:pt x="257" y="2788"/>
                    <a:pt x="817" y="3164"/>
                  </a:cubicBezTo>
                  <a:cubicBezTo>
                    <a:pt x="1318" y="3501"/>
                    <a:pt x="1852" y="3801"/>
                    <a:pt x="2429" y="4002"/>
                  </a:cubicBezTo>
                  <a:cubicBezTo>
                    <a:pt x="2430" y="4003"/>
                    <a:pt x="2430" y="4003"/>
                    <a:pt x="2432" y="4003"/>
                  </a:cubicBezTo>
                  <a:cubicBezTo>
                    <a:pt x="2439" y="4003"/>
                    <a:pt x="2453" y="3989"/>
                    <a:pt x="2472" y="3975"/>
                  </a:cubicBezTo>
                  <a:cubicBezTo>
                    <a:pt x="2461" y="3812"/>
                    <a:pt x="2249" y="3708"/>
                    <a:pt x="2298" y="3545"/>
                  </a:cubicBezTo>
                  <a:cubicBezTo>
                    <a:pt x="2361" y="3536"/>
                    <a:pt x="2423" y="3533"/>
                    <a:pt x="2485" y="3533"/>
                  </a:cubicBezTo>
                  <a:cubicBezTo>
                    <a:pt x="2974" y="3533"/>
                    <a:pt x="3435" y="3767"/>
                    <a:pt x="3945" y="3767"/>
                  </a:cubicBezTo>
                  <a:cubicBezTo>
                    <a:pt x="4075" y="3767"/>
                    <a:pt x="4208" y="3752"/>
                    <a:pt x="4345" y="3714"/>
                  </a:cubicBezTo>
                  <a:cubicBezTo>
                    <a:pt x="3790" y="3218"/>
                    <a:pt x="3365" y="2696"/>
                    <a:pt x="3098" y="2059"/>
                  </a:cubicBezTo>
                  <a:lnTo>
                    <a:pt x="3098" y="2059"/>
                  </a:lnTo>
                  <a:cubicBezTo>
                    <a:pt x="2881" y="2619"/>
                    <a:pt x="3349" y="2951"/>
                    <a:pt x="3626" y="3420"/>
                  </a:cubicBezTo>
                  <a:cubicBezTo>
                    <a:pt x="3082" y="3245"/>
                    <a:pt x="2581" y="3294"/>
                    <a:pt x="2129" y="3066"/>
                  </a:cubicBezTo>
                  <a:cubicBezTo>
                    <a:pt x="2053" y="3026"/>
                    <a:pt x="1970" y="2902"/>
                    <a:pt x="1880" y="2902"/>
                  </a:cubicBezTo>
                  <a:cubicBezTo>
                    <a:pt x="1848" y="2902"/>
                    <a:pt x="1815" y="2917"/>
                    <a:pt x="1781" y="2957"/>
                  </a:cubicBezTo>
                  <a:cubicBezTo>
                    <a:pt x="1672" y="3088"/>
                    <a:pt x="1852" y="3202"/>
                    <a:pt x="1906" y="3327"/>
                  </a:cubicBezTo>
                  <a:cubicBezTo>
                    <a:pt x="1912" y="3338"/>
                    <a:pt x="1901" y="3360"/>
                    <a:pt x="1895" y="3403"/>
                  </a:cubicBezTo>
                  <a:cubicBezTo>
                    <a:pt x="1514" y="3245"/>
                    <a:pt x="1128" y="3077"/>
                    <a:pt x="888" y="2750"/>
                  </a:cubicBezTo>
                  <a:cubicBezTo>
                    <a:pt x="502" y="2211"/>
                    <a:pt x="251" y="1601"/>
                    <a:pt x="219" y="921"/>
                  </a:cubicBezTo>
                  <a:cubicBezTo>
                    <a:pt x="142" y="665"/>
                    <a:pt x="246" y="393"/>
                    <a:pt x="164" y="137"/>
                  </a:cubicBezTo>
                  <a:cubicBezTo>
                    <a:pt x="159" y="88"/>
                    <a:pt x="159" y="44"/>
                    <a:pt x="153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40"/>
            <p:cNvSpPr/>
            <p:nvPr/>
          </p:nvSpPr>
          <p:spPr>
            <a:xfrm>
              <a:off x="1144161" y="2906150"/>
              <a:ext cx="261941" cy="184694"/>
            </a:xfrm>
            <a:custGeom>
              <a:rect b="b" l="l" r="r" t="t"/>
              <a:pathLst>
                <a:path extrusionOk="0" h="2795" w="3964">
                  <a:moveTo>
                    <a:pt x="561" y="0"/>
                  </a:moveTo>
                  <a:cubicBezTo>
                    <a:pt x="458" y="289"/>
                    <a:pt x="349" y="572"/>
                    <a:pt x="251" y="860"/>
                  </a:cubicBezTo>
                  <a:cubicBezTo>
                    <a:pt x="88" y="1356"/>
                    <a:pt x="88" y="1878"/>
                    <a:pt x="17" y="2390"/>
                  </a:cubicBezTo>
                  <a:cubicBezTo>
                    <a:pt x="1" y="2526"/>
                    <a:pt x="33" y="2766"/>
                    <a:pt x="137" y="2788"/>
                  </a:cubicBezTo>
                  <a:cubicBezTo>
                    <a:pt x="162" y="2792"/>
                    <a:pt x="190" y="2795"/>
                    <a:pt x="218" y="2795"/>
                  </a:cubicBezTo>
                  <a:cubicBezTo>
                    <a:pt x="352" y="2795"/>
                    <a:pt x="505" y="2736"/>
                    <a:pt x="572" y="2570"/>
                  </a:cubicBezTo>
                  <a:cubicBezTo>
                    <a:pt x="594" y="2515"/>
                    <a:pt x="637" y="2472"/>
                    <a:pt x="670" y="2423"/>
                  </a:cubicBezTo>
                  <a:cubicBezTo>
                    <a:pt x="1193" y="1639"/>
                    <a:pt x="1890" y="1084"/>
                    <a:pt x="2804" y="828"/>
                  </a:cubicBezTo>
                  <a:cubicBezTo>
                    <a:pt x="3120" y="741"/>
                    <a:pt x="3430" y="654"/>
                    <a:pt x="3746" y="566"/>
                  </a:cubicBezTo>
                  <a:cubicBezTo>
                    <a:pt x="3811" y="523"/>
                    <a:pt x="3871" y="474"/>
                    <a:pt x="3964" y="409"/>
                  </a:cubicBezTo>
                  <a:cubicBezTo>
                    <a:pt x="3729" y="363"/>
                    <a:pt x="3511" y="338"/>
                    <a:pt x="3302" y="338"/>
                  </a:cubicBezTo>
                  <a:cubicBezTo>
                    <a:pt x="2387" y="338"/>
                    <a:pt x="1637" y="805"/>
                    <a:pt x="414" y="2015"/>
                  </a:cubicBezTo>
                  <a:cubicBezTo>
                    <a:pt x="436" y="1742"/>
                    <a:pt x="403" y="1503"/>
                    <a:pt x="458" y="1263"/>
                  </a:cubicBezTo>
                  <a:cubicBezTo>
                    <a:pt x="529" y="953"/>
                    <a:pt x="610" y="648"/>
                    <a:pt x="681" y="343"/>
                  </a:cubicBezTo>
                  <a:cubicBezTo>
                    <a:pt x="697" y="262"/>
                    <a:pt x="882" y="11"/>
                    <a:pt x="561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40"/>
            <p:cNvSpPr/>
            <p:nvPr/>
          </p:nvSpPr>
          <p:spPr>
            <a:xfrm>
              <a:off x="3460882" y="1802805"/>
              <a:ext cx="175310" cy="229364"/>
            </a:xfrm>
            <a:custGeom>
              <a:rect b="b" l="l" r="r" t="t"/>
              <a:pathLst>
                <a:path extrusionOk="0" h="3471" w="2653">
                  <a:moveTo>
                    <a:pt x="719" y="0"/>
                  </a:moveTo>
                  <a:cubicBezTo>
                    <a:pt x="360" y="0"/>
                    <a:pt x="528" y="341"/>
                    <a:pt x="436" y="507"/>
                  </a:cubicBezTo>
                  <a:cubicBezTo>
                    <a:pt x="266" y="464"/>
                    <a:pt x="262" y="240"/>
                    <a:pt x="84" y="240"/>
                  </a:cubicBezTo>
                  <a:cubicBezTo>
                    <a:pt x="80" y="240"/>
                    <a:pt x="76" y="240"/>
                    <a:pt x="72" y="240"/>
                  </a:cubicBezTo>
                  <a:cubicBezTo>
                    <a:pt x="1" y="371"/>
                    <a:pt x="34" y="496"/>
                    <a:pt x="110" y="605"/>
                  </a:cubicBezTo>
                  <a:cubicBezTo>
                    <a:pt x="551" y="1280"/>
                    <a:pt x="943" y="2004"/>
                    <a:pt x="1569" y="2543"/>
                  </a:cubicBezTo>
                  <a:cubicBezTo>
                    <a:pt x="1765" y="2712"/>
                    <a:pt x="1841" y="2859"/>
                    <a:pt x="1678" y="3098"/>
                  </a:cubicBezTo>
                  <a:cubicBezTo>
                    <a:pt x="1618" y="3185"/>
                    <a:pt x="1509" y="3349"/>
                    <a:pt x="1667" y="3441"/>
                  </a:cubicBezTo>
                  <a:cubicBezTo>
                    <a:pt x="1703" y="3461"/>
                    <a:pt x="1738" y="3470"/>
                    <a:pt x="1770" y="3470"/>
                  </a:cubicBezTo>
                  <a:cubicBezTo>
                    <a:pt x="1877" y="3470"/>
                    <a:pt x="1958" y="3373"/>
                    <a:pt x="2004" y="3272"/>
                  </a:cubicBezTo>
                  <a:cubicBezTo>
                    <a:pt x="2052" y="3164"/>
                    <a:pt x="2099" y="3117"/>
                    <a:pt x="2157" y="3117"/>
                  </a:cubicBezTo>
                  <a:cubicBezTo>
                    <a:pt x="2205" y="3117"/>
                    <a:pt x="2260" y="3148"/>
                    <a:pt x="2331" y="3202"/>
                  </a:cubicBezTo>
                  <a:cubicBezTo>
                    <a:pt x="2375" y="3236"/>
                    <a:pt x="2451" y="3330"/>
                    <a:pt x="2526" y="3330"/>
                  </a:cubicBezTo>
                  <a:cubicBezTo>
                    <a:pt x="2571" y="3330"/>
                    <a:pt x="2615" y="3296"/>
                    <a:pt x="2652" y="3196"/>
                  </a:cubicBezTo>
                  <a:cubicBezTo>
                    <a:pt x="2527" y="2995"/>
                    <a:pt x="2440" y="2739"/>
                    <a:pt x="2266" y="2603"/>
                  </a:cubicBezTo>
                  <a:cubicBezTo>
                    <a:pt x="1836" y="2265"/>
                    <a:pt x="1503" y="1841"/>
                    <a:pt x="1122" y="1465"/>
                  </a:cubicBezTo>
                  <a:cubicBezTo>
                    <a:pt x="850" y="1198"/>
                    <a:pt x="730" y="872"/>
                    <a:pt x="807" y="480"/>
                  </a:cubicBezTo>
                  <a:cubicBezTo>
                    <a:pt x="834" y="322"/>
                    <a:pt x="823" y="153"/>
                    <a:pt x="736" y="1"/>
                  </a:cubicBezTo>
                  <a:cubicBezTo>
                    <a:pt x="730" y="0"/>
                    <a:pt x="724" y="0"/>
                    <a:pt x="719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40"/>
            <p:cNvSpPr/>
            <p:nvPr/>
          </p:nvSpPr>
          <p:spPr>
            <a:xfrm>
              <a:off x="2940827" y="1908996"/>
              <a:ext cx="144187" cy="207689"/>
            </a:xfrm>
            <a:custGeom>
              <a:rect b="b" l="l" r="r" t="t"/>
              <a:pathLst>
                <a:path extrusionOk="0" h="3143" w="2182">
                  <a:moveTo>
                    <a:pt x="857" y="0"/>
                  </a:moveTo>
                  <a:cubicBezTo>
                    <a:pt x="834" y="0"/>
                    <a:pt x="806" y="5"/>
                    <a:pt x="772" y="16"/>
                  </a:cubicBezTo>
                  <a:cubicBezTo>
                    <a:pt x="429" y="865"/>
                    <a:pt x="440" y="1802"/>
                    <a:pt x="124" y="2662"/>
                  </a:cubicBezTo>
                  <a:cubicBezTo>
                    <a:pt x="82" y="2772"/>
                    <a:pt x="0" y="3143"/>
                    <a:pt x="361" y="3143"/>
                  </a:cubicBezTo>
                  <a:cubicBezTo>
                    <a:pt x="375" y="3143"/>
                    <a:pt x="391" y="3142"/>
                    <a:pt x="407" y="3141"/>
                  </a:cubicBezTo>
                  <a:cubicBezTo>
                    <a:pt x="576" y="2683"/>
                    <a:pt x="859" y="2292"/>
                    <a:pt x="1218" y="1840"/>
                  </a:cubicBezTo>
                  <a:lnTo>
                    <a:pt x="1218" y="1840"/>
                  </a:lnTo>
                  <a:cubicBezTo>
                    <a:pt x="810" y="1976"/>
                    <a:pt x="647" y="2243"/>
                    <a:pt x="413" y="2433"/>
                  </a:cubicBezTo>
                  <a:cubicBezTo>
                    <a:pt x="788" y="1584"/>
                    <a:pt x="1403" y="941"/>
                    <a:pt x="2182" y="441"/>
                  </a:cubicBezTo>
                  <a:cubicBezTo>
                    <a:pt x="2144" y="391"/>
                    <a:pt x="2094" y="369"/>
                    <a:pt x="2044" y="369"/>
                  </a:cubicBezTo>
                  <a:cubicBezTo>
                    <a:pt x="2028" y="369"/>
                    <a:pt x="2012" y="371"/>
                    <a:pt x="1997" y="375"/>
                  </a:cubicBezTo>
                  <a:cubicBezTo>
                    <a:pt x="1469" y="517"/>
                    <a:pt x="1169" y="958"/>
                    <a:pt x="799" y="1361"/>
                  </a:cubicBezTo>
                  <a:cubicBezTo>
                    <a:pt x="696" y="909"/>
                    <a:pt x="913" y="549"/>
                    <a:pt x="908" y="168"/>
                  </a:cubicBezTo>
                  <a:cubicBezTo>
                    <a:pt x="946" y="66"/>
                    <a:pt x="938" y="0"/>
                    <a:pt x="857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40"/>
            <p:cNvSpPr/>
            <p:nvPr/>
          </p:nvSpPr>
          <p:spPr>
            <a:xfrm>
              <a:off x="2955101" y="1474385"/>
              <a:ext cx="143988" cy="330730"/>
            </a:xfrm>
            <a:custGeom>
              <a:rect b="b" l="l" r="r" t="t"/>
              <a:pathLst>
                <a:path extrusionOk="0" h="5005" w="2179">
                  <a:moveTo>
                    <a:pt x="828" y="0"/>
                  </a:moveTo>
                  <a:lnTo>
                    <a:pt x="828" y="0"/>
                  </a:lnTo>
                  <a:cubicBezTo>
                    <a:pt x="425" y="730"/>
                    <a:pt x="60" y="1492"/>
                    <a:pt x="22" y="2319"/>
                  </a:cubicBezTo>
                  <a:cubicBezTo>
                    <a:pt x="1" y="2880"/>
                    <a:pt x="109" y="3474"/>
                    <a:pt x="676" y="3849"/>
                  </a:cubicBezTo>
                  <a:cubicBezTo>
                    <a:pt x="1024" y="4083"/>
                    <a:pt x="1421" y="4290"/>
                    <a:pt x="1552" y="4747"/>
                  </a:cubicBezTo>
                  <a:cubicBezTo>
                    <a:pt x="1673" y="4800"/>
                    <a:pt x="1667" y="5004"/>
                    <a:pt x="1832" y="5004"/>
                  </a:cubicBezTo>
                  <a:cubicBezTo>
                    <a:pt x="1839" y="5004"/>
                    <a:pt x="1845" y="5004"/>
                    <a:pt x="1852" y="5003"/>
                  </a:cubicBezTo>
                  <a:cubicBezTo>
                    <a:pt x="1835" y="4726"/>
                    <a:pt x="1835" y="4726"/>
                    <a:pt x="1503" y="4198"/>
                  </a:cubicBezTo>
                  <a:lnTo>
                    <a:pt x="1503" y="4198"/>
                  </a:lnTo>
                  <a:cubicBezTo>
                    <a:pt x="1721" y="4257"/>
                    <a:pt x="1917" y="4317"/>
                    <a:pt x="2178" y="4394"/>
                  </a:cubicBezTo>
                  <a:cubicBezTo>
                    <a:pt x="1939" y="4083"/>
                    <a:pt x="1661" y="3991"/>
                    <a:pt x="1389" y="3887"/>
                  </a:cubicBezTo>
                  <a:cubicBezTo>
                    <a:pt x="452" y="3539"/>
                    <a:pt x="60" y="2771"/>
                    <a:pt x="322" y="1786"/>
                  </a:cubicBezTo>
                  <a:cubicBezTo>
                    <a:pt x="485" y="1187"/>
                    <a:pt x="659" y="594"/>
                    <a:pt x="828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40"/>
            <p:cNvSpPr/>
            <p:nvPr/>
          </p:nvSpPr>
          <p:spPr>
            <a:xfrm>
              <a:off x="3402995" y="2045254"/>
              <a:ext cx="265906" cy="122248"/>
            </a:xfrm>
            <a:custGeom>
              <a:rect b="b" l="l" r="r" t="t"/>
              <a:pathLst>
                <a:path extrusionOk="0" h="1850" w="4024">
                  <a:moveTo>
                    <a:pt x="3898" y="1"/>
                  </a:moveTo>
                  <a:cubicBezTo>
                    <a:pt x="3719" y="1"/>
                    <a:pt x="3648" y="142"/>
                    <a:pt x="3550" y="262"/>
                  </a:cubicBezTo>
                  <a:cubicBezTo>
                    <a:pt x="3253" y="610"/>
                    <a:pt x="3015" y="1069"/>
                    <a:pt x="2497" y="1069"/>
                  </a:cubicBezTo>
                  <a:cubicBezTo>
                    <a:pt x="2407" y="1069"/>
                    <a:pt x="2308" y="1055"/>
                    <a:pt x="2200" y="1024"/>
                  </a:cubicBezTo>
                  <a:lnTo>
                    <a:pt x="2200" y="1024"/>
                  </a:lnTo>
                  <a:cubicBezTo>
                    <a:pt x="2227" y="1090"/>
                    <a:pt x="2238" y="1139"/>
                    <a:pt x="2265" y="1171"/>
                  </a:cubicBezTo>
                  <a:cubicBezTo>
                    <a:pt x="2428" y="1384"/>
                    <a:pt x="2418" y="1438"/>
                    <a:pt x="2118" y="1531"/>
                  </a:cubicBezTo>
                  <a:cubicBezTo>
                    <a:pt x="1984" y="1569"/>
                    <a:pt x="1853" y="1584"/>
                    <a:pt x="1726" y="1584"/>
                  </a:cubicBezTo>
                  <a:cubicBezTo>
                    <a:pt x="1402" y="1584"/>
                    <a:pt x="1095" y="1491"/>
                    <a:pt x="779" y="1460"/>
                  </a:cubicBezTo>
                  <a:cubicBezTo>
                    <a:pt x="635" y="1448"/>
                    <a:pt x="484" y="1396"/>
                    <a:pt x="338" y="1396"/>
                  </a:cubicBezTo>
                  <a:cubicBezTo>
                    <a:pt x="220" y="1396"/>
                    <a:pt x="105" y="1430"/>
                    <a:pt x="0" y="1547"/>
                  </a:cubicBezTo>
                  <a:cubicBezTo>
                    <a:pt x="539" y="1645"/>
                    <a:pt x="1073" y="1770"/>
                    <a:pt x="1612" y="1830"/>
                  </a:cubicBezTo>
                  <a:cubicBezTo>
                    <a:pt x="1715" y="1840"/>
                    <a:pt x="1818" y="1849"/>
                    <a:pt x="1922" y="1849"/>
                  </a:cubicBezTo>
                  <a:cubicBezTo>
                    <a:pt x="2155" y="1849"/>
                    <a:pt x="2388" y="1803"/>
                    <a:pt x="2619" y="1618"/>
                  </a:cubicBezTo>
                  <a:cubicBezTo>
                    <a:pt x="3005" y="1318"/>
                    <a:pt x="3272" y="899"/>
                    <a:pt x="3686" y="621"/>
                  </a:cubicBezTo>
                  <a:cubicBezTo>
                    <a:pt x="3833" y="518"/>
                    <a:pt x="4024" y="273"/>
                    <a:pt x="3898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40"/>
            <p:cNvSpPr/>
            <p:nvPr/>
          </p:nvSpPr>
          <p:spPr>
            <a:xfrm>
              <a:off x="3477468" y="1459517"/>
              <a:ext cx="72292" cy="294783"/>
            </a:xfrm>
            <a:custGeom>
              <a:rect b="b" l="l" r="r" t="t"/>
              <a:pathLst>
                <a:path extrusionOk="0" h="4461" w="1094">
                  <a:moveTo>
                    <a:pt x="993" y="0"/>
                  </a:moveTo>
                  <a:cubicBezTo>
                    <a:pt x="986" y="0"/>
                    <a:pt x="978" y="1"/>
                    <a:pt x="969" y="2"/>
                  </a:cubicBezTo>
                  <a:cubicBezTo>
                    <a:pt x="948" y="8"/>
                    <a:pt x="931" y="57"/>
                    <a:pt x="915" y="84"/>
                  </a:cubicBezTo>
                  <a:cubicBezTo>
                    <a:pt x="528" y="944"/>
                    <a:pt x="327" y="1853"/>
                    <a:pt x="370" y="2784"/>
                  </a:cubicBezTo>
                  <a:cubicBezTo>
                    <a:pt x="398" y="3328"/>
                    <a:pt x="409" y="3835"/>
                    <a:pt x="66" y="4286"/>
                  </a:cubicBezTo>
                  <a:cubicBezTo>
                    <a:pt x="33" y="4330"/>
                    <a:pt x="0" y="4390"/>
                    <a:pt x="66" y="4461"/>
                  </a:cubicBezTo>
                  <a:cubicBezTo>
                    <a:pt x="224" y="4439"/>
                    <a:pt x="289" y="4276"/>
                    <a:pt x="414" y="4199"/>
                  </a:cubicBezTo>
                  <a:cubicBezTo>
                    <a:pt x="675" y="3807"/>
                    <a:pt x="713" y="3377"/>
                    <a:pt x="697" y="2920"/>
                  </a:cubicBezTo>
                  <a:cubicBezTo>
                    <a:pt x="670" y="2359"/>
                    <a:pt x="681" y="1799"/>
                    <a:pt x="833" y="1249"/>
                  </a:cubicBezTo>
                  <a:cubicBezTo>
                    <a:pt x="931" y="884"/>
                    <a:pt x="980" y="514"/>
                    <a:pt x="1040" y="144"/>
                  </a:cubicBezTo>
                  <a:cubicBezTo>
                    <a:pt x="1050" y="103"/>
                    <a:pt x="1094" y="0"/>
                    <a:pt x="993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40"/>
            <p:cNvSpPr/>
            <p:nvPr/>
          </p:nvSpPr>
          <p:spPr>
            <a:xfrm>
              <a:off x="3203828" y="1575819"/>
              <a:ext cx="156742" cy="127336"/>
            </a:xfrm>
            <a:custGeom>
              <a:rect b="b" l="l" r="r" t="t"/>
              <a:pathLst>
                <a:path extrusionOk="0" h="1927" w="2372">
                  <a:moveTo>
                    <a:pt x="66" y="0"/>
                  </a:moveTo>
                  <a:cubicBezTo>
                    <a:pt x="0" y="0"/>
                    <a:pt x="49" y="113"/>
                    <a:pt x="53" y="169"/>
                  </a:cubicBezTo>
                  <a:cubicBezTo>
                    <a:pt x="314" y="414"/>
                    <a:pt x="581" y="648"/>
                    <a:pt x="902" y="823"/>
                  </a:cubicBezTo>
                  <a:cubicBezTo>
                    <a:pt x="1321" y="1051"/>
                    <a:pt x="1719" y="1318"/>
                    <a:pt x="1985" y="1737"/>
                  </a:cubicBezTo>
                  <a:cubicBezTo>
                    <a:pt x="2034" y="1808"/>
                    <a:pt x="2105" y="1926"/>
                    <a:pt x="2191" y="1926"/>
                  </a:cubicBezTo>
                  <a:cubicBezTo>
                    <a:pt x="2211" y="1926"/>
                    <a:pt x="2231" y="1920"/>
                    <a:pt x="2252" y="1906"/>
                  </a:cubicBezTo>
                  <a:cubicBezTo>
                    <a:pt x="2372" y="1830"/>
                    <a:pt x="2301" y="1677"/>
                    <a:pt x="2236" y="1563"/>
                  </a:cubicBezTo>
                  <a:cubicBezTo>
                    <a:pt x="2214" y="1525"/>
                    <a:pt x="2187" y="1481"/>
                    <a:pt x="2165" y="1443"/>
                  </a:cubicBezTo>
                  <a:cubicBezTo>
                    <a:pt x="1648" y="752"/>
                    <a:pt x="869" y="420"/>
                    <a:pt x="145" y="28"/>
                  </a:cubicBezTo>
                  <a:cubicBezTo>
                    <a:pt x="109" y="8"/>
                    <a:pt x="83" y="0"/>
                    <a:pt x="66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40"/>
            <p:cNvSpPr/>
            <p:nvPr/>
          </p:nvSpPr>
          <p:spPr>
            <a:xfrm>
              <a:off x="2919880" y="1802408"/>
              <a:ext cx="149341" cy="95089"/>
            </a:xfrm>
            <a:custGeom>
              <a:rect b="b" l="l" r="r" t="t"/>
              <a:pathLst>
                <a:path extrusionOk="0" h="1439" w="2260">
                  <a:moveTo>
                    <a:pt x="1964" y="1"/>
                  </a:moveTo>
                  <a:cubicBezTo>
                    <a:pt x="1726" y="1"/>
                    <a:pt x="1499" y="57"/>
                    <a:pt x="1301" y="192"/>
                  </a:cubicBezTo>
                  <a:cubicBezTo>
                    <a:pt x="844" y="491"/>
                    <a:pt x="430" y="845"/>
                    <a:pt x="22" y="1215"/>
                  </a:cubicBezTo>
                  <a:cubicBezTo>
                    <a:pt x="14" y="1320"/>
                    <a:pt x="1" y="1439"/>
                    <a:pt x="81" y="1439"/>
                  </a:cubicBezTo>
                  <a:cubicBezTo>
                    <a:pt x="113" y="1439"/>
                    <a:pt x="160" y="1420"/>
                    <a:pt x="229" y="1373"/>
                  </a:cubicBezTo>
                  <a:cubicBezTo>
                    <a:pt x="479" y="1204"/>
                    <a:pt x="757" y="1057"/>
                    <a:pt x="969" y="840"/>
                  </a:cubicBezTo>
                  <a:cubicBezTo>
                    <a:pt x="1268" y="535"/>
                    <a:pt x="1563" y="272"/>
                    <a:pt x="2000" y="272"/>
                  </a:cubicBezTo>
                  <a:cubicBezTo>
                    <a:pt x="2040" y="272"/>
                    <a:pt x="2081" y="274"/>
                    <a:pt x="2123" y="279"/>
                  </a:cubicBezTo>
                  <a:cubicBezTo>
                    <a:pt x="2135" y="281"/>
                    <a:pt x="2147" y="282"/>
                    <a:pt x="2160" y="282"/>
                  </a:cubicBezTo>
                  <a:cubicBezTo>
                    <a:pt x="2207" y="282"/>
                    <a:pt x="2255" y="264"/>
                    <a:pt x="2259" y="208"/>
                  </a:cubicBezTo>
                  <a:cubicBezTo>
                    <a:pt x="2259" y="170"/>
                    <a:pt x="2216" y="126"/>
                    <a:pt x="2178" y="99"/>
                  </a:cubicBezTo>
                  <a:cubicBezTo>
                    <a:pt x="2123" y="61"/>
                    <a:pt x="2058" y="34"/>
                    <a:pt x="1998" y="1"/>
                  </a:cubicBezTo>
                  <a:cubicBezTo>
                    <a:pt x="1987" y="1"/>
                    <a:pt x="1976" y="1"/>
                    <a:pt x="1964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40"/>
            <p:cNvSpPr/>
            <p:nvPr/>
          </p:nvSpPr>
          <p:spPr>
            <a:xfrm>
              <a:off x="3352245" y="1620621"/>
              <a:ext cx="99384" cy="110023"/>
            </a:xfrm>
            <a:custGeom>
              <a:rect b="b" l="l" r="r" t="t"/>
              <a:pathLst>
                <a:path extrusionOk="0" h="1665" w="1504">
                  <a:moveTo>
                    <a:pt x="147" y="1"/>
                  </a:moveTo>
                  <a:cubicBezTo>
                    <a:pt x="123" y="1"/>
                    <a:pt x="100" y="9"/>
                    <a:pt x="77" y="30"/>
                  </a:cubicBezTo>
                  <a:cubicBezTo>
                    <a:pt x="1" y="101"/>
                    <a:pt x="93" y="194"/>
                    <a:pt x="137" y="275"/>
                  </a:cubicBezTo>
                  <a:cubicBezTo>
                    <a:pt x="529" y="602"/>
                    <a:pt x="806" y="1016"/>
                    <a:pt x="1008" y="1489"/>
                  </a:cubicBezTo>
                  <a:cubicBezTo>
                    <a:pt x="1034" y="1552"/>
                    <a:pt x="1035" y="1664"/>
                    <a:pt x="1135" y="1664"/>
                  </a:cubicBezTo>
                  <a:cubicBezTo>
                    <a:pt x="1140" y="1664"/>
                    <a:pt x="1145" y="1664"/>
                    <a:pt x="1149" y="1663"/>
                  </a:cubicBezTo>
                  <a:cubicBezTo>
                    <a:pt x="1247" y="1647"/>
                    <a:pt x="1280" y="1538"/>
                    <a:pt x="1253" y="1467"/>
                  </a:cubicBezTo>
                  <a:cubicBezTo>
                    <a:pt x="1073" y="1081"/>
                    <a:pt x="1302" y="792"/>
                    <a:pt x="1443" y="471"/>
                  </a:cubicBezTo>
                  <a:cubicBezTo>
                    <a:pt x="1503" y="335"/>
                    <a:pt x="1465" y="161"/>
                    <a:pt x="1476" y="3"/>
                  </a:cubicBezTo>
                  <a:lnTo>
                    <a:pt x="1476" y="3"/>
                  </a:lnTo>
                  <a:cubicBezTo>
                    <a:pt x="1351" y="188"/>
                    <a:pt x="1296" y="390"/>
                    <a:pt x="1198" y="569"/>
                  </a:cubicBezTo>
                  <a:cubicBezTo>
                    <a:pt x="1141" y="676"/>
                    <a:pt x="1078" y="735"/>
                    <a:pt x="1016" y="735"/>
                  </a:cubicBezTo>
                  <a:cubicBezTo>
                    <a:pt x="954" y="735"/>
                    <a:pt x="893" y="677"/>
                    <a:pt x="839" y="553"/>
                  </a:cubicBezTo>
                  <a:cubicBezTo>
                    <a:pt x="709" y="357"/>
                    <a:pt x="502" y="237"/>
                    <a:pt x="322" y="96"/>
                  </a:cubicBezTo>
                  <a:cubicBezTo>
                    <a:pt x="264" y="49"/>
                    <a:pt x="204" y="1"/>
                    <a:pt x="147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40"/>
            <p:cNvSpPr/>
            <p:nvPr/>
          </p:nvSpPr>
          <p:spPr>
            <a:xfrm>
              <a:off x="2921267" y="1867233"/>
              <a:ext cx="146896" cy="52930"/>
            </a:xfrm>
            <a:custGeom>
              <a:rect b="b" l="l" r="r" t="t"/>
              <a:pathLst>
                <a:path extrusionOk="0" h="801" w="2223">
                  <a:moveTo>
                    <a:pt x="1757" y="1"/>
                  </a:moveTo>
                  <a:cubicBezTo>
                    <a:pt x="1087" y="1"/>
                    <a:pt x="507" y="245"/>
                    <a:pt x="1" y="708"/>
                  </a:cubicBezTo>
                  <a:cubicBezTo>
                    <a:pt x="52" y="723"/>
                    <a:pt x="101" y="730"/>
                    <a:pt x="149" y="730"/>
                  </a:cubicBezTo>
                  <a:cubicBezTo>
                    <a:pt x="357" y="730"/>
                    <a:pt x="540" y="606"/>
                    <a:pt x="730" y="545"/>
                  </a:cubicBezTo>
                  <a:cubicBezTo>
                    <a:pt x="789" y="527"/>
                    <a:pt x="840" y="515"/>
                    <a:pt x="884" y="515"/>
                  </a:cubicBezTo>
                  <a:cubicBezTo>
                    <a:pt x="962" y="515"/>
                    <a:pt x="1019" y="551"/>
                    <a:pt x="1068" y="648"/>
                  </a:cubicBezTo>
                  <a:cubicBezTo>
                    <a:pt x="1166" y="653"/>
                    <a:pt x="1199" y="713"/>
                    <a:pt x="1204" y="800"/>
                  </a:cubicBezTo>
                  <a:cubicBezTo>
                    <a:pt x="1248" y="751"/>
                    <a:pt x="1297" y="697"/>
                    <a:pt x="1340" y="648"/>
                  </a:cubicBezTo>
                  <a:cubicBezTo>
                    <a:pt x="1400" y="534"/>
                    <a:pt x="1286" y="457"/>
                    <a:pt x="1280" y="359"/>
                  </a:cubicBezTo>
                  <a:cubicBezTo>
                    <a:pt x="1509" y="234"/>
                    <a:pt x="1770" y="310"/>
                    <a:pt x="2004" y="234"/>
                  </a:cubicBezTo>
                  <a:cubicBezTo>
                    <a:pt x="2086" y="207"/>
                    <a:pt x="2222" y="240"/>
                    <a:pt x="2206" y="104"/>
                  </a:cubicBezTo>
                  <a:cubicBezTo>
                    <a:pt x="2195" y="22"/>
                    <a:pt x="2080" y="22"/>
                    <a:pt x="1999" y="11"/>
                  </a:cubicBezTo>
                  <a:cubicBezTo>
                    <a:pt x="1917" y="4"/>
                    <a:pt x="1836" y="1"/>
                    <a:pt x="1757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40"/>
            <p:cNvSpPr/>
            <p:nvPr/>
          </p:nvSpPr>
          <p:spPr>
            <a:xfrm>
              <a:off x="3454076" y="1448085"/>
              <a:ext cx="85706" cy="136059"/>
            </a:xfrm>
            <a:custGeom>
              <a:rect b="b" l="l" r="r" t="t"/>
              <a:pathLst>
                <a:path extrusionOk="0" h="2059" w="1297">
                  <a:moveTo>
                    <a:pt x="1260" y="1"/>
                  </a:moveTo>
                  <a:cubicBezTo>
                    <a:pt x="1253" y="1"/>
                    <a:pt x="1245" y="3"/>
                    <a:pt x="1236" y="6"/>
                  </a:cubicBezTo>
                  <a:cubicBezTo>
                    <a:pt x="1095" y="61"/>
                    <a:pt x="975" y="148"/>
                    <a:pt x="871" y="262"/>
                  </a:cubicBezTo>
                  <a:cubicBezTo>
                    <a:pt x="474" y="698"/>
                    <a:pt x="213" y="1209"/>
                    <a:pt x="0" y="1754"/>
                  </a:cubicBezTo>
                  <a:cubicBezTo>
                    <a:pt x="6" y="1852"/>
                    <a:pt x="11" y="1955"/>
                    <a:pt x="17" y="2059"/>
                  </a:cubicBezTo>
                  <a:cubicBezTo>
                    <a:pt x="420" y="1411"/>
                    <a:pt x="686" y="692"/>
                    <a:pt x="1214" y="132"/>
                  </a:cubicBezTo>
                  <a:cubicBezTo>
                    <a:pt x="1236" y="104"/>
                    <a:pt x="1263" y="83"/>
                    <a:pt x="1280" y="55"/>
                  </a:cubicBezTo>
                  <a:cubicBezTo>
                    <a:pt x="1297" y="22"/>
                    <a:pt x="1284" y="1"/>
                    <a:pt x="1260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40"/>
            <p:cNvSpPr/>
            <p:nvPr/>
          </p:nvSpPr>
          <p:spPr>
            <a:xfrm>
              <a:off x="2973471" y="2110740"/>
              <a:ext cx="30992" cy="121653"/>
            </a:xfrm>
            <a:custGeom>
              <a:rect b="b" l="l" r="r" t="t"/>
              <a:pathLst>
                <a:path extrusionOk="0" h="1841" w="469">
                  <a:moveTo>
                    <a:pt x="160" y="1"/>
                  </a:moveTo>
                  <a:cubicBezTo>
                    <a:pt x="157" y="1"/>
                    <a:pt x="155" y="1"/>
                    <a:pt x="153" y="1"/>
                  </a:cubicBezTo>
                  <a:cubicBezTo>
                    <a:pt x="0" y="1"/>
                    <a:pt x="93" y="240"/>
                    <a:pt x="55" y="365"/>
                  </a:cubicBezTo>
                  <a:cubicBezTo>
                    <a:pt x="60" y="436"/>
                    <a:pt x="60" y="502"/>
                    <a:pt x="66" y="572"/>
                  </a:cubicBezTo>
                  <a:cubicBezTo>
                    <a:pt x="185" y="997"/>
                    <a:pt x="120" y="1481"/>
                    <a:pt x="468" y="1841"/>
                  </a:cubicBezTo>
                  <a:cubicBezTo>
                    <a:pt x="425" y="1345"/>
                    <a:pt x="354" y="855"/>
                    <a:pt x="272" y="365"/>
                  </a:cubicBezTo>
                  <a:cubicBezTo>
                    <a:pt x="251" y="236"/>
                    <a:pt x="357" y="1"/>
                    <a:pt x="160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4" name="Google Shape;2274;p40"/>
            <p:cNvSpPr/>
            <p:nvPr/>
          </p:nvSpPr>
          <p:spPr>
            <a:xfrm>
              <a:off x="853868" y="1909327"/>
              <a:ext cx="17313" cy="60860"/>
            </a:xfrm>
            <a:custGeom>
              <a:rect b="b" l="l" r="r" t="t"/>
              <a:pathLst>
                <a:path extrusionOk="0" h="921" w="262">
                  <a:moveTo>
                    <a:pt x="202" y="0"/>
                  </a:moveTo>
                  <a:cubicBezTo>
                    <a:pt x="0" y="283"/>
                    <a:pt x="6" y="599"/>
                    <a:pt x="60" y="920"/>
                  </a:cubicBezTo>
                  <a:cubicBezTo>
                    <a:pt x="262" y="675"/>
                    <a:pt x="180" y="370"/>
                    <a:pt x="223" y="87"/>
                  </a:cubicBezTo>
                  <a:cubicBezTo>
                    <a:pt x="218" y="60"/>
                    <a:pt x="213" y="27"/>
                    <a:pt x="202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5" name="Google Shape;2275;p40"/>
            <p:cNvSpPr/>
            <p:nvPr/>
          </p:nvSpPr>
          <p:spPr>
            <a:xfrm>
              <a:off x="3016952" y="1479738"/>
              <a:ext cx="8723" cy="51873"/>
            </a:xfrm>
            <a:custGeom>
              <a:rect b="b" l="l" r="r" t="t"/>
              <a:pathLst>
                <a:path extrusionOk="0" h="785" w="132">
                  <a:moveTo>
                    <a:pt x="39" y="1"/>
                  </a:moveTo>
                  <a:lnTo>
                    <a:pt x="39" y="1"/>
                  </a:lnTo>
                  <a:cubicBezTo>
                    <a:pt x="1" y="262"/>
                    <a:pt x="17" y="529"/>
                    <a:pt x="94" y="785"/>
                  </a:cubicBezTo>
                  <a:cubicBezTo>
                    <a:pt x="115" y="518"/>
                    <a:pt x="132" y="257"/>
                    <a:pt x="39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6" name="Google Shape;2276;p40"/>
            <p:cNvSpPr/>
            <p:nvPr/>
          </p:nvSpPr>
          <p:spPr>
            <a:xfrm>
              <a:off x="1895696" y="3004015"/>
              <a:ext cx="842916" cy="871397"/>
            </a:xfrm>
            <a:custGeom>
              <a:rect b="b" l="l" r="r" t="t"/>
              <a:pathLst>
                <a:path extrusionOk="0" h="13187" w="12756">
                  <a:moveTo>
                    <a:pt x="10642" y="0"/>
                  </a:moveTo>
                  <a:cubicBezTo>
                    <a:pt x="10479" y="0"/>
                    <a:pt x="10307" y="31"/>
                    <a:pt x="10120" y="109"/>
                  </a:cubicBezTo>
                  <a:cubicBezTo>
                    <a:pt x="9391" y="419"/>
                    <a:pt x="8580" y="534"/>
                    <a:pt x="7807" y="746"/>
                  </a:cubicBezTo>
                  <a:cubicBezTo>
                    <a:pt x="7159" y="920"/>
                    <a:pt x="6478" y="1029"/>
                    <a:pt x="5890" y="1339"/>
                  </a:cubicBezTo>
                  <a:cubicBezTo>
                    <a:pt x="4960" y="1835"/>
                    <a:pt x="4225" y="2581"/>
                    <a:pt x="3658" y="3462"/>
                  </a:cubicBezTo>
                  <a:cubicBezTo>
                    <a:pt x="3081" y="4366"/>
                    <a:pt x="2624" y="5341"/>
                    <a:pt x="2216" y="6331"/>
                  </a:cubicBezTo>
                  <a:cubicBezTo>
                    <a:pt x="1829" y="7284"/>
                    <a:pt x="1361" y="8188"/>
                    <a:pt x="855" y="9081"/>
                  </a:cubicBezTo>
                  <a:cubicBezTo>
                    <a:pt x="272" y="10115"/>
                    <a:pt x="0" y="11226"/>
                    <a:pt x="441" y="12401"/>
                  </a:cubicBezTo>
                  <a:cubicBezTo>
                    <a:pt x="534" y="12646"/>
                    <a:pt x="604" y="12891"/>
                    <a:pt x="681" y="13136"/>
                  </a:cubicBezTo>
                  <a:cubicBezTo>
                    <a:pt x="700" y="13170"/>
                    <a:pt x="723" y="13186"/>
                    <a:pt x="757" y="13186"/>
                  </a:cubicBezTo>
                  <a:cubicBezTo>
                    <a:pt x="762" y="13186"/>
                    <a:pt x="768" y="13186"/>
                    <a:pt x="773" y="13185"/>
                  </a:cubicBezTo>
                  <a:cubicBezTo>
                    <a:pt x="817" y="13158"/>
                    <a:pt x="849" y="13125"/>
                    <a:pt x="860" y="13076"/>
                  </a:cubicBezTo>
                  <a:cubicBezTo>
                    <a:pt x="1045" y="12233"/>
                    <a:pt x="1415" y="11454"/>
                    <a:pt x="1709" y="10648"/>
                  </a:cubicBezTo>
                  <a:cubicBezTo>
                    <a:pt x="1993" y="9892"/>
                    <a:pt x="2330" y="9173"/>
                    <a:pt x="2836" y="8547"/>
                  </a:cubicBezTo>
                  <a:cubicBezTo>
                    <a:pt x="3337" y="7932"/>
                    <a:pt x="3359" y="7899"/>
                    <a:pt x="2972" y="7219"/>
                  </a:cubicBezTo>
                  <a:cubicBezTo>
                    <a:pt x="2820" y="6957"/>
                    <a:pt x="2678" y="6696"/>
                    <a:pt x="2657" y="6342"/>
                  </a:cubicBezTo>
                  <a:lnTo>
                    <a:pt x="2657" y="6342"/>
                  </a:lnTo>
                  <a:cubicBezTo>
                    <a:pt x="2934" y="6827"/>
                    <a:pt x="3092" y="7328"/>
                    <a:pt x="3468" y="7698"/>
                  </a:cubicBezTo>
                  <a:cubicBezTo>
                    <a:pt x="3963" y="7660"/>
                    <a:pt x="4159" y="7268"/>
                    <a:pt x="4328" y="6903"/>
                  </a:cubicBezTo>
                  <a:cubicBezTo>
                    <a:pt x="4557" y="6413"/>
                    <a:pt x="4851" y="5988"/>
                    <a:pt x="5243" y="5624"/>
                  </a:cubicBezTo>
                  <a:cubicBezTo>
                    <a:pt x="5792" y="5117"/>
                    <a:pt x="6250" y="4540"/>
                    <a:pt x="6593" y="3871"/>
                  </a:cubicBezTo>
                  <a:cubicBezTo>
                    <a:pt x="6642" y="3773"/>
                    <a:pt x="6669" y="3648"/>
                    <a:pt x="6816" y="3631"/>
                  </a:cubicBezTo>
                  <a:cubicBezTo>
                    <a:pt x="6903" y="3740"/>
                    <a:pt x="6930" y="3871"/>
                    <a:pt x="6974" y="3991"/>
                  </a:cubicBezTo>
                  <a:cubicBezTo>
                    <a:pt x="7077" y="4312"/>
                    <a:pt x="7246" y="4589"/>
                    <a:pt x="7513" y="4802"/>
                  </a:cubicBezTo>
                  <a:cubicBezTo>
                    <a:pt x="7576" y="4853"/>
                    <a:pt x="7636" y="4924"/>
                    <a:pt x="7717" y="4924"/>
                  </a:cubicBezTo>
                  <a:cubicBezTo>
                    <a:pt x="7747" y="4924"/>
                    <a:pt x="7780" y="4914"/>
                    <a:pt x="7818" y="4889"/>
                  </a:cubicBezTo>
                  <a:cubicBezTo>
                    <a:pt x="7856" y="4698"/>
                    <a:pt x="7703" y="4595"/>
                    <a:pt x="7622" y="4453"/>
                  </a:cubicBezTo>
                  <a:cubicBezTo>
                    <a:pt x="7377" y="4034"/>
                    <a:pt x="7039" y="3648"/>
                    <a:pt x="7132" y="3125"/>
                  </a:cubicBezTo>
                  <a:lnTo>
                    <a:pt x="7132" y="3125"/>
                  </a:lnTo>
                  <a:cubicBezTo>
                    <a:pt x="7344" y="3751"/>
                    <a:pt x="7763" y="4274"/>
                    <a:pt x="8188" y="4791"/>
                  </a:cubicBezTo>
                  <a:cubicBezTo>
                    <a:pt x="8254" y="4869"/>
                    <a:pt x="8321" y="4903"/>
                    <a:pt x="8386" y="4903"/>
                  </a:cubicBezTo>
                  <a:cubicBezTo>
                    <a:pt x="8471" y="4903"/>
                    <a:pt x="8552" y="4844"/>
                    <a:pt x="8623" y="4742"/>
                  </a:cubicBezTo>
                  <a:cubicBezTo>
                    <a:pt x="8836" y="4442"/>
                    <a:pt x="9086" y="4176"/>
                    <a:pt x="9353" y="3931"/>
                  </a:cubicBezTo>
                  <a:cubicBezTo>
                    <a:pt x="9610" y="3694"/>
                    <a:pt x="9844" y="3595"/>
                    <a:pt x="10174" y="3595"/>
                  </a:cubicBezTo>
                  <a:cubicBezTo>
                    <a:pt x="10207" y="3595"/>
                    <a:pt x="10242" y="3597"/>
                    <a:pt x="10278" y="3599"/>
                  </a:cubicBezTo>
                  <a:cubicBezTo>
                    <a:pt x="9679" y="3822"/>
                    <a:pt x="9200" y="4165"/>
                    <a:pt x="8852" y="4682"/>
                  </a:cubicBezTo>
                  <a:cubicBezTo>
                    <a:pt x="8569" y="5101"/>
                    <a:pt x="8547" y="5248"/>
                    <a:pt x="8819" y="5678"/>
                  </a:cubicBezTo>
                  <a:cubicBezTo>
                    <a:pt x="9429" y="6653"/>
                    <a:pt x="9886" y="7698"/>
                    <a:pt x="10208" y="8803"/>
                  </a:cubicBezTo>
                  <a:cubicBezTo>
                    <a:pt x="10474" y="9728"/>
                    <a:pt x="10512" y="10594"/>
                    <a:pt x="9761" y="11334"/>
                  </a:cubicBezTo>
                  <a:cubicBezTo>
                    <a:pt x="9685" y="11405"/>
                    <a:pt x="9576" y="11492"/>
                    <a:pt x="9652" y="11634"/>
                  </a:cubicBezTo>
                  <a:cubicBezTo>
                    <a:pt x="9665" y="11634"/>
                    <a:pt x="9678" y="11634"/>
                    <a:pt x="9691" y="11634"/>
                  </a:cubicBezTo>
                  <a:cubicBezTo>
                    <a:pt x="10006" y="11634"/>
                    <a:pt x="10271" y="11506"/>
                    <a:pt x="10507" y="11302"/>
                  </a:cubicBezTo>
                  <a:cubicBezTo>
                    <a:pt x="10491" y="11144"/>
                    <a:pt x="10632" y="11117"/>
                    <a:pt x="10719" y="11051"/>
                  </a:cubicBezTo>
                  <a:cubicBezTo>
                    <a:pt x="11084" y="10795"/>
                    <a:pt x="11498" y="10616"/>
                    <a:pt x="11863" y="10360"/>
                  </a:cubicBezTo>
                  <a:cubicBezTo>
                    <a:pt x="12674" y="9788"/>
                    <a:pt x="12755" y="9511"/>
                    <a:pt x="12374" y="8612"/>
                  </a:cubicBezTo>
                  <a:cubicBezTo>
                    <a:pt x="12352" y="8558"/>
                    <a:pt x="12325" y="8504"/>
                    <a:pt x="12303" y="8449"/>
                  </a:cubicBezTo>
                  <a:cubicBezTo>
                    <a:pt x="11901" y="7458"/>
                    <a:pt x="11574" y="6446"/>
                    <a:pt x="11400" y="5384"/>
                  </a:cubicBezTo>
                  <a:cubicBezTo>
                    <a:pt x="11378" y="5243"/>
                    <a:pt x="11394" y="5128"/>
                    <a:pt x="11503" y="5036"/>
                  </a:cubicBezTo>
                  <a:cubicBezTo>
                    <a:pt x="11541" y="4807"/>
                    <a:pt x="11362" y="4644"/>
                    <a:pt x="11324" y="4442"/>
                  </a:cubicBezTo>
                  <a:cubicBezTo>
                    <a:pt x="11039" y="4312"/>
                    <a:pt x="10744" y="4291"/>
                    <a:pt x="10447" y="4291"/>
                  </a:cubicBezTo>
                  <a:cubicBezTo>
                    <a:pt x="10309" y="4291"/>
                    <a:pt x="10169" y="4296"/>
                    <a:pt x="10031" y="4296"/>
                  </a:cubicBezTo>
                  <a:cubicBezTo>
                    <a:pt x="9909" y="4296"/>
                    <a:pt x="9788" y="4292"/>
                    <a:pt x="9669" y="4279"/>
                  </a:cubicBezTo>
                  <a:cubicBezTo>
                    <a:pt x="9899" y="4227"/>
                    <a:pt x="10132" y="4211"/>
                    <a:pt x="10366" y="4211"/>
                  </a:cubicBezTo>
                  <a:cubicBezTo>
                    <a:pt x="10548" y="4211"/>
                    <a:pt x="10729" y="4221"/>
                    <a:pt x="10910" y="4230"/>
                  </a:cubicBezTo>
                  <a:cubicBezTo>
                    <a:pt x="10972" y="4233"/>
                    <a:pt x="11036" y="4248"/>
                    <a:pt x="11098" y="4248"/>
                  </a:cubicBezTo>
                  <a:cubicBezTo>
                    <a:pt x="11160" y="4248"/>
                    <a:pt x="11220" y="4233"/>
                    <a:pt x="11275" y="4176"/>
                  </a:cubicBezTo>
                  <a:cubicBezTo>
                    <a:pt x="11569" y="3321"/>
                    <a:pt x="11677" y="2417"/>
                    <a:pt x="11971" y="1557"/>
                  </a:cubicBezTo>
                  <a:cubicBezTo>
                    <a:pt x="12075" y="1263"/>
                    <a:pt x="12260" y="931"/>
                    <a:pt x="11917" y="648"/>
                  </a:cubicBezTo>
                  <a:cubicBezTo>
                    <a:pt x="11890" y="626"/>
                    <a:pt x="11912" y="555"/>
                    <a:pt x="11912" y="506"/>
                  </a:cubicBezTo>
                  <a:cubicBezTo>
                    <a:pt x="11890" y="403"/>
                    <a:pt x="11808" y="348"/>
                    <a:pt x="11721" y="310"/>
                  </a:cubicBezTo>
                  <a:cubicBezTo>
                    <a:pt x="11362" y="173"/>
                    <a:pt x="11026" y="0"/>
                    <a:pt x="10642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7" name="Google Shape;2277;p40"/>
            <p:cNvSpPr/>
            <p:nvPr/>
          </p:nvSpPr>
          <p:spPr>
            <a:xfrm>
              <a:off x="2032747" y="1748487"/>
              <a:ext cx="1001178" cy="751330"/>
            </a:xfrm>
            <a:custGeom>
              <a:rect b="b" l="l" r="r" t="t"/>
              <a:pathLst>
                <a:path extrusionOk="0" h="11370" w="15151">
                  <a:moveTo>
                    <a:pt x="99" y="1"/>
                  </a:moveTo>
                  <a:cubicBezTo>
                    <a:pt x="69" y="1"/>
                    <a:pt x="36" y="10"/>
                    <a:pt x="0" y="33"/>
                  </a:cubicBezTo>
                  <a:cubicBezTo>
                    <a:pt x="164" y="278"/>
                    <a:pt x="332" y="523"/>
                    <a:pt x="561" y="708"/>
                  </a:cubicBezTo>
                  <a:cubicBezTo>
                    <a:pt x="1383" y="1351"/>
                    <a:pt x="2118" y="2086"/>
                    <a:pt x="2956" y="2712"/>
                  </a:cubicBezTo>
                  <a:cubicBezTo>
                    <a:pt x="3838" y="3365"/>
                    <a:pt x="4459" y="4274"/>
                    <a:pt x="5047" y="5194"/>
                  </a:cubicBezTo>
                  <a:cubicBezTo>
                    <a:pt x="5749" y="6283"/>
                    <a:pt x="6560" y="7252"/>
                    <a:pt x="7682" y="7932"/>
                  </a:cubicBezTo>
                  <a:cubicBezTo>
                    <a:pt x="7785" y="7998"/>
                    <a:pt x="7987" y="7992"/>
                    <a:pt x="7987" y="8188"/>
                  </a:cubicBezTo>
                  <a:cubicBezTo>
                    <a:pt x="8003" y="8352"/>
                    <a:pt x="8144" y="8379"/>
                    <a:pt x="8253" y="8439"/>
                  </a:cubicBezTo>
                  <a:cubicBezTo>
                    <a:pt x="9026" y="8847"/>
                    <a:pt x="9821" y="9217"/>
                    <a:pt x="10529" y="9740"/>
                  </a:cubicBezTo>
                  <a:cubicBezTo>
                    <a:pt x="10580" y="9779"/>
                    <a:pt x="10632" y="9821"/>
                    <a:pt x="10697" y="9821"/>
                  </a:cubicBezTo>
                  <a:cubicBezTo>
                    <a:pt x="10714" y="9821"/>
                    <a:pt x="10733" y="9818"/>
                    <a:pt x="10752" y="9811"/>
                  </a:cubicBezTo>
                  <a:cubicBezTo>
                    <a:pt x="10785" y="9760"/>
                    <a:pt x="10820" y="9742"/>
                    <a:pt x="10859" y="9742"/>
                  </a:cubicBezTo>
                  <a:cubicBezTo>
                    <a:pt x="10892" y="9742"/>
                    <a:pt x="10927" y="9755"/>
                    <a:pt x="10964" y="9773"/>
                  </a:cubicBezTo>
                  <a:cubicBezTo>
                    <a:pt x="11803" y="10159"/>
                    <a:pt x="12668" y="10497"/>
                    <a:pt x="13458" y="10987"/>
                  </a:cubicBezTo>
                  <a:cubicBezTo>
                    <a:pt x="13758" y="11173"/>
                    <a:pt x="14062" y="11369"/>
                    <a:pt x="14435" y="11369"/>
                  </a:cubicBezTo>
                  <a:cubicBezTo>
                    <a:pt x="14475" y="11369"/>
                    <a:pt x="14516" y="11367"/>
                    <a:pt x="14557" y="11362"/>
                  </a:cubicBezTo>
                  <a:cubicBezTo>
                    <a:pt x="14721" y="11346"/>
                    <a:pt x="15151" y="11030"/>
                    <a:pt x="15102" y="10948"/>
                  </a:cubicBezTo>
                  <a:cubicBezTo>
                    <a:pt x="14939" y="10709"/>
                    <a:pt x="14917" y="10431"/>
                    <a:pt x="14862" y="10159"/>
                  </a:cubicBezTo>
                  <a:cubicBezTo>
                    <a:pt x="14834" y="10173"/>
                    <a:pt x="14808" y="10178"/>
                    <a:pt x="14784" y="10178"/>
                  </a:cubicBezTo>
                  <a:cubicBezTo>
                    <a:pt x="14703" y="10178"/>
                    <a:pt x="14644" y="10112"/>
                    <a:pt x="14585" y="10061"/>
                  </a:cubicBezTo>
                  <a:cubicBezTo>
                    <a:pt x="13703" y="9299"/>
                    <a:pt x="12685" y="8744"/>
                    <a:pt x="11656" y="8226"/>
                  </a:cubicBezTo>
                  <a:cubicBezTo>
                    <a:pt x="9897" y="7345"/>
                    <a:pt x="8291" y="6228"/>
                    <a:pt x="6740" y="5036"/>
                  </a:cubicBezTo>
                  <a:cubicBezTo>
                    <a:pt x="4600" y="3398"/>
                    <a:pt x="2406" y="1824"/>
                    <a:pt x="311" y="126"/>
                  </a:cubicBezTo>
                  <a:cubicBezTo>
                    <a:pt x="246" y="74"/>
                    <a:pt x="182" y="1"/>
                    <a:pt x="99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40"/>
            <p:cNvSpPr/>
            <p:nvPr/>
          </p:nvSpPr>
          <p:spPr>
            <a:xfrm>
              <a:off x="1729106" y="3081131"/>
              <a:ext cx="281765" cy="849987"/>
            </a:xfrm>
            <a:custGeom>
              <a:rect b="b" l="l" r="r" t="t"/>
              <a:pathLst>
                <a:path extrusionOk="0" h="12863" w="4264">
                  <a:moveTo>
                    <a:pt x="4047" y="0"/>
                  </a:moveTo>
                  <a:cubicBezTo>
                    <a:pt x="3966" y="0"/>
                    <a:pt x="3882" y="56"/>
                    <a:pt x="3806" y="85"/>
                  </a:cubicBezTo>
                  <a:cubicBezTo>
                    <a:pt x="3403" y="243"/>
                    <a:pt x="3131" y="542"/>
                    <a:pt x="2913" y="907"/>
                  </a:cubicBezTo>
                  <a:cubicBezTo>
                    <a:pt x="2765" y="1156"/>
                    <a:pt x="2636" y="1262"/>
                    <a:pt x="2455" y="1262"/>
                  </a:cubicBezTo>
                  <a:cubicBezTo>
                    <a:pt x="2363" y="1262"/>
                    <a:pt x="2258" y="1234"/>
                    <a:pt x="2129" y="1185"/>
                  </a:cubicBezTo>
                  <a:cubicBezTo>
                    <a:pt x="2004" y="1212"/>
                    <a:pt x="1879" y="1234"/>
                    <a:pt x="1753" y="1256"/>
                  </a:cubicBezTo>
                  <a:cubicBezTo>
                    <a:pt x="1775" y="1326"/>
                    <a:pt x="1906" y="1365"/>
                    <a:pt x="1851" y="1457"/>
                  </a:cubicBezTo>
                  <a:cubicBezTo>
                    <a:pt x="1828" y="1493"/>
                    <a:pt x="1801" y="1504"/>
                    <a:pt x="1773" y="1504"/>
                  </a:cubicBezTo>
                  <a:cubicBezTo>
                    <a:pt x="1726" y="1504"/>
                    <a:pt x="1675" y="1475"/>
                    <a:pt x="1628" y="1468"/>
                  </a:cubicBezTo>
                  <a:cubicBezTo>
                    <a:pt x="1410" y="1441"/>
                    <a:pt x="1334" y="1228"/>
                    <a:pt x="1165" y="1114"/>
                  </a:cubicBezTo>
                  <a:cubicBezTo>
                    <a:pt x="882" y="1599"/>
                    <a:pt x="643" y="2078"/>
                    <a:pt x="496" y="2595"/>
                  </a:cubicBezTo>
                  <a:cubicBezTo>
                    <a:pt x="637" y="2758"/>
                    <a:pt x="801" y="2905"/>
                    <a:pt x="1013" y="2943"/>
                  </a:cubicBezTo>
                  <a:cubicBezTo>
                    <a:pt x="1312" y="2992"/>
                    <a:pt x="1214" y="3112"/>
                    <a:pt x="1100" y="3264"/>
                  </a:cubicBezTo>
                  <a:cubicBezTo>
                    <a:pt x="409" y="4168"/>
                    <a:pt x="115" y="5186"/>
                    <a:pt x="267" y="6308"/>
                  </a:cubicBezTo>
                  <a:cubicBezTo>
                    <a:pt x="354" y="6977"/>
                    <a:pt x="289" y="7625"/>
                    <a:pt x="137" y="8267"/>
                  </a:cubicBezTo>
                  <a:cubicBezTo>
                    <a:pt x="66" y="8589"/>
                    <a:pt x="0" y="8915"/>
                    <a:pt x="60" y="9247"/>
                  </a:cubicBezTo>
                  <a:cubicBezTo>
                    <a:pt x="196" y="10015"/>
                    <a:pt x="343" y="10783"/>
                    <a:pt x="975" y="11338"/>
                  </a:cubicBezTo>
                  <a:cubicBezTo>
                    <a:pt x="1029" y="11387"/>
                    <a:pt x="1067" y="11447"/>
                    <a:pt x="1100" y="11507"/>
                  </a:cubicBezTo>
                  <a:cubicBezTo>
                    <a:pt x="1557" y="12307"/>
                    <a:pt x="2227" y="12781"/>
                    <a:pt x="3158" y="12862"/>
                  </a:cubicBezTo>
                  <a:cubicBezTo>
                    <a:pt x="3321" y="12590"/>
                    <a:pt x="3387" y="12312"/>
                    <a:pt x="3251" y="12007"/>
                  </a:cubicBezTo>
                  <a:lnTo>
                    <a:pt x="3245" y="12002"/>
                  </a:lnTo>
                  <a:cubicBezTo>
                    <a:pt x="3060" y="11964"/>
                    <a:pt x="2864" y="12024"/>
                    <a:pt x="2701" y="11888"/>
                  </a:cubicBezTo>
                  <a:cubicBezTo>
                    <a:pt x="2184" y="11463"/>
                    <a:pt x="1764" y="10962"/>
                    <a:pt x="1585" y="10298"/>
                  </a:cubicBezTo>
                  <a:cubicBezTo>
                    <a:pt x="1405" y="9634"/>
                    <a:pt x="1557" y="8981"/>
                    <a:pt x="1672" y="8338"/>
                  </a:cubicBezTo>
                  <a:cubicBezTo>
                    <a:pt x="1824" y="7473"/>
                    <a:pt x="1944" y="6618"/>
                    <a:pt x="1933" y="5736"/>
                  </a:cubicBezTo>
                  <a:cubicBezTo>
                    <a:pt x="1928" y="5257"/>
                    <a:pt x="1971" y="4729"/>
                    <a:pt x="2238" y="4337"/>
                  </a:cubicBezTo>
                  <a:cubicBezTo>
                    <a:pt x="2657" y="3727"/>
                    <a:pt x="2995" y="3052"/>
                    <a:pt x="3545" y="2540"/>
                  </a:cubicBezTo>
                  <a:cubicBezTo>
                    <a:pt x="3811" y="2285"/>
                    <a:pt x="3931" y="1991"/>
                    <a:pt x="3909" y="1626"/>
                  </a:cubicBezTo>
                  <a:cubicBezTo>
                    <a:pt x="3887" y="1196"/>
                    <a:pt x="3964" y="782"/>
                    <a:pt x="4138" y="385"/>
                  </a:cubicBezTo>
                  <a:cubicBezTo>
                    <a:pt x="4181" y="276"/>
                    <a:pt x="4263" y="156"/>
                    <a:pt x="4165" y="53"/>
                  </a:cubicBezTo>
                  <a:cubicBezTo>
                    <a:pt x="4127" y="14"/>
                    <a:pt x="4087" y="0"/>
                    <a:pt x="4047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40"/>
            <p:cNvSpPr/>
            <p:nvPr/>
          </p:nvSpPr>
          <p:spPr>
            <a:xfrm>
              <a:off x="1815804" y="2614405"/>
              <a:ext cx="1247260" cy="1266357"/>
            </a:xfrm>
            <a:custGeom>
              <a:rect b="b" l="l" r="r" t="t"/>
              <a:pathLst>
                <a:path extrusionOk="0" h="19164" w="18875">
                  <a:moveTo>
                    <a:pt x="18820" y="0"/>
                  </a:moveTo>
                  <a:cubicBezTo>
                    <a:pt x="18766" y="17"/>
                    <a:pt x="18717" y="17"/>
                    <a:pt x="18679" y="38"/>
                  </a:cubicBezTo>
                  <a:cubicBezTo>
                    <a:pt x="18347" y="245"/>
                    <a:pt x="18330" y="577"/>
                    <a:pt x="18347" y="915"/>
                  </a:cubicBezTo>
                  <a:cubicBezTo>
                    <a:pt x="18358" y="1100"/>
                    <a:pt x="18363" y="1263"/>
                    <a:pt x="18145" y="1350"/>
                  </a:cubicBezTo>
                  <a:cubicBezTo>
                    <a:pt x="17128" y="1748"/>
                    <a:pt x="16112" y="2200"/>
                    <a:pt x="15005" y="2200"/>
                  </a:cubicBezTo>
                  <a:cubicBezTo>
                    <a:pt x="14992" y="2200"/>
                    <a:pt x="14979" y="2200"/>
                    <a:pt x="14966" y="2200"/>
                  </a:cubicBezTo>
                  <a:cubicBezTo>
                    <a:pt x="14919" y="2199"/>
                    <a:pt x="14872" y="2199"/>
                    <a:pt x="14825" y="2199"/>
                  </a:cubicBezTo>
                  <a:cubicBezTo>
                    <a:pt x="13611" y="2199"/>
                    <a:pt x="12416" y="2334"/>
                    <a:pt x="11226" y="2575"/>
                  </a:cubicBezTo>
                  <a:cubicBezTo>
                    <a:pt x="10230" y="2777"/>
                    <a:pt x="9321" y="3158"/>
                    <a:pt x="8537" y="3816"/>
                  </a:cubicBezTo>
                  <a:cubicBezTo>
                    <a:pt x="8254" y="4056"/>
                    <a:pt x="8237" y="4230"/>
                    <a:pt x="8493" y="4492"/>
                  </a:cubicBezTo>
                  <a:cubicBezTo>
                    <a:pt x="8684" y="4688"/>
                    <a:pt x="8896" y="4851"/>
                    <a:pt x="9125" y="5003"/>
                  </a:cubicBezTo>
                  <a:cubicBezTo>
                    <a:pt x="9849" y="5471"/>
                    <a:pt x="10676" y="5651"/>
                    <a:pt x="11520" y="5874"/>
                  </a:cubicBezTo>
                  <a:cubicBezTo>
                    <a:pt x="11319" y="5902"/>
                    <a:pt x="11144" y="5918"/>
                    <a:pt x="10976" y="5945"/>
                  </a:cubicBezTo>
                  <a:cubicBezTo>
                    <a:pt x="10154" y="6076"/>
                    <a:pt x="9348" y="6315"/>
                    <a:pt x="8564" y="6577"/>
                  </a:cubicBezTo>
                  <a:cubicBezTo>
                    <a:pt x="7921" y="6794"/>
                    <a:pt x="7263" y="6941"/>
                    <a:pt x="6675" y="7339"/>
                  </a:cubicBezTo>
                  <a:cubicBezTo>
                    <a:pt x="4960" y="8487"/>
                    <a:pt x="4160" y="10289"/>
                    <a:pt x="3300" y="12037"/>
                  </a:cubicBezTo>
                  <a:cubicBezTo>
                    <a:pt x="2864" y="12919"/>
                    <a:pt x="2516" y="13844"/>
                    <a:pt x="1966" y="14672"/>
                  </a:cubicBezTo>
                  <a:cubicBezTo>
                    <a:pt x="1492" y="15390"/>
                    <a:pt x="1269" y="16207"/>
                    <a:pt x="1220" y="17067"/>
                  </a:cubicBezTo>
                  <a:cubicBezTo>
                    <a:pt x="1187" y="17655"/>
                    <a:pt x="1312" y="18205"/>
                    <a:pt x="1541" y="18749"/>
                  </a:cubicBezTo>
                  <a:cubicBezTo>
                    <a:pt x="1537" y="18750"/>
                    <a:pt x="1533" y="18750"/>
                    <a:pt x="1529" y="18750"/>
                  </a:cubicBezTo>
                  <a:cubicBezTo>
                    <a:pt x="1429" y="18750"/>
                    <a:pt x="1387" y="18688"/>
                    <a:pt x="1340" y="18646"/>
                  </a:cubicBezTo>
                  <a:cubicBezTo>
                    <a:pt x="496" y="17905"/>
                    <a:pt x="262" y="16975"/>
                    <a:pt x="474" y="15902"/>
                  </a:cubicBezTo>
                  <a:cubicBezTo>
                    <a:pt x="659" y="14933"/>
                    <a:pt x="850" y="13969"/>
                    <a:pt x="823" y="12973"/>
                  </a:cubicBezTo>
                  <a:cubicBezTo>
                    <a:pt x="806" y="12472"/>
                    <a:pt x="833" y="11917"/>
                    <a:pt x="1116" y="11503"/>
                  </a:cubicBezTo>
                  <a:cubicBezTo>
                    <a:pt x="1498" y="10943"/>
                    <a:pt x="1813" y="10322"/>
                    <a:pt x="2325" y="9865"/>
                  </a:cubicBezTo>
                  <a:cubicBezTo>
                    <a:pt x="2717" y="9511"/>
                    <a:pt x="2880" y="9081"/>
                    <a:pt x="2848" y="8575"/>
                  </a:cubicBezTo>
                  <a:cubicBezTo>
                    <a:pt x="2820" y="8085"/>
                    <a:pt x="2935" y="7638"/>
                    <a:pt x="3180" y="7224"/>
                  </a:cubicBezTo>
                  <a:cubicBezTo>
                    <a:pt x="3212" y="7165"/>
                    <a:pt x="3245" y="7099"/>
                    <a:pt x="3278" y="7039"/>
                  </a:cubicBezTo>
                  <a:cubicBezTo>
                    <a:pt x="3376" y="6865"/>
                    <a:pt x="3327" y="6767"/>
                    <a:pt x="3131" y="6756"/>
                  </a:cubicBezTo>
                  <a:cubicBezTo>
                    <a:pt x="3104" y="6755"/>
                    <a:pt x="3077" y="6754"/>
                    <a:pt x="3050" y="6754"/>
                  </a:cubicBezTo>
                  <a:cubicBezTo>
                    <a:pt x="2948" y="6754"/>
                    <a:pt x="2848" y="6764"/>
                    <a:pt x="2744" y="6794"/>
                  </a:cubicBezTo>
                  <a:cubicBezTo>
                    <a:pt x="2167" y="6952"/>
                    <a:pt x="1732" y="7295"/>
                    <a:pt x="1449" y="7812"/>
                  </a:cubicBezTo>
                  <a:cubicBezTo>
                    <a:pt x="1302" y="8068"/>
                    <a:pt x="1111" y="8226"/>
                    <a:pt x="817" y="8248"/>
                  </a:cubicBezTo>
                  <a:cubicBezTo>
                    <a:pt x="887" y="8405"/>
                    <a:pt x="983" y="8460"/>
                    <a:pt x="1091" y="8460"/>
                  </a:cubicBezTo>
                  <a:cubicBezTo>
                    <a:pt x="1178" y="8460"/>
                    <a:pt x="1272" y="8425"/>
                    <a:pt x="1367" y="8379"/>
                  </a:cubicBezTo>
                  <a:cubicBezTo>
                    <a:pt x="1536" y="8297"/>
                    <a:pt x="1634" y="8150"/>
                    <a:pt x="1710" y="7987"/>
                  </a:cubicBezTo>
                  <a:cubicBezTo>
                    <a:pt x="1939" y="7513"/>
                    <a:pt x="2336" y="7268"/>
                    <a:pt x="2902" y="7099"/>
                  </a:cubicBezTo>
                  <a:lnTo>
                    <a:pt x="2902" y="7099"/>
                  </a:lnTo>
                  <a:cubicBezTo>
                    <a:pt x="2532" y="7703"/>
                    <a:pt x="2477" y="8297"/>
                    <a:pt x="2499" y="8901"/>
                  </a:cubicBezTo>
                  <a:cubicBezTo>
                    <a:pt x="2510" y="9075"/>
                    <a:pt x="2472" y="9244"/>
                    <a:pt x="2341" y="9353"/>
                  </a:cubicBezTo>
                  <a:cubicBezTo>
                    <a:pt x="1753" y="9832"/>
                    <a:pt x="1476" y="10551"/>
                    <a:pt x="986" y="11106"/>
                  </a:cubicBezTo>
                  <a:cubicBezTo>
                    <a:pt x="806" y="11307"/>
                    <a:pt x="725" y="11547"/>
                    <a:pt x="670" y="11797"/>
                  </a:cubicBezTo>
                  <a:cubicBezTo>
                    <a:pt x="550" y="12325"/>
                    <a:pt x="485" y="12859"/>
                    <a:pt x="518" y="13403"/>
                  </a:cubicBezTo>
                  <a:cubicBezTo>
                    <a:pt x="539" y="13795"/>
                    <a:pt x="463" y="14176"/>
                    <a:pt x="403" y="14557"/>
                  </a:cubicBezTo>
                  <a:cubicBezTo>
                    <a:pt x="305" y="15216"/>
                    <a:pt x="169" y="15875"/>
                    <a:pt x="104" y="16534"/>
                  </a:cubicBezTo>
                  <a:cubicBezTo>
                    <a:pt x="0" y="17612"/>
                    <a:pt x="561" y="18395"/>
                    <a:pt x="1345" y="19049"/>
                  </a:cubicBezTo>
                  <a:cubicBezTo>
                    <a:pt x="1434" y="19124"/>
                    <a:pt x="1537" y="19163"/>
                    <a:pt x="1644" y="19163"/>
                  </a:cubicBezTo>
                  <a:cubicBezTo>
                    <a:pt x="1740" y="19163"/>
                    <a:pt x="1838" y="19132"/>
                    <a:pt x="1933" y="19065"/>
                  </a:cubicBezTo>
                  <a:cubicBezTo>
                    <a:pt x="1955" y="18885"/>
                    <a:pt x="1917" y="18711"/>
                    <a:pt x="1846" y="18548"/>
                  </a:cubicBezTo>
                  <a:cubicBezTo>
                    <a:pt x="1291" y="17356"/>
                    <a:pt x="1454" y="16158"/>
                    <a:pt x="2107" y="15113"/>
                  </a:cubicBezTo>
                  <a:cubicBezTo>
                    <a:pt x="2989" y="13708"/>
                    <a:pt x="3501" y="12140"/>
                    <a:pt x="4258" y="10681"/>
                  </a:cubicBezTo>
                  <a:cubicBezTo>
                    <a:pt x="4748" y="9740"/>
                    <a:pt x="5265" y="8847"/>
                    <a:pt x="6043" y="8134"/>
                  </a:cubicBezTo>
                  <a:cubicBezTo>
                    <a:pt x="6446" y="7769"/>
                    <a:pt x="6838" y="7377"/>
                    <a:pt x="7361" y="7203"/>
                  </a:cubicBezTo>
                  <a:cubicBezTo>
                    <a:pt x="7970" y="6996"/>
                    <a:pt x="8602" y="6849"/>
                    <a:pt x="9223" y="6685"/>
                  </a:cubicBezTo>
                  <a:cubicBezTo>
                    <a:pt x="9936" y="6489"/>
                    <a:pt x="10649" y="6310"/>
                    <a:pt x="11362" y="6114"/>
                  </a:cubicBezTo>
                  <a:cubicBezTo>
                    <a:pt x="11551" y="6065"/>
                    <a:pt x="11712" y="5925"/>
                    <a:pt x="11908" y="5925"/>
                  </a:cubicBezTo>
                  <a:cubicBezTo>
                    <a:pt x="11972" y="5925"/>
                    <a:pt x="12040" y="5940"/>
                    <a:pt x="12113" y="5978"/>
                  </a:cubicBezTo>
                  <a:cubicBezTo>
                    <a:pt x="12440" y="6146"/>
                    <a:pt x="12805" y="6206"/>
                    <a:pt x="13121" y="6402"/>
                  </a:cubicBezTo>
                  <a:cubicBezTo>
                    <a:pt x="13313" y="6459"/>
                    <a:pt x="13457" y="6665"/>
                    <a:pt x="13681" y="6665"/>
                  </a:cubicBezTo>
                  <a:cubicBezTo>
                    <a:pt x="13717" y="6665"/>
                    <a:pt x="13755" y="6659"/>
                    <a:pt x="13796" y="6647"/>
                  </a:cubicBezTo>
                  <a:cubicBezTo>
                    <a:pt x="13785" y="6604"/>
                    <a:pt x="13785" y="6566"/>
                    <a:pt x="13768" y="6538"/>
                  </a:cubicBezTo>
                  <a:cubicBezTo>
                    <a:pt x="13714" y="6479"/>
                    <a:pt x="13659" y="6413"/>
                    <a:pt x="13600" y="6359"/>
                  </a:cubicBezTo>
                  <a:cubicBezTo>
                    <a:pt x="13050" y="5858"/>
                    <a:pt x="12358" y="5651"/>
                    <a:pt x="11662" y="5482"/>
                  </a:cubicBezTo>
                  <a:cubicBezTo>
                    <a:pt x="10682" y="5237"/>
                    <a:pt x="9696" y="5020"/>
                    <a:pt x="8896" y="4323"/>
                  </a:cubicBezTo>
                  <a:cubicBezTo>
                    <a:pt x="8651" y="4116"/>
                    <a:pt x="8678" y="3991"/>
                    <a:pt x="8880" y="3806"/>
                  </a:cubicBezTo>
                  <a:cubicBezTo>
                    <a:pt x="9272" y="3430"/>
                    <a:pt x="9745" y="3163"/>
                    <a:pt x="10246" y="3022"/>
                  </a:cubicBezTo>
                  <a:cubicBezTo>
                    <a:pt x="11508" y="2657"/>
                    <a:pt x="12793" y="2366"/>
                    <a:pt x="14110" y="2366"/>
                  </a:cubicBezTo>
                  <a:cubicBezTo>
                    <a:pt x="14230" y="2366"/>
                    <a:pt x="14350" y="2369"/>
                    <a:pt x="14471" y="2374"/>
                  </a:cubicBezTo>
                  <a:cubicBezTo>
                    <a:pt x="14568" y="2378"/>
                    <a:pt x="14666" y="2380"/>
                    <a:pt x="14762" y="2380"/>
                  </a:cubicBezTo>
                  <a:cubicBezTo>
                    <a:pt x="15906" y="2380"/>
                    <a:pt x="16989" y="2119"/>
                    <a:pt x="18058" y="1742"/>
                  </a:cubicBezTo>
                  <a:cubicBezTo>
                    <a:pt x="18706" y="1514"/>
                    <a:pt x="18706" y="1508"/>
                    <a:pt x="18711" y="839"/>
                  </a:cubicBezTo>
                  <a:cubicBezTo>
                    <a:pt x="18711" y="746"/>
                    <a:pt x="18744" y="654"/>
                    <a:pt x="18750" y="561"/>
                  </a:cubicBezTo>
                  <a:cubicBezTo>
                    <a:pt x="18760" y="381"/>
                    <a:pt x="18875" y="207"/>
                    <a:pt x="18820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40"/>
            <p:cNvSpPr/>
            <p:nvPr/>
          </p:nvSpPr>
          <p:spPr>
            <a:xfrm>
              <a:off x="2701153" y="2765993"/>
              <a:ext cx="675602" cy="229298"/>
            </a:xfrm>
            <a:custGeom>
              <a:rect b="b" l="l" r="r" t="t"/>
              <a:pathLst>
                <a:path extrusionOk="0" h="3470" w="10224">
                  <a:moveTo>
                    <a:pt x="9472" y="1"/>
                  </a:moveTo>
                  <a:cubicBezTo>
                    <a:pt x="9329" y="1"/>
                    <a:pt x="9205" y="59"/>
                    <a:pt x="9070" y="118"/>
                  </a:cubicBezTo>
                  <a:cubicBezTo>
                    <a:pt x="8964" y="165"/>
                    <a:pt x="8884" y="320"/>
                    <a:pt x="8754" y="320"/>
                  </a:cubicBezTo>
                  <a:cubicBezTo>
                    <a:pt x="8717" y="320"/>
                    <a:pt x="8676" y="307"/>
                    <a:pt x="8629" y="276"/>
                  </a:cubicBezTo>
                  <a:cubicBezTo>
                    <a:pt x="8618" y="275"/>
                    <a:pt x="8608" y="274"/>
                    <a:pt x="8598" y="274"/>
                  </a:cubicBezTo>
                  <a:cubicBezTo>
                    <a:pt x="8473" y="274"/>
                    <a:pt x="8381" y="362"/>
                    <a:pt x="8275" y="417"/>
                  </a:cubicBezTo>
                  <a:cubicBezTo>
                    <a:pt x="7867" y="635"/>
                    <a:pt x="7431" y="793"/>
                    <a:pt x="6979" y="875"/>
                  </a:cubicBezTo>
                  <a:cubicBezTo>
                    <a:pt x="5836" y="1076"/>
                    <a:pt x="4698" y="1348"/>
                    <a:pt x="3528" y="1392"/>
                  </a:cubicBezTo>
                  <a:cubicBezTo>
                    <a:pt x="3419" y="1397"/>
                    <a:pt x="3283" y="1386"/>
                    <a:pt x="3250" y="1550"/>
                  </a:cubicBezTo>
                  <a:cubicBezTo>
                    <a:pt x="3337" y="1642"/>
                    <a:pt x="3223" y="1735"/>
                    <a:pt x="3250" y="1827"/>
                  </a:cubicBezTo>
                  <a:cubicBezTo>
                    <a:pt x="3296" y="1854"/>
                    <a:pt x="3340" y="1864"/>
                    <a:pt x="3382" y="1864"/>
                  </a:cubicBezTo>
                  <a:cubicBezTo>
                    <a:pt x="3523" y="1864"/>
                    <a:pt x="3650" y="1749"/>
                    <a:pt x="3822" y="1740"/>
                  </a:cubicBezTo>
                  <a:lnTo>
                    <a:pt x="3822" y="1740"/>
                  </a:lnTo>
                  <a:cubicBezTo>
                    <a:pt x="3571" y="1974"/>
                    <a:pt x="3310" y="2121"/>
                    <a:pt x="3027" y="2225"/>
                  </a:cubicBezTo>
                  <a:cubicBezTo>
                    <a:pt x="2118" y="2573"/>
                    <a:pt x="1198" y="2889"/>
                    <a:pt x="218" y="2960"/>
                  </a:cubicBezTo>
                  <a:cubicBezTo>
                    <a:pt x="136" y="2965"/>
                    <a:pt x="49" y="2971"/>
                    <a:pt x="0" y="3047"/>
                  </a:cubicBezTo>
                  <a:cubicBezTo>
                    <a:pt x="207" y="3145"/>
                    <a:pt x="430" y="3205"/>
                    <a:pt x="643" y="3297"/>
                  </a:cubicBezTo>
                  <a:cubicBezTo>
                    <a:pt x="849" y="3389"/>
                    <a:pt x="1087" y="3469"/>
                    <a:pt x="1329" y="3469"/>
                  </a:cubicBezTo>
                  <a:cubicBezTo>
                    <a:pt x="1374" y="3469"/>
                    <a:pt x="1419" y="3466"/>
                    <a:pt x="1465" y="3461"/>
                  </a:cubicBezTo>
                  <a:cubicBezTo>
                    <a:pt x="1998" y="3390"/>
                    <a:pt x="2532" y="3314"/>
                    <a:pt x="3054" y="3210"/>
                  </a:cubicBezTo>
                  <a:cubicBezTo>
                    <a:pt x="3842" y="3053"/>
                    <a:pt x="4621" y="2883"/>
                    <a:pt x="5423" y="2883"/>
                  </a:cubicBezTo>
                  <a:cubicBezTo>
                    <a:pt x="5564" y="2883"/>
                    <a:pt x="5705" y="2888"/>
                    <a:pt x="5847" y="2900"/>
                  </a:cubicBezTo>
                  <a:cubicBezTo>
                    <a:pt x="5891" y="2904"/>
                    <a:pt x="5936" y="2905"/>
                    <a:pt x="5982" y="2905"/>
                  </a:cubicBezTo>
                  <a:cubicBezTo>
                    <a:pt x="6065" y="2905"/>
                    <a:pt x="6149" y="2899"/>
                    <a:pt x="6234" y="2889"/>
                  </a:cubicBezTo>
                  <a:cubicBezTo>
                    <a:pt x="6629" y="2837"/>
                    <a:pt x="7030" y="2797"/>
                    <a:pt x="7427" y="2797"/>
                  </a:cubicBezTo>
                  <a:cubicBezTo>
                    <a:pt x="7818" y="2797"/>
                    <a:pt x="8205" y="2835"/>
                    <a:pt x="8580" y="2938"/>
                  </a:cubicBezTo>
                  <a:cubicBezTo>
                    <a:pt x="8869" y="3017"/>
                    <a:pt x="9141" y="3046"/>
                    <a:pt x="9420" y="3046"/>
                  </a:cubicBezTo>
                  <a:cubicBezTo>
                    <a:pt x="9488" y="3046"/>
                    <a:pt x="9556" y="3045"/>
                    <a:pt x="9625" y="3041"/>
                  </a:cubicBezTo>
                  <a:cubicBezTo>
                    <a:pt x="10104" y="2165"/>
                    <a:pt x="10224" y="989"/>
                    <a:pt x="9914" y="118"/>
                  </a:cubicBezTo>
                  <a:lnTo>
                    <a:pt x="9914" y="118"/>
                  </a:lnTo>
                  <a:cubicBezTo>
                    <a:pt x="9745" y="276"/>
                    <a:pt x="9554" y="368"/>
                    <a:pt x="9293" y="406"/>
                  </a:cubicBezTo>
                  <a:cubicBezTo>
                    <a:pt x="9396" y="254"/>
                    <a:pt x="9478" y="129"/>
                    <a:pt x="9565" y="9"/>
                  </a:cubicBezTo>
                  <a:cubicBezTo>
                    <a:pt x="9533" y="3"/>
                    <a:pt x="9502" y="1"/>
                    <a:pt x="9472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40"/>
            <p:cNvSpPr/>
            <p:nvPr/>
          </p:nvSpPr>
          <p:spPr>
            <a:xfrm>
              <a:off x="3157638" y="2134066"/>
              <a:ext cx="183438" cy="406656"/>
            </a:xfrm>
            <a:custGeom>
              <a:rect b="b" l="l" r="r" t="t"/>
              <a:pathLst>
                <a:path extrusionOk="0" h="6154" w="2776">
                  <a:moveTo>
                    <a:pt x="949" y="0"/>
                  </a:moveTo>
                  <a:cubicBezTo>
                    <a:pt x="815" y="0"/>
                    <a:pt x="679" y="19"/>
                    <a:pt x="540" y="67"/>
                  </a:cubicBezTo>
                  <a:cubicBezTo>
                    <a:pt x="534" y="69"/>
                    <a:pt x="527" y="70"/>
                    <a:pt x="520" y="70"/>
                  </a:cubicBezTo>
                  <a:cubicBezTo>
                    <a:pt x="478" y="70"/>
                    <a:pt x="423" y="31"/>
                    <a:pt x="376" y="12"/>
                  </a:cubicBezTo>
                  <a:cubicBezTo>
                    <a:pt x="186" y="176"/>
                    <a:pt x="1" y="350"/>
                    <a:pt x="33" y="628"/>
                  </a:cubicBezTo>
                  <a:cubicBezTo>
                    <a:pt x="82" y="1058"/>
                    <a:pt x="148" y="1482"/>
                    <a:pt x="202" y="1912"/>
                  </a:cubicBezTo>
                  <a:cubicBezTo>
                    <a:pt x="262" y="2359"/>
                    <a:pt x="512" y="2751"/>
                    <a:pt x="610" y="3175"/>
                  </a:cubicBezTo>
                  <a:cubicBezTo>
                    <a:pt x="692" y="3524"/>
                    <a:pt x="893" y="3878"/>
                    <a:pt x="736" y="4259"/>
                  </a:cubicBezTo>
                  <a:cubicBezTo>
                    <a:pt x="910" y="4438"/>
                    <a:pt x="1127" y="4580"/>
                    <a:pt x="1258" y="4809"/>
                  </a:cubicBezTo>
                  <a:cubicBezTo>
                    <a:pt x="1449" y="5146"/>
                    <a:pt x="1737" y="5402"/>
                    <a:pt x="2026" y="5647"/>
                  </a:cubicBezTo>
                  <a:cubicBezTo>
                    <a:pt x="2156" y="5761"/>
                    <a:pt x="2254" y="5886"/>
                    <a:pt x="2205" y="6072"/>
                  </a:cubicBezTo>
                  <a:cubicBezTo>
                    <a:pt x="2265" y="6099"/>
                    <a:pt x="2320" y="6126"/>
                    <a:pt x="2380" y="6153"/>
                  </a:cubicBezTo>
                  <a:cubicBezTo>
                    <a:pt x="2216" y="5592"/>
                    <a:pt x="2058" y="5026"/>
                    <a:pt x="1901" y="4466"/>
                  </a:cubicBezTo>
                  <a:cubicBezTo>
                    <a:pt x="1764" y="3992"/>
                    <a:pt x="1754" y="3513"/>
                    <a:pt x="1846" y="3034"/>
                  </a:cubicBezTo>
                  <a:cubicBezTo>
                    <a:pt x="2004" y="2163"/>
                    <a:pt x="2271" y="1330"/>
                    <a:pt x="2635" y="519"/>
                  </a:cubicBezTo>
                  <a:cubicBezTo>
                    <a:pt x="2672" y="445"/>
                    <a:pt x="2775" y="300"/>
                    <a:pt x="2601" y="300"/>
                  </a:cubicBezTo>
                  <a:cubicBezTo>
                    <a:pt x="2594" y="300"/>
                    <a:pt x="2588" y="301"/>
                    <a:pt x="2581" y="301"/>
                  </a:cubicBezTo>
                  <a:cubicBezTo>
                    <a:pt x="2559" y="302"/>
                    <a:pt x="2538" y="302"/>
                    <a:pt x="2516" y="302"/>
                  </a:cubicBezTo>
                  <a:cubicBezTo>
                    <a:pt x="1980" y="302"/>
                    <a:pt x="1483" y="0"/>
                    <a:pt x="949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40"/>
            <p:cNvSpPr/>
            <p:nvPr/>
          </p:nvSpPr>
          <p:spPr>
            <a:xfrm>
              <a:off x="1914000" y="1631921"/>
              <a:ext cx="1101091" cy="798312"/>
            </a:xfrm>
            <a:custGeom>
              <a:rect b="b" l="l" r="r" t="t"/>
              <a:pathLst>
                <a:path extrusionOk="0" h="12081" w="16663">
                  <a:moveTo>
                    <a:pt x="1" y="1"/>
                  </a:moveTo>
                  <a:lnTo>
                    <a:pt x="1" y="1"/>
                  </a:lnTo>
                  <a:cubicBezTo>
                    <a:pt x="485" y="714"/>
                    <a:pt x="1155" y="1247"/>
                    <a:pt x="1797" y="1797"/>
                  </a:cubicBezTo>
                  <a:cubicBezTo>
                    <a:pt x="1884" y="1803"/>
                    <a:pt x="1944" y="1863"/>
                    <a:pt x="2010" y="1912"/>
                  </a:cubicBezTo>
                  <a:cubicBezTo>
                    <a:pt x="2744" y="2494"/>
                    <a:pt x="3479" y="3082"/>
                    <a:pt x="4225" y="3654"/>
                  </a:cubicBezTo>
                  <a:cubicBezTo>
                    <a:pt x="5287" y="4459"/>
                    <a:pt x="6370" y="5243"/>
                    <a:pt x="7426" y="6065"/>
                  </a:cubicBezTo>
                  <a:cubicBezTo>
                    <a:pt x="8787" y="7127"/>
                    <a:pt x="10192" y="8129"/>
                    <a:pt x="11640" y="9065"/>
                  </a:cubicBezTo>
                  <a:cubicBezTo>
                    <a:pt x="12723" y="9767"/>
                    <a:pt x="13916" y="10284"/>
                    <a:pt x="15021" y="10959"/>
                  </a:cubicBezTo>
                  <a:cubicBezTo>
                    <a:pt x="15532" y="11275"/>
                    <a:pt x="16022" y="11613"/>
                    <a:pt x="16480" y="12005"/>
                  </a:cubicBezTo>
                  <a:cubicBezTo>
                    <a:pt x="16539" y="12055"/>
                    <a:pt x="16581" y="12080"/>
                    <a:pt x="16609" y="12080"/>
                  </a:cubicBezTo>
                  <a:cubicBezTo>
                    <a:pt x="16650" y="12080"/>
                    <a:pt x="16663" y="12027"/>
                    <a:pt x="16659" y="11923"/>
                  </a:cubicBezTo>
                  <a:cubicBezTo>
                    <a:pt x="16278" y="11433"/>
                    <a:pt x="15805" y="11052"/>
                    <a:pt x="15293" y="10709"/>
                  </a:cubicBezTo>
                  <a:cubicBezTo>
                    <a:pt x="14318" y="10039"/>
                    <a:pt x="13230" y="9582"/>
                    <a:pt x="12228" y="8956"/>
                  </a:cubicBezTo>
                  <a:cubicBezTo>
                    <a:pt x="10540" y="7900"/>
                    <a:pt x="8951" y="6713"/>
                    <a:pt x="7377" y="5494"/>
                  </a:cubicBezTo>
                  <a:cubicBezTo>
                    <a:pt x="5532" y="4057"/>
                    <a:pt x="3632" y="2685"/>
                    <a:pt x="1743" y="1302"/>
                  </a:cubicBezTo>
                  <a:cubicBezTo>
                    <a:pt x="1160" y="872"/>
                    <a:pt x="600" y="420"/>
                    <a:pt x="1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40"/>
            <p:cNvSpPr/>
            <p:nvPr/>
          </p:nvSpPr>
          <p:spPr>
            <a:xfrm>
              <a:off x="1868338" y="1999262"/>
              <a:ext cx="889701" cy="423441"/>
            </a:xfrm>
            <a:custGeom>
              <a:rect b="b" l="l" r="r" t="t"/>
              <a:pathLst>
                <a:path extrusionOk="0" h="6408" w="13464">
                  <a:moveTo>
                    <a:pt x="0" y="0"/>
                  </a:moveTo>
                  <a:lnTo>
                    <a:pt x="0" y="0"/>
                  </a:lnTo>
                  <a:cubicBezTo>
                    <a:pt x="2156" y="1274"/>
                    <a:pt x="4633" y="1797"/>
                    <a:pt x="6827" y="2967"/>
                  </a:cubicBezTo>
                  <a:cubicBezTo>
                    <a:pt x="9026" y="4132"/>
                    <a:pt x="11329" y="5096"/>
                    <a:pt x="13463" y="6408"/>
                  </a:cubicBezTo>
                  <a:cubicBezTo>
                    <a:pt x="13463" y="6223"/>
                    <a:pt x="13322" y="6135"/>
                    <a:pt x="13240" y="6016"/>
                  </a:cubicBezTo>
                  <a:cubicBezTo>
                    <a:pt x="13022" y="5858"/>
                    <a:pt x="12815" y="5678"/>
                    <a:pt x="12587" y="5553"/>
                  </a:cubicBezTo>
                  <a:cubicBezTo>
                    <a:pt x="11890" y="5155"/>
                    <a:pt x="11177" y="4780"/>
                    <a:pt x="10475" y="4393"/>
                  </a:cubicBezTo>
                  <a:cubicBezTo>
                    <a:pt x="9549" y="4012"/>
                    <a:pt x="8678" y="3517"/>
                    <a:pt x="7791" y="3049"/>
                  </a:cubicBezTo>
                  <a:cubicBezTo>
                    <a:pt x="6103" y="2156"/>
                    <a:pt x="4328" y="1470"/>
                    <a:pt x="2526" y="849"/>
                  </a:cubicBezTo>
                  <a:cubicBezTo>
                    <a:pt x="1688" y="555"/>
                    <a:pt x="844" y="283"/>
                    <a:pt x="0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40"/>
            <p:cNvSpPr/>
            <p:nvPr/>
          </p:nvSpPr>
          <p:spPr>
            <a:xfrm>
              <a:off x="2800406" y="2965490"/>
              <a:ext cx="342889" cy="711616"/>
            </a:xfrm>
            <a:custGeom>
              <a:rect b="b" l="l" r="r" t="t"/>
              <a:pathLst>
                <a:path extrusionOk="0" h="10769" w="5189">
                  <a:moveTo>
                    <a:pt x="4908" y="0"/>
                  </a:moveTo>
                  <a:cubicBezTo>
                    <a:pt x="4759" y="0"/>
                    <a:pt x="4580" y="108"/>
                    <a:pt x="4448" y="218"/>
                  </a:cubicBezTo>
                  <a:cubicBezTo>
                    <a:pt x="2864" y="1481"/>
                    <a:pt x="1819" y="3049"/>
                    <a:pt x="1677" y="5129"/>
                  </a:cubicBezTo>
                  <a:cubicBezTo>
                    <a:pt x="1498" y="5270"/>
                    <a:pt x="1340" y="5428"/>
                    <a:pt x="1209" y="5619"/>
                  </a:cubicBezTo>
                  <a:cubicBezTo>
                    <a:pt x="915" y="6049"/>
                    <a:pt x="741" y="6533"/>
                    <a:pt x="578" y="7018"/>
                  </a:cubicBezTo>
                  <a:cubicBezTo>
                    <a:pt x="300" y="7862"/>
                    <a:pt x="1" y="8705"/>
                    <a:pt x="197" y="9620"/>
                  </a:cubicBezTo>
                  <a:cubicBezTo>
                    <a:pt x="267" y="9936"/>
                    <a:pt x="338" y="10252"/>
                    <a:pt x="404" y="10567"/>
                  </a:cubicBezTo>
                  <a:cubicBezTo>
                    <a:pt x="420" y="10644"/>
                    <a:pt x="404" y="10763"/>
                    <a:pt x="507" y="10769"/>
                  </a:cubicBezTo>
                  <a:cubicBezTo>
                    <a:pt x="510" y="10769"/>
                    <a:pt x="512" y="10769"/>
                    <a:pt x="514" y="10769"/>
                  </a:cubicBezTo>
                  <a:cubicBezTo>
                    <a:pt x="632" y="10769"/>
                    <a:pt x="622" y="10642"/>
                    <a:pt x="632" y="10556"/>
                  </a:cubicBezTo>
                  <a:cubicBezTo>
                    <a:pt x="643" y="10475"/>
                    <a:pt x="616" y="10393"/>
                    <a:pt x="610" y="10311"/>
                  </a:cubicBezTo>
                  <a:cubicBezTo>
                    <a:pt x="561" y="9642"/>
                    <a:pt x="491" y="8956"/>
                    <a:pt x="632" y="8303"/>
                  </a:cubicBezTo>
                  <a:cubicBezTo>
                    <a:pt x="812" y="7497"/>
                    <a:pt x="1035" y="6686"/>
                    <a:pt x="1481" y="5983"/>
                  </a:cubicBezTo>
                  <a:cubicBezTo>
                    <a:pt x="1814" y="5461"/>
                    <a:pt x="1971" y="4900"/>
                    <a:pt x="2108" y="4318"/>
                  </a:cubicBezTo>
                  <a:cubicBezTo>
                    <a:pt x="2505" y="2625"/>
                    <a:pt x="3376" y="1547"/>
                    <a:pt x="4650" y="387"/>
                  </a:cubicBezTo>
                  <a:lnTo>
                    <a:pt x="4650" y="387"/>
                  </a:lnTo>
                  <a:cubicBezTo>
                    <a:pt x="4334" y="931"/>
                    <a:pt x="4220" y="1465"/>
                    <a:pt x="4285" y="2031"/>
                  </a:cubicBezTo>
                  <a:cubicBezTo>
                    <a:pt x="4340" y="2559"/>
                    <a:pt x="4454" y="3076"/>
                    <a:pt x="4438" y="3610"/>
                  </a:cubicBezTo>
                  <a:cubicBezTo>
                    <a:pt x="4432" y="3670"/>
                    <a:pt x="4470" y="3724"/>
                    <a:pt x="4508" y="3768"/>
                  </a:cubicBezTo>
                  <a:cubicBezTo>
                    <a:pt x="4459" y="4035"/>
                    <a:pt x="4432" y="4301"/>
                    <a:pt x="4285" y="4535"/>
                  </a:cubicBezTo>
                  <a:cubicBezTo>
                    <a:pt x="4247" y="4590"/>
                    <a:pt x="4209" y="4666"/>
                    <a:pt x="4274" y="4720"/>
                  </a:cubicBezTo>
                  <a:cubicBezTo>
                    <a:pt x="4307" y="4748"/>
                    <a:pt x="4343" y="4760"/>
                    <a:pt x="4379" y="4760"/>
                  </a:cubicBezTo>
                  <a:cubicBezTo>
                    <a:pt x="4422" y="4760"/>
                    <a:pt x="4465" y="4744"/>
                    <a:pt x="4503" y="4720"/>
                  </a:cubicBezTo>
                  <a:cubicBezTo>
                    <a:pt x="4606" y="4655"/>
                    <a:pt x="4655" y="4546"/>
                    <a:pt x="4715" y="4448"/>
                  </a:cubicBezTo>
                  <a:cubicBezTo>
                    <a:pt x="4835" y="4236"/>
                    <a:pt x="4775" y="3986"/>
                    <a:pt x="4873" y="3773"/>
                  </a:cubicBezTo>
                  <a:cubicBezTo>
                    <a:pt x="4879" y="3207"/>
                    <a:pt x="4879" y="2652"/>
                    <a:pt x="4742" y="2091"/>
                  </a:cubicBezTo>
                  <a:cubicBezTo>
                    <a:pt x="4612" y="1552"/>
                    <a:pt x="4846" y="1051"/>
                    <a:pt x="5004" y="545"/>
                  </a:cubicBezTo>
                  <a:cubicBezTo>
                    <a:pt x="5053" y="376"/>
                    <a:pt x="5189" y="115"/>
                    <a:pt x="5026" y="28"/>
                  </a:cubicBezTo>
                  <a:cubicBezTo>
                    <a:pt x="4990" y="9"/>
                    <a:pt x="4950" y="0"/>
                    <a:pt x="4908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40"/>
            <p:cNvSpPr/>
            <p:nvPr/>
          </p:nvSpPr>
          <p:spPr>
            <a:xfrm>
              <a:off x="2130216" y="2631850"/>
              <a:ext cx="488265" cy="120464"/>
            </a:xfrm>
            <a:custGeom>
              <a:rect b="b" l="l" r="r" t="t"/>
              <a:pathLst>
                <a:path extrusionOk="0" h="1823" w="7389">
                  <a:moveTo>
                    <a:pt x="6066" y="1"/>
                  </a:moveTo>
                  <a:cubicBezTo>
                    <a:pt x="6031" y="1"/>
                    <a:pt x="5996" y="1"/>
                    <a:pt x="5962" y="3"/>
                  </a:cubicBezTo>
                  <a:cubicBezTo>
                    <a:pt x="5314" y="30"/>
                    <a:pt x="4666" y="161"/>
                    <a:pt x="4018" y="264"/>
                  </a:cubicBezTo>
                  <a:cubicBezTo>
                    <a:pt x="2951" y="428"/>
                    <a:pt x="1890" y="640"/>
                    <a:pt x="893" y="1065"/>
                  </a:cubicBezTo>
                  <a:cubicBezTo>
                    <a:pt x="534" y="1217"/>
                    <a:pt x="137" y="1359"/>
                    <a:pt x="1" y="1800"/>
                  </a:cubicBezTo>
                  <a:cubicBezTo>
                    <a:pt x="60" y="1810"/>
                    <a:pt x="120" y="1823"/>
                    <a:pt x="178" y="1823"/>
                  </a:cubicBezTo>
                  <a:cubicBezTo>
                    <a:pt x="243" y="1823"/>
                    <a:pt x="305" y="1807"/>
                    <a:pt x="365" y="1756"/>
                  </a:cubicBezTo>
                  <a:cubicBezTo>
                    <a:pt x="877" y="1538"/>
                    <a:pt x="1416" y="1451"/>
                    <a:pt x="1955" y="1364"/>
                  </a:cubicBezTo>
                  <a:cubicBezTo>
                    <a:pt x="3196" y="1173"/>
                    <a:pt x="4448" y="1081"/>
                    <a:pt x="5700" y="999"/>
                  </a:cubicBezTo>
                  <a:cubicBezTo>
                    <a:pt x="5847" y="988"/>
                    <a:pt x="6011" y="999"/>
                    <a:pt x="6092" y="825"/>
                  </a:cubicBezTo>
                  <a:lnTo>
                    <a:pt x="7388" y="243"/>
                  </a:lnTo>
                  <a:cubicBezTo>
                    <a:pt x="6944" y="122"/>
                    <a:pt x="6501" y="1"/>
                    <a:pt x="6066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40"/>
            <p:cNvSpPr/>
            <p:nvPr/>
          </p:nvSpPr>
          <p:spPr>
            <a:xfrm>
              <a:off x="2817323" y="2497905"/>
              <a:ext cx="510534" cy="155751"/>
            </a:xfrm>
            <a:custGeom>
              <a:rect b="b" l="l" r="r" t="t"/>
              <a:pathLst>
                <a:path extrusionOk="0" h="2357" w="7726">
                  <a:moveTo>
                    <a:pt x="1399" y="0"/>
                  </a:moveTo>
                  <a:cubicBezTo>
                    <a:pt x="1035" y="0"/>
                    <a:pt x="662" y="74"/>
                    <a:pt x="289" y="206"/>
                  </a:cubicBezTo>
                  <a:cubicBezTo>
                    <a:pt x="180" y="250"/>
                    <a:pt x="1" y="272"/>
                    <a:pt x="28" y="446"/>
                  </a:cubicBezTo>
                  <a:cubicBezTo>
                    <a:pt x="55" y="615"/>
                    <a:pt x="224" y="631"/>
                    <a:pt x="360" y="653"/>
                  </a:cubicBezTo>
                  <a:cubicBezTo>
                    <a:pt x="567" y="680"/>
                    <a:pt x="779" y="696"/>
                    <a:pt x="986" y="729"/>
                  </a:cubicBezTo>
                  <a:cubicBezTo>
                    <a:pt x="2151" y="914"/>
                    <a:pt x="3218" y="1339"/>
                    <a:pt x="4209" y="1976"/>
                  </a:cubicBezTo>
                  <a:cubicBezTo>
                    <a:pt x="4427" y="2117"/>
                    <a:pt x="4650" y="2259"/>
                    <a:pt x="4965" y="2357"/>
                  </a:cubicBezTo>
                  <a:cubicBezTo>
                    <a:pt x="4682" y="1812"/>
                    <a:pt x="4203" y="1578"/>
                    <a:pt x="3762" y="1224"/>
                  </a:cubicBezTo>
                  <a:cubicBezTo>
                    <a:pt x="4123" y="1174"/>
                    <a:pt x="4475" y="1143"/>
                    <a:pt x="4819" y="1143"/>
                  </a:cubicBezTo>
                  <a:cubicBezTo>
                    <a:pt x="5446" y="1143"/>
                    <a:pt x="6046" y="1246"/>
                    <a:pt x="6626" y="1524"/>
                  </a:cubicBezTo>
                  <a:cubicBezTo>
                    <a:pt x="6996" y="1698"/>
                    <a:pt x="7443" y="1812"/>
                    <a:pt x="7546" y="2335"/>
                  </a:cubicBezTo>
                  <a:cubicBezTo>
                    <a:pt x="7726" y="1932"/>
                    <a:pt x="7677" y="1747"/>
                    <a:pt x="7334" y="1535"/>
                  </a:cubicBezTo>
                  <a:cubicBezTo>
                    <a:pt x="6569" y="1056"/>
                    <a:pt x="5743" y="795"/>
                    <a:pt x="4874" y="795"/>
                  </a:cubicBezTo>
                  <a:cubicBezTo>
                    <a:pt x="4685" y="795"/>
                    <a:pt x="4494" y="807"/>
                    <a:pt x="4301" y="832"/>
                  </a:cubicBezTo>
                  <a:cubicBezTo>
                    <a:pt x="4184" y="848"/>
                    <a:pt x="4073" y="857"/>
                    <a:pt x="3966" y="857"/>
                  </a:cubicBezTo>
                  <a:cubicBezTo>
                    <a:pt x="3569" y="857"/>
                    <a:pt x="3237" y="741"/>
                    <a:pt x="2880" y="484"/>
                  </a:cubicBezTo>
                  <a:cubicBezTo>
                    <a:pt x="2417" y="148"/>
                    <a:pt x="1916" y="0"/>
                    <a:pt x="1399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40"/>
            <p:cNvSpPr/>
            <p:nvPr/>
          </p:nvSpPr>
          <p:spPr>
            <a:xfrm>
              <a:off x="2639962" y="2780597"/>
              <a:ext cx="631394" cy="112270"/>
            </a:xfrm>
            <a:custGeom>
              <a:rect b="b" l="l" r="r" t="t"/>
              <a:pathLst>
                <a:path extrusionOk="0" h="1699" w="9555">
                  <a:moveTo>
                    <a:pt x="9306" y="1"/>
                  </a:moveTo>
                  <a:cubicBezTo>
                    <a:pt x="9112" y="1"/>
                    <a:pt x="8925" y="86"/>
                    <a:pt x="8749" y="147"/>
                  </a:cubicBezTo>
                  <a:cubicBezTo>
                    <a:pt x="7454" y="594"/>
                    <a:pt x="6093" y="714"/>
                    <a:pt x="4753" y="899"/>
                  </a:cubicBezTo>
                  <a:cubicBezTo>
                    <a:pt x="3338" y="1089"/>
                    <a:pt x="1928" y="1345"/>
                    <a:pt x="496" y="1416"/>
                  </a:cubicBezTo>
                  <a:cubicBezTo>
                    <a:pt x="333" y="1421"/>
                    <a:pt x="131" y="1443"/>
                    <a:pt x="1" y="1699"/>
                  </a:cubicBezTo>
                  <a:cubicBezTo>
                    <a:pt x="839" y="1661"/>
                    <a:pt x="1623" y="1644"/>
                    <a:pt x="2401" y="1574"/>
                  </a:cubicBezTo>
                  <a:cubicBezTo>
                    <a:pt x="2995" y="1525"/>
                    <a:pt x="3588" y="1410"/>
                    <a:pt x="4176" y="1329"/>
                  </a:cubicBezTo>
                  <a:cubicBezTo>
                    <a:pt x="4220" y="1307"/>
                    <a:pt x="4258" y="1269"/>
                    <a:pt x="4301" y="1269"/>
                  </a:cubicBezTo>
                  <a:cubicBezTo>
                    <a:pt x="5379" y="1269"/>
                    <a:pt x="6425" y="1013"/>
                    <a:pt x="7481" y="839"/>
                  </a:cubicBezTo>
                  <a:cubicBezTo>
                    <a:pt x="8221" y="714"/>
                    <a:pt x="8956" y="550"/>
                    <a:pt x="9555" y="55"/>
                  </a:cubicBezTo>
                  <a:cubicBezTo>
                    <a:pt x="9471" y="16"/>
                    <a:pt x="9388" y="1"/>
                    <a:pt x="9306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40"/>
            <p:cNvSpPr/>
            <p:nvPr/>
          </p:nvSpPr>
          <p:spPr>
            <a:xfrm>
              <a:off x="1873361" y="2796985"/>
              <a:ext cx="449014" cy="102028"/>
            </a:xfrm>
            <a:custGeom>
              <a:rect b="b" l="l" r="r" t="t"/>
              <a:pathLst>
                <a:path extrusionOk="0" h="1544" w="6795">
                  <a:moveTo>
                    <a:pt x="6705" y="0"/>
                  </a:moveTo>
                  <a:cubicBezTo>
                    <a:pt x="6692" y="0"/>
                    <a:pt x="6678" y="1"/>
                    <a:pt x="6664" y="3"/>
                  </a:cubicBezTo>
                  <a:cubicBezTo>
                    <a:pt x="5967" y="84"/>
                    <a:pt x="5265" y="188"/>
                    <a:pt x="4568" y="286"/>
                  </a:cubicBezTo>
                  <a:cubicBezTo>
                    <a:pt x="3158" y="487"/>
                    <a:pt x="1759" y="743"/>
                    <a:pt x="403" y="1195"/>
                  </a:cubicBezTo>
                  <a:cubicBezTo>
                    <a:pt x="251" y="1244"/>
                    <a:pt x="71" y="1266"/>
                    <a:pt x="1" y="1445"/>
                  </a:cubicBezTo>
                  <a:cubicBezTo>
                    <a:pt x="194" y="1518"/>
                    <a:pt x="392" y="1543"/>
                    <a:pt x="590" y="1543"/>
                  </a:cubicBezTo>
                  <a:cubicBezTo>
                    <a:pt x="778" y="1543"/>
                    <a:pt x="964" y="1521"/>
                    <a:pt x="1144" y="1494"/>
                  </a:cubicBezTo>
                  <a:cubicBezTo>
                    <a:pt x="2766" y="1255"/>
                    <a:pt x="4399" y="1064"/>
                    <a:pt x="5951" y="509"/>
                  </a:cubicBezTo>
                  <a:cubicBezTo>
                    <a:pt x="6256" y="406"/>
                    <a:pt x="6637" y="395"/>
                    <a:pt x="6795" y="30"/>
                  </a:cubicBezTo>
                  <a:cubicBezTo>
                    <a:pt x="6768" y="7"/>
                    <a:pt x="6738" y="0"/>
                    <a:pt x="6705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40"/>
            <p:cNvSpPr/>
            <p:nvPr/>
          </p:nvSpPr>
          <p:spPr>
            <a:xfrm>
              <a:off x="1852479" y="2055827"/>
              <a:ext cx="814899" cy="442075"/>
            </a:xfrm>
            <a:custGeom>
              <a:rect b="b" l="l" r="r" t="t"/>
              <a:pathLst>
                <a:path extrusionOk="0" h="6690" w="12332">
                  <a:moveTo>
                    <a:pt x="150" y="0"/>
                  </a:moveTo>
                  <a:cubicBezTo>
                    <a:pt x="102" y="0"/>
                    <a:pt x="53" y="5"/>
                    <a:pt x="1" y="15"/>
                  </a:cubicBezTo>
                  <a:cubicBezTo>
                    <a:pt x="1046" y="483"/>
                    <a:pt x="1961" y="1115"/>
                    <a:pt x="2946" y="1610"/>
                  </a:cubicBezTo>
                  <a:cubicBezTo>
                    <a:pt x="4742" y="2519"/>
                    <a:pt x="6555" y="3396"/>
                    <a:pt x="8357" y="4294"/>
                  </a:cubicBezTo>
                  <a:cubicBezTo>
                    <a:pt x="9207" y="4713"/>
                    <a:pt x="9996" y="5214"/>
                    <a:pt x="10764" y="5764"/>
                  </a:cubicBezTo>
                  <a:cubicBezTo>
                    <a:pt x="11243" y="6107"/>
                    <a:pt x="11673" y="6559"/>
                    <a:pt x="12331" y="6689"/>
                  </a:cubicBezTo>
                  <a:cubicBezTo>
                    <a:pt x="11836" y="6303"/>
                    <a:pt x="11384" y="5933"/>
                    <a:pt x="10921" y="5579"/>
                  </a:cubicBezTo>
                  <a:cubicBezTo>
                    <a:pt x="9305" y="4348"/>
                    <a:pt x="7421" y="3603"/>
                    <a:pt x="5635" y="2677"/>
                  </a:cubicBezTo>
                  <a:cubicBezTo>
                    <a:pt x="4476" y="2078"/>
                    <a:pt x="3245" y="1626"/>
                    <a:pt x="2118" y="962"/>
                  </a:cubicBezTo>
                  <a:cubicBezTo>
                    <a:pt x="1639" y="679"/>
                    <a:pt x="1155" y="418"/>
                    <a:pt x="665" y="162"/>
                  </a:cubicBezTo>
                  <a:cubicBezTo>
                    <a:pt x="511" y="83"/>
                    <a:pt x="350" y="0"/>
                    <a:pt x="150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40"/>
            <p:cNvSpPr/>
            <p:nvPr/>
          </p:nvSpPr>
          <p:spPr>
            <a:xfrm>
              <a:off x="2141714" y="2676652"/>
              <a:ext cx="544367" cy="71234"/>
            </a:xfrm>
            <a:custGeom>
              <a:rect b="b" l="l" r="r" t="t"/>
              <a:pathLst>
                <a:path extrusionOk="0" h="1078" w="8238">
                  <a:moveTo>
                    <a:pt x="8238" y="0"/>
                  </a:moveTo>
                  <a:lnTo>
                    <a:pt x="8238" y="0"/>
                  </a:lnTo>
                  <a:cubicBezTo>
                    <a:pt x="7464" y="49"/>
                    <a:pt x="6691" y="98"/>
                    <a:pt x="5918" y="147"/>
                  </a:cubicBezTo>
                  <a:cubicBezTo>
                    <a:pt x="5799" y="213"/>
                    <a:pt x="5674" y="228"/>
                    <a:pt x="5549" y="228"/>
                  </a:cubicBezTo>
                  <a:cubicBezTo>
                    <a:pt x="5445" y="228"/>
                    <a:pt x="5341" y="218"/>
                    <a:pt x="5238" y="218"/>
                  </a:cubicBezTo>
                  <a:cubicBezTo>
                    <a:pt x="5199" y="218"/>
                    <a:pt x="5161" y="219"/>
                    <a:pt x="5124" y="223"/>
                  </a:cubicBezTo>
                  <a:cubicBezTo>
                    <a:pt x="4029" y="348"/>
                    <a:pt x="2935" y="397"/>
                    <a:pt x="1846" y="572"/>
                  </a:cubicBezTo>
                  <a:cubicBezTo>
                    <a:pt x="1291" y="659"/>
                    <a:pt x="741" y="768"/>
                    <a:pt x="213" y="958"/>
                  </a:cubicBezTo>
                  <a:cubicBezTo>
                    <a:pt x="175" y="969"/>
                    <a:pt x="1" y="1002"/>
                    <a:pt x="191" y="1078"/>
                  </a:cubicBezTo>
                  <a:cubicBezTo>
                    <a:pt x="921" y="1045"/>
                    <a:pt x="1628" y="855"/>
                    <a:pt x="2353" y="789"/>
                  </a:cubicBezTo>
                  <a:cubicBezTo>
                    <a:pt x="3746" y="664"/>
                    <a:pt x="5140" y="555"/>
                    <a:pt x="6528" y="425"/>
                  </a:cubicBezTo>
                  <a:cubicBezTo>
                    <a:pt x="7116" y="376"/>
                    <a:pt x="7693" y="261"/>
                    <a:pt x="8238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40"/>
            <p:cNvSpPr/>
            <p:nvPr/>
          </p:nvSpPr>
          <p:spPr>
            <a:xfrm>
              <a:off x="1658929" y="2586254"/>
              <a:ext cx="576019" cy="107182"/>
            </a:xfrm>
            <a:custGeom>
              <a:rect b="b" l="l" r="r" t="t"/>
              <a:pathLst>
                <a:path extrusionOk="0" h="1622" w="8717">
                  <a:moveTo>
                    <a:pt x="7167" y="0"/>
                  </a:moveTo>
                  <a:cubicBezTo>
                    <a:pt x="7110" y="0"/>
                    <a:pt x="7053" y="3"/>
                    <a:pt x="6996" y="7"/>
                  </a:cubicBezTo>
                  <a:cubicBezTo>
                    <a:pt x="6387" y="51"/>
                    <a:pt x="5772" y="56"/>
                    <a:pt x="5173" y="165"/>
                  </a:cubicBezTo>
                  <a:cubicBezTo>
                    <a:pt x="3588" y="459"/>
                    <a:pt x="2021" y="818"/>
                    <a:pt x="485" y="1297"/>
                  </a:cubicBezTo>
                  <a:cubicBezTo>
                    <a:pt x="322" y="1352"/>
                    <a:pt x="164" y="1401"/>
                    <a:pt x="1" y="1450"/>
                  </a:cubicBezTo>
                  <a:cubicBezTo>
                    <a:pt x="130" y="1586"/>
                    <a:pt x="283" y="1622"/>
                    <a:pt x="442" y="1622"/>
                  </a:cubicBezTo>
                  <a:cubicBezTo>
                    <a:pt x="537" y="1622"/>
                    <a:pt x="634" y="1609"/>
                    <a:pt x="730" y="1597"/>
                  </a:cubicBezTo>
                  <a:cubicBezTo>
                    <a:pt x="1079" y="1559"/>
                    <a:pt x="1433" y="1510"/>
                    <a:pt x="1776" y="1422"/>
                  </a:cubicBezTo>
                  <a:cubicBezTo>
                    <a:pt x="3452" y="1003"/>
                    <a:pt x="5140" y="633"/>
                    <a:pt x="6860" y="394"/>
                  </a:cubicBezTo>
                  <a:cubicBezTo>
                    <a:pt x="6896" y="394"/>
                    <a:pt x="6931" y="395"/>
                    <a:pt x="6967" y="395"/>
                  </a:cubicBezTo>
                  <a:cubicBezTo>
                    <a:pt x="7221" y="395"/>
                    <a:pt x="7479" y="380"/>
                    <a:pt x="7740" y="380"/>
                  </a:cubicBezTo>
                  <a:cubicBezTo>
                    <a:pt x="8058" y="380"/>
                    <a:pt x="8382" y="401"/>
                    <a:pt x="8717" y="497"/>
                  </a:cubicBezTo>
                  <a:cubicBezTo>
                    <a:pt x="8483" y="127"/>
                    <a:pt x="8151" y="192"/>
                    <a:pt x="7851" y="165"/>
                  </a:cubicBezTo>
                  <a:cubicBezTo>
                    <a:pt x="7636" y="42"/>
                    <a:pt x="7403" y="0"/>
                    <a:pt x="7167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40"/>
            <p:cNvSpPr/>
            <p:nvPr/>
          </p:nvSpPr>
          <p:spPr>
            <a:xfrm>
              <a:off x="1690978" y="2563325"/>
              <a:ext cx="508353" cy="108702"/>
            </a:xfrm>
            <a:custGeom>
              <a:rect b="b" l="l" r="r" t="t"/>
              <a:pathLst>
                <a:path extrusionOk="0" h="1645" w="7693">
                  <a:moveTo>
                    <a:pt x="6836" y="1"/>
                  </a:moveTo>
                  <a:cubicBezTo>
                    <a:pt x="6678" y="1"/>
                    <a:pt x="6521" y="13"/>
                    <a:pt x="6370" y="44"/>
                  </a:cubicBezTo>
                  <a:cubicBezTo>
                    <a:pt x="4949" y="327"/>
                    <a:pt x="3534" y="632"/>
                    <a:pt x="2118" y="947"/>
                  </a:cubicBezTo>
                  <a:cubicBezTo>
                    <a:pt x="1394" y="1111"/>
                    <a:pt x="643" y="1225"/>
                    <a:pt x="0" y="1644"/>
                  </a:cubicBezTo>
                  <a:cubicBezTo>
                    <a:pt x="621" y="1590"/>
                    <a:pt x="1214" y="1416"/>
                    <a:pt x="1813" y="1263"/>
                  </a:cubicBezTo>
                  <a:cubicBezTo>
                    <a:pt x="3370" y="854"/>
                    <a:pt x="4927" y="477"/>
                    <a:pt x="6535" y="477"/>
                  </a:cubicBezTo>
                  <a:cubicBezTo>
                    <a:pt x="6810" y="477"/>
                    <a:pt x="7087" y="488"/>
                    <a:pt x="7366" y="512"/>
                  </a:cubicBezTo>
                  <a:cubicBezTo>
                    <a:pt x="7361" y="408"/>
                    <a:pt x="7442" y="376"/>
                    <a:pt x="7513" y="338"/>
                  </a:cubicBezTo>
                  <a:cubicBezTo>
                    <a:pt x="7584" y="294"/>
                    <a:pt x="7693" y="272"/>
                    <a:pt x="7682" y="180"/>
                  </a:cubicBezTo>
                  <a:cubicBezTo>
                    <a:pt x="7671" y="60"/>
                    <a:pt x="7535" y="60"/>
                    <a:pt x="7459" y="49"/>
                  </a:cubicBezTo>
                  <a:cubicBezTo>
                    <a:pt x="7252" y="21"/>
                    <a:pt x="7043" y="1"/>
                    <a:pt x="6836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40"/>
            <p:cNvSpPr/>
            <p:nvPr/>
          </p:nvSpPr>
          <p:spPr>
            <a:xfrm>
              <a:off x="1830937" y="2793218"/>
              <a:ext cx="495732" cy="107975"/>
            </a:xfrm>
            <a:custGeom>
              <a:rect b="b" l="l" r="r" t="t"/>
              <a:pathLst>
                <a:path extrusionOk="0" h="1634" w="7502">
                  <a:moveTo>
                    <a:pt x="7150" y="1"/>
                  </a:moveTo>
                  <a:cubicBezTo>
                    <a:pt x="6352" y="1"/>
                    <a:pt x="5566" y="96"/>
                    <a:pt x="4775" y="218"/>
                  </a:cubicBezTo>
                  <a:cubicBezTo>
                    <a:pt x="3403" y="430"/>
                    <a:pt x="2047" y="680"/>
                    <a:pt x="757" y="1214"/>
                  </a:cubicBezTo>
                  <a:cubicBezTo>
                    <a:pt x="512" y="1317"/>
                    <a:pt x="261" y="1410"/>
                    <a:pt x="0" y="1633"/>
                  </a:cubicBezTo>
                  <a:cubicBezTo>
                    <a:pt x="261" y="1579"/>
                    <a:pt x="452" y="1541"/>
                    <a:pt x="643" y="1502"/>
                  </a:cubicBezTo>
                  <a:cubicBezTo>
                    <a:pt x="1976" y="985"/>
                    <a:pt x="3370" y="740"/>
                    <a:pt x="4769" y="512"/>
                  </a:cubicBezTo>
                  <a:cubicBezTo>
                    <a:pt x="5656" y="359"/>
                    <a:pt x="6560" y="299"/>
                    <a:pt x="7437" y="87"/>
                  </a:cubicBezTo>
                  <a:cubicBezTo>
                    <a:pt x="7458" y="65"/>
                    <a:pt x="7480" y="49"/>
                    <a:pt x="7502" y="27"/>
                  </a:cubicBezTo>
                  <a:cubicBezTo>
                    <a:pt x="7480" y="22"/>
                    <a:pt x="7464" y="11"/>
                    <a:pt x="7442" y="5"/>
                  </a:cubicBezTo>
                  <a:cubicBezTo>
                    <a:pt x="7345" y="2"/>
                    <a:pt x="7247" y="1"/>
                    <a:pt x="7150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40"/>
            <p:cNvSpPr/>
            <p:nvPr/>
          </p:nvSpPr>
          <p:spPr>
            <a:xfrm>
              <a:off x="1630184" y="2612158"/>
              <a:ext cx="482120" cy="88151"/>
            </a:xfrm>
            <a:custGeom>
              <a:rect b="b" l="l" r="r" t="t"/>
              <a:pathLst>
                <a:path extrusionOk="0" h="1334" w="7296">
                  <a:moveTo>
                    <a:pt x="7192" y="1"/>
                  </a:moveTo>
                  <a:cubicBezTo>
                    <a:pt x="6624" y="1"/>
                    <a:pt x="6069" y="83"/>
                    <a:pt x="5510" y="176"/>
                  </a:cubicBezTo>
                  <a:cubicBezTo>
                    <a:pt x="4230" y="383"/>
                    <a:pt x="2995" y="813"/>
                    <a:pt x="1704" y="1014"/>
                  </a:cubicBezTo>
                  <a:cubicBezTo>
                    <a:pt x="1428" y="1057"/>
                    <a:pt x="1151" y="1141"/>
                    <a:pt x="871" y="1141"/>
                  </a:cubicBezTo>
                  <a:cubicBezTo>
                    <a:pt x="727" y="1141"/>
                    <a:pt x="582" y="1119"/>
                    <a:pt x="436" y="1058"/>
                  </a:cubicBezTo>
                  <a:cubicBezTo>
                    <a:pt x="289" y="1090"/>
                    <a:pt x="147" y="1118"/>
                    <a:pt x="0" y="1150"/>
                  </a:cubicBezTo>
                  <a:cubicBezTo>
                    <a:pt x="24" y="1148"/>
                    <a:pt x="48" y="1148"/>
                    <a:pt x="71" y="1148"/>
                  </a:cubicBezTo>
                  <a:cubicBezTo>
                    <a:pt x="391" y="1148"/>
                    <a:pt x="676" y="1310"/>
                    <a:pt x="986" y="1330"/>
                  </a:cubicBezTo>
                  <a:cubicBezTo>
                    <a:pt x="1024" y="1332"/>
                    <a:pt x="1063" y="1333"/>
                    <a:pt x="1102" y="1333"/>
                  </a:cubicBezTo>
                  <a:cubicBezTo>
                    <a:pt x="1496" y="1333"/>
                    <a:pt x="1879" y="1215"/>
                    <a:pt x="2271" y="1156"/>
                  </a:cubicBezTo>
                  <a:cubicBezTo>
                    <a:pt x="3152" y="1030"/>
                    <a:pt x="4007" y="769"/>
                    <a:pt x="4878" y="606"/>
                  </a:cubicBezTo>
                  <a:cubicBezTo>
                    <a:pt x="5695" y="453"/>
                    <a:pt x="6522" y="328"/>
                    <a:pt x="7295" y="2"/>
                  </a:cubicBezTo>
                  <a:cubicBezTo>
                    <a:pt x="7261" y="1"/>
                    <a:pt x="7226" y="1"/>
                    <a:pt x="7192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40"/>
            <p:cNvSpPr/>
            <p:nvPr/>
          </p:nvSpPr>
          <p:spPr>
            <a:xfrm>
              <a:off x="2518770" y="3275077"/>
              <a:ext cx="351480" cy="68128"/>
            </a:xfrm>
            <a:custGeom>
              <a:rect b="b" l="l" r="r" t="t"/>
              <a:pathLst>
                <a:path extrusionOk="0" h="1031" w="5319">
                  <a:moveTo>
                    <a:pt x="919" y="0"/>
                  </a:moveTo>
                  <a:cubicBezTo>
                    <a:pt x="617" y="0"/>
                    <a:pt x="311" y="43"/>
                    <a:pt x="0" y="188"/>
                  </a:cubicBezTo>
                  <a:cubicBezTo>
                    <a:pt x="112" y="275"/>
                    <a:pt x="212" y="291"/>
                    <a:pt x="306" y="291"/>
                  </a:cubicBezTo>
                  <a:cubicBezTo>
                    <a:pt x="358" y="291"/>
                    <a:pt x="408" y="286"/>
                    <a:pt x="457" y="286"/>
                  </a:cubicBezTo>
                  <a:cubicBezTo>
                    <a:pt x="947" y="297"/>
                    <a:pt x="1443" y="253"/>
                    <a:pt x="1916" y="427"/>
                  </a:cubicBezTo>
                  <a:cubicBezTo>
                    <a:pt x="2243" y="547"/>
                    <a:pt x="2570" y="672"/>
                    <a:pt x="2896" y="792"/>
                  </a:cubicBezTo>
                  <a:cubicBezTo>
                    <a:pt x="3293" y="938"/>
                    <a:pt x="3688" y="1031"/>
                    <a:pt x="4077" y="1031"/>
                  </a:cubicBezTo>
                  <a:cubicBezTo>
                    <a:pt x="4499" y="1031"/>
                    <a:pt x="4914" y="922"/>
                    <a:pt x="5319" y="656"/>
                  </a:cubicBezTo>
                  <a:cubicBezTo>
                    <a:pt x="5257" y="589"/>
                    <a:pt x="5189" y="569"/>
                    <a:pt x="5120" y="569"/>
                  </a:cubicBezTo>
                  <a:cubicBezTo>
                    <a:pt x="5025" y="569"/>
                    <a:pt x="4926" y="606"/>
                    <a:pt x="4829" y="613"/>
                  </a:cubicBezTo>
                  <a:cubicBezTo>
                    <a:pt x="4540" y="630"/>
                    <a:pt x="4258" y="690"/>
                    <a:pt x="3966" y="690"/>
                  </a:cubicBezTo>
                  <a:cubicBezTo>
                    <a:pt x="3895" y="690"/>
                    <a:pt x="3823" y="686"/>
                    <a:pt x="3751" y="678"/>
                  </a:cubicBezTo>
                  <a:cubicBezTo>
                    <a:pt x="3070" y="591"/>
                    <a:pt x="2504" y="204"/>
                    <a:pt x="1846" y="74"/>
                  </a:cubicBezTo>
                  <a:cubicBezTo>
                    <a:pt x="1539" y="46"/>
                    <a:pt x="1231" y="0"/>
                    <a:pt x="919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40"/>
            <p:cNvSpPr/>
            <p:nvPr/>
          </p:nvSpPr>
          <p:spPr>
            <a:xfrm>
              <a:off x="2688994" y="2870532"/>
              <a:ext cx="277338" cy="96807"/>
            </a:xfrm>
            <a:custGeom>
              <a:rect b="b" l="l" r="r" t="t"/>
              <a:pathLst>
                <a:path extrusionOk="0" h="1465" w="4197">
                  <a:moveTo>
                    <a:pt x="4185" y="0"/>
                  </a:moveTo>
                  <a:cubicBezTo>
                    <a:pt x="3897" y="0"/>
                    <a:pt x="3692" y="208"/>
                    <a:pt x="3434" y="245"/>
                  </a:cubicBezTo>
                  <a:cubicBezTo>
                    <a:pt x="2405" y="735"/>
                    <a:pt x="1306" y="1018"/>
                    <a:pt x="190" y="1236"/>
                  </a:cubicBezTo>
                  <a:cubicBezTo>
                    <a:pt x="180" y="1238"/>
                    <a:pt x="169" y="1238"/>
                    <a:pt x="157" y="1238"/>
                  </a:cubicBezTo>
                  <a:cubicBezTo>
                    <a:pt x="141" y="1238"/>
                    <a:pt x="123" y="1237"/>
                    <a:pt x="105" y="1237"/>
                  </a:cubicBezTo>
                  <a:cubicBezTo>
                    <a:pt x="51" y="1237"/>
                    <a:pt x="1" y="1247"/>
                    <a:pt x="4" y="1329"/>
                  </a:cubicBezTo>
                  <a:cubicBezTo>
                    <a:pt x="4" y="1416"/>
                    <a:pt x="97" y="1448"/>
                    <a:pt x="184" y="1465"/>
                  </a:cubicBezTo>
                  <a:cubicBezTo>
                    <a:pt x="1752" y="1427"/>
                    <a:pt x="3864" y="665"/>
                    <a:pt x="4196" y="0"/>
                  </a:cubicBezTo>
                  <a:cubicBezTo>
                    <a:pt x="4193" y="0"/>
                    <a:pt x="4189" y="0"/>
                    <a:pt x="4185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40"/>
            <p:cNvSpPr/>
            <p:nvPr/>
          </p:nvSpPr>
          <p:spPr>
            <a:xfrm>
              <a:off x="3063407" y="2659009"/>
              <a:ext cx="79560" cy="120530"/>
            </a:xfrm>
            <a:custGeom>
              <a:rect b="b" l="l" r="r" t="t"/>
              <a:pathLst>
                <a:path extrusionOk="0" h="1824" w="1204">
                  <a:moveTo>
                    <a:pt x="1046" y="0"/>
                  </a:moveTo>
                  <a:lnTo>
                    <a:pt x="1046" y="0"/>
                  </a:lnTo>
                  <a:cubicBezTo>
                    <a:pt x="1056" y="229"/>
                    <a:pt x="980" y="381"/>
                    <a:pt x="882" y="534"/>
                  </a:cubicBezTo>
                  <a:cubicBezTo>
                    <a:pt x="654" y="877"/>
                    <a:pt x="441" y="1225"/>
                    <a:pt x="164" y="1530"/>
                  </a:cubicBezTo>
                  <a:cubicBezTo>
                    <a:pt x="104" y="1601"/>
                    <a:pt x="0" y="1682"/>
                    <a:pt x="66" y="1770"/>
                  </a:cubicBezTo>
                  <a:cubicBezTo>
                    <a:pt x="96" y="1809"/>
                    <a:pt x="130" y="1824"/>
                    <a:pt x="166" y="1824"/>
                  </a:cubicBezTo>
                  <a:cubicBezTo>
                    <a:pt x="233" y="1824"/>
                    <a:pt x="302" y="1771"/>
                    <a:pt x="349" y="1731"/>
                  </a:cubicBezTo>
                  <a:cubicBezTo>
                    <a:pt x="768" y="1372"/>
                    <a:pt x="1067" y="931"/>
                    <a:pt x="1165" y="381"/>
                  </a:cubicBezTo>
                  <a:cubicBezTo>
                    <a:pt x="1187" y="272"/>
                    <a:pt x="1203" y="147"/>
                    <a:pt x="1046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40"/>
            <p:cNvSpPr/>
            <p:nvPr/>
          </p:nvSpPr>
          <p:spPr>
            <a:xfrm>
              <a:off x="965346" y="1089863"/>
              <a:ext cx="1341556" cy="600271"/>
            </a:xfrm>
            <a:custGeom>
              <a:rect b="b" l="l" r="r" t="t"/>
              <a:pathLst>
                <a:path extrusionOk="0" h="9084" w="20302">
                  <a:moveTo>
                    <a:pt x="237" y="1"/>
                  </a:moveTo>
                  <a:cubicBezTo>
                    <a:pt x="159" y="1"/>
                    <a:pt x="81" y="5"/>
                    <a:pt x="1" y="16"/>
                  </a:cubicBezTo>
                  <a:cubicBezTo>
                    <a:pt x="306" y="130"/>
                    <a:pt x="605" y="250"/>
                    <a:pt x="910" y="364"/>
                  </a:cubicBezTo>
                  <a:cubicBezTo>
                    <a:pt x="1808" y="713"/>
                    <a:pt x="2668" y="1154"/>
                    <a:pt x="3610" y="1382"/>
                  </a:cubicBezTo>
                  <a:cubicBezTo>
                    <a:pt x="5450" y="1834"/>
                    <a:pt x="7279" y="2302"/>
                    <a:pt x="8956" y="3223"/>
                  </a:cubicBezTo>
                  <a:cubicBezTo>
                    <a:pt x="9816" y="3691"/>
                    <a:pt x="10638" y="4213"/>
                    <a:pt x="11515" y="4649"/>
                  </a:cubicBezTo>
                  <a:cubicBezTo>
                    <a:pt x="12680" y="5237"/>
                    <a:pt x="13883" y="5749"/>
                    <a:pt x="15070" y="6287"/>
                  </a:cubicBezTo>
                  <a:cubicBezTo>
                    <a:pt x="16757" y="7050"/>
                    <a:pt x="18309" y="8057"/>
                    <a:pt x="19910" y="8977"/>
                  </a:cubicBezTo>
                  <a:cubicBezTo>
                    <a:pt x="19973" y="9018"/>
                    <a:pt x="20048" y="9084"/>
                    <a:pt x="20121" y="9084"/>
                  </a:cubicBezTo>
                  <a:cubicBezTo>
                    <a:pt x="20155" y="9084"/>
                    <a:pt x="20189" y="9069"/>
                    <a:pt x="20220" y="9031"/>
                  </a:cubicBezTo>
                  <a:cubicBezTo>
                    <a:pt x="20302" y="8928"/>
                    <a:pt x="20171" y="8846"/>
                    <a:pt x="20116" y="8759"/>
                  </a:cubicBezTo>
                  <a:cubicBezTo>
                    <a:pt x="19850" y="8356"/>
                    <a:pt x="19403" y="8198"/>
                    <a:pt x="19017" y="7959"/>
                  </a:cubicBezTo>
                  <a:cubicBezTo>
                    <a:pt x="17569" y="7050"/>
                    <a:pt x="16099" y="6195"/>
                    <a:pt x="14515" y="5542"/>
                  </a:cubicBezTo>
                  <a:cubicBezTo>
                    <a:pt x="13017" y="4916"/>
                    <a:pt x="11553" y="4213"/>
                    <a:pt x="10154" y="3391"/>
                  </a:cubicBezTo>
                  <a:cubicBezTo>
                    <a:pt x="8853" y="2624"/>
                    <a:pt x="7508" y="1949"/>
                    <a:pt x="6044" y="1562"/>
                  </a:cubicBezTo>
                  <a:cubicBezTo>
                    <a:pt x="4443" y="1137"/>
                    <a:pt x="2837" y="756"/>
                    <a:pt x="1269" y="217"/>
                  </a:cubicBezTo>
                  <a:cubicBezTo>
                    <a:pt x="946" y="105"/>
                    <a:pt x="602" y="1"/>
                    <a:pt x="237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40"/>
            <p:cNvSpPr/>
            <p:nvPr/>
          </p:nvSpPr>
          <p:spPr>
            <a:xfrm>
              <a:off x="1220418" y="614613"/>
              <a:ext cx="1208471" cy="1060914"/>
            </a:xfrm>
            <a:custGeom>
              <a:rect b="b" l="l" r="r" t="t"/>
              <a:pathLst>
                <a:path extrusionOk="0" h="16055" w="18288">
                  <a:moveTo>
                    <a:pt x="50" y="0"/>
                  </a:moveTo>
                  <a:cubicBezTo>
                    <a:pt x="33" y="22"/>
                    <a:pt x="17" y="49"/>
                    <a:pt x="1" y="76"/>
                  </a:cubicBezTo>
                  <a:cubicBezTo>
                    <a:pt x="289" y="294"/>
                    <a:pt x="561" y="539"/>
                    <a:pt x="872" y="724"/>
                  </a:cubicBezTo>
                  <a:cubicBezTo>
                    <a:pt x="2919" y="1927"/>
                    <a:pt x="4949" y="3158"/>
                    <a:pt x="6909" y="4502"/>
                  </a:cubicBezTo>
                  <a:cubicBezTo>
                    <a:pt x="8374" y="5504"/>
                    <a:pt x="9669" y="6691"/>
                    <a:pt x="10785" y="8068"/>
                  </a:cubicBezTo>
                  <a:cubicBezTo>
                    <a:pt x="11520" y="8972"/>
                    <a:pt x="12266" y="9870"/>
                    <a:pt x="13028" y="10747"/>
                  </a:cubicBezTo>
                  <a:cubicBezTo>
                    <a:pt x="13926" y="11786"/>
                    <a:pt x="14754" y="12886"/>
                    <a:pt x="15696" y="13888"/>
                  </a:cubicBezTo>
                  <a:cubicBezTo>
                    <a:pt x="16458" y="14704"/>
                    <a:pt x="17269" y="15461"/>
                    <a:pt x="18222" y="16054"/>
                  </a:cubicBezTo>
                  <a:cubicBezTo>
                    <a:pt x="18243" y="16027"/>
                    <a:pt x="18265" y="16005"/>
                    <a:pt x="18287" y="15978"/>
                  </a:cubicBezTo>
                  <a:cubicBezTo>
                    <a:pt x="18140" y="15842"/>
                    <a:pt x="17982" y="15717"/>
                    <a:pt x="17846" y="15570"/>
                  </a:cubicBezTo>
                  <a:cubicBezTo>
                    <a:pt x="17122" y="14797"/>
                    <a:pt x="16295" y="14138"/>
                    <a:pt x="15592" y="13338"/>
                  </a:cubicBezTo>
                  <a:cubicBezTo>
                    <a:pt x="14618" y="12233"/>
                    <a:pt x="13714" y="11079"/>
                    <a:pt x="12756" y="9963"/>
                  </a:cubicBezTo>
                  <a:cubicBezTo>
                    <a:pt x="11809" y="8858"/>
                    <a:pt x="10905" y="7714"/>
                    <a:pt x="9903" y="6653"/>
                  </a:cubicBezTo>
                  <a:cubicBezTo>
                    <a:pt x="8934" y="5618"/>
                    <a:pt x="7813" y="4758"/>
                    <a:pt x="6637" y="3980"/>
                  </a:cubicBezTo>
                  <a:cubicBezTo>
                    <a:pt x="5031" y="2913"/>
                    <a:pt x="3403" y="1878"/>
                    <a:pt x="1732" y="920"/>
                  </a:cubicBezTo>
                  <a:cubicBezTo>
                    <a:pt x="1177" y="604"/>
                    <a:pt x="610" y="305"/>
                    <a:pt x="50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40"/>
            <p:cNvSpPr/>
            <p:nvPr/>
          </p:nvSpPr>
          <p:spPr>
            <a:xfrm>
              <a:off x="909244" y="1245218"/>
              <a:ext cx="446503" cy="106389"/>
            </a:xfrm>
            <a:custGeom>
              <a:rect b="b" l="l" r="r" t="t"/>
              <a:pathLst>
                <a:path extrusionOk="0" h="1610" w="6757">
                  <a:moveTo>
                    <a:pt x="1" y="0"/>
                  </a:moveTo>
                  <a:cubicBezTo>
                    <a:pt x="514" y="239"/>
                    <a:pt x="6192" y="1610"/>
                    <a:pt x="6724" y="1610"/>
                  </a:cubicBezTo>
                  <a:cubicBezTo>
                    <a:pt x="6739" y="1610"/>
                    <a:pt x="6750" y="1609"/>
                    <a:pt x="6757" y="1606"/>
                  </a:cubicBezTo>
                  <a:cubicBezTo>
                    <a:pt x="4584" y="659"/>
                    <a:pt x="2407" y="66"/>
                    <a:pt x="1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40"/>
            <p:cNvSpPr/>
            <p:nvPr/>
          </p:nvSpPr>
          <p:spPr>
            <a:xfrm>
              <a:off x="1747080" y="1037990"/>
              <a:ext cx="355841" cy="346127"/>
            </a:xfrm>
            <a:custGeom>
              <a:rect b="b" l="l" r="r" t="t"/>
              <a:pathLst>
                <a:path extrusionOk="0" h="5238" w="5385">
                  <a:moveTo>
                    <a:pt x="1" y="1"/>
                  </a:moveTo>
                  <a:cubicBezTo>
                    <a:pt x="1906" y="1634"/>
                    <a:pt x="3550" y="3539"/>
                    <a:pt x="5385" y="5238"/>
                  </a:cubicBezTo>
                  <a:cubicBezTo>
                    <a:pt x="4813" y="4176"/>
                    <a:pt x="893" y="436"/>
                    <a:pt x="1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40"/>
            <p:cNvSpPr/>
            <p:nvPr/>
          </p:nvSpPr>
          <p:spPr>
            <a:xfrm>
              <a:off x="493663" y="1180063"/>
              <a:ext cx="215289" cy="44208"/>
            </a:xfrm>
            <a:custGeom>
              <a:rect b="b" l="l" r="r" t="t"/>
              <a:pathLst>
                <a:path extrusionOk="0" h="669" w="3258">
                  <a:moveTo>
                    <a:pt x="639" y="0"/>
                  </a:moveTo>
                  <a:cubicBezTo>
                    <a:pt x="563" y="0"/>
                    <a:pt x="487" y="2"/>
                    <a:pt x="410" y="7"/>
                  </a:cubicBezTo>
                  <a:cubicBezTo>
                    <a:pt x="236" y="12"/>
                    <a:pt x="122" y="99"/>
                    <a:pt x="40" y="235"/>
                  </a:cubicBezTo>
                  <a:cubicBezTo>
                    <a:pt x="0" y="305"/>
                    <a:pt x="21" y="386"/>
                    <a:pt x="91" y="386"/>
                  </a:cubicBezTo>
                  <a:cubicBezTo>
                    <a:pt x="107" y="386"/>
                    <a:pt x="127" y="382"/>
                    <a:pt x="149" y="371"/>
                  </a:cubicBezTo>
                  <a:cubicBezTo>
                    <a:pt x="271" y="313"/>
                    <a:pt x="392" y="292"/>
                    <a:pt x="511" y="292"/>
                  </a:cubicBezTo>
                  <a:cubicBezTo>
                    <a:pt x="758" y="292"/>
                    <a:pt x="1001" y="382"/>
                    <a:pt x="1243" y="415"/>
                  </a:cubicBezTo>
                  <a:cubicBezTo>
                    <a:pt x="1820" y="499"/>
                    <a:pt x="2385" y="669"/>
                    <a:pt x="2972" y="669"/>
                  </a:cubicBezTo>
                  <a:cubicBezTo>
                    <a:pt x="3067" y="669"/>
                    <a:pt x="3162" y="664"/>
                    <a:pt x="3257" y="654"/>
                  </a:cubicBezTo>
                  <a:cubicBezTo>
                    <a:pt x="3034" y="562"/>
                    <a:pt x="2811" y="458"/>
                    <a:pt x="2582" y="377"/>
                  </a:cubicBezTo>
                  <a:cubicBezTo>
                    <a:pt x="1951" y="166"/>
                    <a:pt x="1311" y="0"/>
                    <a:pt x="639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40"/>
            <p:cNvSpPr/>
            <p:nvPr/>
          </p:nvSpPr>
          <p:spPr>
            <a:xfrm>
              <a:off x="3124201" y="1914679"/>
              <a:ext cx="190376" cy="106587"/>
            </a:xfrm>
            <a:custGeom>
              <a:rect b="b" l="l" r="r" t="t"/>
              <a:pathLst>
                <a:path extrusionOk="0" h="1613" w="2881">
                  <a:moveTo>
                    <a:pt x="0" y="1"/>
                  </a:moveTo>
                  <a:lnTo>
                    <a:pt x="0" y="1"/>
                  </a:lnTo>
                  <a:cubicBezTo>
                    <a:pt x="234" y="284"/>
                    <a:pt x="566" y="355"/>
                    <a:pt x="888" y="409"/>
                  </a:cubicBezTo>
                  <a:cubicBezTo>
                    <a:pt x="1193" y="458"/>
                    <a:pt x="1443" y="572"/>
                    <a:pt x="1682" y="752"/>
                  </a:cubicBezTo>
                  <a:cubicBezTo>
                    <a:pt x="1944" y="953"/>
                    <a:pt x="2183" y="1177"/>
                    <a:pt x="2412" y="1411"/>
                  </a:cubicBezTo>
                  <a:cubicBezTo>
                    <a:pt x="2499" y="1492"/>
                    <a:pt x="2586" y="1574"/>
                    <a:pt x="2701" y="1607"/>
                  </a:cubicBezTo>
                  <a:cubicBezTo>
                    <a:pt x="2713" y="1610"/>
                    <a:pt x="2728" y="1612"/>
                    <a:pt x="2744" y="1612"/>
                  </a:cubicBezTo>
                  <a:cubicBezTo>
                    <a:pt x="2776" y="1612"/>
                    <a:pt x="2809" y="1605"/>
                    <a:pt x="2831" y="1590"/>
                  </a:cubicBezTo>
                  <a:cubicBezTo>
                    <a:pt x="2880" y="1558"/>
                    <a:pt x="2858" y="1503"/>
                    <a:pt x="2826" y="1471"/>
                  </a:cubicBezTo>
                  <a:cubicBezTo>
                    <a:pt x="2385" y="937"/>
                    <a:pt x="1971" y="338"/>
                    <a:pt x="1198" y="300"/>
                  </a:cubicBezTo>
                  <a:cubicBezTo>
                    <a:pt x="768" y="284"/>
                    <a:pt x="370" y="218"/>
                    <a:pt x="0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40"/>
            <p:cNvSpPr/>
            <p:nvPr/>
          </p:nvSpPr>
          <p:spPr>
            <a:xfrm>
              <a:off x="3218432" y="1826528"/>
              <a:ext cx="79230" cy="46652"/>
            </a:xfrm>
            <a:custGeom>
              <a:rect b="b" l="l" r="r" t="t"/>
              <a:pathLst>
                <a:path extrusionOk="0" h="706" w="1199">
                  <a:moveTo>
                    <a:pt x="250" y="1"/>
                  </a:moveTo>
                  <a:cubicBezTo>
                    <a:pt x="175" y="1"/>
                    <a:pt x="105" y="20"/>
                    <a:pt x="61" y="104"/>
                  </a:cubicBezTo>
                  <a:cubicBezTo>
                    <a:pt x="1" y="219"/>
                    <a:pt x="12" y="328"/>
                    <a:pt x="93" y="431"/>
                  </a:cubicBezTo>
                  <a:cubicBezTo>
                    <a:pt x="230" y="601"/>
                    <a:pt x="395" y="705"/>
                    <a:pt x="604" y="705"/>
                  </a:cubicBezTo>
                  <a:cubicBezTo>
                    <a:pt x="636" y="705"/>
                    <a:pt x="669" y="703"/>
                    <a:pt x="703" y="698"/>
                  </a:cubicBezTo>
                  <a:cubicBezTo>
                    <a:pt x="723" y="696"/>
                    <a:pt x="743" y="695"/>
                    <a:pt x="763" y="695"/>
                  </a:cubicBezTo>
                  <a:cubicBezTo>
                    <a:pt x="794" y="695"/>
                    <a:pt x="825" y="697"/>
                    <a:pt x="856" y="697"/>
                  </a:cubicBezTo>
                  <a:cubicBezTo>
                    <a:pt x="921" y="697"/>
                    <a:pt x="985" y="691"/>
                    <a:pt x="1046" y="654"/>
                  </a:cubicBezTo>
                  <a:cubicBezTo>
                    <a:pt x="1171" y="589"/>
                    <a:pt x="1198" y="502"/>
                    <a:pt x="1095" y="409"/>
                  </a:cubicBezTo>
                  <a:cubicBezTo>
                    <a:pt x="877" y="219"/>
                    <a:pt x="643" y="34"/>
                    <a:pt x="333" y="6"/>
                  </a:cubicBezTo>
                  <a:cubicBezTo>
                    <a:pt x="305" y="3"/>
                    <a:pt x="278" y="1"/>
                    <a:pt x="250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40"/>
            <p:cNvSpPr/>
            <p:nvPr/>
          </p:nvSpPr>
          <p:spPr>
            <a:xfrm>
              <a:off x="3376034" y="2031972"/>
              <a:ext cx="97864" cy="78437"/>
            </a:xfrm>
            <a:custGeom>
              <a:rect b="b" l="l" r="r" t="t"/>
              <a:pathLst>
                <a:path extrusionOk="0" h="1187" w="1481">
                  <a:moveTo>
                    <a:pt x="0" y="0"/>
                  </a:moveTo>
                  <a:lnTo>
                    <a:pt x="0" y="0"/>
                  </a:lnTo>
                  <a:cubicBezTo>
                    <a:pt x="142" y="196"/>
                    <a:pt x="174" y="371"/>
                    <a:pt x="212" y="556"/>
                  </a:cubicBezTo>
                  <a:cubicBezTo>
                    <a:pt x="291" y="960"/>
                    <a:pt x="551" y="1186"/>
                    <a:pt x="866" y="1186"/>
                  </a:cubicBezTo>
                  <a:cubicBezTo>
                    <a:pt x="1030" y="1186"/>
                    <a:pt x="1208" y="1125"/>
                    <a:pt x="1383" y="997"/>
                  </a:cubicBezTo>
                  <a:cubicBezTo>
                    <a:pt x="1432" y="964"/>
                    <a:pt x="1481" y="926"/>
                    <a:pt x="1454" y="855"/>
                  </a:cubicBezTo>
                  <a:cubicBezTo>
                    <a:pt x="1437" y="819"/>
                    <a:pt x="1413" y="808"/>
                    <a:pt x="1385" y="808"/>
                  </a:cubicBezTo>
                  <a:cubicBezTo>
                    <a:pt x="1359" y="808"/>
                    <a:pt x="1330" y="817"/>
                    <a:pt x="1301" y="822"/>
                  </a:cubicBezTo>
                  <a:cubicBezTo>
                    <a:pt x="1154" y="839"/>
                    <a:pt x="996" y="828"/>
                    <a:pt x="855" y="866"/>
                  </a:cubicBezTo>
                  <a:cubicBezTo>
                    <a:pt x="781" y="884"/>
                    <a:pt x="718" y="894"/>
                    <a:pt x="663" y="894"/>
                  </a:cubicBezTo>
                  <a:cubicBezTo>
                    <a:pt x="443" y="894"/>
                    <a:pt x="372" y="745"/>
                    <a:pt x="403" y="452"/>
                  </a:cubicBezTo>
                  <a:cubicBezTo>
                    <a:pt x="425" y="224"/>
                    <a:pt x="338" y="39"/>
                    <a:pt x="0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40"/>
            <p:cNvSpPr/>
            <p:nvPr/>
          </p:nvSpPr>
          <p:spPr>
            <a:xfrm>
              <a:off x="3047944" y="2004747"/>
              <a:ext cx="62974" cy="73613"/>
            </a:xfrm>
            <a:custGeom>
              <a:rect b="b" l="l" r="r" t="t"/>
              <a:pathLst>
                <a:path extrusionOk="0" h="1114" w="953">
                  <a:moveTo>
                    <a:pt x="737" y="1"/>
                  </a:moveTo>
                  <a:cubicBezTo>
                    <a:pt x="461" y="1"/>
                    <a:pt x="236" y="75"/>
                    <a:pt x="0" y="184"/>
                  </a:cubicBezTo>
                  <a:cubicBezTo>
                    <a:pt x="44" y="221"/>
                    <a:pt x="87" y="233"/>
                    <a:pt x="129" y="233"/>
                  </a:cubicBezTo>
                  <a:cubicBezTo>
                    <a:pt x="201" y="233"/>
                    <a:pt x="271" y="199"/>
                    <a:pt x="338" y="199"/>
                  </a:cubicBezTo>
                  <a:cubicBezTo>
                    <a:pt x="379" y="199"/>
                    <a:pt x="419" y="212"/>
                    <a:pt x="457" y="255"/>
                  </a:cubicBezTo>
                  <a:cubicBezTo>
                    <a:pt x="398" y="369"/>
                    <a:pt x="327" y="478"/>
                    <a:pt x="283" y="598"/>
                  </a:cubicBezTo>
                  <a:cubicBezTo>
                    <a:pt x="223" y="755"/>
                    <a:pt x="76" y="984"/>
                    <a:pt x="185" y="1077"/>
                  </a:cubicBezTo>
                  <a:cubicBezTo>
                    <a:pt x="216" y="1103"/>
                    <a:pt x="247" y="1114"/>
                    <a:pt x="278" y="1114"/>
                  </a:cubicBezTo>
                  <a:cubicBezTo>
                    <a:pt x="396" y="1114"/>
                    <a:pt x="513" y="959"/>
                    <a:pt x="621" y="886"/>
                  </a:cubicBezTo>
                  <a:cubicBezTo>
                    <a:pt x="724" y="815"/>
                    <a:pt x="860" y="794"/>
                    <a:pt x="937" y="652"/>
                  </a:cubicBezTo>
                  <a:cubicBezTo>
                    <a:pt x="901" y="640"/>
                    <a:pt x="868" y="636"/>
                    <a:pt x="835" y="636"/>
                  </a:cubicBezTo>
                  <a:cubicBezTo>
                    <a:pt x="705" y="636"/>
                    <a:pt x="593" y="711"/>
                    <a:pt x="456" y="711"/>
                  </a:cubicBezTo>
                  <a:cubicBezTo>
                    <a:pt x="437" y="711"/>
                    <a:pt x="417" y="710"/>
                    <a:pt x="398" y="706"/>
                  </a:cubicBezTo>
                  <a:cubicBezTo>
                    <a:pt x="496" y="429"/>
                    <a:pt x="692" y="233"/>
                    <a:pt x="953" y="15"/>
                  </a:cubicBezTo>
                  <a:cubicBezTo>
                    <a:pt x="877" y="5"/>
                    <a:pt x="805" y="1"/>
                    <a:pt x="737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7" name="Google Shape;2307;p40"/>
            <p:cNvSpPr/>
            <p:nvPr/>
          </p:nvSpPr>
          <p:spPr>
            <a:xfrm>
              <a:off x="3409471" y="1968204"/>
              <a:ext cx="47908" cy="60794"/>
            </a:xfrm>
            <a:custGeom>
              <a:rect b="b" l="l" r="r" t="t"/>
              <a:pathLst>
                <a:path extrusionOk="0" h="920" w="725">
                  <a:moveTo>
                    <a:pt x="147" y="1"/>
                  </a:moveTo>
                  <a:cubicBezTo>
                    <a:pt x="133" y="1"/>
                    <a:pt x="119" y="3"/>
                    <a:pt x="104" y="7"/>
                  </a:cubicBezTo>
                  <a:cubicBezTo>
                    <a:pt x="0" y="45"/>
                    <a:pt x="49" y="149"/>
                    <a:pt x="38" y="214"/>
                  </a:cubicBezTo>
                  <a:cubicBezTo>
                    <a:pt x="28" y="432"/>
                    <a:pt x="115" y="612"/>
                    <a:pt x="245" y="769"/>
                  </a:cubicBezTo>
                  <a:cubicBezTo>
                    <a:pt x="301" y="841"/>
                    <a:pt x="376" y="919"/>
                    <a:pt x="466" y="919"/>
                  </a:cubicBezTo>
                  <a:cubicBezTo>
                    <a:pt x="507" y="919"/>
                    <a:pt x="551" y="903"/>
                    <a:pt x="599" y="862"/>
                  </a:cubicBezTo>
                  <a:cubicBezTo>
                    <a:pt x="724" y="748"/>
                    <a:pt x="714" y="601"/>
                    <a:pt x="632" y="475"/>
                  </a:cubicBezTo>
                  <a:cubicBezTo>
                    <a:pt x="539" y="339"/>
                    <a:pt x="430" y="220"/>
                    <a:pt x="322" y="100"/>
                  </a:cubicBezTo>
                  <a:cubicBezTo>
                    <a:pt x="276" y="50"/>
                    <a:pt x="216" y="1"/>
                    <a:pt x="147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8" name="Google Shape;2308;p40"/>
            <p:cNvSpPr/>
            <p:nvPr/>
          </p:nvSpPr>
          <p:spPr>
            <a:xfrm>
              <a:off x="3110522" y="2061113"/>
              <a:ext cx="39318" cy="58745"/>
            </a:xfrm>
            <a:custGeom>
              <a:rect b="b" l="l" r="r" t="t"/>
              <a:pathLst>
                <a:path extrusionOk="0" h="889" w="595">
                  <a:moveTo>
                    <a:pt x="191" y="0"/>
                  </a:moveTo>
                  <a:cubicBezTo>
                    <a:pt x="60" y="234"/>
                    <a:pt x="33" y="447"/>
                    <a:pt x="33" y="670"/>
                  </a:cubicBezTo>
                  <a:cubicBezTo>
                    <a:pt x="33" y="746"/>
                    <a:pt x="0" y="839"/>
                    <a:pt x="109" y="877"/>
                  </a:cubicBezTo>
                  <a:cubicBezTo>
                    <a:pt x="131" y="885"/>
                    <a:pt x="153" y="889"/>
                    <a:pt x="173" y="889"/>
                  </a:cubicBezTo>
                  <a:cubicBezTo>
                    <a:pt x="234" y="889"/>
                    <a:pt x="288" y="856"/>
                    <a:pt x="333" y="812"/>
                  </a:cubicBezTo>
                  <a:cubicBezTo>
                    <a:pt x="414" y="730"/>
                    <a:pt x="485" y="637"/>
                    <a:pt x="550" y="539"/>
                  </a:cubicBezTo>
                  <a:cubicBezTo>
                    <a:pt x="595" y="480"/>
                    <a:pt x="581" y="384"/>
                    <a:pt x="516" y="384"/>
                  </a:cubicBezTo>
                  <a:cubicBezTo>
                    <a:pt x="510" y="384"/>
                    <a:pt x="503" y="385"/>
                    <a:pt x="496" y="387"/>
                  </a:cubicBezTo>
                  <a:cubicBezTo>
                    <a:pt x="452" y="397"/>
                    <a:pt x="417" y="402"/>
                    <a:pt x="387" y="402"/>
                  </a:cubicBezTo>
                  <a:cubicBezTo>
                    <a:pt x="172" y="402"/>
                    <a:pt x="287" y="149"/>
                    <a:pt x="191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9" name="Google Shape;2309;p40"/>
            <p:cNvSpPr/>
            <p:nvPr/>
          </p:nvSpPr>
          <p:spPr>
            <a:xfrm>
              <a:off x="2994683" y="1890824"/>
              <a:ext cx="67666" cy="33833"/>
            </a:xfrm>
            <a:custGeom>
              <a:rect b="b" l="l" r="r" t="t"/>
              <a:pathLst>
                <a:path extrusionOk="0" h="512" w="1024">
                  <a:moveTo>
                    <a:pt x="243" y="0"/>
                  </a:moveTo>
                  <a:cubicBezTo>
                    <a:pt x="219" y="0"/>
                    <a:pt x="194" y="1"/>
                    <a:pt x="169" y="2"/>
                  </a:cubicBezTo>
                  <a:cubicBezTo>
                    <a:pt x="0" y="139"/>
                    <a:pt x="224" y="193"/>
                    <a:pt x="229" y="291"/>
                  </a:cubicBezTo>
                  <a:cubicBezTo>
                    <a:pt x="403" y="356"/>
                    <a:pt x="578" y="427"/>
                    <a:pt x="752" y="487"/>
                  </a:cubicBezTo>
                  <a:cubicBezTo>
                    <a:pt x="788" y="500"/>
                    <a:pt x="829" y="512"/>
                    <a:pt x="867" y="512"/>
                  </a:cubicBezTo>
                  <a:cubicBezTo>
                    <a:pt x="910" y="512"/>
                    <a:pt x="949" y="497"/>
                    <a:pt x="975" y="454"/>
                  </a:cubicBezTo>
                  <a:cubicBezTo>
                    <a:pt x="1024" y="362"/>
                    <a:pt x="926" y="307"/>
                    <a:pt x="871" y="253"/>
                  </a:cubicBezTo>
                  <a:cubicBezTo>
                    <a:pt x="698" y="75"/>
                    <a:pt x="485" y="0"/>
                    <a:pt x="243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40"/>
            <p:cNvSpPr/>
            <p:nvPr/>
          </p:nvSpPr>
          <p:spPr>
            <a:xfrm>
              <a:off x="3481896" y="2096995"/>
              <a:ext cx="56432" cy="29736"/>
            </a:xfrm>
            <a:custGeom>
              <a:rect b="b" l="l" r="r" t="t"/>
              <a:pathLst>
                <a:path extrusionOk="0" h="450" w="854">
                  <a:moveTo>
                    <a:pt x="100" y="1"/>
                  </a:moveTo>
                  <a:cubicBezTo>
                    <a:pt x="42" y="1"/>
                    <a:pt x="0" y="68"/>
                    <a:pt x="31" y="165"/>
                  </a:cubicBezTo>
                  <a:cubicBezTo>
                    <a:pt x="69" y="274"/>
                    <a:pt x="97" y="426"/>
                    <a:pt x="222" y="443"/>
                  </a:cubicBezTo>
                  <a:cubicBezTo>
                    <a:pt x="249" y="447"/>
                    <a:pt x="275" y="449"/>
                    <a:pt x="301" y="449"/>
                  </a:cubicBezTo>
                  <a:cubicBezTo>
                    <a:pt x="495" y="449"/>
                    <a:pt x="661" y="329"/>
                    <a:pt x="853" y="171"/>
                  </a:cubicBezTo>
                  <a:cubicBezTo>
                    <a:pt x="581" y="94"/>
                    <a:pt x="363" y="203"/>
                    <a:pt x="173" y="34"/>
                  </a:cubicBezTo>
                  <a:cubicBezTo>
                    <a:pt x="148" y="11"/>
                    <a:pt x="123" y="1"/>
                    <a:pt x="100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40"/>
            <p:cNvSpPr/>
            <p:nvPr/>
          </p:nvSpPr>
          <p:spPr>
            <a:xfrm>
              <a:off x="3331033" y="2023844"/>
              <a:ext cx="41829" cy="15727"/>
            </a:xfrm>
            <a:custGeom>
              <a:rect b="b" l="l" r="r" t="t"/>
              <a:pathLst>
                <a:path extrusionOk="0" h="238" w="633">
                  <a:moveTo>
                    <a:pt x="148" y="1"/>
                  </a:moveTo>
                  <a:cubicBezTo>
                    <a:pt x="104" y="1"/>
                    <a:pt x="55" y="6"/>
                    <a:pt x="1" y="20"/>
                  </a:cubicBezTo>
                  <a:cubicBezTo>
                    <a:pt x="161" y="127"/>
                    <a:pt x="272" y="237"/>
                    <a:pt x="444" y="237"/>
                  </a:cubicBezTo>
                  <a:cubicBezTo>
                    <a:pt x="499" y="237"/>
                    <a:pt x="561" y="226"/>
                    <a:pt x="632" y="200"/>
                  </a:cubicBezTo>
                  <a:cubicBezTo>
                    <a:pt x="460" y="107"/>
                    <a:pt x="339" y="1"/>
                    <a:pt x="148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40"/>
            <p:cNvSpPr/>
            <p:nvPr/>
          </p:nvSpPr>
          <p:spPr>
            <a:xfrm>
              <a:off x="1589148" y="2976988"/>
              <a:ext cx="1529356" cy="1659335"/>
            </a:xfrm>
            <a:custGeom>
              <a:rect b="b" l="l" r="r" t="t"/>
              <a:pathLst>
                <a:path extrusionOk="0" h="25111" w="23144">
                  <a:moveTo>
                    <a:pt x="18826" y="13453"/>
                  </a:moveTo>
                  <a:lnTo>
                    <a:pt x="18826" y="13453"/>
                  </a:lnTo>
                  <a:cubicBezTo>
                    <a:pt x="18822" y="13533"/>
                    <a:pt x="18799" y="13619"/>
                    <a:pt x="18774" y="13707"/>
                  </a:cubicBezTo>
                  <a:lnTo>
                    <a:pt x="18774" y="13707"/>
                  </a:lnTo>
                  <a:cubicBezTo>
                    <a:pt x="18789" y="13619"/>
                    <a:pt x="18786" y="13524"/>
                    <a:pt x="18826" y="13453"/>
                  </a:cubicBezTo>
                  <a:close/>
                  <a:moveTo>
                    <a:pt x="23143" y="1"/>
                  </a:moveTo>
                  <a:lnTo>
                    <a:pt x="23143" y="1"/>
                  </a:lnTo>
                  <a:cubicBezTo>
                    <a:pt x="23062" y="33"/>
                    <a:pt x="23023" y="33"/>
                    <a:pt x="23002" y="55"/>
                  </a:cubicBezTo>
                  <a:cubicBezTo>
                    <a:pt x="21766" y="1139"/>
                    <a:pt x="20759" y="2369"/>
                    <a:pt x="20367" y="4013"/>
                  </a:cubicBezTo>
                  <a:cubicBezTo>
                    <a:pt x="20274" y="4405"/>
                    <a:pt x="20269" y="4868"/>
                    <a:pt x="20056" y="5189"/>
                  </a:cubicBezTo>
                  <a:cubicBezTo>
                    <a:pt x="19594" y="5886"/>
                    <a:pt x="19322" y="6648"/>
                    <a:pt x="19049" y="7426"/>
                  </a:cubicBezTo>
                  <a:cubicBezTo>
                    <a:pt x="18875" y="7944"/>
                    <a:pt x="18777" y="8461"/>
                    <a:pt x="18804" y="9011"/>
                  </a:cubicBezTo>
                  <a:cubicBezTo>
                    <a:pt x="18826" y="9517"/>
                    <a:pt x="18832" y="10023"/>
                    <a:pt x="18886" y="10578"/>
                  </a:cubicBezTo>
                  <a:cubicBezTo>
                    <a:pt x="18804" y="10480"/>
                    <a:pt x="18772" y="10437"/>
                    <a:pt x="18734" y="10393"/>
                  </a:cubicBezTo>
                  <a:cubicBezTo>
                    <a:pt x="18663" y="10513"/>
                    <a:pt x="18695" y="10644"/>
                    <a:pt x="18690" y="10774"/>
                  </a:cubicBezTo>
                  <a:cubicBezTo>
                    <a:pt x="18674" y="11417"/>
                    <a:pt x="18674" y="12065"/>
                    <a:pt x="18646" y="12707"/>
                  </a:cubicBezTo>
                  <a:cubicBezTo>
                    <a:pt x="18630" y="13115"/>
                    <a:pt x="18532" y="13524"/>
                    <a:pt x="18597" y="13932"/>
                  </a:cubicBezTo>
                  <a:cubicBezTo>
                    <a:pt x="18682" y="13902"/>
                    <a:pt x="18726" y="13853"/>
                    <a:pt x="18750" y="13796"/>
                  </a:cubicBezTo>
                  <a:lnTo>
                    <a:pt x="18750" y="13796"/>
                  </a:lnTo>
                  <a:cubicBezTo>
                    <a:pt x="18746" y="13810"/>
                    <a:pt x="18742" y="13825"/>
                    <a:pt x="18739" y="13839"/>
                  </a:cubicBezTo>
                  <a:cubicBezTo>
                    <a:pt x="18412" y="15070"/>
                    <a:pt x="17939" y="16251"/>
                    <a:pt x="17514" y="17449"/>
                  </a:cubicBezTo>
                  <a:cubicBezTo>
                    <a:pt x="17285" y="18097"/>
                    <a:pt x="16899" y="18652"/>
                    <a:pt x="16414" y="19125"/>
                  </a:cubicBezTo>
                  <a:cubicBezTo>
                    <a:pt x="14994" y="20519"/>
                    <a:pt x="13235" y="21151"/>
                    <a:pt x="11275" y="21259"/>
                  </a:cubicBezTo>
                  <a:cubicBezTo>
                    <a:pt x="11205" y="21264"/>
                    <a:pt x="11135" y="21266"/>
                    <a:pt x="11065" y="21266"/>
                  </a:cubicBezTo>
                  <a:cubicBezTo>
                    <a:pt x="10297" y="21266"/>
                    <a:pt x="9560" y="21029"/>
                    <a:pt x="8836" y="20764"/>
                  </a:cubicBezTo>
                  <a:cubicBezTo>
                    <a:pt x="6746" y="19996"/>
                    <a:pt x="5385" y="18113"/>
                    <a:pt x="5309" y="15886"/>
                  </a:cubicBezTo>
                  <a:cubicBezTo>
                    <a:pt x="5298" y="15522"/>
                    <a:pt x="5243" y="15162"/>
                    <a:pt x="5309" y="14797"/>
                  </a:cubicBezTo>
                  <a:cubicBezTo>
                    <a:pt x="5330" y="14678"/>
                    <a:pt x="5330" y="14536"/>
                    <a:pt x="5227" y="14433"/>
                  </a:cubicBezTo>
                  <a:cubicBezTo>
                    <a:pt x="5189" y="14215"/>
                    <a:pt x="4977" y="14242"/>
                    <a:pt x="4862" y="14237"/>
                  </a:cubicBezTo>
                  <a:cubicBezTo>
                    <a:pt x="4394" y="14226"/>
                    <a:pt x="4084" y="13965"/>
                    <a:pt x="3773" y="13660"/>
                  </a:cubicBezTo>
                  <a:cubicBezTo>
                    <a:pt x="3512" y="13398"/>
                    <a:pt x="3365" y="13055"/>
                    <a:pt x="3120" y="12789"/>
                  </a:cubicBezTo>
                  <a:cubicBezTo>
                    <a:pt x="2320" y="11923"/>
                    <a:pt x="2129" y="10910"/>
                    <a:pt x="2369" y="9789"/>
                  </a:cubicBezTo>
                  <a:cubicBezTo>
                    <a:pt x="2500" y="9179"/>
                    <a:pt x="2576" y="8580"/>
                    <a:pt x="2483" y="7944"/>
                  </a:cubicBezTo>
                  <a:cubicBezTo>
                    <a:pt x="2402" y="7366"/>
                    <a:pt x="2363" y="6751"/>
                    <a:pt x="2598" y="6201"/>
                  </a:cubicBezTo>
                  <a:cubicBezTo>
                    <a:pt x="2826" y="5663"/>
                    <a:pt x="3028" y="5085"/>
                    <a:pt x="3479" y="4666"/>
                  </a:cubicBezTo>
                  <a:cubicBezTo>
                    <a:pt x="3560" y="4596"/>
                    <a:pt x="3580" y="4473"/>
                    <a:pt x="3478" y="4473"/>
                  </a:cubicBezTo>
                  <a:cubicBezTo>
                    <a:pt x="3470" y="4473"/>
                    <a:pt x="3462" y="4474"/>
                    <a:pt x="3452" y="4476"/>
                  </a:cubicBezTo>
                  <a:cubicBezTo>
                    <a:pt x="3422" y="4481"/>
                    <a:pt x="3393" y="4483"/>
                    <a:pt x="3366" y="4483"/>
                  </a:cubicBezTo>
                  <a:cubicBezTo>
                    <a:pt x="3069" y="4483"/>
                    <a:pt x="2883" y="4216"/>
                    <a:pt x="2614" y="4171"/>
                  </a:cubicBezTo>
                  <a:cubicBezTo>
                    <a:pt x="2559" y="4329"/>
                    <a:pt x="2510" y="4487"/>
                    <a:pt x="2445" y="4639"/>
                  </a:cubicBezTo>
                  <a:cubicBezTo>
                    <a:pt x="1863" y="6033"/>
                    <a:pt x="1258" y="7415"/>
                    <a:pt x="921" y="8907"/>
                  </a:cubicBezTo>
                  <a:cubicBezTo>
                    <a:pt x="551" y="10535"/>
                    <a:pt x="246" y="12168"/>
                    <a:pt x="131" y="13834"/>
                  </a:cubicBezTo>
                  <a:cubicBezTo>
                    <a:pt x="1" y="15652"/>
                    <a:pt x="387" y="17411"/>
                    <a:pt x="899" y="19136"/>
                  </a:cubicBezTo>
                  <a:cubicBezTo>
                    <a:pt x="1378" y="20737"/>
                    <a:pt x="2358" y="22016"/>
                    <a:pt x="3643" y="23072"/>
                  </a:cubicBezTo>
                  <a:cubicBezTo>
                    <a:pt x="5352" y="24482"/>
                    <a:pt x="7248" y="25110"/>
                    <a:pt x="9300" y="25110"/>
                  </a:cubicBezTo>
                  <a:cubicBezTo>
                    <a:pt x="9935" y="25110"/>
                    <a:pt x="10584" y="25050"/>
                    <a:pt x="11248" y="24934"/>
                  </a:cubicBezTo>
                  <a:cubicBezTo>
                    <a:pt x="12473" y="24722"/>
                    <a:pt x="13589" y="24259"/>
                    <a:pt x="14661" y="23655"/>
                  </a:cubicBezTo>
                  <a:cubicBezTo>
                    <a:pt x="16284" y="22740"/>
                    <a:pt x="17465" y="21439"/>
                    <a:pt x="18260" y="19757"/>
                  </a:cubicBezTo>
                  <a:cubicBezTo>
                    <a:pt x="18940" y="18309"/>
                    <a:pt x="19120" y="16757"/>
                    <a:pt x="19289" y="15211"/>
                  </a:cubicBezTo>
                  <a:cubicBezTo>
                    <a:pt x="19441" y="13812"/>
                    <a:pt x="19452" y="12397"/>
                    <a:pt x="19577" y="10992"/>
                  </a:cubicBezTo>
                  <a:cubicBezTo>
                    <a:pt x="19703" y="9626"/>
                    <a:pt x="19926" y="8297"/>
                    <a:pt x="20585" y="7072"/>
                  </a:cubicBezTo>
                  <a:cubicBezTo>
                    <a:pt x="20601" y="6844"/>
                    <a:pt x="20808" y="6757"/>
                    <a:pt x="20927" y="6599"/>
                  </a:cubicBezTo>
                  <a:cubicBezTo>
                    <a:pt x="21341" y="6044"/>
                    <a:pt x="21619" y="5407"/>
                    <a:pt x="22065" y="4873"/>
                  </a:cubicBezTo>
                  <a:cubicBezTo>
                    <a:pt x="22234" y="4672"/>
                    <a:pt x="22348" y="4465"/>
                    <a:pt x="22370" y="4187"/>
                  </a:cubicBezTo>
                  <a:cubicBezTo>
                    <a:pt x="22386" y="3910"/>
                    <a:pt x="22528" y="3670"/>
                    <a:pt x="22838" y="3594"/>
                  </a:cubicBezTo>
                  <a:cubicBezTo>
                    <a:pt x="22844" y="3164"/>
                    <a:pt x="22876" y="2728"/>
                    <a:pt x="22773" y="2298"/>
                  </a:cubicBezTo>
                  <a:cubicBezTo>
                    <a:pt x="22626" y="1672"/>
                    <a:pt x="22648" y="1062"/>
                    <a:pt x="22942" y="474"/>
                  </a:cubicBezTo>
                  <a:cubicBezTo>
                    <a:pt x="23013" y="333"/>
                    <a:pt x="23067" y="186"/>
                    <a:pt x="23143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3" name="Google Shape;2313;p40"/>
            <p:cNvSpPr/>
            <p:nvPr/>
          </p:nvSpPr>
          <p:spPr>
            <a:xfrm>
              <a:off x="1665801" y="3069699"/>
              <a:ext cx="139627" cy="216412"/>
            </a:xfrm>
            <a:custGeom>
              <a:rect b="b" l="l" r="r" t="t"/>
              <a:pathLst>
                <a:path extrusionOk="0" h="3275" w="2113">
                  <a:moveTo>
                    <a:pt x="314" y="1"/>
                  </a:moveTo>
                  <a:cubicBezTo>
                    <a:pt x="164" y="1"/>
                    <a:pt x="105" y="101"/>
                    <a:pt x="87" y="324"/>
                  </a:cubicBezTo>
                  <a:cubicBezTo>
                    <a:pt x="0" y="1407"/>
                    <a:pt x="479" y="2311"/>
                    <a:pt x="969" y="3274"/>
                  </a:cubicBezTo>
                  <a:cubicBezTo>
                    <a:pt x="1024" y="3127"/>
                    <a:pt x="1067" y="3013"/>
                    <a:pt x="1105" y="2893"/>
                  </a:cubicBezTo>
                  <a:cubicBezTo>
                    <a:pt x="1274" y="2327"/>
                    <a:pt x="1508" y="1793"/>
                    <a:pt x="1824" y="1293"/>
                  </a:cubicBezTo>
                  <a:cubicBezTo>
                    <a:pt x="2113" y="824"/>
                    <a:pt x="1938" y="411"/>
                    <a:pt x="1405" y="215"/>
                  </a:cubicBezTo>
                  <a:cubicBezTo>
                    <a:pt x="1095" y="95"/>
                    <a:pt x="762" y="89"/>
                    <a:pt x="441" y="19"/>
                  </a:cubicBezTo>
                  <a:cubicBezTo>
                    <a:pt x="393" y="7"/>
                    <a:pt x="351" y="1"/>
                    <a:pt x="314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4" name="Google Shape;2314;p40"/>
            <p:cNvSpPr/>
            <p:nvPr/>
          </p:nvSpPr>
          <p:spPr>
            <a:xfrm>
              <a:off x="2114026" y="3231728"/>
              <a:ext cx="460512" cy="1140607"/>
            </a:xfrm>
            <a:custGeom>
              <a:rect b="b" l="l" r="r" t="t"/>
              <a:pathLst>
                <a:path extrusionOk="0" h="17261" w="6969">
                  <a:moveTo>
                    <a:pt x="3545" y="0"/>
                  </a:moveTo>
                  <a:cubicBezTo>
                    <a:pt x="3408" y="65"/>
                    <a:pt x="3305" y="158"/>
                    <a:pt x="3256" y="272"/>
                  </a:cubicBezTo>
                  <a:cubicBezTo>
                    <a:pt x="2897" y="1089"/>
                    <a:pt x="2303" y="1720"/>
                    <a:pt x="1677" y="2325"/>
                  </a:cubicBezTo>
                  <a:cubicBezTo>
                    <a:pt x="1378" y="2613"/>
                    <a:pt x="1160" y="2956"/>
                    <a:pt x="991" y="3337"/>
                  </a:cubicBezTo>
                  <a:cubicBezTo>
                    <a:pt x="828" y="3718"/>
                    <a:pt x="616" y="4072"/>
                    <a:pt x="180" y="4203"/>
                  </a:cubicBezTo>
                  <a:cubicBezTo>
                    <a:pt x="77" y="4372"/>
                    <a:pt x="191" y="4502"/>
                    <a:pt x="256" y="4627"/>
                  </a:cubicBezTo>
                  <a:cubicBezTo>
                    <a:pt x="463" y="5014"/>
                    <a:pt x="670" y="5395"/>
                    <a:pt x="833" y="5803"/>
                  </a:cubicBezTo>
                  <a:cubicBezTo>
                    <a:pt x="1024" y="6272"/>
                    <a:pt x="1274" y="6713"/>
                    <a:pt x="1525" y="7153"/>
                  </a:cubicBezTo>
                  <a:cubicBezTo>
                    <a:pt x="1830" y="7687"/>
                    <a:pt x="2287" y="7970"/>
                    <a:pt x="2864" y="8101"/>
                  </a:cubicBezTo>
                  <a:cubicBezTo>
                    <a:pt x="3060" y="8144"/>
                    <a:pt x="3262" y="8188"/>
                    <a:pt x="3517" y="8193"/>
                  </a:cubicBezTo>
                  <a:cubicBezTo>
                    <a:pt x="3366" y="8232"/>
                    <a:pt x="3223" y="8249"/>
                    <a:pt x="3086" y="8249"/>
                  </a:cubicBezTo>
                  <a:cubicBezTo>
                    <a:pt x="2814" y="8249"/>
                    <a:pt x="2566" y="8182"/>
                    <a:pt x="2320" y="8084"/>
                  </a:cubicBezTo>
                  <a:cubicBezTo>
                    <a:pt x="2209" y="8041"/>
                    <a:pt x="2134" y="8015"/>
                    <a:pt x="2080" y="8015"/>
                  </a:cubicBezTo>
                  <a:cubicBezTo>
                    <a:pt x="1980" y="8015"/>
                    <a:pt x="1956" y="8105"/>
                    <a:pt x="1928" y="8335"/>
                  </a:cubicBezTo>
                  <a:cubicBezTo>
                    <a:pt x="1901" y="8563"/>
                    <a:pt x="1841" y="8776"/>
                    <a:pt x="1683" y="8977"/>
                  </a:cubicBezTo>
                  <a:cubicBezTo>
                    <a:pt x="1710" y="8607"/>
                    <a:pt x="1852" y="8286"/>
                    <a:pt x="1819" y="7937"/>
                  </a:cubicBezTo>
                  <a:cubicBezTo>
                    <a:pt x="1808" y="7845"/>
                    <a:pt x="1797" y="7736"/>
                    <a:pt x="1677" y="7725"/>
                  </a:cubicBezTo>
                  <a:cubicBezTo>
                    <a:pt x="1669" y="7724"/>
                    <a:pt x="1661" y="7723"/>
                    <a:pt x="1653" y="7723"/>
                  </a:cubicBezTo>
                  <a:cubicBezTo>
                    <a:pt x="1567" y="7723"/>
                    <a:pt x="1528" y="7802"/>
                    <a:pt x="1498" y="7867"/>
                  </a:cubicBezTo>
                  <a:cubicBezTo>
                    <a:pt x="1269" y="8422"/>
                    <a:pt x="882" y="8868"/>
                    <a:pt x="561" y="9358"/>
                  </a:cubicBezTo>
                  <a:cubicBezTo>
                    <a:pt x="109" y="10039"/>
                    <a:pt x="1" y="10741"/>
                    <a:pt x="425" y="11487"/>
                  </a:cubicBezTo>
                  <a:cubicBezTo>
                    <a:pt x="1095" y="12668"/>
                    <a:pt x="1519" y="13942"/>
                    <a:pt x="1688" y="15287"/>
                  </a:cubicBezTo>
                  <a:cubicBezTo>
                    <a:pt x="1732" y="15646"/>
                    <a:pt x="1862" y="16027"/>
                    <a:pt x="1688" y="16392"/>
                  </a:cubicBezTo>
                  <a:cubicBezTo>
                    <a:pt x="1677" y="16582"/>
                    <a:pt x="1699" y="16773"/>
                    <a:pt x="1770" y="16953"/>
                  </a:cubicBezTo>
                  <a:cubicBezTo>
                    <a:pt x="1824" y="17034"/>
                    <a:pt x="1911" y="17078"/>
                    <a:pt x="2004" y="17105"/>
                  </a:cubicBezTo>
                  <a:cubicBezTo>
                    <a:pt x="2431" y="17212"/>
                    <a:pt x="2857" y="17261"/>
                    <a:pt x="3281" y="17261"/>
                  </a:cubicBezTo>
                  <a:cubicBezTo>
                    <a:pt x="3893" y="17261"/>
                    <a:pt x="4502" y="17159"/>
                    <a:pt x="5107" y="16985"/>
                  </a:cubicBezTo>
                  <a:cubicBezTo>
                    <a:pt x="5308" y="16925"/>
                    <a:pt x="5325" y="16789"/>
                    <a:pt x="5221" y="16631"/>
                  </a:cubicBezTo>
                  <a:cubicBezTo>
                    <a:pt x="5025" y="16332"/>
                    <a:pt x="4911" y="15995"/>
                    <a:pt x="4769" y="15673"/>
                  </a:cubicBezTo>
                  <a:cubicBezTo>
                    <a:pt x="4171" y="14345"/>
                    <a:pt x="3757" y="12930"/>
                    <a:pt x="2842" y="11754"/>
                  </a:cubicBezTo>
                  <a:cubicBezTo>
                    <a:pt x="2565" y="11394"/>
                    <a:pt x="2581" y="10953"/>
                    <a:pt x="2641" y="10529"/>
                  </a:cubicBezTo>
                  <a:cubicBezTo>
                    <a:pt x="2641" y="10512"/>
                    <a:pt x="2635" y="10480"/>
                    <a:pt x="2668" y="10480"/>
                  </a:cubicBezTo>
                  <a:cubicBezTo>
                    <a:pt x="2674" y="10512"/>
                    <a:pt x="2684" y="10545"/>
                    <a:pt x="2706" y="10572"/>
                  </a:cubicBezTo>
                  <a:cubicBezTo>
                    <a:pt x="2748" y="10604"/>
                    <a:pt x="2788" y="10616"/>
                    <a:pt x="2827" y="10616"/>
                  </a:cubicBezTo>
                  <a:cubicBezTo>
                    <a:pt x="2891" y="10616"/>
                    <a:pt x="2953" y="10584"/>
                    <a:pt x="3017" y="10551"/>
                  </a:cubicBezTo>
                  <a:cubicBezTo>
                    <a:pt x="3310" y="10365"/>
                    <a:pt x="3604" y="10169"/>
                    <a:pt x="3855" y="9919"/>
                  </a:cubicBezTo>
                  <a:cubicBezTo>
                    <a:pt x="3942" y="9837"/>
                    <a:pt x="4138" y="9756"/>
                    <a:pt x="3920" y="9603"/>
                  </a:cubicBezTo>
                  <a:cubicBezTo>
                    <a:pt x="3900" y="9600"/>
                    <a:pt x="3881" y="9598"/>
                    <a:pt x="3862" y="9598"/>
                  </a:cubicBezTo>
                  <a:cubicBezTo>
                    <a:pt x="3786" y="9598"/>
                    <a:pt x="3715" y="9622"/>
                    <a:pt x="3637" y="9652"/>
                  </a:cubicBezTo>
                  <a:cubicBezTo>
                    <a:pt x="4007" y="9396"/>
                    <a:pt x="4388" y="9190"/>
                    <a:pt x="4764" y="8977"/>
                  </a:cubicBezTo>
                  <a:cubicBezTo>
                    <a:pt x="5423" y="8607"/>
                    <a:pt x="6065" y="8215"/>
                    <a:pt x="6506" y="7573"/>
                  </a:cubicBezTo>
                  <a:cubicBezTo>
                    <a:pt x="6762" y="7208"/>
                    <a:pt x="6969" y="6827"/>
                    <a:pt x="6898" y="6364"/>
                  </a:cubicBezTo>
                  <a:cubicBezTo>
                    <a:pt x="6615" y="4622"/>
                    <a:pt x="5907" y="3065"/>
                    <a:pt x="4813" y="1682"/>
                  </a:cubicBezTo>
                  <a:cubicBezTo>
                    <a:pt x="4742" y="1586"/>
                    <a:pt x="4680" y="1446"/>
                    <a:pt x="4530" y="1446"/>
                  </a:cubicBezTo>
                  <a:cubicBezTo>
                    <a:pt x="4520" y="1446"/>
                    <a:pt x="4509" y="1447"/>
                    <a:pt x="4497" y="1448"/>
                  </a:cubicBezTo>
                  <a:cubicBezTo>
                    <a:pt x="3882" y="1165"/>
                    <a:pt x="3790" y="534"/>
                    <a:pt x="3545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40"/>
            <p:cNvSpPr/>
            <p:nvPr/>
          </p:nvSpPr>
          <p:spPr>
            <a:xfrm>
              <a:off x="1930917" y="3186727"/>
              <a:ext cx="905560" cy="1201665"/>
            </a:xfrm>
            <a:custGeom>
              <a:rect b="b" l="l" r="r" t="t"/>
              <a:pathLst>
                <a:path extrusionOk="0" h="18185" w="13704">
                  <a:moveTo>
                    <a:pt x="6669" y="1"/>
                  </a:moveTo>
                  <a:cubicBezTo>
                    <a:pt x="6457" y="344"/>
                    <a:pt x="6441" y="638"/>
                    <a:pt x="6571" y="948"/>
                  </a:cubicBezTo>
                  <a:cubicBezTo>
                    <a:pt x="6746" y="1372"/>
                    <a:pt x="7034" y="1737"/>
                    <a:pt x="7268" y="2129"/>
                  </a:cubicBezTo>
                  <a:cubicBezTo>
                    <a:pt x="8406" y="3430"/>
                    <a:pt x="9119" y="4944"/>
                    <a:pt x="9511" y="6620"/>
                  </a:cubicBezTo>
                  <a:cubicBezTo>
                    <a:pt x="9669" y="7274"/>
                    <a:pt x="9528" y="7824"/>
                    <a:pt x="9097" y="8357"/>
                  </a:cubicBezTo>
                  <a:cubicBezTo>
                    <a:pt x="8640" y="8923"/>
                    <a:pt x="8036" y="9277"/>
                    <a:pt x="7421" y="9620"/>
                  </a:cubicBezTo>
                  <a:cubicBezTo>
                    <a:pt x="7002" y="9849"/>
                    <a:pt x="6599" y="10105"/>
                    <a:pt x="6179" y="10366"/>
                  </a:cubicBezTo>
                  <a:cubicBezTo>
                    <a:pt x="6238" y="10403"/>
                    <a:pt x="6293" y="10416"/>
                    <a:pt x="6345" y="10416"/>
                  </a:cubicBezTo>
                  <a:cubicBezTo>
                    <a:pt x="6471" y="10416"/>
                    <a:pt x="6581" y="10338"/>
                    <a:pt x="6697" y="10322"/>
                  </a:cubicBezTo>
                  <a:cubicBezTo>
                    <a:pt x="6942" y="10322"/>
                    <a:pt x="7138" y="10170"/>
                    <a:pt x="7350" y="10077"/>
                  </a:cubicBezTo>
                  <a:cubicBezTo>
                    <a:pt x="7421" y="10046"/>
                    <a:pt x="7489" y="10022"/>
                    <a:pt x="7555" y="10022"/>
                  </a:cubicBezTo>
                  <a:cubicBezTo>
                    <a:pt x="7626" y="10022"/>
                    <a:pt x="7696" y="10050"/>
                    <a:pt x="7764" y="10126"/>
                  </a:cubicBezTo>
                  <a:cubicBezTo>
                    <a:pt x="8335" y="10752"/>
                    <a:pt x="9076" y="11106"/>
                    <a:pt x="9865" y="11373"/>
                  </a:cubicBezTo>
                  <a:cubicBezTo>
                    <a:pt x="10834" y="11705"/>
                    <a:pt x="11672" y="12222"/>
                    <a:pt x="12250" y="13099"/>
                  </a:cubicBezTo>
                  <a:cubicBezTo>
                    <a:pt x="12337" y="13235"/>
                    <a:pt x="12429" y="13349"/>
                    <a:pt x="12342" y="13518"/>
                  </a:cubicBezTo>
                  <a:cubicBezTo>
                    <a:pt x="12288" y="13371"/>
                    <a:pt x="12222" y="13235"/>
                    <a:pt x="12113" y="13126"/>
                  </a:cubicBezTo>
                  <a:cubicBezTo>
                    <a:pt x="12053" y="13065"/>
                    <a:pt x="11986" y="12993"/>
                    <a:pt x="11905" y="12993"/>
                  </a:cubicBezTo>
                  <a:cubicBezTo>
                    <a:pt x="11876" y="12993"/>
                    <a:pt x="11846" y="13002"/>
                    <a:pt x="11814" y="13023"/>
                  </a:cubicBezTo>
                  <a:cubicBezTo>
                    <a:pt x="11705" y="13082"/>
                    <a:pt x="11711" y="13208"/>
                    <a:pt x="11738" y="13311"/>
                  </a:cubicBezTo>
                  <a:cubicBezTo>
                    <a:pt x="11787" y="13513"/>
                    <a:pt x="11841" y="13725"/>
                    <a:pt x="11928" y="13915"/>
                  </a:cubicBezTo>
                  <a:cubicBezTo>
                    <a:pt x="12037" y="14171"/>
                    <a:pt x="11994" y="14389"/>
                    <a:pt x="11858" y="14618"/>
                  </a:cubicBezTo>
                  <a:cubicBezTo>
                    <a:pt x="11667" y="14950"/>
                    <a:pt x="11460" y="15271"/>
                    <a:pt x="11188" y="15538"/>
                  </a:cubicBezTo>
                  <a:cubicBezTo>
                    <a:pt x="11335" y="15255"/>
                    <a:pt x="11362" y="14955"/>
                    <a:pt x="11259" y="14650"/>
                  </a:cubicBezTo>
                  <a:cubicBezTo>
                    <a:pt x="11232" y="14576"/>
                    <a:pt x="11196" y="14492"/>
                    <a:pt x="11104" y="14492"/>
                  </a:cubicBezTo>
                  <a:cubicBezTo>
                    <a:pt x="11101" y="14492"/>
                    <a:pt x="11098" y="14492"/>
                    <a:pt x="11095" y="14492"/>
                  </a:cubicBezTo>
                  <a:cubicBezTo>
                    <a:pt x="10970" y="14492"/>
                    <a:pt x="10954" y="14601"/>
                    <a:pt x="10943" y="14694"/>
                  </a:cubicBezTo>
                  <a:cubicBezTo>
                    <a:pt x="10927" y="14846"/>
                    <a:pt x="10927" y="14999"/>
                    <a:pt x="10932" y="15151"/>
                  </a:cubicBezTo>
                  <a:cubicBezTo>
                    <a:pt x="10946" y="15209"/>
                    <a:pt x="10949" y="15267"/>
                    <a:pt x="10952" y="15318"/>
                  </a:cubicBezTo>
                  <a:lnTo>
                    <a:pt x="10952" y="15318"/>
                  </a:lnTo>
                  <a:cubicBezTo>
                    <a:pt x="10908" y="14999"/>
                    <a:pt x="10709" y="14716"/>
                    <a:pt x="10584" y="14405"/>
                  </a:cubicBezTo>
                  <a:cubicBezTo>
                    <a:pt x="10317" y="14046"/>
                    <a:pt x="10072" y="13676"/>
                    <a:pt x="9740" y="13371"/>
                  </a:cubicBezTo>
                  <a:cubicBezTo>
                    <a:pt x="9283" y="12957"/>
                    <a:pt x="8744" y="12718"/>
                    <a:pt x="8123" y="12652"/>
                  </a:cubicBezTo>
                  <a:cubicBezTo>
                    <a:pt x="7339" y="12571"/>
                    <a:pt x="6767" y="12146"/>
                    <a:pt x="6343" y="11504"/>
                  </a:cubicBezTo>
                  <a:cubicBezTo>
                    <a:pt x="6256" y="11379"/>
                    <a:pt x="6169" y="11253"/>
                    <a:pt x="6043" y="11161"/>
                  </a:cubicBezTo>
                  <a:cubicBezTo>
                    <a:pt x="5992" y="11124"/>
                    <a:pt x="5947" y="11105"/>
                    <a:pt x="5910" y="11105"/>
                  </a:cubicBezTo>
                  <a:cubicBezTo>
                    <a:pt x="5853" y="11105"/>
                    <a:pt x="5813" y="11151"/>
                    <a:pt x="5793" y="11253"/>
                  </a:cubicBezTo>
                  <a:cubicBezTo>
                    <a:pt x="5913" y="11890"/>
                    <a:pt x="6365" y="12293"/>
                    <a:pt x="6827" y="12674"/>
                  </a:cubicBezTo>
                  <a:cubicBezTo>
                    <a:pt x="7252" y="13028"/>
                    <a:pt x="7791" y="13104"/>
                    <a:pt x="8319" y="13180"/>
                  </a:cubicBezTo>
                  <a:cubicBezTo>
                    <a:pt x="8640" y="13229"/>
                    <a:pt x="8923" y="13349"/>
                    <a:pt x="9185" y="13545"/>
                  </a:cubicBezTo>
                  <a:cubicBezTo>
                    <a:pt x="9871" y="14057"/>
                    <a:pt x="10252" y="14786"/>
                    <a:pt x="10627" y="15527"/>
                  </a:cubicBezTo>
                  <a:cubicBezTo>
                    <a:pt x="10736" y="15750"/>
                    <a:pt x="10693" y="15892"/>
                    <a:pt x="10524" y="16055"/>
                  </a:cubicBezTo>
                  <a:cubicBezTo>
                    <a:pt x="10067" y="16485"/>
                    <a:pt x="9549" y="16828"/>
                    <a:pt x="8978" y="17095"/>
                  </a:cubicBezTo>
                  <a:cubicBezTo>
                    <a:pt x="8738" y="17205"/>
                    <a:pt x="8582" y="17270"/>
                    <a:pt x="8466" y="17270"/>
                  </a:cubicBezTo>
                  <a:cubicBezTo>
                    <a:pt x="8285" y="17270"/>
                    <a:pt x="8207" y="17110"/>
                    <a:pt x="8074" y="16714"/>
                  </a:cubicBezTo>
                  <a:cubicBezTo>
                    <a:pt x="7802" y="15908"/>
                    <a:pt x="7453" y="15135"/>
                    <a:pt x="7149" y="14340"/>
                  </a:cubicBezTo>
                  <a:cubicBezTo>
                    <a:pt x="6958" y="13834"/>
                    <a:pt x="6713" y="13344"/>
                    <a:pt x="6397" y="12903"/>
                  </a:cubicBezTo>
                  <a:cubicBezTo>
                    <a:pt x="6033" y="12397"/>
                    <a:pt x="5641" y="11907"/>
                    <a:pt x="5515" y="11275"/>
                  </a:cubicBezTo>
                  <a:cubicBezTo>
                    <a:pt x="5504" y="11150"/>
                    <a:pt x="5494" y="11025"/>
                    <a:pt x="5477" y="10840"/>
                  </a:cubicBezTo>
                  <a:cubicBezTo>
                    <a:pt x="5423" y="10938"/>
                    <a:pt x="5390" y="10981"/>
                    <a:pt x="5374" y="11036"/>
                  </a:cubicBezTo>
                  <a:cubicBezTo>
                    <a:pt x="5156" y="11667"/>
                    <a:pt x="5303" y="12233"/>
                    <a:pt x="5695" y="12756"/>
                  </a:cubicBezTo>
                  <a:cubicBezTo>
                    <a:pt x="6179" y="13393"/>
                    <a:pt x="6539" y="14101"/>
                    <a:pt x="6822" y="14857"/>
                  </a:cubicBezTo>
                  <a:cubicBezTo>
                    <a:pt x="7159" y="15766"/>
                    <a:pt x="7524" y="16665"/>
                    <a:pt x="8003" y="17541"/>
                  </a:cubicBezTo>
                  <a:cubicBezTo>
                    <a:pt x="7726" y="17606"/>
                    <a:pt x="7448" y="17688"/>
                    <a:pt x="7165" y="17737"/>
                  </a:cubicBezTo>
                  <a:cubicBezTo>
                    <a:pt x="6768" y="17806"/>
                    <a:pt x="6373" y="17852"/>
                    <a:pt x="5980" y="17852"/>
                  </a:cubicBezTo>
                  <a:cubicBezTo>
                    <a:pt x="5504" y="17852"/>
                    <a:pt x="5031" y="17785"/>
                    <a:pt x="4563" y="17612"/>
                  </a:cubicBezTo>
                  <a:cubicBezTo>
                    <a:pt x="4454" y="17487"/>
                    <a:pt x="4334" y="17378"/>
                    <a:pt x="4176" y="17307"/>
                  </a:cubicBezTo>
                  <a:cubicBezTo>
                    <a:pt x="3751" y="17106"/>
                    <a:pt x="3321" y="16915"/>
                    <a:pt x="2870" y="16768"/>
                  </a:cubicBezTo>
                  <a:cubicBezTo>
                    <a:pt x="2630" y="16692"/>
                    <a:pt x="2439" y="16545"/>
                    <a:pt x="2238" y="16392"/>
                  </a:cubicBezTo>
                  <a:cubicBezTo>
                    <a:pt x="1166" y="15581"/>
                    <a:pt x="817" y="14367"/>
                    <a:pt x="501" y="13164"/>
                  </a:cubicBezTo>
                  <a:cubicBezTo>
                    <a:pt x="284" y="12326"/>
                    <a:pt x="463" y="11477"/>
                    <a:pt x="599" y="10638"/>
                  </a:cubicBezTo>
                  <a:cubicBezTo>
                    <a:pt x="779" y="9506"/>
                    <a:pt x="1323" y="8499"/>
                    <a:pt x="1710" y="7437"/>
                  </a:cubicBezTo>
                  <a:cubicBezTo>
                    <a:pt x="1966" y="6729"/>
                    <a:pt x="2450" y="6141"/>
                    <a:pt x="2826" y="5499"/>
                  </a:cubicBezTo>
                  <a:lnTo>
                    <a:pt x="2826" y="5499"/>
                  </a:lnTo>
                  <a:cubicBezTo>
                    <a:pt x="2810" y="5532"/>
                    <a:pt x="2815" y="5570"/>
                    <a:pt x="2831" y="5602"/>
                  </a:cubicBezTo>
                  <a:cubicBezTo>
                    <a:pt x="3207" y="6332"/>
                    <a:pt x="3436" y="7143"/>
                    <a:pt x="3909" y="7824"/>
                  </a:cubicBezTo>
                  <a:cubicBezTo>
                    <a:pt x="4089" y="8074"/>
                    <a:pt x="4067" y="8281"/>
                    <a:pt x="3909" y="8531"/>
                  </a:cubicBezTo>
                  <a:cubicBezTo>
                    <a:pt x="3664" y="8934"/>
                    <a:pt x="3376" y="9310"/>
                    <a:pt x="3109" y="9696"/>
                  </a:cubicBezTo>
                  <a:cubicBezTo>
                    <a:pt x="2478" y="10600"/>
                    <a:pt x="2380" y="11515"/>
                    <a:pt x="2978" y="12500"/>
                  </a:cubicBezTo>
                  <a:cubicBezTo>
                    <a:pt x="3523" y="13404"/>
                    <a:pt x="3877" y="14394"/>
                    <a:pt x="4105" y="15423"/>
                  </a:cubicBezTo>
                  <a:cubicBezTo>
                    <a:pt x="4198" y="15848"/>
                    <a:pt x="4241" y="16284"/>
                    <a:pt x="4329" y="16714"/>
                  </a:cubicBezTo>
                  <a:cubicBezTo>
                    <a:pt x="4356" y="16844"/>
                    <a:pt x="4345" y="17008"/>
                    <a:pt x="4525" y="17051"/>
                  </a:cubicBezTo>
                  <a:cubicBezTo>
                    <a:pt x="4775" y="16839"/>
                    <a:pt x="4590" y="16583"/>
                    <a:pt x="4579" y="16360"/>
                  </a:cubicBezTo>
                  <a:cubicBezTo>
                    <a:pt x="4492" y="14868"/>
                    <a:pt x="4024" y="13485"/>
                    <a:pt x="3311" y="12184"/>
                  </a:cubicBezTo>
                  <a:cubicBezTo>
                    <a:pt x="2968" y="11564"/>
                    <a:pt x="2908" y="10970"/>
                    <a:pt x="3256" y="10344"/>
                  </a:cubicBezTo>
                  <a:cubicBezTo>
                    <a:pt x="3621" y="9702"/>
                    <a:pt x="4165" y="9168"/>
                    <a:pt x="4448" y="8455"/>
                  </a:cubicBezTo>
                  <a:lnTo>
                    <a:pt x="4448" y="8455"/>
                  </a:lnTo>
                  <a:cubicBezTo>
                    <a:pt x="4574" y="8945"/>
                    <a:pt x="4334" y="9391"/>
                    <a:pt x="4339" y="9881"/>
                  </a:cubicBezTo>
                  <a:cubicBezTo>
                    <a:pt x="4748" y="9598"/>
                    <a:pt x="4802" y="9190"/>
                    <a:pt x="4808" y="8744"/>
                  </a:cubicBezTo>
                  <a:cubicBezTo>
                    <a:pt x="5161" y="8918"/>
                    <a:pt x="5507" y="9029"/>
                    <a:pt x="5864" y="9029"/>
                  </a:cubicBezTo>
                  <a:cubicBezTo>
                    <a:pt x="6086" y="9029"/>
                    <a:pt x="6311" y="8986"/>
                    <a:pt x="6544" y="8891"/>
                  </a:cubicBezTo>
                  <a:cubicBezTo>
                    <a:pt x="6414" y="8749"/>
                    <a:pt x="6288" y="8793"/>
                    <a:pt x="6179" y="8776"/>
                  </a:cubicBezTo>
                  <a:cubicBezTo>
                    <a:pt x="5575" y="8706"/>
                    <a:pt x="4960" y="8608"/>
                    <a:pt x="4579" y="8079"/>
                  </a:cubicBezTo>
                  <a:cubicBezTo>
                    <a:pt x="3866" y="7105"/>
                    <a:pt x="3496" y="5945"/>
                    <a:pt x="2951" y="4884"/>
                  </a:cubicBezTo>
                  <a:cubicBezTo>
                    <a:pt x="2641" y="4399"/>
                    <a:pt x="2358" y="3898"/>
                    <a:pt x="2107" y="3267"/>
                  </a:cubicBezTo>
                  <a:cubicBezTo>
                    <a:pt x="2009" y="3556"/>
                    <a:pt x="2015" y="3730"/>
                    <a:pt x="2080" y="3915"/>
                  </a:cubicBezTo>
                  <a:cubicBezTo>
                    <a:pt x="2178" y="4209"/>
                    <a:pt x="2320" y="4481"/>
                    <a:pt x="2494" y="4731"/>
                  </a:cubicBezTo>
                  <a:cubicBezTo>
                    <a:pt x="2723" y="5069"/>
                    <a:pt x="2608" y="5308"/>
                    <a:pt x="2374" y="5570"/>
                  </a:cubicBezTo>
                  <a:cubicBezTo>
                    <a:pt x="1884" y="6120"/>
                    <a:pt x="1519" y="6746"/>
                    <a:pt x="1258" y="7437"/>
                  </a:cubicBezTo>
                  <a:cubicBezTo>
                    <a:pt x="893" y="8422"/>
                    <a:pt x="425" y="9370"/>
                    <a:pt x="197" y="10409"/>
                  </a:cubicBezTo>
                  <a:cubicBezTo>
                    <a:pt x="202" y="10698"/>
                    <a:pt x="137" y="10981"/>
                    <a:pt x="55" y="11259"/>
                  </a:cubicBezTo>
                  <a:cubicBezTo>
                    <a:pt x="28" y="11819"/>
                    <a:pt x="1" y="12380"/>
                    <a:pt x="44" y="12946"/>
                  </a:cubicBezTo>
                  <a:cubicBezTo>
                    <a:pt x="175" y="14699"/>
                    <a:pt x="975" y="16093"/>
                    <a:pt x="2412" y="17046"/>
                  </a:cubicBezTo>
                  <a:cubicBezTo>
                    <a:pt x="3554" y="17801"/>
                    <a:pt x="4768" y="18185"/>
                    <a:pt x="6038" y="18185"/>
                  </a:cubicBezTo>
                  <a:cubicBezTo>
                    <a:pt x="6735" y="18185"/>
                    <a:pt x="7450" y="18069"/>
                    <a:pt x="8177" y="17835"/>
                  </a:cubicBezTo>
                  <a:cubicBezTo>
                    <a:pt x="9854" y="17296"/>
                    <a:pt x="11319" y="16447"/>
                    <a:pt x="12168" y="14846"/>
                  </a:cubicBezTo>
                  <a:cubicBezTo>
                    <a:pt x="12734" y="13774"/>
                    <a:pt x="13072" y="12603"/>
                    <a:pt x="13425" y="11444"/>
                  </a:cubicBezTo>
                  <a:cubicBezTo>
                    <a:pt x="13556" y="11014"/>
                    <a:pt x="13692" y="10584"/>
                    <a:pt x="13703" y="10088"/>
                  </a:cubicBezTo>
                  <a:lnTo>
                    <a:pt x="13703" y="10088"/>
                  </a:lnTo>
                  <a:cubicBezTo>
                    <a:pt x="13545" y="10317"/>
                    <a:pt x="13594" y="10578"/>
                    <a:pt x="13425" y="10758"/>
                  </a:cubicBezTo>
                  <a:cubicBezTo>
                    <a:pt x="13376" y="11046"/>
                    <a:pt x="13300" y="11313"/>
                    <a:pt x="13093" y="11542"/>
                  </a:cubicBezTo>
                  <a:cubicBezTo>
                    <a:pt x="13017" y="11618"/>
                    <a:pt x="12963" y="11749"/>
                    <a:pt x="12957" y="11858"/>
                  </a:cubicBezTo>
                  <a:cubicBezTo>
                    <a:pt x="12946" y="12271"/>
                    <a:pt x="12734" y="12614"/>
                    <a:pt x="12614" y="13033"/>
                  </a:cubicBezTo>
                  <a:cubicBezTo>
                    <a:pt x="12522" y="12745"/>
                    <a:pt x="12375" y="12538"/>
                    <a:pt x="12206" y="12342"/>
                  </a:cubicBezTo>
                  <a:cubicBezTo>
                    <a:pt x="11678" y="11705"/>
                    <a:pt x="10970" y="11335"/>
                    <a:pt x="10219" y="11063"/>
                  </a:cubicBezTo>
                  <a:cubicBezTo>
                    <a:pt x="9500" y="10801"/>
                    <a:pt x="8803" y="10497"/>
                    <a:pt x="8172" y="10061"/>
                  </a:cubicBezTo>
                  <a:cubicBezTo>
                    <a:pt x="7965" y="9914"/>
                    <a:pt x="7911" y="9783"/>
                    <a:pt x="8139" y="9604"/>
                  </a:cubicBezTo>
                  <a:cubicBezTo>
                    <a:pt x="8466" y="9359"/>
                    <a:pt x="8787" y="9097"/>
                    <a:pt x="9108" y="8842"/>
                  </a:cubicBezTo>
                  <a:cubicBezTo>
                    <a:pt x="9310" y="8586"/>
                    <a:pt x="9533" y="8341"/>
                    <a:pt x="9707" y="8069"/>
                  </a:cubicBezTo>
                  <a:cubicBezTo>
                    <a:pt x="10132" y="7404"/>
                    <a:pt x="9936" y="6713"/>
                    <a:pt x="9756" y="6027"/>
                  </a:cubicBezTo>
                  <a:cubicBezTo>
                    <a:pt x="9451" y="4857"/>
                    <a:pt x="8945" y="3773"/>
                    <a:pt x="8292" y="2761"/>
                  </a:cubicBezTo>
                  <a:cubicBezTo>
                    <a:pt x="8167" y="2565"/>
                    <a:pt x="8118" y="2374"/>
                    <a:pt x="8248" y="2178"/>
                  </a:cubicBezTo>
                  <a:cubicBezTo>
                    <a:pt x="8477" y="1846"/>
                    <a:pt x="8711" y="1536"/>
                    <a:pt x="9043" y="1291"/>
                  </a:cubicBezTo>
                  <a:cubicBezTo>
                    <a:pt x="9332" y="1073"/>
                    <a:pt x="9702" y="1008"/>
                    <a:pt x="10023" y="736"/>
                  </a:cubicBezTo>
                  <a:cubicBezTo>
                    <a:pt x="9922" y="721"/>
                    <a:pt x="9825" y="713"/>
                    <a:pt x="9732" y="713"/>
                  </a:cubicBezTo>
                  <a:cubicBezTo>
                    <a:pt x="9346" y="713"/>
                    <a:pt x="9031" y="841"/>
                    <a:pt x="8754" y="1100"/>
                  </a:cubicBezTo>
                  <a:cubicBezTo>
                    <a:pt x="8477" y="1356"/>
                    <a:pt x="8210" y="1623"/>
                    <a:pt x="8009" y="1944"/>
                  </a:cubicBezTo>
                  <a:cubicBezTo>
                    <a:pt x="7949" y="2034"/>
                    <a:pt x="7898" y="2075"/>
                    <a:pt x="7850" y="2075"/>
                  </a:cubicBezTo>
                  <a:cubicBezTo>
                    <a:pt x="7802" y="2075"/>
                    <a:pt x="7756" y="2034"/>
                    <a:pt x="7704" y="1960"/>
                  </a:cubicBezTo>
                  <a:cubicBezTo>
                    <a:pt x="7296" y="1362"/>
                    <a:pt x="6713" y="861"/>
                    <a:pt x="6669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6" name="Google Shape;2316;p40"/>
            <p:cNvSpPr/>
            <p:nvPr/>
          </p:nvSpPr>
          <p:spPr>
            <a:xfrm>
              <a:off x="2576657" y="3334351"/>
              <a:ext cx="177028" cy="413991"/>
            </a:xfrm>
            <a:custGeom>
              <a:rect b="b" l="l" r="r" t="t"/>
              <a:pathLst>
                <a:path extrusionOk="0" h="6265" w="2679">
                  <a:moveTo>
                    <a:pt x="1038" y="0"/>
                  </a:moveTo>
                  <a:cubicBezTo>
                    <a:pt x="870" y="0"/>
                    <a:pt x="972" y="213"/>
                    <a:pt x="986" y="298"/>
                  </a:cubicBezTo>
                  <a:cubicBezTo>
                    <a:pt x="1182" y="1436"/>
                    <a:pt x="1503" y="2541"/>
                    <a:pt x="1966" y="3597"/>
                  </a:cubicBezTo>
                  <a:cubicBezTo>
                    <a:pt x="2369" y="4523"/>
                    <a:pt x="2298" y="4751"/>
                    <a:pt x="1460" y="5317"/>
                  </a:cubicBezTo>
                  <a:cubicBezTo>
                    <a:pt x="1383" y="5366"/>
                    <a:pt x="1302" y="5415"/>
                    <a:pt x="1220" y="5464"/>
                  </a:cubicBezTo>
                  <a:cubicBezTo>
                    <a:pt x="882" y="5671"/>
                    <a:pt x="539" y="5878"/>
                    <a:pt x="202" y="6090"/>
                  </a:cubicBezTo>
                  <a:cubicBezTo>
                    <a:pt x="137" y="6129"/>
                    <a:pt x="1" y="6199"/>
                    <a:pt x="197" y="6265"/>
                  </a:cubicBezTo>
                  <a:cubicBezTo>
                    <a:pt x="833" y="6112"/>
                    <a:pt x="1416" y="5824"/>
                    <a:pt x="1982" y="5497"/>
                  </a:cubicBezTo>
                  <a:cubicBezTo>
                    <a:pt x="2418" y="5241"/>
                    <a:pt x="2679" y="4653"/>
                    <a:pt x="2532" y="4174"/>
                  </a:cubicBezTo>
                  <a:cubicBezTo>
                    <a:pt x="2341" y="3554"/>
                    <a:pt x="2020" y="2976"/>
                    <a:pt x="1851" y="2345"/>
                  </a:cubicBezTo>
                  <a:cubicBezTo>
                    <a:pt x="1639" y="1572"/>
                    <a:pt x="1405" y="804"/>
                    <a:pt x="1182" y="31"/>
                  </a:cubicBezTo>
                  <a:cubicBezTo>
                    <a:pt x="1120" y="10"/>
                    <a:pt x="1073" y="0"/>
                    <a:pt x="1038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7" name="Google Shape;2317;p40"/>
            <p:cNvSpPr/>
            <p:nvPr/>
          </p:nvSpPr>
          <p:spPr>
            <a:xfrm>
              <a:off x="2311145" y="3841386"/>
              <a:ext cx="452648" cy="385775"/>
            </a:xfrm>
            <a:custGeom>
              <a:rect b="b" l="l" r="r" t="t"/>
              <a:pathLst>
                <a:path extrusionOk="0" h="5838" w="6850">
                  <a:moveTo>
                    <a:pt x="1859" y="0"/>
                  </a:moveTo>
                  <a:cubicBezTo>
                    <a:pt x="1850" y="0"/>
                    <a:pt x="1840" y="1"/>
                    <a:pt x="1830" y="2"/>
                  </a:cubicBezTo>
                  <a:cubicBezTo>
                    <a:pt x="1596" y="23"/>
                    <a:pt x="1378" y="187"/>
                    <a:pt x="1155" y="290"/>
                  </a:cubicBezTo>
                  <a:cubicBezTo>
                    <a:pt x="1079" y="328"/>
                    <a:pt x="1013" y="372"/>
                    <a:pt x="943" y="415"/>
                  </a:cubicBezTo>
                  <a:cubicBezTo>
                    <a:pt x="1035" y="562"/>
                    <a:pt x="877" y="584"/>
                    <a:pt x="812" y="639"/>
                  </a:cubicBezTo>
                  <a:cubicBezTo>
                    <a:pt x="556" y="856"/>
                    <a:pt x="289" y="1063"/>
                    <a:pt x="28" y="1276"/>
                  </a:cubicBezTo>
                  <a:cubicBezTo>
                    <a:pt x="1" y="1341"/>
                    <a:pt x="39" y="1357"/>
                    <a:pt x="93" y="1357"/>
                  </a:cubicBezTo>
                  <a:cubicBezTo>
                    <a:pt x="115" y="1331"/>
                    <a:pt x="109" y="1248"/>
                    <a:pt x="148" y="1248"/>
                  </a:cubicBezTo>
                  <a:cubicBezTo>
                    <a:pt x="158" y="1248"/>
                    <a:pt x="170" y="1253"/>
                    <a:pt x="186" y="1265"/>
                  </a:cubicBezTo>
                  <a:cubicBezTo>
                    <a:pt x="289" y="1341"/>
                    <a:pt x="376" y="1444"/>
                    <a:pt x="442" y="1553"/>
                  </a:cubicBezTo>
                  <a:cubicBezTo>
                    <a:pt x="910" y="2283"/>
                    <a:pt x="1536" y="2756"/>
                    <a:pt x="2429" y="2849"/>
                  </a:cubicBezTo>
                  <a:cubicBezTo>
                    <a:pt x="3284" y="2941"/>
                    <a:pt x="3931" y="3371"/>
                    <a:pt x="4400" y="4101"/>
                  </a:cubicBezTo>
                  <a:cubicBezTo>
                    <a:pt x="4492" y="4248"/>
                    <a:pt x="4585" y="4422"/>
                    <a:pt x="4764" y="4493"/>
                  </a:cubicBezTo>
                  <a:cubicBezTo>
                    <a:pt x="4939" y="4743"/>
                    <a:pt x="4993" y="5065"/>
                    <a:pt x="5254" y="5255"/>
                  </a:cubicBezTo>
                  <a:cubicBezTo>
                    <a:pt x="5265" y="5048"/>
                    <a:pt x="5276" y="4847"/>
                    <a:pt x="5292" y="4553"/>
                  </a:cubicBezTo>
                  <a:cubicBezTo>
                    <a:pt x="5625" y="5043"/>
                    <a:pt x="5418" y="5440"/>
                    <a:pt x="5314" y="5838"/>
                  </a:cubicBezTo>
                  <a:cubicBezTo>
                    <a:pt x="5706" y="5511"/>
                    <a:pt x="6000" y="5124"/>
                    <a:pt x="6234" y="4689"/>
                  </a:cubicBezTo>
                  <a:cubicBezTo>
                    <a:pt x="6354" y="4471"/>
                    <a:pt x="6425" y="4281"/>
                    <a:pt x="6278" y="4041"/>
                  </a:cubicBezTo>
                  <a:cubicBezTo>
                    <a:pt x="6174" y="3861"/>
                    <a:pt x="6136" y="3644"/>
                    <a:pt x="6071" y="3442"/>
                  </a:cubicBezTo>
                  <a:cubicBezTo>
                    <a:pt x="6044" y="3344"/>
                    <a:pt x="5984" y="3214"/>
                    <a:pt x="6098" y="3159"/>
                  </a:cubicBezTo>
                  <a:cubicBezTo>
                    <a:pt x="6116" y="3150"/>
                    <a:pt x="6133" y="3147"/>
                    <a:pt x="6150" y="3147"/>
                  </a:cubicBezTo>
                  <a:cubicBezTo>
                    <a:pt x="6235" y="3147"/>
                    <a:pt x="6292" y="3254"/>
                    <a:pt x="6338" y="3322"/>
                  </a:cubicBezTo>
                  <a:cubicBezTo>
                    <a:pt x="6436" y="3464"/>
                    <a:pt x="6501" y="3627"/>
                    <a:pt x="6594" y="3802"/>
                  </a:cubicBezTo>
                  <a:cubicBezTo>
                    <a:pt x="6653" y="3622"/>
                    <a:pt x="6849" y="3486"/>
                    <a:pt x="6697" y="3284"/>
                  </a:cubicBezTo>
                  <a:cubicBezTo>
                    <a:pt x="6517" y="3050"/>
                    <a:pt x="6327" y="2827"/>
                    <a:pt x="6136" y="2604"/>
                  </a:cubicBezTo>
                  <a:cubicBezTo>
                    <a:pt x="5581" y="1934"/>
                    <a:pt x="4802" y="1624"/>
                    <a:pt x="4013" y="1346"/>
                  </a:cubicBezTo>
                  <a:cubicBezTo>
                    <a:pt x="3414" y="1134"/>
                    <a:pt x="2864" y="818"/>
                    <a:pt x="2347" y="448"/>
                  </a:cubicBezTo>
                  <a:cubicBezTo>
                    <a:pt x="2164" y="317"/>
                    <a:pt x="2097" y="0"/>
                    <a:pt x="1859" y="0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8" name="Google Shape;2318;p40"/>
            <p:cNvSpPr/>
            <p:nvPr/>
          </p:nvSpPr>
          <p:spPr>
            <a:xfrm>
              <a:off x="2625953" y="4138219"/>
              <a:ext cx="35287" cy="77049"/>
            </a:xfrm>
            <a:custGeom>
              <a:rect b="b" l="l" r="r" t="t"/>
              <a:pathLst>
                <a:path extrusionOk="0" h="1166" w="534">
                  <a:moveTo>
                    <a:pt x="0" y="1"/>
                  </a:moveTo>
                  <a:cubicBezTo>
                    <a:pt x="147" y="377"/>
                    <a:pt x="294" y="752"/>
                    <a:pt x="452" y="1166"/>
                  </a:cubicBezTo>
                  <a:cubicBezTo>
                    <a:pt x="534" y="992"/>
                    <a:pt x="501" y="877"/>
                    <a:pt x="490" y="763"/>
                  </a:cubicBezTo>
                  <a:cubicBezTo>
                    <a:pt x="327" y="507"/>
                    <a:pt x="234" y="213"/>
                    <a:pt x="0" y="1"/>
                  </a:cubicBezTo>
                  <a:close/>
                </a:path>
              </a:pathLst>
            </a:custGeom>
            <a:solidFill>
              <a:srgbClr val="362715">
                <a:alpha val="303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19" name="Google Shape;2319;p40"/>
          <p:cNvGrpSpPr/>
          <p:nvPr/>
        </p:nvGrpSpPr>
        <p:grpSpPr>
          <a:xfrm flipH="1" rot="10800000">
            <a:off x="4637322" y="2913371"/>
            <a:ext cx="3150810" cy="800986"/>
            <a:chOff x="3243785" y="3409948"/>
            <a:chExt cx="2685655" cy="732900"/>
          </a:xfrm>
        </p:grpSpPr>
        <p:sp>
          <p:nvSpPr>
            <p:cNvPr id="2320" name="Google Shape;2320;p40"/>
            <p:cNvSpPr/>
            <p:nvPr/>
          </p:nvSpPr>
          <p:spPr>
            <a:xfrm>
              <a:off x="3243840" y="3409948"/>
              <a:ext cx="2685600" cy="732900"/>
            </a:xfrm>
            <a:prstGeom prst="roundRect">
              <a:avLst>
                <a:gd fmla="val 20475" name="adj"/>
              </a:avLst>
            </a:prstGeom>
            <a:solidFill>
              <a:schemeClr val="accent1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1" name="Google Shape;2321;p40"/>
            <p:cNvSpPr/>
            <p:nvPr/>
          </p:nvSpPr>
          <p:spPr>
            <a:xfrm rot="-279772">
              <a:off x="5468139" y="3940404"/>
              <a:ext cx="412128" cy="143692"/>
            </a:xfrm>
            <a:custGeom>
              <a:rect b="b" l="l" r="r" t="t"/>
              <a:pathLst>
                <a:path extrusionOk="0" h="2802" w="8976">
                  <a:moveTo>
                    <a:pt x="8931" y="1"/>
                  </a:moveTo>
                  <a:cubicBezTo>
                    <a:pt x="8782" y="849"/>
                    <a:pt x="8321" y="1623"/>
                    <a:pt x="7636" y="2085"/>
                  </a:cubicBezTo>
                  <a:cubicBezTo>
                    <a:pt x="7294" y="2323"/>
                    <a:pt x="6907" y="2472"/>
                    <a:pt x="6490" y="2546"/>
                  </a:cubicBezTo>
                  <a:cubicBezTo>
                    <a:pt x="6297" y="2576"/>
                    <a:pt x="6088" y="2576"/>
                    <a:pt x="5865" y="2576"/>
                  </a:cubicBezTo>
                  <a:cubicBezTo>
                    <a:pt x="5642" y="2576"/>
                    <a:pt x="5433" y="2591"/>
                    <a:pt x="5210" y="2591"/>
                  </a:cubicBezTo>
                  <a:cubicBezTo>
                    <a:pt x="4994" y="2598"/>
                    <a:pt x="4778" y="2602"/>
                    <a:pt x="4563" y="2602"/>
                  </a:cubicBezTo>
                  <a:cubicBezTo>
                    <a:pt x="4347" y="2602"/>
                    <a:pt x="4131" y="2598"/>
                    <a:pt x="3915" y="2591"/>
                  </a:cubicBezTo>
                  <a:cubicBezTo>
                    <a:pt x="3469" y="2576"/>
                    <a:pt x="3037" y="2531"/>
                    <a:pt x="2605" y="2501"/>
                  </a:cubicBezTo>
                  <a:cubicBezTo>
                    <a:pt x="2281" y="2485"/>
                    <a:pt x="1958" y="2476"/>
                    <a:pt x="1633" y="2476"/>
                  </a:cubicBezTo>
                  <a:cubicBezTo>
                    <a:pt x="1092" y="2476"/>
                    <a:pt x="549" y="2500"/>
                    <a:pt x="0" y="2546"/>
                  </a:cubicBezTo>
                  <a:lnTo>
                    <a:pt x="0" y="2576"/>
                  </a:lnTo>
                  <a:cubicBezTo>
                    <a:pt x="864" y="2680"/>
                    <a:pt x="1742" y="2725"/>
                    <a:pt x="2605" y="2725"/>
                  </a:cubicBezTo>
                  <a:cubicBezTo>
                    <a:pt x="3037" y="2710"/>
                    <a:pt x="3469" y="2680"/>
                    <a:pt x="3900" y="2680"/>
                  </a:cubicBezTo>
                  <a:cubicBezTo>
                    <a:pt x="4347" y="2680"/>
                    <a:pt x="4778" y="2710"/>
                    <a:pt x="5210" y="2740"/>
                  </a:cubicBezTo>
                  <a:cubicBezTo>
                    <a:pt x="5418" y="2755"/>
                    <a:pt x="5642" y="2769"/>
                    <a:pt x="5850" y="2784"/>
                  </a:cubicBezTo>
                  <a:cubicBezTo>
                    <a:pt x="5979" y="2793"/>
                    <a:pt x="6108" y="2801"/>
                    <a:pt x="6237" y="2801"/>
                  </a:cubicBezTo>
                  <a:cubicBezTo>
                    <a:pt x="6331" y="2801"/>
                    <a:pt x="6426" y="2797"/>
                    <a:pt x="6520" y="2784"/>
                  </a:cubicBezTo>
                  <a:cubicBezTo>
                    <a:pt x="6981" y="2740"/>
                    <a:pt x="7413" y="2576"/>
                    <a:pt x="7785" y="2308"/>
                  </a:cubicBezTo>
                  <a:cubicBezTo>
                    <a:pt x="8529" y="1787"/>
                    <a:pt x="8976" y="879"/>
                    <a:pt x="89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2" name="Google Shape;2322;p40"/>
            <p:cNvSpPr/>
            <p:nvPr/>
          </p:nvSpPr>
          <p:spPr>
            <a:xfrm rot="451316">
              <a:off x="5516812" y="3474563"/>
              <a:ext cx="357556" cy="78458"/>
            </a:xfrm>
            <a:custGeom>
              <a:rect b="b" l="l" r="r" t="t"/>
              <a:pathLst>
                <a:path extrusionOk="0" h="1344" w="6833">
                  <a:moveTo>
                    <a:pt x="4686" y="0"/>
                  </a:moveTo>
                  <a:cubicBezTo>
                    <a:pt x="4637" y="0"/>
                    <a:pt x="4589" y="1"/>
                    <a:pt x="4540" y="4"/>
                  </a:cubicBezTo>
                  <a:lnTo>
                    <a:pt x="3632" y="48"/>
                  </a:lnTo>
                  <a:cubicBezTo>
                    <a:pt x="2412" y="138"/>
                    <a:pt x="1206" y="242"/>
                    <a:pt x="0" y="420"/>
                  </a:cubicBezTo>
                  <a:cubicBezTo>
                    <a:pt x="155" y="422"/>
                    <a:pt x="310" y="423"/>
                    <a:pt x="465" y="423"/>
                  </a:cubicBezTo>
                  <a:cubicBezTo>
                    <a:pt x="1528" y="423"/>
                    <a:pt x="2582" y="379"/>
                    <a:pt x="3647" y="301"/>
                  </a:cubicBezTo>
                  <a:lnTo>
                    <a:pt x="4555" y="242"/>
                  </a:lnTo>
                  <a:cubicBezTo>
                    <a:pt x="4626" y="234"/>
                    <a:pt x="4698" y="231"/>
                    <a:pt x="4770" y="231"/>
                  </a:cubicBezTo>
                  <a:cubicBezTo>
                    <a:pt x="4986" y="231"/>
                    <a:pt x="5206" y="264"/>
                    <a:pt x="5419" y="331"/>
                  </a:cubicBezTo>
                  <a:cubicBezTo>
                    <a:pt x="5969" y="480"/>
                    <a:pt x="6475" y="852"/>
                    <a:pt x="6833" y="1343"/>
                  </a:cubicBezTo>
                  <a:cubicBezTo>
                    <a:pt x="6565" y="793"/>
                    <a:pt x="6073" y="346"/>
                    <a:pt x="5478" y="138"/>
                  </a:cubicBezTo>
                  <a:cubicBezTo>
                    <a:pt x="5226" y="37"/>
                    <a:pt x="4953" y="0"/>
                    <a:pt x="4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3" name="Google Shape;2323;p40"/>
            <p:cNvSpPr/>
            <p:nvPr/>
          </p:nvSpPr>
          <p:spPr>
            <a:xfrm>
              <a:off x="5556294" y="3696143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2324" name="Google Shape;2324;p40"/>
            <p:cNvSpPr/>
            <p:nvPr/>
          </p:nvSpPr>
          <p:spPr>
            <a:xfrm>
              <a:off x="5482647" y="3726071"/>
              <a:ext cx="383129" cy="7455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2325" name="Google Shape;2325;p40"/>
            <p:cNvSpPr/>
            <p:nvPr/>
          </p:nvSpPr>
          <p:spPr>
            <a:xfrm>
              <a:off x="5482647" y="3538795"/>
              <a:ext cx="383129" cy="7455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2326" name="Google Shape;2326;p40"/>
            <p:cNvSpPr/>
            <p:nvPr/>
          </p:nvSpPr>
          <p:spPr>
            <a:xfrm>
              <a:off x="5556294" y="3632424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2327" name="Google Shape;2327;p40"/>
            <p:cNvSpPr/>
            <p:nvPr/>
          </p:nvSpPr>
          <p:spPr>
            <a:xfrm>
              <a:off x="5556294" y="3600568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2328" name="Google Shape;2328;p40"/>
            <p:cNvSpPr/>
            <p:nvPr/>
          </p:nvSpPr>
          <p:spPr>
            <a:xfrm>
              <a:off x="5556294" y="3937480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2329" name="Google Shape;2329;p40"/>
            <p:cNvSpPr/>
            <p:nvPr/>
          </p:nvSpPr>
          <p:spPr>
            <a:xfrm>
              <a:off x="3293644" y="3571861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2330" name="Google Shape;2330;p40"/>
            <p:cNvSpPr/>
            <p:nvPr/>
          </p:nvSpPr>
          <p:spPr>
            <a:xfrm rot="-5669091">
              <a:off x="3130754" y="3617521"/>
              <a:ext cx="598271" cy="290204"/>
            </a:xfrm>
            <a:custGeom>
              <a:rect b="b" l="l" r="r" t="t"/>
              <a:pathLst>
                <a:path extrusionOk="0" h="6455" w="12817">
                  <a:moveTo>
                    <a:pt x="1961" y="1"/>
                  </a:moveTo>
                  <a:cubicBezTo>
                    <a:pt x="1823" y="1"/>
                    <a:pt x="1675" y="11"/>
                    <a:pt x="1534" y="39"/>
                  </a:cubicBezTo>
                  <a:cubicBezTo>
                    <a:pt x="1311" y="84"/>
                    <a:pt x="1102" y="173"/>
                    <a:pt x="924" y="292"/>
                  </a:cubicBezTo>
                  <a:cubicBezTo>
                    <a:pt x="551" y="545"/>
                    <a:pt x="284" y="932"/>
                    <a:pt x="135" y="1349"/>
                  </a:cubicBezTo>
                  <a:cubicBezTo>
                    <a:pt x="75" y="1543"/>
                    <a:pt x="31" y="1766"/>
                    <a:pt x="16" y="1989"/>
                  </a:cubicBezTo>
                  <a:lnTo>
                    <a:pt x="1" y="2614"/>
                  </a:lnTo>
                  <a:cubicBezTo>
                    <a:pt x="1" y="3031"/>
                    <a:pt x="1" y="3448"/>
                    <a:pt x="1" y="3880"/>
                  </a:cubicBezTo>
                  <a:lnTo>
                    <a:pt x="31" y="3880"/>
                  </a:lnTo>
                  <a:cubicBezTo>
                    <a:pt x="75" y="3463"/>
                    <a:pt x="105" y="3046"/>
                    <a:pt x="150" y="2629"/>
                  </a:cubicBezTo>
                  <a:lnTo>
                    <a:pt x="194" y="1989"/>
                  </a:lnTo>
                  <a:cubicBezTo>
                    <a:pt x="209" y="1796"/>
                    <a:pt x="269" y="1602"/>
                    <a:pt x="328" y="1409"/>
                  </a:cubicBezTo>
                  <a:cubicBezTo>
                    <a:pt x="462" y="1037"/>
                    <a:pt x="715" y="709"/>
                    <a:pt x="1043" y="486"/>
                  </a:cubicBezTo>
                  <a:cubicBezTo>
                    <a:pt x="1206" y="382"/>
                    <a:pt x="1400" y="307"/>
                    <a:pt x="1579" y="263"/>
                  </a:cubicBezTo>
                  <a:cubicBezTo>
                    <a:pt x="1701" y="234"/>
                    <a:pt x="1824" y="224"/>
                    <a:pt x="1950" y="224"/>
                  </a:cubicBezTo>
                  <a:cubicBezTo>
                    <a:pt x="2023" y="224"/>
                    <a:pt x="2098" y="227"/>
                    <a:pt x="2174" y="233"/>
                  </a:cubicBezTo>
                  <a:cubicBezTo>
                    <a:pt x="3022" y="263"/>
                    <a:pt x="3856" y="277"/>
                    <a:pt x="4689" y="307"/>
                  </a:cubicBezTo>
                  <a:cubicBezTo>
                    <a:pt x="5538" y="352"/>
                    <a:pt x="6371" y="411"/>
                    <a:pt x="7205" y="486"/>
                  </a:cubicBezTo>
                  <a:cubicBezTo>
                    <a:pt x="8039" y="560"/>
                    <a:pt x="8887" y="620"/>
                    <a:pt x="9721" y="679"/>
                  </a:cubicBezTo>
                  <a:lnTo>
                    <a:pt x="10033" y="694"/>
                  </a:lnTo>
                  <a:cubicBezTo>
                    <a:pt x="10122" y="709"/>
                    <a:pt x="10227" y="724"/>
                    <a:pt x="10331" y="739"/>
                  </a:cubicBezTo>
                  <a:cubicBezTo>
                    <a:pt x="10524" y="783"/>
                    <a:pt x="10703" y="843"/>
                    <a:pt x="10882" y="932"/>
                  </a:cubicBezTo>
                  <a:cubicBezTo>
                    <a:pt x="11239" y="1111"/>
                    <a:pt x="11566" y="1364"/>
                    <a:pt x="11819" y="1677"/>
                  </a:cubicBezTo>
                  <a:cubicBezTo>
                    <a:pt x="12325" y="2302"/>
                    <a:pt x="12564" y="3120"/>
                    <a:pt x="12534" y="3939"/>
                  </a:cubicBezTo>
                  <a:cubicBezTo>
                    <a:pt x="12519" y="4773"/>
                    <a:pt x="12504" y="5621"/>
                    <a:pt x="12504" y="6455"/>
                  </a:cubicBezTo>
                  <a:lnTo>
                    <a:pt x="12534" y="6455"/>
                  </a:lnTo>
                  <a:cubicBezTo>
                    <a:pt x="12623" y="5621"/>
                    <a:pt x="12683" y="4788"/>
                    <a:pt x="12742" y="3939"/>
                  </a:cubicBezTo>
                  <a:cubicBezTo>
                    <a:pt x="12817" y="3091"/>
                    <a:pt x="12578" y="2183"/>
                    <a:pt x="12028" y="1498"/>
                  </a:cubicBezTo>
                  <a:cubicBezTo>
                    <a:pt x="11760" y="1156"/>
                    <a:pt x="11403" y="873"/>
                    <a:pt x="11001" y="694"/>
                  </a:cubicBezTo>
                  <a:cubicBezTo>
                    <a:pt x="10807" y="590"/>
                    <a:pt x="10584" y="530"/>
                    <a:pt x="10375" y="486"/>
                  </a:cubicBezTo>
                  <a:cubicBezTo>
                    <a:pt x="10271" y="456"/>
                    <a:pt x="10152" y="456"/>
                    <a:pt x="10048" y="441"/>
                  </a:cubicBezTo>
                  <a:lnTo>
                    <a:pt x="9735" y="426"/>
                  </a:lnTo>
                  <a:cubicBezTo>
                    <a:pt x="8887" y="396"/>
                    <a:pt x="8053" y="367"/>
                    <a:pt x="7220" y="337"/>
                  </a:cubicBezTo>
                  <a:cubicBezTo>
                    <a:pt x="6371" y="307"/>
                    <a:pt x="5538" y="277"/>
                    <a:pt x="4704" y="218"/>
                  </a:cubicBezTo>
                  <a:cubicBezTo>
                    <a:pt x="3871" y="173"/>
                    <a:pt x="3022" y="84"/>
                    <a:pt x="2189" y="9"/>
                  </a:cubicBezTo>
                  <a:cubicBezTo>
                    <a:pt x="2118" y="4"/>
                    <a:pt x="2041" y="1"/>
                    <a:pt x="19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1" name="Google Shape;2331;p40"/>
            <p:cNvSpPr/>
            <p:nvPr/>
          </p:nvSpPr>
          <p:spPr>
            <a:xfrm>
              <a:off x="3293644" y="3548845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2332" name="Google Shape;2332;p40"/>
            <p:cNvSpPr/>
            <p:nvPr/>
          </p:nvSpPr>
          <p:spPr>
            <a:xfrm>
              <a:off x="3293644" y="3696143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2333" name="Google Shape;2333;p40"/>
            <p:cNvSpPr/>
            <p:nvPr/>
          </p:nvSpPr>
          <p:spPr>
            <a:xfrm>
              <a:off x="3293643" y="3726071"/>
              <a:ext cx="383129" cy="7455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2334" name="Google Shape;2334;p40"/>
            <p:cNvSpPr/>
            <p:nvPr/>
          </p:nvSpPr>
          <p:spPr>
            <a:xfrm>
              <a:off x="3293643" y="3756008"/>
              <a:ext cx="383129" cy="7455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2335" name="Google Shape;2335;p40"/>
            <p:cNvSpPr/>
            <p:nvPr/>
          </p:nvSpPr>
          <p:spPr>
            <a:xfrm>
              <a:off x="3293644" y="3785940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sp>
          <p:nvSpPr>
            <p:cNvPr id="2336" name="Google Shape;2336;p40"/>
            <p:cNvSpPr/>
            <p:nvPr/>
          </p:nvSpPr>
          <p:spPr>
            <a:xfrm>
              <a:off x="3308698" y="3953958"/>
              <a:ext cx="304586" cy="7454"/>
            </a:xfrm>
            <a:custGeom>
              <a:rect b="b" l="l" r="r" t="t"/>
              <a:pathLst>
                <a:path extrusionOk="0" h="409" w="10227">
                  <a:moveTo>
                    <a:pt x="5797" y="0"/>
                  </a:moveTo>
                  <a:cubicBezTo>
                    <a:pt x="5568" y="0"/>
                    <a:pt x="5337" y="2"/>
                    <a:pt x="5106" y="6"/>
                  </a:cubicBezTo>
                  <a:cubicBezTo>
                    <a:pt x="4258" y="21"/>
                    <a:pt x="3394" y="51"/>
                    <a:pt x="2546" y="125"/>
                  </a:cubicBezTo>
                  <a:cubicBezTo>
                    <a:pt x="1697" y="185"/>
                    <a:pt x="849" y="259"/>
                    <a:pt x="0" y="408"/>
                  </a:cubicBezTo>
                  <a:cubicBezTo>
                    <a:pt x="432" y="393"/>
                    <a:pt x="849" y="363"/>
                    <a:pt x="1281" y="349"/>
                  </a:cubicBezTo>
                  <a:cubicBezTo>
                    <a:pt x="1712" y="334"/>
                    <a:pt x="2129" y="319"/>
                    <a:pt x="2561" y="304"/>
                  </a:cubicBezTo>
                  <a:lnTo>
                    <a:pt x="5106" y="259"/>
                  </a:lnTo>
                  <a:lnTo>
                    <a:pt x="7666" y="229"/>
                  </a:lnTo>
                  <a:cubicBezTo>
                    <a:pt x="8515" y="215"/>
                    <a:pt x="9378" y="215"/>
                    <a:pt x="10226" y="185"/>
                  </a:cubicBezTo>
                  <a:cubicBezTo>
                    <a:pt x="9810" y="140"/>
                    <a:pt x="9378" y="125"/>
                    <a:pt x="8946" y="96"/>
                  </a:cubicBezTo>
                  <a:lnTo>
                    <a:pt x="7666" y="36"/>
                  </a:lnTo>
                  <a:cubicBezTo>
                    <a:pt x="7045" y="14"/>
                    <a:pt x="6424" y="0"/>
                    <a:pt x="57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</a:endParaRPr>
            </a:p>
          </p:txBody>
        </p:sp>
        <p:pic>
          <p:nvPicPr>
            <p:cNvPr id="2337" name="Google Shape;2337;p40"/>
            <p:cNvPicPr preferRelativeResize="0"/>
            <p:nvPr/>
          </p:nvPicPr>
          <p:blipFill rotWithShape="1">
            <a:blip r:embed="rId3">
              <a:alphaModFix amt="35000"/>
            </a:blip>
            <a:srcRect b="8896" l="18257" r="14795" t="60755"/>
            <a:stretch/>
          </p:blipFill>
          <p:spPr>
            <a:xfrm>
              <a:off x="3243785" y="3409948"/>
              <a:ext cx="2685600" cy="732900"/>
            </a:xfrm>
            <a:prstGeom prst="roundRect">
              <a:avLst>
                <a:gd fmla="val 31255" name="adj"/>
              </a:avLst>
            </a:prstGeom>
            <a:noFill/>
            <a:ln>
              <a:noFill/>
            </a:ln>
          </p:spPr>
        </p:pic>
      </p:grpSp>
      <p:sp>
        <p:nvSpPr>
          <p:cNvPr id="2338" name="Google Shape;2338;p40"/>
          <p:cNvSpPr txBox="1"/>
          <p:nvPr>
            <p:ph type="title"/>
          </p:nvPr>
        </p:nvSpPr>
        <p:spPr>
          <a:xfrm>
            <a:off x="4305777" y="1429149"/>
            <a:ext cx="3813900" cy="15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Significance</a:t>
            </a:r>
            <a:endParaRPr sz="4000"/>
          </a:p>
        </p:txBody>
      </p:sp>
      <p:sp>
        <p:nvSpPr>
          <p:cNvPr id="2339" name="Google Shape;2339;p40"/>
          <p:cNvSpPr txBox="1"/>
          <p:nvPr>
            <p:ph idx="2" type="title"/>
          </p:nvPr>
        </p:nvSpPr>
        <p:spPr>
          <a:xfrm>
            <a:off x="4938477" y="2913365"/>
            <a:ext cx="2548500" cy="6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A case study in how similar phenomonea can origionate cross-culturally </a:t>
            </a:r>
            <a:endParaRPr sz="1400"/>
          </a:p>
        </p:txBody>
      </p:sp>
      <p:grpSp>
        <p:nvGrpSpPr>
          <p:cNvPr id="2340" name="Google Shape;2340;p40"/>
          <p:cNvGrpSpPr/>
          <p:nvPr/>
        </p:nvGrpSpPr>
        <p:grpSpPr>
          <a:xfrm>
            <a:off x="392950" y="481262"/>
            <a:ext cx="3511126" cy="4180964"/>
            <a:chOff x="157775" y="481262"/>
            <a:chExt cx="3511126" cy="4180964"/>
          </a:xfrm>
        </p:grpSpPr>
        <p:sp>
          <p:nvSpPr>
            <p:cNvPr id="2341" name="Google Shape;2341;p40"/>
            <p:cNvSpPr/>
            <p:nvPr/>
          </p:nvSpPr>
          <p:spPr>
            <a:xfrm>
              <a:off x="748800" y="1391058"/>
              <a:ext cx="2640226" cy="2466634"/>
            </a:xfrm>
            <a:custGeom>
              <a:rect b="b" l="l" r="r" t="t"/>
              <a:pathLst>
                <a:path extrusionOk="0" h="37328" w="39955">
                  <a:moveTo>
                    <a:pt x="34853" y="18687"/>
                  </a:moveTo>
                  <a:cubicBezTo>
                    <a:pt x="34842" y="18965"/>
                    <a:pt x="34761" y="19177"/>
                    <a:pt x="34766" y="19401"/>
                  </a:cubicBezTo>
                  <a:cubicBezTo>
                    <a:pt x="34782" y="19891"/>
                    <a:pt x="34761" y="19950"/>
                    <a:pt x="34314" y="20103"/>
                  </a:cubicBezTo>
                  <a:cubicBezTo>
                    <a:pt x="33427" y="20413"/>
                    <a:pt x="32539" y="20740"/>
                    <a:pt x="31581" y="20778"/>
                  </a:cubicBezTo>
                  <a:cubicBezTo>
                    <a:pt x="31465" y="20783"/>
                    <a:pt x="31348" y="20786"/>
                    <a:pt x="31232" y="20790"/>
                  </a:cubicBezTo>
                  <a:lnTo>
                    <a:pt x="31232" y="20790"/>
                  </a:lnTo>
                  <a:cubicBezTo>
                    <a:pt x="32183" y="20704"/>
                    <a:pt x="33092" y="20445"/>
                    <a:pt x="33993" y="20097"/>
                  </a:cubicBezTo>
                  <a:cubicBezTo>
                    <a:pt x="34401" y="19940"/>
                    <a:pt x="34657" y="19716"/>
                    <a:pt x="34603" y="19237"/>
                  </a:cubicBezTo>
                  <a:cubicBezTo>
                    <a:pt x="34575" y="19036"/>
                    <a:pt x="34635" y="18840"/>
                    <a:pt x="34853" y="18687"/>
                  </a:cubicBezTo>
                  <a:close/>
                  <a:moveTo>
                    <a:pt x="11758" y="1"/>
                  </a:moveTo>
                  <a:cubicBezTo>
                    <a:pt x="11666" y="1"/>
                    <a:pt x="11574" y="2"/>
                    <a:pt x="11482" y="4"/>
                  </a:cubicBezTo>
                  <a:cubicBezTo>
                    <a:pt x="10867" y="20"/>
                    <a:pt x="10241" y="129"/>
                    <a:pt x="9626" y="211"/>
                  </a:cubicBezTo>
                  <a:cubicBezTo>
                    <a:pt x="9402" y="243"/>
                    <a:pt x="9136" y="189"/>
                    <a:pt x="8945" y="439"/>
                  </a:cubicBezTo>
                  <a:cubicBezTo>
                    <a:pt x="10045" y="624"/>
                    <a:pt x="11161" y="690"/>
                    <a:pt x="12222" y="1022"/>
                  </a:cubicBezTo>
                  <a:cubicBezTo>
                    <a:pt x="13306" y="1359"/>
                    <a:pt x="14220" y="2045"/>
                    <a:pt x="15244" y="2508"/>
                  </a:cubicBezTo>
                  <a:cubicBezTo>
                    <a:pt x="14939" y="2443"/>
                    <a:pt x="14667" y="2307"/>
                    <a:pt x="14400" y="2149"/>
                  </a:cubicBezTo>
                  <a:cubicBezTo>
                    <a:pt x="14199" y="2029"/>
                    <a:pt x="13986" y="1915"/>
                    <a:pt x="13774" y="1817"/>
                  </a:cubicBezTo>
                  <a:cubicBezTo>
                    <a:pt x="13698" y="1781"/>
                    <a:pt x="13611" y="1723"/>
                    <a:pt x="13532" y="1723"/>
                  </a:cubicBezTo>
                  <a:cubicBezTo>
                    <a:pt x="13491" y="1723"/>
                    <a:pt x="13453" y="1738"/>
                    <a:pt x="13420" y="1778"/>
                  </a:cubicBezTo>
                  <a:cubicBezTo>
                    <a:pt x="13306" y="1915"/>
                    <a:pt x="13442" y="2045"/>
                    <a:pt x="13518" y="2154"/>
                  </a:cubicBezTo>
                  <a:cubicBezTo>
                    <a:pt x="13632" y="2317"/>
                    <a:pt x="13779" y="2464"/>
                    <a:pt x="13932" y="2590"/>
                  </a:cubicBezTo>
                  <a:cubicBezTo>
                    <a:pt x="14405" y="2965"/>
                    <a:pt x="14857" y="3363"/>
                    <a:pt x="15369" y="3678"/>
                  </a:cubicBezTo>
                  <a:cubicBezTo>
                    <a:pt x="16235" y="4217"/>
                    <a:pt x="16893" y="4980"/>
                    <a:pt x="17601" y="5682"/>
                  </a:cubicBezTo>
                  <a:cubicBezTo>
                    <a:pt x="18080" y="6155"/>
                    <a:pt x="18521" y="6656"/>
                    <a:pt x="19044" y="7081"/>
                  </a:cubicBezTo>
                  <a:cubicBezTo>
                    <a:pt x="19212" y="7217"/>
                    <a:pt x="19349" y="7375"/>
                    <a:pt x="19425" y="7582"/>
                  </a:cubicBezTo>
                  <a:cubicBezTo>
                    <a:pt x="19474" y="7712"/>
                    <a:pt x="19490" y="7838"/>
                    <a:pt x="19370" y="7936"/>
                  </a:cubicBezTo>
                  <a:cubicBezTo>
                    <a:pt x="19326" y="7973"/>
                    <a:pt x="19287" y="7987"/>
                    <a:pt x="19251" y="7987"/>
                  </a:cubicBezTo>
                  <a:cubicBezTo>
                    <a:pt x="19171" y="7987"/>
                    <a:pt x="19106" y="7916"/>
                    <a:pt x="19038" y="7859"/>
                  </a:cubicBezTo>
                  <a:cubicBezTo>
                    <a:pt x="18886" y="7729"/>
                    <a:pt x="18755" y="7576"/>
                    <a:pt x="18608" y="7440"/>
                  </a:cubicBezTo>
                  <a:cubicBezTo>
                    <a:pt x="18423" y="7275"/>
                    <a:pt x="18218" y="7132"/>
                    <a:pt x="17974" y="7132"/>
                  </a:cubicBezTo>
                  <a:cubicBezTo>
                    <a:pt x="17954" y="7132"/>
                    <a:pt x="17933" y="7133"/>
                    <a:pt x="17911" y="7135"/>
                  </a:cubicBezTo>
                  <a:cubicBezTo>
                    <a:pt x="17850" y="7141"/>
                    <a:pt x="17791" y="7144"/>
                    <a:pt x="17732" y="7144"/>
                  </a:cubicBezTo>
                  <a:cubicBezTo>
                    <a:pt x="17216" y="7144"/>
                    <a:pt x="16792" y="6915"/>
                    <a:pt x="16382" y="6607"/>
                  </a:cubicBezTo>
                  <a:cubicBezTo>
                    <a:pt x="16249" y="6509"/>
                    <a:pt x="16151" y="6459"/>
                    <a:pt x="16067" y="6459"/>
                  </a:cubicBezTo>
                  <a:cubicBezTo>
                    <a:pt x="15950" y="6459"/>
                    <a:pt x="15859" y="6555"/>
                    <a:pt x="15739" y="6754"/>
                  </a:cubicBezTo>
                  <a:cubicBezTo>
                    <a:pt x="15701" y="6820"/>
                    <a:pt x="15668" y="6879"/>
                    <a:pt x="15641" y="6945"/>
                  </a:cubicBezTo>
                  <a:cubicBezTo>
                    <a:pt x="15475" y="7270"/>
                    <a:pt x="15417" y="7384"/>
                    <a:pt x="15246" y="7384"/>
                  </a:cubicBezTo>
                  <a:cubicBezTo>
                    <a:pt x="15154" y="7384"/>
                    <a:pt x="15029" y="7350"/>
                    <a:pt x="14835" y="7299"/>
                  </a:cubicBezTo>
                  <a:cubicBezTo>
                    <a:pt x="14803" y="7288"/>
                    <a:pt x="14765" y="7277"/>
                    <a:pt x="14732" y="7277"/>
                  </a:cubicBezTo>
                  <a:cubicBezTo>
                    <a:pt x="14683" y="7279"/>
                    <a:pt x="14635" y="7280"/>
                    <a:pt x="14586" y="7280"/>
                  </a:cubicBezTo>
                  <a:cubicBezTo>
                    <a:pt x="14066" y="7280"/>
                    <a:pt x="13557" y="7180"/>
                    <a:pt x="13044" y="7135"/>
                  </a:cubicBezTo>
                  <a:cubicBezTo>
                    <a:pt x="12124" y="7048"/>
                    <a:pt x="11221" y="6896"/>
                    <a:pt x="10361" y="6547"/>
                  </a:cubicBezTo>
                  <a:cubicBezTo>
                    <a:pt x="9364" y="6145"/>
                    <a:pt x="8346" y="5807"/>
                    <a:pt x="7312" y="5524"/>
                  </a:cubicBezTo>
                  <a:cubicBezTo>
                    <a:pt x="6970" y="5430"/>
                    <a:pt x="6636" y="5386"/>
                    <a:pt x="6308" y="5386"/>
                  </a:cubicBezTo>
                  <a:cubicBezTo>
                    <a:pt x="5628" y="5386"/>
                    <a:pt x="4975" y="5576"/>
                    <a:pt x="4339" y="5910"/>
                  </a:cubicBezTo>
                  <a:cubicBezTo>
                    <a:pt x="3958" y="6112"/>
                    <a:pt x="3572" y="6264"/>
                    <a:pt x="3153" y="6351"/>
                  </a:cubicBezTo>
                  <a:cubicBezTo>
                    <a:pt x="2641" y="6455"/>
                    <a:pt x="2124" y="6520"/>
                    <a:pt x="1617" y="6629"/>
                  </a:cubicBezTo>
                  <a:cubicBezTo>
                    <a:pt x="1106" y="6743"/>
                    <a:pt x="632" y="6939"/>
                    <a:pt x="175" y="7201"/>
                  </a:cubicBezTo>
                  <a:cubicBezTo>
                    <a:pt x="99" y="7244"/>
                    <a:pt x="1" y="7304"/>
                    <a:pt x="50" y="7418"/>
                  </a:cubicBezTo>
                  <a:cubicBezTo>
                    <a:pt x="77" y="7473"/>
                    <a:pt x="126" y="7487"/>
                    <a:pt x="179" y="7487"/>
                  </a:cubicBezTo>
                  <a:cubicBezTo>
                    <a:pt x="210" y="7487"/>
                    <a:pt x="243" y="7482"/>
                    <a:pt x="273" y="7478"/>
                  </a:cubicBezTo>
                  <a:cubicBezTo>
                    <a:pt x="567" y="7446"/>
                    <a:pt x="855" y="7391"/>
                    <a:pt x="1144" y="7342"/>
                  </a:cubicBezTo>
                  <a:cubicBezTo>
                    <a:pt x="1245" y="7324"/>
                    <a:pt x="1343" y="7315"/>
                    <a:pt x="1438" y="7315"/>
                  </a:cubicBezTo>
                  <a:cubicBezTo>
                    <a:pt x="1809" y="7315"/>
                    <a:pt x="2134" y="7456"/>
                    <a:pt x="2385" y="7772"/>
                  </a:cubicBezTo>
                  <a:cubicBezTo>
                    <a:pt x="2626" y="8078"/>
                    <a:pt x="2909" y="8214"/>
                    <a:pt x="3240" y="8214"/>
                  </a:cubicBezTo>
                  <a:cubicBezTo>
                    <a:pt x="3357" y="8214"/>
                    <a:pt x="3480" y="8197"/>
                    <a:pt x="3610" y="8164"/>
                  </a:cubicBezTo>
                  <a:cubicBezTo>
                    <a:pt x="3984" y="8067"/>
                    <a:pt x="4356" y="8025"/>
                    <a:pt x="4729" y="8025"/>
                  </a:cubicBezTo>
                  <a:cubicBezTo>
                    <a:pt x="5091" y="8025"/>
                    <a:pt x="5454" y="8065"/>
                    <a:pt x="5820" y="8132"/>
                  </a:cubicBezTo>
                  <a:cubicBezTo>
                    <a:pt x="6479" y="8257"/>
                    <a:pt x="7143" y="8338"/>
                    <a:pt x="7775" y="8415"/>
                  </a:cubicBezTo>
                  <a:cubicBezTo>
                    <a:pt x="7061" y="8409"/>
                    <a:pt x="6327" y="8262"/>
                    <a:pt x="5586" y="8153"/>
                  </a:cubicBezTo>
                  <a:cubicBezTo>
                    <a:pt x="5314" y="8116"/>
                    <a:pt x="5046" y="8050"/>
                    <a:pt x="4771" y="8050"/>
                  </a:cubicBezTo>
                  <a:cubicBezTo>
                    <a:pt x="4727" y="8050"/>
                    <a:pt x="4683" y="8052"/>
                    <a:pt x="4639" y="8055"/>
                  </a:cubicBezTo>
                  <a:cubicBezTo>
                    <a:pt x="4339" y="8077"/>
                    <a:pt x="4280" y="8202"/>
                    <a:pt x="4454" y="8431"/>
                  </a:cubicBezTo>
                  <a:cubicBezTo>
                    <a:pt x="4677" y="8730"/>
                    <a:pt x="4840" y="9052"/>
                    <a:pt x="4966" y="9395"/>
                  </a:cubicBezTo>
                  <a:cubicBezTo>
                    <a:pt x="5080" y="9710"/>
                    <a:pt x="5249" y="9993"/>
                    <a:pt x="5434" y="10266"/>
                  </a:cubicBezTo>
                  <a:cubicBezTo>
                    <a:pt x="5613" y="10521"/>
                    <a:pt x="5826" y="10756"/>
                    <a:pt x="6169" y="10766"/>
                  </a:cubicBezTo>
                  <a:cubicBezTo>
                    <a:pt x="6925" y="10794"/>
                    <a:pt x="7628" y="11028"/>
                    <a:pt x="8303" y="11349"/>
                  </a:cubicBezTo>
                  <a:cubicBezTo>
                    <a:pt x="9045" y="11704"/>
                    <a:pt x="9812" y="11935"/>
                    <a:pt x="10627" y="11935"/>
                  </a:cubicBezTo>
                  <a:cubicBezTo>
                    <a:pt x="10761" y="11935"/>
                    <a:pt x="10898" y="11928"/>
                    <a:pt x="11036" y="11915"/>
                  </a:cubicBezTo>
                  <a:cubicBezTo>
                    <a:pt x="11082" y="11909"/>
                    <a:pt x="11128" y="11908"/>
                    <a:pt x="11175" y="11908"/>
                  </a:cubicBezTo>
                  <a:cubicBezTo>
                    <a:pt x="11239" y="11908"/>
                    <a:pt x="11303" y="11911"/>
                    <a:pt x="11367" y="11911"/>
                  </a:cubicBezTo>
                  <a:cubicBezTo>
                    <a:pt x="11387" y="11911"/>
                    <a:pt x="11407" y="11911"/>
                    <a:pt x="11428" y="11910"/>
                  </a:cubicBezTo>
                  <a:cubicBezTo>
                    <a:pt x="11437" y="11910"/>
                    <a:pt x="11446" y="11910"/>
                    <a:pt x="11455" y="11910"/>
                  </a:cubicBezTo>
                  <a:cubicBezTo>
                    <a:pt x="12213" y="11910"/>
                    <a:pt x="12751" y="12362"/>
                    <a:pt x="13257" y="12852"/>
                  </a:cubicBezTo>
                  <a:cubicBezTo>
                    <a:pt x="13458" y="13047"/>
                    <a:pt x="13409" y="13194"/>
                    <a:pt x="13148" y="13303"/>
                  </a:cubicBezTo>
                  <a:cubicBezTo>
                    <a:pt x="12870" y="13418"/>
                    <a:pt x="12647" y="13603"/>
                    <a:pt x="12446" y="13821"/>
                  </a:cubicBezTo>
                  <a:cubicBezTo>
                    <a:pt x="12152" y="14131"/>
                    <a:pt x="12162" y="14234"/>
                    <a:pt x="12375" y="14594"/>
                  </a:cubicBezTo>
                  <a:cubicBezTo>
                    <a:pt x="12723" y="15176"/>
                    <a:pt x="13349" y="15432"/>
                    <a:pt x="13828" y="15862"/>
                  </a:cubicBezTo>
                  <a:cubicBezTo>
                    <a:pt x="13941" y="15958"/>
                    <a:pt x="14102" y="16006"/>
                    <a:pt x="14259" y="16006"/>
                  </a:cubicBezTo>
                  <a:cubicBezTo>
                    <a:pt x="14307" y="16006"/>
                    <a:pt x="14354" y="16002"/>
                    <a:pt x="14400" y="15993"/>
                  </a:cubicBezTo>
                  <a:cubicBezTo>
                    <a:pt x="14466" y="15981"/>
                    <a:pt x="14530" y="15975"/>
                    <a:pt x="14592" y="15975"/>
                  </a:cubicBezTo>
                  <a:cubicBezTo>
                    <a:pt x="14957" y="15975"/>
                    <a:pt x="15252" y="16164"/>
                    <a:pt x="15560" y="16341"/>
                  </a:cubicBezTo>
                  <a:cubicBezTo>
                    <a:pt x="15712" y="16428"/>
                    <a:pt x="15881" y="16532"/>
                    <a:pt x="15848" y="16744"/>
                  </a:cubicBezTo>
                  <a:cubicBezTo>
                    <a:pt x="15821" y="16940"/>
                    <a:pt x="15652" y="17022"/>
                    <a:pt x="15494" y="17103"/>
                  </a:cubicBezTo>
                  <a:cubicBezTo>
                    <a:pt x="15406" y="17147"/>
                    <a:pt x="15313" y="17169"/>
                    <a:pt x="15216" y="17169"/>
                  </a:cubicBezTo>
                  <a:cubicBezTo>
                    <a:pt x="15206" y="17169"/>
                    <a:pt x="15195" y="17169"/>
                    <a:pt x="15184" y="17169"/>
                  </a:cubicBezTo>
                  <a:cubicBezTo>
                    <a:pt x="14933" y="17169"/>
                    <a:pt x="14694" y="17218"/>
                    <a:pt x="14454" y="17277"/>
                  </a:cubicBezTo>
                  <a:cubicBezTo>
                    <a:pt x="13997" y="17404"/>
                    <a:pt x="13546" y="17518"/>
                    <a:pt x="13079" y="17518"/>
                  </a:cubicBezTo>
                  <a:cubicBezTo>
                    <a:pt x="12901" y="17518"/>
                    <a:pt x="12721" y="17502"/>
                    <a:pt x="12538" y="17463"/>
                  </a:cubicBezTo>
                  <a:cubicBezTo>
                    <a:pt x="12459" y="17446"/>
                    <a:pt x="12383" y="17438"/>
                    <a:pt x="12311" y="17438"/>
                  </a:cubicBezTo>
                  <a:cubicBezTo>
                    <a:pt x="11895" y="17438"/>
                    <a:pt x="11599" y="17704"/>
                    <a:pt x="11362" y="18061"/>
                  </a:cubicBezTo>
                  <a:cubicBezTo>
                    <a:pt x="11259" y="18219"/>
                    <a:pt x="11161" y="18383"/>
                    <a:pt x="11052" y="18535"/>
                  </a:cubicBezTo>
                  <a:cubicBezTo>
                    <a:pt x="10885" y="18774"/>
                    <a:pt x="10677" y="18912"/>
                    <a:pt x="10409" y="18912"/>
                  </a:cubicBezTo>
                  <a:cubicBezTo>
                    <a:pt x="10354" y="18912"/>
                    <a:pt x="10296" y="18906"/>
                    <a:pt x="10235" y="18894"/>
                  </a:cubicBezTo>
                  <a:cubicBezTo>
                    <a:pt x="10167" y="18880"/>
                    <a:pt x="10101" y="18873"/>
                    <a:pt x="10038" y="18873"/>
                  </a:cubicBezTo>
                  <a:cubicBezTo>
                    <a:pt x="9793" y="18873"/>
                    <a:pt x="9586" y="18980"/>
                    <a:pt x="9413" y="19183"/>
                  </a:cubicBezTo>
                  <a:cubicBezTo>
                    <a:pt x="9239" y="19390"/>
                    <a:pt x="9021" y="19520"/>
                    <a:pt x="8738" y="19520"/>
                  </a:cubicBezTo>
                  <a:cubicBezTo>
                    <a:pt x="8733" y="19520"/>
                    <a:pt x="8729" y="19520"/>
                    <a:pt x="8724" y="19520"/>
                  </a:cubicBezTo>
                  <a:cubicBezTo>
                    <a:pt x="8540" y="19520"/>
                    <a:pt x="8398" y="19622"/>
                    <a:pt x="8292" y="19765"/>
                  </a:cubicBezTo>
                  <a:cubicBezTo>
                    <a:pt x="8156" y="19956"/>
                    <a:pt x="7960" y="20059"/>
                    <a:pt x="7764" y="20168"/>
                  </a:cubicBezTo>
                  <a:cubicBezTo>
                    <a:pt x="7007" y="20587"/>
                    <a:pt x="6180" y="20843"/>
                    <a:pt x="5379" y="21159"/>
                  </a:cubicBezTo>
                  <a:cubicBezTo>
                    <a:pt x="4535" y="21497"/>
                    <a:pt x="4002" y="22123"/>
                    <a:pt x="3757" y="22994"/>
                  </a:cubicBezTo>
                  <a:cubicBezTo>
                    <a:pt x="3724" y="23092"/>
                    <a:pt x="3686" y="23217"/>
                    <a:pt x="3811" y="23277"/>
                  </a:cubicBezTo>
                  <a:cubicBezTo>
                    <a:pt x="3827" y="23285"/>
                    <a:pt x="3842" y="23288"/>
                    <a:pt x="3856" y="23288"/>
                  </a:cubicBezTo>
                  <a:cubicBezTo>
                    <a:pt x="3920" y="23288"/>
                    <a:pt x="3968" y="23218"/>
                    <a:pt x="4013" y="23173"/>
                  </a:cubicBezTo>
                  <a:cubicBezTo>
                    <a:pt x="4449" y="22737"/>
                    <a:pt x="4969" y="22524"/>
                    <a:pt x="5583" y="22524"/>
                  </a:cubicBezTo>
                  <a:cubicBezTo>
                    <a:pt x="5613" y="22524"/>
                    <a:pt x="5643" y="22524"/>
                    <a:pt x="5673" y="22525"/>
                  </a:cubicBezTo>
                  <a:cubicBezTo>
                    <a:pt x="5725" y="22527"/>
                    <a:pt x="5777" y="22528"/>
                    <a:pt x="5829" y="22528"/>
                  </a:cubicBezTo>
                  <a:cubicBezTo>
                    <a:pt x="6450" y="22528"/>
                    <a:pt x="7058" y="22412"/>
                    <a:pt x="7666" y="22291"/>
                  </a:cubicBezTo>
                  <a:cubicBezTo>
                    <a:pt x="7802" y="22237"/>
                    <a:pt x="7938" y="22199"/>
                    <a:pt x="8074" y="22144"/>
                  </a:cubicBezTo>
                  <a:cubicBezTo>
                    <a:pt x="8584" y="21780"/>
                    <a:pt x="9131" y="21561"/>
                    <a:pt x="9733" y="21561"/>
                  </a:cubicBezTo>
                  <a:cubicBezTo>
                    <a:pt x="9896" y="21561"/>
                    <a:pt x="10064" y="21577"/>
                    <a:pt x="10235" y="21611"/>
                  </a:cubicBezTo>
                  <a:cubicBezTo>
                    <a:pt x="10562" y="21676"/>
                    <a:pt x="10861" y="21818"/>
                    <a:pt x="11166" y="21943"/>
                  </a:cubicBezTo>
                  <a:cubicBezTo>
                    <a:pt x="11536" y="22100"/>
                    <a:pt x="11907" y="22195"/>
                    <a:pt x="12275" y="22195"/>
                  </a:cubicBezTo>
                  <a:cubicBezTo>
                    <a:pt x="12632" y="22195"/>
                    <a:pt x="12987" y="22106"/>
                    <a:pt x="13338" y="21899"/>
                  </a:cubicBezTo>
                  <a:cubicBezTo>
                    <a:pt x="13661" y="21706"/>
                    <a:pt x="14003" y="21673"/>
                    <a:pt x="14349" y="21673"/>
                  </a:cubicBezTo>
                  <a:cubicBezTo>
                    <a:pt x="14529" y="21673"/>
                    <a:pt x="14710" y="21682"/>
                    <a:pt x="14890" y="21682"/>
                  </a:cubicBezTo>
                  <a:cubicBezTo>
                    <a:pt x="15108" y="21687"/>
                    <a:pt x="15135" y="21807"/>
                    <a:pt x="14993" y="21948"/>
                  </a:cubicBezTo>
                  <a:cubicBezTo>
                    <a:pt x="14776" y="22177"/>
                    <a:pt x="14563" y="22417"/>
                    <a:pt x="14280" y="22574"/>
                  </a:cubicBezTo>
                  <a:cubicBezTo>
                    <a:pt x="13469" y="23026"/>
                    <a:pt x="12603" y="23375"/>
                    <a:pt x="11792" y="23832"/>
                  </a:cubicBezTo>
                  <a:cubicBezTo>
                    <a:pt x="11340" y="24088"/>
                    <a:pt x="10927" y="24344"/>
                    <a:pt x="10671" y="24812"/>
                  </a:cubicBezTo>
                  <a:cubicBezTo>
                    <a:pt x="10551" y="25024"/>
                    <a:pt x="10361" y="25198"/>
                    <a:pt x="10219" y="25400"/>
                  </a:cubicBezTo>
                  <a:cubicBezTo>
                    <a:pt x="10165" y="25476"/>
                    <a:pt x="10110" y="25552"/>
                    <a:pt x="10072" y="25639"/>
                  </a:cubicBezTo>
                  <a:cubicBezTo>
                    <a:pt x="10034" y="25721"/>
                    <a:pt x="10012" y="25808"/>
                    <a:pt x="10072" y="25873"/>
                  </a:cubicBezTo>
                  <a:cubicBezTo>
                    <a:pt x="10098" y="25902"/>
                    <a:pt x="10125" y="25912"/>
                    <a:pt x="10152" y="25912"/>
                  </a:cubicBezTo>
                  <a:cubicBezTo>
                    <a:pt x="10202" y="25912"/>
                    <a:pt x="10251" y="25875"/>
                    <a:pt x="10290" y="25846"/>
                  </a:cubicBezTo>
                  <a:cubicBezTo>
                    <a:pt x="10959" y="25318"/>
                    <a:pt x="11754" y="25106"/>
                    <a:pt x="12576" y="24948"/>
                  </a:cubicBezTo>
                  <a:lnTo>
                    <a:pt x="12576" y="24948"/>
                  </a:lnTo>
                  <a:cubicBezTo>
                    <a:pt x="12500" y="24992"/>
                    <a:pt x="12391" y="25002"/>
                    <a:pt x="12418" y="25128"/>
                  </a:cubicBezTo>
                  <a:cubicBezTo>
                    <a:pt x="12712" y="25247"/>
                    <a:pt x="13028" y="25237"/>
                    <a:pt x="13327" y="25280"/>
                  </a:cubicBezTo>
                  <a:cubicBezTo>
                    <a:pt x="13480" y="25302"/>
                    <a:pt x="13632" y="25318"/>
                    <a:pt x="13703" y="25482"/>
                  </a:cubicBezTo>
                  <a:cubicBezTo>
                    <a:pt x="13845" y="25340"/>
                    <a:pt x="14013" y="25281"/>
                    <a:pt x="14196" y="25281"/>
                  </a:cubicBezTo>
                  <a:cubicBezTo>
                    <a:pt x="14252" y="25281"/>
                    <a:pt x="14309" y="25286"/>
                    <a:pt x="14367" y="25296"/>
                  </a:cubicBezTo>
                  <a:cubicBezTo>
                    <a:pt x="14596" y="25340"/>
                    <a:pt x="14830" y="25345"/>
                    <a:pt x="15064" y="25384"/>
                  </a:cubicBezTo>
                  <a:cubicBezTo>
                    <a:pt x="15663" y="25482"/>
                    <a:pt x="16044" y="25814"/>
                    <a:pt x="16186" y="26418"/>
                  </a:cubicBezTo>
                  <a:cubicBezTo>
                    <a:pt x="16235" y="26647"/>
                    <a:pt x="16376" y="26815"/>
                    <a:pt x="16610" y="26892"/>
                  </a:cubicBezTo>
                  <a:cubicBezTo>
                    <a:pt x="16644" y="26899"/>
                    <a:pt x="16678" y="26902"/>
                    <a:pt x="16712" y="26902"/>
                  </a:cubicBezTo>
                  <a:cubicBezTo>
                    <a:pt x="16806" y="26902"/>
                    <a:pt x="16899" y="26878"/>
                    <a:pt x="16991" y="26853"/>
                  </a:cubicBezTo>
                  <a:cubicBezTo>
                    <a:pt x="17312" y="26815"/>
                    <a:pt x="17519" y="26630"/>
                    <a:pt x="17683" y="26358"/>
                  </a:cubicBezTo>
                  <a:cubicBezTo>
                    <a:pt x="17982" y="25868"/>
                    <a:pt x="18396" y="25520"/>
                    <a:pt x="18973" y="25394"/>
                  </a:cubicBezTo>
                  <a:cubicBezTo>
                    <a:pt x="19028" y="25383"/>
                    <a:pt x="19088" y="25365"/>
                    <a:pt x="19144" y="25365"/>
                  </a:cubicBezTo>
                  <a:cubicBezTo>
                    <a:pt x="19193" y="25365"/>
                    <a:pt x="19240" y="25379"/>
                    <a:pt x="19278" y="25422"/>
                  </a:cubicBezTo>
                  <a:cubicBezTo>
                    <a:pt x="19365" y="25520"/>
                    <a:pt x="19283" y="25629"/>
                    <a:pt x="19234" y="25716"/>
                  </a:cubicBezTo>
                  <a:cubicBezTo>
                    <a:pt x="18967" y="26167"/>
                    <a:pt x="18886" y="26657"/>
                    <a:pt x="18902" y="27175"/>
                  </a:cubicBezTo>
                  <a:cubicBezTo>
                    <a:pt x="18913" y="27512"/>
                    <a:pt x="18848" y="27855"/>
                    <a:pt x="18597" y="28095"/>
                  </a:cubicBezTo>
                  <a:cubicBezTo>
                    <a:pt x="18194" y="28487"/>
                    <a:pt x="17922" y="28971"/>
                    <a:pt x="17568" y="29396"/>
                  </a:cubicBezTo>
                  <a:cubicBezTo>
                    <a:pt x="17182" y="29858"/>
                    <a:pt x="17008" y="30381"/>
                    <a:pt x="16915" y="30964"/>
                  </a:cubicBezTo>
                  <a:cubicBezTo>
                    <a:pt x="16806" y="31644"/>
                    <a:pt x="16910" y="32330"/>
                    <a:pt x="16790" y="33011"/>
                  </a:cubicBezTo>
                  <a:cubicBezTo>
                    <a:pt x="16676" y="33637"/>
                    <a:pt x="16550" y="34263"/>
                    <a:pt x="16474" y="34894"/>
                  </a:cubicBezTo>
                  <a:cubicBezTo>
                    <a:pt x="16360" y="35847"/>
                    <a:pt x="16746" y="36565"/>
                    <a:pt x="17394" y="37192"/>
                  </a:cubicBezTo>
                  <a:cubicBezTo>
                    <a:pt x="17454" y="37252"/>
                    <a:pt x="17530" y="37327"/>
                    <a:pt x="17611" y="37327"/>
                  </a:cubicBezTo>
                  <a:cubicBezTo>
                    <a:pt x="17640" y="37327"/>
                    <a:pt x="17669" y="37318"/>
                    <a:pt x="17699" y="37295"/>
                  </a:cubicBezTo>
                  <a:cubicBezTo>
                    <a:pt x="17797" y="37224"/>
                    <a:pt x="17726" y="37099"/>
                    <a:pt x="17694" y="37001"/>
                  </a:cubicBezTo>
                  <a:cubicBezTo>
                    <a:pt x="17579" y="36653"/>
                    <a:pt x="17470" y="36304"/>
                    <a:pt x="17465" y="35934"/>
                  </a:cubicBezTo>
                  <a:cubicBezTo>
                    <a:pt x="17443" y="34872"/>
                    <a:pt x="17732" y="33909"/>
                    <a:pt x="18325" y="33032"/>
                  </a:cubicBezTo>
                  <a:cubicBezTo>
                    <a:pt x="18543" y="32706"/>
                    <a:pt x="18750" y="32379"/>
                    <a:pt x="18908" y="32020"/>
                  </a:cubicBezTo>
                  <a:cubicBezTo>
                    <a:pt x="19370" y="30991"/>
                    <a:pt x="19822" y="29956"/>
                    <a:pt x="20361" y="28960"/>
                  </a:cubicBezTo>
                  <a:cubicBezTo>
                    <a:pt x="20857" y="28051"/>
                    <a:pt x="21385" y="27185"/>
                    <a:pt x="22179" y="26505"/>
                  </a:cubicBezTo>
                  <a:cubicBezTo>
                    <a:pt x="22593" y="26151"/>
                    <a:pt x="22985" y="25754"/>
                    <a:pt x="23508" y="25585"/>
                  </a:cubicBezTo>
                  <a:cubicBezTo>
                    <a:pt x="24809" y="25160"/>
                    <a:pt x="26094" y="24687"/>
                    <a:pt x="27460" y="24507"/>
                  </a:cubicBezTo>
                  <a:cubicBezTo>
                    <a:pt x="27553" y="24491"/>
                    <a:pt x="27651" y="24491"/>
                    <a:pt x="27705" y="24376"/>
                  </a:cubicBezTo>
                  <a:cubicBezTo>
                    <a:pt x="27645" y="24262"/>
                    <a:pt x="27520" y="24251"/>
                    <a:pt x="27411" y="24224"/>
                  </a:cubicBezTo>
                  <a:cubicBezTo>
                    <a:pt x="27133" y="24159"/>
                    <a:pt x="26867" y="24077"/>
                    <a:pt x="26595" y="23995"/>
                  </a:cubicBezTo>
                  <a:cubicBezTo>
                    <a:pt x="25952" y="23810"/>
                    <a:pt x="25359" y="23527"/>
                    <a:pt x="24852" y="23081"/>
                  </a:cubicBezTo>
                  <a:cubicBezTo>
                    <a:pt x="24509" y="22776"/>
                    <a:pt x="24526" y="22618"/>
                    <a:pt x="24858" y="22313"/>
                  </a:cubicBezTo>
                  <a:cubicBezTo>
                    <a:pt x="25288" y="21927"/>
                    <a:pt x="25789" y="21627"/>
                    <a:pt x="26322" y="21469"/>
                  </a:cubicBezTo>
                  <a:cubicBezTo>
                    <a:pt x="27517" y="21105"/>
                    <a:pt x="28740" y="20811"/>
                    <a:pt x="29991" y="20811"/>
                  </a:cubicBezTo>
                  <a:cubicBezTo>
                    <a:pt x="30086" y="20811"/>
                    <a:pt x="30180" y="20813"/>
                    <a:pt x="30275" y="20816"/>
                  </a:cubicBezTo>
                  <a:cubicBezTo>
                    <a:pt x="30290" y="20817"/>
                    <a:pt x="30305" y="20817"/>
                    <a:pt x="30320" y="20818"/>
                  </a:cubicBezTo>
                  <a:lnTo>
                    <a:pt x="30320" y="20818"/>
                  </a:lnTo>
                  <a:cubicBezTo>
                    <a:pt x="29495" y="20846"/>
                    <a:pt x="28673" y="20899"/>
                    <a:pt x="27858" y="21083"/>
                  </a:cubicBezTo>
                  <a:cubicBezTo>
                    <a:pt x="26992" y="21279"/>
                    <a:pt x="26132" y="21458"/>
                    <a:pt x="25370" y="21943"/>
                  </a:cubicBezTo>
                  <a:cubicBezTo>
                    <a:pt x="25185" y="22057"/>
                    <a:pt x="25016" y="22177"/>
                    <a:pt x="24885" y="22346"/>
                  </a:cubicBezTo>
                  <a:cubicBezTo>
                    <a:pt x="24744" y="22525"/>
                    <a:pt x="24749" y="22694"/>
                    <a:pt x="24923" y="22847"/>
                  </a:cubicBezTo>
                  <a:cubicBezTo>
                    <a:pt x="25272" y="23146"/>
                    <a:pt x="25636" y="23418"/>
                    <a:pt x="26077" y="23582"/>
                  </a:cubicBezTo>
                  <a:cubicBezTo>
                    <a:pt x="26643" y="23794"/>
                    <a:pt x="27221" y="23963"/>
                    <a:pt x="27809" y="24088"/>
                  </a:cubicBezTo>
                  <a:cubicBezTo>
                    <a:pt x="28342" y="24202"/>
                    <a:pt x="28848" y="24398"/>
                    <a:pt x="29322" y="24670"/>
                  </a:cubicBezTo>
                  <a:cubicBezTo>
                    <a:pt x="29474" y="24757"/>
                    <a:pt x="29616" y="24861"/>
                    <a:pt x="29757" y="25030"/>
                  </a:cubicBezTo>
                  <a:cubicBezTo>
                    <a:pt x="29583" y="25017"/>
                    <a:pt x="29475" y="24891"/>
                    <a:pt x="29348" y="24891"/>
                  </a:cubicBezTo>
                  <a:cubicBezTo>
                    <a:pt x="29313" y="24891"/>
                    <a:pt x="29275" y="24901"/>
                    <a:pt x="29235" y="24926"/>
                  </a:cubicBezTo>
                  <a:cubicBezTo>
                    <a:pt x="29197" y="24992"/>
                    <a:pt x="29175" y="25073"/>
                    <a:pt x="29219" y="25128"/>
                  </a:cubicBezTo>
                  <a:cubicBezTo>
                    <a:pt x="29431" y="25389"/>
                    <a:pt x="29327" y="25661"/>
                    <a:pt x="29240" y="25928"/>
                  </a:cubicBezTo>
                  <a:cubicBezTo>
                    <a:pt x="28990" y="26668"/>
                    <a:pt x="28854" y="27447"/>
                    <a:pt x="28647" y="28204"/>
                  </a:cubicBezTo>
                  <a:cubicBezTo>
                    <a:pt x="28609" y="28334"/>
                    <a:pt x="28554" y="28470"/>
                    <a:pt x="28620" y="28612"/>
                  </a:cubicBezTo>
                  <a:cubicBezTo>
                    <a:pt x="28914" y="28851"/>
                    <a:pt x="29295" y="28868"/>
                    <a:pt x="29627" y="29020"/>
                  </a:cubicBezTo>
                  <a:cubicBezTo>
                    <a:pt x="30008" y="29205"/>
                    <a:pt x="30405" y="29303"/>
                    <a:pt x="30821" y="29303"/>
                  </a:cubicBezTo>
                  <a:cubicBezTo>
                    <a:pt x="30958" y="29303"/>
                    <a:pt x="31097" y="29292"/>
                    <a:pt x="31238" y="29271"/>
                  </a:cubicBezTo>
                  <a:cubicBezTo>
                    <a:pt x="31442" y="29239"/>
                    <a:pt x="31645" y="29186"/>
                    <a:pt x="31853" y="29186"/>
                  </a:cubicBezTo>
                  <a:cubicBezTo>
                    <a:pt x="31929" y="29186"/>
                    <a:pt x="32005" y="29193"/>
                    <a:pt x="32082" y="29211"/>
                  </a:cubicBezTo>
                  <a:cubicBezTo>
                    <a:pt x="32332" y="29194"/>
                    <a:pt x="32550" y="29080"/>
                    <a:pt x="32757" y="28949"/>
                  </a:cubicBezTo>
                  <a:cubicBezTo>
                    <a:pt x="32877" y="28688"/>
                    <a:pt x="32871" y="28400"/>
                    <a:pt x="32931" y="28122"/>
                  </a:cubicBezTo>
                  <a:cubicBezTo>
                    <a:pt x="33274" y="26451"/>
                    <a:pt x="34227" y="25171"/>
                    <a:pt x="35539" y="24126"/>
                  </a:cubicBezTo>
                  <a:cubicBezTo>
                    <a:pt x="35647" y="24041"/>
                    <a:pt x="35769" y="23956"/>
                    <a:pt x="35915" y="23956"/>
                  </a:cubicBezTo>
                  <a:cubicBezTo>
                    <a:pt x="35947" y="23956"/>
                    <a:pt x="35979" y="23959"/>
                    <a:pt x="36013" y="23968"/>
                  </a:cubicBezTo>
                  <a:cubicBezTo>
                    <a:pt x="36029" y="24148"/>
                    <a:pt x="35969" y="24295"/>
                    <a:pt x="35931" y="24442"/>
                  </a:cubicBezTo>
                  <a:cubicBezTo>
                    <a:pt x="35849" y="24757"/>
                    <a:pt x="35681" y="25057"/>
                    <a:pt x="35686" y="25394"/>
                  </a:cubicBezTo>
                  <a:cubicBezTo>
                    <a:pt x="35697" y="26124"/>
                    <a:pt x="35849" y="26843"/>
                    <a:pt x="35871" y="27572"/>
                  </a:cubicBezTo>
                  <a:cubicBezTo>
                    <a:pt x="35918" y="27615"/>
                    <a:pt x="35957" y="27631"/>
                    <a:pt x="35991" y="27631"/>
                  </a:cubicBezTo>
                  <a:cubicBezTo>
                    <a:pt x="36093" y="27631"/>
                    <a:pt x="36152" y="27488"/>
                    <a:pt x="36241" y="27463"/>
                  </a:cubicBezTo>
                  <a:cubicBezTo>
                    <a:pt x="36508" y="27164"/>
                    <a:pt x="36780" y="26864"/>
                    <a:pt x="37123" y="26652"/>
                  </a:cubicBezTo>
                  <a:cubicBezTo>
                    <a:pt x="37515" y="26402"/>
                    <a:pt x="37836" y="26075"/>
                    <a:pt x="38147" y="25732"/>
                  </a:cubicBezTo>
                  <a:cubicBezTo>
                    <a:pt x="38577" y="25264"/>
                    <a:pt x="39007" y="24790"/>
                    <a:pt x="39159" y="24142"/>
                  </a:cubicBezTo>
                  <a:cubicBezTo>
                    <a:pt x="39192" y="24012"/>
                    <a:pt x="39284" y="23870"/>
                    <a:pt x="39094" y="23783"/>
                  </a:cubicBezTo>
                  <a:cubicBezTo>
                    <a:pt x="39034" y="23765"/>
                    <a:pt x="38974" y="23759"/>
                    <a:pt x="38914" y="23759"/>
                  </a:cubicBezTo>
                  <a:cubicBezTo>
                    <a:pt x="38823" y="23759"/>
                    <a:pt x="38732" y="23771"/>
                    <a:pt x="38641" y="23771"/>
                  </a:cubicBezTo>
                  <a:cubicBezTo>
                    <a:pt x="38559" y="23771"/>
                    <a:pt x="38477" y="23761"/>
                    <a:pt x="38397" y="23723"/>
                  </a:cubicBezTo>
                  <a:cubicBezTo>
                    <a:pt x="38060" y="23560"/>
                    <a:pt x="37695" y="23533"/>
                    <a:pt x="37330" y="23533"/>
                  </a:cubicBezTo>
                  <a:cubicBezTo>
                    <a:pt x="35539" y="23533"/>
                    <a:pt x="33759" y="23603"/>
                    <a:pt x="32000" y="24017"/>
                  </a:cubicBezTo>
                  <a:cubicBezTo>
                    <a:pt x="31680" y="24094"/>
                    <a:pt x="31355" y="24149"/>
                    <a:pt x="31033" y="24149"/>
                  </a:cubicBezTo>
                  <a:cubicBezTo>
                    <a:pt x="30651" y="24149"/>
                    <a:pt x="30271" y="24072"/>
                    <a:pt x="29904" y="23865"/>
                  </a:cubicBezTo>
                  <a:cubicBezTo>
                    <a:pt x="29834" y="23827"/>
                    <a:pt x="29747" y="23832"/>
                    <a:pt x="29665" y="23799"/>
                  </a:cubicBezTo>
                  <a:cubicBezTo>
                    <a:pt x="29638" y="23783"/>
                    <a:pt x="29594" y="23772"/>
                    <a:pt x="29621" y="23729"/>
                  </a:cubicBezTo>
                  <a:cubicBezTo>
                    <a:pt x="29632" y="23712"/>
                    <a:pt x="29659" y="23707"/>
                    <a:pt x="29681" y="23701"/>
                  </a:cubicBezTo>
                  <a:cubicBezTo>
                    <a:pt x="30471" y="23533"/>
                    <a:pt x="31255" y="23337"/>
                    <a:pt x="32017" y="23059"/>
                  </a:cubicBezTo>
                  <a:cubicBezTo>
                    <a:pt x="32311" y="22956"/>
                    <a:pt x="32626" y="22879"/>
                    <a:pt x="32850" y="22640"/>
                  </a:cubicBezTo>
                  <a:cubicBezTo>
                    <a:pt x="32899" y="22504"/>
                    <a:pt x="32948" y="22373"/>
                    <a:pt x="32768" y="22291"/>
                  </a:cubicBezTo>
                  <a:cubicBezTo>
                    <a:pt x="32707" y="22275"/>
                    <a:pt x="32647" y="22268"/>
                    <a:pt x="32587" y="22268"/>
                  </a:cubicBezTo>
                  <a:cubicBezTo>
                    <a:pt x="32471" y="22268"/>
                    <a:pt x="32357" y="22293"/>
                    <a:pt x="32245" y="22319"/>
                  </a:cubicBezTo>
                  <a:cubicBezTo>
                    <a:pt x="31167" y="22542"/>
                    <a:pt x="30068" y="22547"/>
                    <a:pt x="28897" y="22623"/>
                  </a:cubicBezTo>
                  <a:cubicBezTo>
                    <a:pt x="29463" y="22427"/>
                    <a:pt x="29981" y="22493"/>
                    <a:pt x="30482" y="22433"/>
                  </a:cubicBezTo>
                  <a:cubicBezTo>
                    <a:pt x="31429" y="22319"/>
                    <a:pt x="32365" y="22150"/>
                    <a:pt x="33312" y="22030"/>
                  </a:cubicBezTo>
                  <a:cubicBezTo>
                    <a:pt x="34668" y="21856"/>
                    <a:pt x="36029" y="21709"/>
                    <a:pt x="37341" y="21290"/>
                  </a:cubicBezTo>
                  <a:cubicBezTo>
                    <a:pt x="37551" y="21220"/>
                    <a:pt x="37766" y="21153"/>
                    <a:pt x="37988" y="21153"/>
                  </a:cubicBezTo>
                  <a:cubicBezTo>
                    <a:pt x="38024" y="21153"/>
                    <a:pt x="38061" y="21155"/>
                    <a:pt x="38098" y="21159"/>
                  </a:cubicBezTo>
                  <a:cubicBezTo>
                    <a:pt x="38151" y="21188"/>
                    <a:pt x="38201" y="21200"/>
                    <a:pt x="38250" y="21200"/>
                  </a:cubicBezTo>
                  <a:cubicBezTo>
                    <a:pt x="38346" y="21200"/>
                    <a:pt x="38434" y="21153"/>
                    <a:pt x="38517" y="21099"/>
                  </a:cubicBezTo>
                  <a:cubicBezTo>
                    <a:pt x="38707" y="20979"/>
                    <a:pt x="38903" y="20898"/>
                    <a:pt x="39127" y="20865"/>
                  </a:cubicBezTo>
                  <a:cubicBezTo>
                    <a:pt x="39687" y="20484"/>
                    <a:pt x="39954" y="19836"/>
                    <a:pt x="39791" y="19183"/>
                  </a:cubicBezTo>
                  <a:cubicBezTo>
                    <a:pt x="39709" y="18840"/>
                    <a:pt x="39595" y="18502"/>
                    <a:pt x="39410" y="18197"/>
                  </a:cubicBezTo>
                  <a:cubicBezTo>
                    <a:pt x="39257" y="17953"/>
                    <a:pt x="39170" y="17691"/>
                    <a:pt x="39181" y="17397"/>
                  </a:cubicBezTo>
                  <a:cubicBezTo>
                    <a:pt x="39155" y="17333"/>
                    <a:pt x="39115" y="17320"/>
                    <a:pt x="39069" y="17320"/>
                  </a:cubicBezTo>
                  <a:cubicBezTo>
                    <a:pt x="39037" y="17320"/>
                    <a:pt x="39002" y="17326"/>
                    <a:pt x="38969" y="17326"/>
                  </a:cubicBezTo>
                  <a:cubicBezTo>
                    <a:pt x="38947" y="17382"/>
                    <a:pt x="38925" y="17404"/>
                    <a:pt x="38904" y="17404"/>
                  </a:cubicBezTo>
                  <a:cubicBezTo>
                    <a:pt x="38877" y="17404"/>
                    <a:pt x="38851" y="17371"/>
                    <a:pt x="38827" y="17332"/>
                  </a:cubicBezTo>
                  <a:cubicBezTo>
                    <a:pt x="38767" y="17294"/>
                    <a:pt x="38707" y="17267"/>
                    <a:pt x="38648" y="17245"/>
                  </a:cubicBezTo>
                  <a:cubicBezTo>
                    <a:pt x="38239" y="17038"/>
                    <a:pt x="37891" y="16771"/>
                    <a:pt x="37613" y="16406"/>
                  </a:cubicBezTo>
                  <a:cubicBezTo>
                    <a:pt x="37069" y="15704"/>
                    <a:pt x="36443" y="15084"/>
                    <a:pt x="35691" y="14599"/>
                  </a:cubicBezTo>
                  <a:cubicBezTo>
                    <a:pt x="34303" y="13701"/>
                    <a:pt x="32882" y="12868"/>
                    <a:pt x="31500" y="11964"/>
                  </a:cubicBezTo>
                  <a:cubicBezTo>
                    <a:pt x="29986" y="10979"/>
                    <a:pt x="28445" y="10042"/>
                    <a:pt x="26970" y="9003"/>
                  </a:cubicBezTo>
                  <a:cubicBezTo>
                    <a:pt x="25048" y="7653"/>
                    <a:pt x="23241" y="6161"/>
                    <a:pt x="21314" y="4816"/>
                  </a:cubicBezTo>
                  <a:cubicBezTo>
                    <a:pt x="19305" y="3428"/>
                    <a:pt x="17329" y="1996"/>
                    <a:pt x="15206" y="788"/>
                  </a:cubicBezTo>
                  <a:cubicBezTo>
                    <a:pt x="14129" y="176"/>
                    <a:pt x="12958" y="1"/>
                    <a:pt x="117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40"/>
            <p:cNvSpPr/>
            <p:nvPr/>
          </p:nvSpPr>
          <p:spPr>
            <a:xfrm>
              <a:off x="209582" y="497320"/>
              <a:ext cx="2507075" cy="1597814"/>
            </a:xfrm>
            <a:custGeom>
              <a:rect b="b" l="l" r="r" t="t"/>
              <a:pathLst>
                <a:path extrusionOk="0" h="24180" w="37940">
                  <a:moveTo>
                    <a:pt x="12531" y="1"/>
                  </a:moveTo>
                  <a:cubicBezTo>
                    <a:pt x="12368" y="1"/>
                    <a:pt x="12202" y="16"/>
                    <a:pt x="12031" y="49"/>
                  </a:cubicBezTo>
                  <a:cubicBezTo>
                    <a:pt x="11242" y="202"/>
                    <a:pt x="10523" y="501"/>
                    <a:pt x="9837" y="893"/>
                  </a:cubicBezTo>
                  <a:cubicBezTo>
                    <a:pt x="9756" y="942"/>
                    <a:pt x="9663" y="1008"/>
                    <a:pt x="9690" y="1116"/>
                  </a:cubicBezTo>
                  <a:cubicBezTo>
                    <a:pt x="9710" y="1195"/>
                    <a:pt x="9797" y="1221"/>
                    <a:pt x="9870" y="1221"/>
                  </a:cubicBezTo>
                  <a:cubicBezTo>
                    <a:pt x="9877" y="1221"/>
                    <a:pt x="9885" y="1220"/>
                    <a:pt x="9892" y="1220"/>
                  </a:cubicBezTo>
                  <a:cubicBezTo>
                    <a:pt x="9928" y="1218"/>
                    <a:pt x="9964" y="1217"/>
                    <a:pt x="10000" y="1217"/>
                  </a:cubicBezTo>
                  <a:cubicBezTo>
                    <a:pt x="10455" y="1217"/>
                    <a:pt x="10884" y="1370"/>
                    <a:pt x="11318" y="1476"/>
                  </a:cubicBezTo>
                  <a:cubicBezTo>
                    <a:pt x="12260" y="1699"/>
                    <a:pt x="12559" y="1900"/>
                    <a:pt x="12799" y="2902"/>
                  </a:cubicBezTo>
                  <a:cubicBezTo>
                    <a:pt x="12842" y="3076"/>
                    <a:pt x="12848" y="3250"/>
                    <a:pt x="12842" y="3430"/>
                  </a:cubicBezTo>
                  <a:cubicBezTo>
                    <a:pt x="12842" y="3653"/>
                    <a:pt x="12881" y="3866"/>
                    <a:pt x="12940" y="4089"/>
                  </a:cubicBezTo>
                  <a:cubicBezTo>
                    <a:pt x="13082" y="4611"/>
                    <a:pt x="13087" y="5129"/>
                    <a:pt x="12744" y="5608"/>
                  </a:cubicBezTo>
                  <a:cubicBezTo>
                    <a:pt x="12287" y="6239"/>
                    <a:pt x="11737" y="6718"/>
                    <a:pt x="10932" y="6849"/>
                  </a:cubicBezTo>
                  <a:cubicBezTo>
                    <a:pt x="10665" y="6887"/>
                    <a:pt x="10404" y="6963"/>
                    <a:pt x="10131" y="6996"/>
                  </a:cubicBezTo>
                  <a:cubicBezTo>
                    <a:pt x="9326" y="7088"/>
                    <a:pt x="8520" y="7192"/>
                    <a:pt x="7736" y="7426"/>
                  </a:cubicBezTo>
                  <a:cubicBezTo>
                    <a:pt x="7061" y="7627"/>
                    <a:pt x="6375" y="7818"/>
                    <a:pt x="5673" y="7900"/>
                  </a:cubicBezTo>
                  <a:cubicBezTo>
                    <a:pt x="4453" y="8036"/>
                    <a:pt x="3245" y="8215"/>
                    <a:pt x="2047" y="8471"/>
                  </a:cubicBezTo>
                  <a:cubicBezTo>
                    <a:pt x="1165" y="8662"/>
                    <a:pt x="626" y="9206"/>
                    <a:pt x="120" y="9854"/>
                  </a:cubicBezTo>
                  <a:cubicBezTo>
                    <a:pt x="65" y="9930"/>
                    <a:pt x="0" y="10028"/>
                    <a:pt x="71" y="10110"/>
                  </a:cubicBezTo>
                  <a:cubicBezTo>
                    <a:pt x="102" y="10149"/>
                    <a:pt x="136" y="10164"/>
                    <a:pt x="171" y="10164"/>
                  </a:cubicBezTo>
                  <a:cubicBezTo>
                    <a:pt x="233" y="10164"/>
                    <a:pt x="298" y="10118"/>
                    <a:pt x="354" y="10083"/>
                  </a:cubicBezTo>
                  <a:cubicBezTo>
                    <a:pt x="602" y="9934"/>
                    <a:pt x="873" y="9851"/>
                    <a:pt x="1149" y="9851"/>
                  </a:cubicBezTo>
                  <a:cubicBezTo>
                    <a:pt x="1235" y="9851"/>
                    <a:pt x="1323" y="9859"/>
                    <a:pt x="1410" y="9876"/>
                  </a:cubicBezTo>
                  <a:cubicBezTo>
                    <a:pt x="2297" y="10045"/>
                    <a:pt x="3190" y="10219"/>
                    <a:pt x="3947" y="10785"/>
                  </a:cubicBezTo>
                  <a:cubicBezTo>
                    <a:pt x="4644" y="11308"/>
                    <a:pt x="5188" y="11988"/>
                    <a:pt x="5727" y="12636"/>
                  </a:cubicBezTo>
                  <a:cubicBezTo>
                    <a:pt x="6478" y="13534"/>
                    <a:pt x="7306" y="14318"/>
                    <a:pt x="8269" y="14966"/>
                  </a:cubicBezTo>
                  <a:cubicBezTo>
                    <a:pt x="8814" y="15331"/>
                    <a:pt x="9222" y="15821"/>
                    <a:pt x="9424" y="16447"/>
                  </a:cubicBezTo>
                  <a:cubicBezTo>
                    <a:pt x="9723" y="17340"/>
                    <a:pt x="9745" y="18276"/>
                    <a:pt x="9728" y="19207"/>
                  </a:cubicBezTo>
                  <a:cubicBezTo>
                    <a:pt x="9727" y="19288"/>
                    <a:pt x="9710" y="19313"/>
                    <a:pt x="9688" y="19313"/>
                  </a:cubicBezTo>
                  <a:cubicBezTo>
                    <a:pt x="9652" y="19313"/>
                    <a:pt x="9600" y="19249"/>
                    <a:pt x="9566" y="19249"/>
                  </a:cubicBezTo>
                  <a:cubicBezTo>
                    <a:pt x="9559" y="19249"/>
                    <a:pt x="9554" y="19251"/>
                    <a:pt x="9549" y="19256"/>
                  </a:cubicBezTo>
                  <a:cubicBezTo>
                    <a:pt x="9581" y="19474"/>
                    <a:pt x="9527" y="19680"/>
                    <a:pt x="9445" y="19876"/>
                  </a:cubicBezTo>
                  <a:cubicBezTo>
                    <a:pt x="9483" y="19921"/>
                    <a:pt x="9528" y="19934"/>
                    <a:pt x="9575" y="19934"/>
                  </a:cubicBezTo>
                  <a:cubicBezTo>
                    <a:pt x="9608" y="19934"/>
                    <a:pt x="9642" y="19927"/>
                    <a:pt x="9674" y="19920"/>
                  </a:cubicBezTo>
                  <a:cubicBezTo>
                    <a:pt x="10659" y="19740"/>
                    <a:pt x="11661" y="19670"/>
                    <a:pt x="12587" y="19229"/>
                  </a:cubicBezTo>
                  <a:cubicBezTo>
                    <a:pt x="13188" y="18944"/>
                    <a:pt x="13808" y="18785"/>
                    <a:pt x="14448" y="18785"/>
                  </a:cubicBezTo>
                  <a:cubicBezTo>
                    <a:pt x="14787" y="18785"/>
                    <a:pt x="15132" y="18829"/>
                    <a:pt x="15483" y="18924"/>
                  </a:cubicBezTo>
                  <a:cubicBezTo>
                    <a:pt x="16435" y="19180"/>
                    <a:pt x="17388" y="19468"/>
                    <a:pt x="18308" y="19827"/>
                  </a:cubicBezTo>
                  <a:cubicBezTo>
                    <a:pt x="19239" y="20192"/>
                    <a:pt x="20192" y="20404"/>
                    <a:pt x="21188" y="20502"/>
                  </a:cubicBezTo>
                  <a:cubicBezTo>
                    <a:pt x="21798" y="20562"/>
                    <a:pt x="22408" y="20590"/>
                    <a:pt x="23017" y="20660"/>
                  </a:cubicBezTo>
                  <a:cubicBezTo>
                    <a:pt x="23167" y="20678"/>
                    <a:pt x="23268" y="20693"/>
                    <a:pt x="23344" y="20693"/>
                  </a:cubicBezTo>
                  <a:cubicBezTo>
                    <a:pt x="23505" y="20693"/>
                    <a:pt x="23551" y="20622"/>
                    <a:pt x="23703" y="20345"/>
                  </a:cubicBezTo>
                  <a:cubicBezTo>
                    <a:pt x="23894" y="19991"/>
                    <a:pt x="24016" y="19827"/>
                    <a:pt x="24191" y="19827"/>
                  </a:cubicBezTo>
                  <a:cubicBezTo>
                    <a:pt x="24326" y="19827"/>
                    <a:pt x="24491" y="19925"/>
                    <a:pt x="24743" y="20110"/>
                  </a:cubicBezTo>
                  <a:cubicBezTo>
                    <a:pt x="25034" y="20326"/>
                    <a:pt x="25344" y="20529"/>
                    <a:pt x="25711" y="20529"/>
                  </a:cubicBezTo>
                  <a:cubicBezTo>
                    <a:pt x="25742" y="20529"/>
                    <a:pt x="25773" y="20527"/>
                    <a:pt x="25805" y="20524"/>
                  </a:cubicBezTo>
                  <a:cubicBezTo>
                    <a:pt x="25850" y="20520"/>
                    <a:pt x="25894" y="20517"/>
                    <a:pt x="25937" y="20517"/>
                  </a:cubicBezTo>
                  <a:cubicBezTo>
                    <a:pt x="26290" y="20517"/>
                    <a:pt x="26565" y="20674"/>
                    <a:pt x="26817" y="20922"/>
                  </a:cubicBezTo>
                  <a:cubicBezTo>
                    <a:pt x="26959" y="21063"/>
                    <a:pt x="27089" y="21216"/>
                    <a:pt x="27220" y="21363"/>
                  </a:cubicBezTo>
                  <a:cubicBezTo>
                    <a:pt x="27276" y="21426"/>
                    <a:pt x="27343" y="21485"/>
                    <a:pt x="27420" y="21485"/>
                  </a:cubicBezTo>
                  <a:cubicBezTo>
                    <a:pt x="27455" y="21485"/>
                    <a:pt x="27491" y="21473"/>
                    <a:pt x="27530" y="21444"/>
                  </a:cubicBezTo>
                  <a:cubicBezTo>
                    <a:pt x="27634" y="21368"/>
                    <a:pt x="27650" y="21254"/>
                    <a:pt x="27612" y="21129"/>
                  </a:cubicBezTo>
                  <a:cubicBezTo>
                    <a:pt x="27525" y="20884"/>
                    <a:pt x="27362" y="20698"/>
                    <a:pt x="27166" y="20546"/>
                  </a:cubicBezTo>
                  <a:cubicBezTo>
                    <a:pt x="26240" y="19833"/>
                    <a:pt x="25413" y="19005"/>
                    <a:pt x="24580" y="18194"/>
                  </a:cubicBezTo>
                  <a:cubicBezTo>
                    <a:pt x="24204" y="17835"/>
                    <a:pt x="23807" y="17508"/>
                    <a:pt x="23382" y="17203"/>
                  </a:cubicBezTo>
                  <a:cubicBezTo>
                    <a:pt x="22598" y="16643"/>
                    <a:pt x="21814" y="16082"/>
                    <a:pt x="21270" y="15249"/>
                  </a:cubicBezTo>
                  <a:cubicBezTo>
                    <a:pt x="21047" y="14911"/>
                    <a:pt x="20693" y="14699"/>
                    <a:pt x="20290" y="14590"/>
                  </a:cubicBezTo>
                  <a:cubicBezTo>
                    <a:pt x="19125" y="14281"/>
                    <a:pt x="17947" y="14060"/>
                    <a:pt x="16740" y="14060"/>
                  </a:cubicBezTo>
                  <a:cubicBezTo>
                    <a:pt x="16610" y="14060"/>
                    <a:pt x="16479" y="14062"/>
                    <a:pt x="16348" y="14068"/>
                  </a:cubicBezTo>
                  <a:cubicBezTo>
                    <a:pt x="16329" y="14068"/>
                    <a:pt x="16309" y="14068"/>
                    <a:pt x="16290" y="14068"/>
                  </a:cubicBezTo>
                  <a:cubicBezTo>
                    <a:pt x="15896" y="14068"/>
                    <a:pt x="15512" y="13968"/>
                    <a:pt x="15118" y="13942"/>
                  </a:cubicBezTo>
                  <a:lnTo>
                    <a:pt x="15118" y="13942"/>
                  </a:lnTo>
                  <a:cubicBezTo>
                    <a:pt x="15174" y="13944"/>
                    <a:pt x="15230" y="13945"/>
                    <a:pt x="15286" y="13945"/>
                  </a:cubicBezTo>
                  <a:cubicBezTo>
                    <a:pt x="16240" y="13945"/>
                    <a:pt x="17166" y="13736"/>
                    <a:pt x="18107" y="13648"/>
                  </a:cubicBezTo>
                  <a:cubicBezTo>
                    <a:pt x="18824" y="13583"/>
                    <a:pt x="19538" y="13480"/>
                    <a:pt x="20258" y="13480"/>
                  </a:cubicBezTo>
                  <a:cubicBezTo>
                    <a:pt x="20560" y="13480"/>
                    <a:pt x="20862" y="13498"/>
                    <a:pt x="21166" y="13545"/>
                  </a:cubicBezTo>
                  <a:cubicBezTo>
                    <a:pt x="21858" y="13654"/>
                    <a:pt x="22538" y="13774"/>
                    <a:pt x="23170" y="14095"/>
                  </a:cubicBezTo>
                  <a:cubicBezTo>
                    <a:pt x="24754" y="14890"/>
                    <a:pt x="26148" y="15995"/>
                    <a:pt x="27656" y="16915"/>
                  </a:cubicBezTo>
                  <a:cubicBezTo>
                    <a:pt x="28227" y="17269"/>
                    <a:pt x="28728" y="17726"/>
                    <a:pt x="29278" y="18113"/>
                  </a:cubicBezTo>
                  <a:cubicBezTo>
                    <a:pt x="30726" y="19131"/>
                    <a:pt x="32152" y="20170"/>
                    <a:pt x="33540" y="21265"/>
                  </a:cubicBezTo>
                  <a:cubicBezTo>
                    <a:pt x="34831" y="22283"/>
                    <a:pt x="36192" y="23192"/>
                    <a:pt x="37580" y="24068"/>
                  </a:cubicBezTo>
                  <a:cubicBezTo>
                    <a:pt x="37652" y="24114"/>
                    <a:pt x="37723" y="24180"/>
                    <a:pt x="37808" y="24180"/>
                  </a:cubicBezTo>
                  <a:cubicBezTo>
                    <a:pt x="37845" y="24180"/>
                    <a:pt x="37885" y="24167"/>
                    <a:pt x="37928" y="24134"/>
                  </a:cubicBezTo>
                  <a:cubicBezTo>
                    <a:pt x="37939" y="24019"/>
                    <a:pt x="37754" y="23905"/>
                    <a:pt x="37917" y="23785"/>
                  </a:cubicBezTo>
                  <a:cubicBezTo>
                    <a:pt x="37776" y="23469"/>
                    <a:pt x="37558" y="23192"/>
                    <a:pt x="37477" y="22843"/>
                  </a:cubicBezTo>
                  <a:cubicBezTo>
                    <a:pt x="37264" y="21956"/>
                    <a:pt x="37144" y="21063"/>
                    <a:pt x="37085" y="20154"/>
                  </a:cubicBezTo>
                  <a:cubicBezTo>
                    <a:pt x="37046" y="19566"/>
                    <a:pt x="37117" y="18945"/>
                    <a:pt x="36834" y="18417"/>
                  </a:cubicBezTo>
                  <a:cubicBezTo>
                    <a:pt x="36420" y="17672"/>
                    <a:pt x="35909" y="16980"/>
                    <a:pt x="35299" y="16365"/>
                  </a:cubicBezTo>
                  <a:cubicBezTo>
                    <a:pt x="35201" y="16267"/>
                    <a:pt x="35081" y="16185"/>
                    <a:pt x="34961" y="16115"/>
                  </a:cubicBezTo>
                  <a:cubicBezTo>
                    <a:pt x="34259" y="15701"/>
                    <a:pt x="33617" y="15195"/>
                    <a:pt x="32936" y="14754"/>
                  </a:cubicBezTo>
                  <a:cubicBezTo>
                    <a:pt x="31624" y="13915"/>
                    <a:pt x="30503" y="12854"/>
                    <a:pt x="29408" y="11770"/>
                  </a:cubicBezTo>
                  <a:cubicBezTo>
                    <a:pt x="29109" y="11471"/>
                    <a:pt x="28853" y="11128"/>
                    <a:pt x="28532" y="10850"/>
                  </a:cubicBezTo>
                  <a:cubicBezTo>
                    <a:pt x="27362" y="9859"/>
                    <a:pt x="26262" y="8792"/>
                    <a:pt x="25157" y="7736"/>
                  </a:cubicBezTo>
                  <a:cubicBezTo>
                    <a:pt x="24079" y="6707"/>
                    <a:pt x="22936" y="5755"/>
                    <a:pt x="21743" y="4873"/>
                  </a:cubicBezTo>
                  <a:cubicBezTo>
                    <a:pt x="20241" y="3751"/>
                    <a:pt x="18580" y="2869"/>
                    <a:pt x="16947" y="1949"/>
                  </a:cubicBezTo>
                  <a:cubicBezTo>
                    <a:pt x="16158" y="1503"/>
                    <a:pt x="15314" y="1165"/>
                    <a:pt x="14535" y="692"/>
                  </a:cubicBezTo>
                  <a:cubicBezTo>
                    <a:pt x="13920" y="317"/>
                    <a:pt x="13267" y="1"/>
                    <a:pt x="125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40"/>
            <p:cNvSpPr/>
            <p:nvPr/>
          </p:nvSpPr>
          <p:spPr>
            <a:xfrm>
              <a:off x="586572" y="1895119"/>
              <a:ext cx="1206621" cy="826396"/>
            </a:xfrm>
            <a:custGeom>
              <a:rect b="b" l="l" r="r" t="t"/>
              <a:pathLst>
                <a:path extrusionOk="0" h="12506" w="18260">
                  <a:moveTo>
                    <a:pt x="4424" y="1"/>
                  </a:moveTo>
                  <a:cubicBezTo>
                    <a:pt x="4388" y="1"/>
                    <a:pt x="4349" y="10"/>
                    <a:pt x="4307" y="30"/>
                  </a:cubicBezTo>
                  <a:cubicBezTo>
                    <a:pt x="4285" y="90"/>
                    <a:pt x="4268" y="155"/>
                    <a:pt x="4247" y="215"/>
                  </a:cubicBezTo>
                  <a:cubicBezTo>
                    <a:pt x="4230" y="248"/>
                    <a:pt x="4225" y="280"/>
                    <a:pt x="4241" y="313"/>
                  </a:cubicBezTo>
                  <a:cubicBezTo>
                    <a:pt x="4590" y="656"/>
                    <a:pt x="4432" y="1059"/>
                    <a:pt x="4312" y="1407"/>
                  </a:cubicBezTo>
                  <a:cubicBezTo>
                    <a:pt x="3817" y="2801"/>
                    <a:pt x="3174" y="4086"/>
                    <a:pt x="1922" y="4995"/>
                  </a:cubicBezTo>
                  <a:cubicBezTo>
                    <a:pt x="986" y="5675"/>
                    <a:pt x="469" y="6672"/>
                    <a:pt x="87" y="7744"/>
                  </a:cubicBezTo>
                  <a:cubicBezTo>
                    <a:pt x="55" y="7831"/>
                    <a:pt x="0" y="7940"/>
                    <a:pt x="104" y="8000"/>
                  </a:cubicBezTo>
                  <a:cubicBezTo>
                    <a:pt x="123" y="8012"/>
                    <a:pt x="143" y="8016"/>
                    <a:pt x="161" y="8016"/>
                  </a:cubicBezTo>
                  <a:cubicBezTo>
                    <a:pt x="231" y="8016"/>
                    <a:pt x="293" y="7949"/>
                    <a:pt x="349" y="7902"/>
                  </a:cubicBezTo>
                  <a:cubicBezTo>
                    <a:pt x="550" y="7717"/>
                    <a:pt x="752" y="7526"/>
                    <a:pt x="1018" y="7456"/>
                  </a:cubicBezTo>
                  <a:cubicBezTo>
                    <a:pt x="1732" y="7265"/>
                    <a:pt x="2270" y="6829"/>
                    <a:pt x="2750" y="6291"/>
                  </a:cubicBezTo>
                  <a:cubicBezTo>
                    <a:pt x="2962" y="6051"/>
                    <a:pt x="3201" y="5844"/>
                    <a:pt x="3419" y="5610"/>
                  </a:cubicBezTo>
                  <a:cubicBezTo>
                    <a:pt x="3931" y="5066"/>
                    <a:pt x="4573" y="4793"/>
                    <a:pt x="5335" y="4685"/>
                  </a:cubicBezTo>
                  <a:lnTo>
                    <a:pt x="5335" y="4685"/>
                  </a:lnTo>
                  <a:cubicBezTo>
                    <a:pt x="5221" y="4744"/>
                    <a:pt x="5221" y="4744"/>
                    <a:pt x="5178" y="4826"/>
                  </a:cubicBezTo>
                  <a:cubicBezTo>
                    <a:pt x="5316" y="4801"/>
                    <a:pt x="5453" y="4789"/>
                    <a:pt x="5588" y="4789"/>
                  </a:cubicBezTo>
                  <a:cubicBezTo>
                    <a:pt x="5951" y="4789"/>
                    <a:pt x="6302" y="4875"/>
                    <a:pt x="6647" y="5022"/>
                  </a:cubicBezTo>
                  <a:cubicBezTo>
                    <a:pt x="6742" y="5067"/>
                    <a:pt x="6841" y="5116"/>
                    <a:pt x="6949" y="5116"/>
                  </a:cubicBezTo>
                  <a:cubicBezTo>
                    <a:pt x="6971" y="5116"/>
                    <a:pt x="6994" y="5114"/>
                    <a:pt x="7018" y="5109"/>
                  </a:cubicBezTo>
                  <a:cubicBezTo>
                    <a:pt x="7088" y="4962"/>
                    <a:pt x="6941" y="4864"/>
                    <a:pt x="6925" y="4701"/>
                  </a:cubicBezTo>
                  <a:lnTo>
                    <a:pt x="6925" y="4701"/>
                  </a:lnTo>
                  <a:cubicBezTo>
                    <a:pt x="7154" y="4902"/>
                    <a:pt x="7328" y="5175"/>
                    <a:pt x="7633" y="5180"/>
                  </a:cubicBezTo>
                  <a:cubicBezTo>
                    <a:pt x="8004" y="5184"/>
                    <a:pt x="8364" y="5308"/>
                    <a:pt x="8736" y="5308"/>
                  </a:cubicBezTo>
                  <a:cubicBezTo>
                    <a:pt x="8834" y="5308"/>
                    <a:pt x="8932" y="5299"/>
                    <a:pt x="9032" y="5278"/>
                  </a:cubicBezTo>
                  <a:cubicBezTo>
                    <a:pt x="9069" y="5270"/>
                    <a:pt x="9107" y="5267"/>
                    <a:pt x="9145" y="5267"/>
                  </a:cubicBezTo>
                  <a:cubicBezTo>
                    <a:pt x="9213" y="5267"/>
                    <a:pt x="9281" y="5276"/>
                    <a:pt x="9348" y="5283"/>
                  </a:cubicBezTo>
                  <a:cubicBezTo>
                    <a:pt x="9429" y="5294"/>
                    <a:pt x="9527" y="5300"/>
                    <a:pt x="9544" y="5403"/>
                  </a:cubicBezTo>
                  <a:cubicBezTo>
                    <a:pt x="9555" y="5485"/>
                    <a:pt x="9489" y="5534"/>
                    <a:pt x="9429" y="5566"/>
                  </a:cubicBezTo>
                  <a:cubicBezTo>
                    <a:pt x="9179" y="5719"/>
                    <a:pt x="8945" y="5904"/>
                    <a:pt x="8662" y="6007"/>
                  </a:cubicBezTo>
                  <a:cubicBezTo>
                    <a:pt x="7622" y="6378"/>
                    <a:pt x="6702" y="6976"/>
                    <a:pt x="5782" y="7570"/>
                  </a:cubicBezTo>
                  <a:cubicBezTo>
                    <a:pt x="5749" y="7592"/>
                    <a:pt x="5722" y="7613"/>
                    <a:pt x="5695" y="7635"/>
                  </a:cubicBezTo>
                  <a:cubicBezTo>
                    <a:pt x="5597" y="7733"/>
                    <a:pt x="5450" y="7826"/>
                    <a:pt x="5521" y="7984"/>
                  </a:cubicBezTo>
                  <a:cubicBezTo>
                    <a:pt x="5563" y="8076"/>
                    <a:pt x="5645" y="8097"/>
                    <a:pt x="5732" y="8097"/>
                  </a:cubicBezTo>
                  <a:cubicBezTo>
                    <a:pt x="5778" y="8097"/>
                    <a:pt x="5826" y="8091"/>
                    <a:pt x="5869" y="8087"/>
                  </a:cubicBezTo>
                  <a:cubicBezTo>
                    <a:pt x="5970" y="8074"/>
                    <a:pt x="6071" y="8046"/>
                    <a:pt x="6169" y="8046"/>
                  </a:cubicBezTo>
                  <a:cubicBezTo>
                    <a:pt x="6198" y="8046"/>
                    <a:pt x="6227" y="8048"/>
                    <a:pt x="6255" y="8054"/>
                  </a:cubicBezTo>
                  <a:cubicBezTo>
                    <a:pt x="6996" y="8223"/>
                    <a:pt x="7780" y="8218"/>
                    <a:pt x="8444" y="8686"/>
                  </a:cubicBezTo>
                  <a:cubicBezTo>
                    <a:pt x="8673" y="8849"/>
                    <a:pt x="8879" y="8996"/>
                    <a:pt x="8988" y="9257"/>
                  </a:cubicBezTo>
                  <a:cubicBezTo>
                    <a:pt x="9146" y="9644"/>
                    <a:pt x="9364" y="9992"/>
                    <a:pt x="9620" y="10319"/>
                  </a:cubicBezTo>
                  <a:cubicBezTo>
                    <a:pt x="9734" y="10471"/>
                    <a:pt x="9810" y="10640"/>
                    <a:pt x="9908" y="10804"/>
                  </a:cubicBezTo>
                  <a:cubicBezTo>
                    <a:pt x="10142" y="11212"/>
                    <a:pt x="10148" y="11609"/>
                    <a:pt x="9908" y="12012"/>
                  </a:cubicBezTo>
                  <a:cubicBezTo>
                    <a:pt x="9859" y="12094"/>
                    <a:pt x="9810" y="12175"/>
                    <a:pt x="9778" y="12263"/>
                  </a:cubicBezTo>
                  <a:cubicBezTo>
                    <a:pt x="9720" y="12421"/>
                    <a:pt x="9756" y="12505"/>
                    <a:pt x="9876" y="12505"/>
                  </a:cubicBezTo>
                  <a:cubicBezTo>
                    <a:pt x="9904" y="12505"/>
                    <a:pt x="9937" y="12501"/>
                    <a:pt x="9974" y="12491"/>
                  </a:cubicBezTo>
                  <a:cubicBezTo>
                    <a:pt x="10186" y="12437"/>
                    <a:pt x="10360" y="12312"/>
                    <a:pt x="10524" y="12175"/>
                  </a:cubicBezTo>
                  <a:cubicBezTo>
                    <a:pt x="10665" y="12067"/>
                    <a:pt x="10790" y="11914"/>
                    <a:pt x="10965" y="11887"/>
                  </a:cubicBezTo>
                  <a:cubicBezTo>
                    <a:pt x="11340" y="11827"/>
                    <a:pt x="11607" y="11604"/>
                    <a:pt x="11852" y="11343"/>
                  </a:cubicBezTo>
                  <a:cubicBezTo>
                    <a:pt x="12010" y="11175"/>
                    <a:pt x="12201" y="11075"/>
                    <a:pt x="12422" y="11075"/>
                  </a:cubicBezTo>
                  <a:cubicBezTo>
                    <a:pt x="12453" y="11075"/>
                    <a:pt x="12484" y="11077"/>
                    <a:pt x="12516" y="11081"/>
                  </a:cubicBezTo>
                  <a:cubicBezTo>
                    <a:pt x="12578" y="11089"/>
                    <a:pt x="12637" y="11093"/>
                    <a:pt x="12695" y="11093"/>
                  </a:cubicBezTo>
                  <a:cubicBezTo>
                    <a:pt x="13164" y="11093"/>
                    <a:pt x="13495" y="10841"/>
                    <a:pt x="13757" y="10439"/>
                  </a:cubicBezTo>
                  <a:cubicBezTo>
                    <a:pt x="13823" y="10341"/>
                    <a:pt x="13899" y="10254"/>
                    <a:pt x="13970" y="10161"/>
                  </a:cubicBezTo>
                  <a:cubicBezTo>
                    <a:pt x="14153" y="9921"/>
                    <a:pt x="14376" y="9796"/>
                    <a:pt x="14687" y="9796"/>
                  </a:cubicBezTo>
                  <a:cubicBezTo>
                    <a:pt x="14700" y="9796"/>
                    <a:pt x="14713" y="9796"/>
                    <a:pt x="14726" y="9796"/>
                  </a:cubicBezTo>
                  <a:cubicBezTo>
                    <a:pt x="14936" y="9806"/>
                    <a:pt x="15145" y="9812"/>
                    <a:pt x="15354" y="9812"/>
                  </a:cubicBezTo>
                  <a:cubicBezTo>
                    <a:pt x="15898" y="9812"/>
                    <a:pt x="16438" y="9765"/>
                    <a:pt x="16969" y="9584"/>
                  </a:cubicBezTo>
                  <a:cubicBezTo>
                    <a:pt x="17144" y="9523"/>
                    <a:pt x="17327" y="9519"/>
                    <a:pt x="17514" y="9519"/>
                  </a:cubicBezTo>
                  <a:cubicBezTo>
                    <a:pt x="17543" y="9519"/>
                    <a:pt x="17572" y="9519"/>
                    <a:pt x="17601" y="9519"/>
                  </a:cubicBezTo>
                  <a:cubicBezTo>
                    <a:pt x="17797" y="9513"/>
                    <a:pt x="17971" y="9453"/>
                    <a:pt x="18107" y="9312"/>
                  </a:cubicBezTo>
                  <a:cubicBezTo>
                    <a:pt x="18243" y="9176"/>
                    <a:pt x="18260" y="9034"/>
                    <a:pt x="18102" y="8920"/>
                  </a:cubicBezTo>
                  <a:cubicBezTo>
                    <a:pt x="17828" y="8726"/>
                    <a:pt x="17528" y="8528"/>
                    <a:pt x="17196" y="8528"/>
                  </a:cubicBezTo>
                  <a:cubicBezTo>
                    <a:pt x="17164" y="8528"/>
                    <a:pt x="17132" y="8530"/>
                    <a:pt x="17100" y="8533"/>
                  </a:cubicBezTo>
                  <a:cubicBezTo>
                    <a:pt x="17028" y="8541"/>
                    <a:pt x="16959" y="8545"/>
                    <a:pt x="16891" y="8545"/>
                  </a:cubicBezTo>
                  <a:cubicBezTo>
                    <a:pt x="16445" y="8545"/>
                    <a:pt x="16084" y="8374"/>
                    <a:pt x="15772" y="8038"/>
                  </a:cubicBezTo>
                  <a:cubicBezTo>
                    <a:pt x="15663" y="7924"/>
                    <a:pt x="15527" y="7848"/>
                    <a:pt x="15396" y="7766"/>
                  </a:cubicBezTo>
                  <a:cubicBezTo>
                    <a:pt x="14960" y="7499"/>
                    <a:pt x="14699" y="7074"/>
                    <a:pt x="14449" y="6644"/>
                  </a:cubicBezTo>
                  <a:cubicBezTo>
                    <a:pt x="14383" y="6530"/>
                    <a:pt x="14296" y="6356"/>
                    <a:pt x="14492" y="6285"/>
                  </a:cubicBezTo>
                  <a:cubicBezTo>
                    <a:pt x="14884" y="6144"/>
                    <a:pt x="15156" y="5795"/>
                    <a:pt x="15565" y="5670"/>
                  </a:cubicBezTo>
                  <a:cubicBezTo>
                    <a:pt x="15804" y="5599"/>
                    <a:pt x="15859" y="5387"/>
                    <a:pt x="15657" y="5202"/>
                  </a:cubicBezTo>
                  <a:cubicBezTo>
                    <a:pt x="15213" y="4787"/>
                    <a:pt x="14741" y="4394"/>
                    <a:pt x="14096" y="4394"/>
                  </a:cubicBezTo>
                  <a:cubicBezTo>
                    <a:pt x="14031" y="4394"/>
                    <a:pt x="13963" y="4398"/>
                    <a:pt x="13893" y="4407"/>
                  </a:cubicBezTo>
                  <a:cubicBezTo>
                    <a:pt x="13609" y="4441"/>
                    <a:pt x="13326" y="4462"/>
                    <a:pt x="13046" y="4462"/>
                  </a:cubicBezTo>
                  <a:cubicBezTo>
                    <a:pt x="12473" y="4462"/>
                    <a:pt x="11910" y="4374"/>
                    <a:pt x="11362" y="4129"/>
                  </a:cubicBezTo>
                  <a:cubicBezTo>
                    <a:pt x="11068" y="3999"/>
                    <a:pt x="10769" y="3895"/>
                    <a:pt x="10475" y="3765"/>
                  </a:cubicBezTo>
                  <a:cubicBezTo>
                    <a:pt x="9923" y="3523"/>
                    <a:pt x="9366" y="3306"/>
                    <a:pt x="8745" y="3306"/>
                  </a:cubicBezTo>
                  <a:cubicBezTo>
                    <a:pt x="8723" y="3306"/>
                    <a:pt x="8700" y="3307"/>
                    <a:pt x="8678" y="3307"/>
                  </a:cubicBezTo>
                  <a:cubicBezTo>
                    <a:pt x="8669" y="3308"/>
                    <a:pt x="8659" y="3308"/>
                    <a:pt x="8650" y="3308"/>
                  </a:cubicBezTo>
                  <a:cubicBezTo>
                    <a:pt x="8348" y="3308"/>
                    <a:pt x="8117" y="3137"/>
                    <a:pt x="7921" y="2904"/>
                  </a:cubicBezTo>
                  <a:cubicBezTo>
                    <a:pt x="7546" y="2442"/>
                    <a:pt x="7323" y="1897"/>
                    <a:pt x="7121" y="1342"/>
                  </a:cubicBezTo>
                  <a:cubicBezTo>
                    <a:pt x="6933" y="834"/>
                    <a:pt x="6624" y="601"/>
                    <a:pt x="6145" y="601"/>
                  </a:cubicBezTo>
                  <a:cubicBezTo>
                    <a:pt x="6085" y="601"/>
                    <a:pt x="6022" y="605"/>
                    <a:pt x="5956" y="612"/>
                  </a:cubicBezTo>
                  <a:cubicBezTo>
                    <a:pt x="5846" y="626"/>
                    <a:pt x="5738" y="634"/>
                    <a:pt x="5633" y="634"/>
                  </a:cubicBezTo>
                  <a:cubicBezTo>
                    <a:pt x="5270" y="634"/>
                    <a:pt x="4942" y="533"/>
                    <a:pt x="4693" y="182"/>
                  </a:cubicBezTo>
                  <a:cubicBezTo>
                    <a:pt x="4630" y="95"/>
                    <a:pt x="4542" y="1"/>
                    <a:pt x="44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4" name="Google Shape;2344;p40"/>
            <p:cNvSpPr/>
            <p:nvPr/>
          </p:nvSpPr>
          <p:spPr>
            <a:xfrm>
              <a:off x="2906201" y="1450596"/>
              <a:ext cx="754435" cy="966816"/>
            </a:xfrm>
            <a:custGeom>
              <a:rect b="b" l="l" r="r" t="t"/>
              <a:pathLst>
                <a:path extrusionOk="0" h="14631" w="11417">
                  <a:moveTo>
                    <a:pt x="1661" y="1"/>
                  </a:moveTo>
                  <a:cubicBezTo>
                    <a:pt x="1535" y="104"/>
                    <a:pt x="1579" y="241"/>
                    <a:pt x="1568" y="360"/>
                  </a:cubicBezTo>
                  <a:cubicBezTo>
                    <a:pt x="1329" y="932"/>
                    <a:pt x="1111" y="1520"/>
                    <a:pt x="969" y="2130"/>
                  </a:cubicBezTo>
                  <a:cubicBezTo>
                    <a:pt x="773" y="2984"/>
                    <a:pt x="991" y="4008"/>
                    <a:pt x="2091" y="4334"/>
                  </a:cubicBezTo>
                  <a:cubicBezTo>
                    <a:pt x="2281" y="4389"/>
                    <a:pt x="2455" y="4481"/>
                    <a:pt x="2646" y="4596"/>
                  </a:cubicBezTo>
                  <a:cubicBezTo>
                    <a:pt x="2592" y="4574"/>
                    <a:pt x="2559" y="4558"/>
                    <a:pt x="2526" y="4552"/>
                  </a:cubicBezTo>
                  <a:cubicBezTo>
                    <a:pt x="2461" y="4538"/>
                    <a:pt x="2390" y="4503"/>
                    <a:pt x="2327" y="4503"/>
                  </a:cubicBezTo>
                  <a:cubicBezTo>
                    <a:pt x="2290" y="4503"/>
                    <a:pt x="2255" y="4516"/>
                    <a:pt x="2227" y="4552"/>
                  </a:cubicBezTo>
                  <a:cubicBezTo>
                    <a:pt x="2151" y="4656"/>
                    <a:pt x="2265" y="4748"/>
                    <a:pt x="2308" y="4835"/>
                  </a:cubicBezTo>
                  <a:cubicBezTo>
                    <a:pt x="2357" y="4939"/>
                    <a:pt x="2439" y="5026"/>
                    <a:pt x="2455" y="5156"/>
                  </a:cubicBezTo>
                  <a:cubicBezTo>
                    <a:pt x="2408" y="5133"/>
                    <a:pt x="2365" y="5105"/>
                    <a:pt x="2316" y="5105"/>
                  </a:cubicBezTo>
                  <a:cubicBezTo>
                    <a:pt x="2308" y="5105"/>
                    <a:pt x="2300" y="5106"/>
                    <a:pt x="2292" y="5107"/>
                  </a:cubicBezTo>
                  <a:cubicBezTo>
                    <a:pt x="2259" y="5178"/>
                    <a:pt x="2183" y="5233"/>
                    <a:pt x="2205" y="5325"/>
                  </a:cubicBezTo>
                  <a:cubicBezTo>
                    <a:pt x="2173" y="5389"/>
                    <a:pt x="2330" y="5532"/>
                    <a:pt x="2109" y="5532"/>
                  </a:cubicBezTo>
                  <a:cubicBezTo>
                    <a:pt x="2105" y="5532"/>
                    <a:pt x="2101" y="5532"/>
                    <a:pt x="2096" y="5532"/>
                  </a:cubicBezTo>
                  <a:cubicBezTo>
                    <a:pt x="2082" y="5531"/>
                    <a:pt x="2068" y="5531"/>
                    <a:pt x="2055" y="5531"/>
                  </a:cubicBezTo>
                  <a:cubicBezTo>
                    <a:pt x="1764" y="5531"/>
                    <a:pt x="1531" y="5694"/>
                    <a:pt x="1329" y="5902"/>
                  </a:cubicBezTo>
                  <a:cubicBezTo>
                    <a:pt x="1051" y="6196"/>
                    <a:pt x="719" y="6409"/>
                    <a:pt x="387" y="6637"/>
                  </a:cubicBezTo>
                  <a:cubicBezTo>
                    <a:pt x="350" y="6662"/>
                    <a:pt x="325" y="6671"/>
                    <a:pt x="308" y="6671"/>
                  </a:cubicBezTo>
                  <a:cubicBezTo>
                    <a:pt x="245" y="6671"/>
                    <a:pt x="290" y="6538"/>
                    <a:pt x="237" y="6538"/>
                  </a:cubicBezTo>
                  <a:cubicBezTo>
                    <a:pt x="234" y="6538"/>
                    <a:pt x="232" y="6539"/>
                    <a:pt x="229" y="6539"/>
                  </a:cubicBezTo>
                  <a:cubicBezTo>
                    <a:pt x="17" y="6572"/>
                    <a:pt x="0" y="6713"/>
                    <a:pt x="11" y="6893"/>
                  </a:cubicBezTo>
                  <a:cubicBezTo>
                    <a:pt x="18" y="7001"/>
                    <a:pt x="62" y="7023"/>
                    <a:pt x="118" y="7023"/>
                  </a:cubicBezTo>
                  <a:cubicBezTo>
                    <a:pt x="153" y="7023"/>
                    <a:pt x="192" y="7015"/>
                    <a:pt x="229" y="7013"/>
                  </a:cubicBezTo>
                  <a:cubicBezTo>
                    <a:pt x="419" y="6942"/>
                    <a:pt x="594" y="6855"/>
                    <a:pt x="762" y="6746"/>
                  </a:cubicBezTo>
                  <a:cubicBezTo>
                    <a:pt x="1117" y="6511"/>
                    <a:pt x="1505" y="6410"/>
                    <a:pt x="1945" y="6410"/>
                  </a:cubicBezTo>
                  <a:cubicBezTo>
                    <a:pt x="2045" y="6410"/>
                    <a:pt x="2148" y="6415"/>
                    <a:pt x="2254" y="6425"/>
                  </a:cubicBezTo>
                  <a:cubicBezTo>
                    <a:pt x="2069" y="6474"/>
                    <a:pt x="1933" y="6490"/>
                    <a:pt x="1797" y="6512"/>
                  </a:cubicBezTo>
                  <a:cubicBezTo>
                    <a:pt x="1682" y="6528"/>
                    <a:pt x="1530" y="6485"/>
                    <a:pt x="1486" y="6659"/>
                  </a:cubicBezTo>
                  <a:cubicBezTo>
                    <a:pt x="1666" y="6839"/>
                    <a:pt x="1998" y="6735"/>
                    <a:pt x="2134" y="7024"/>
                  </a:cubicBezTo>
                  <a:cubicBezTo>
                    <a:pt x="2120" y="7025"/>
                    <a:pt x="2106" y="7026"/>
                    <a:pt x="2092" y="7026"/>
                  </a:cubicBezTo>
                  <a:cubicBezTo>
                    <a:pt x="1921" y="7026"/>
                    <a:pt x="1786" y="6900"/>
                    <a:pt x="1626" y="6900"/>
                  </a:cubicBezTo>
                  <a:cubicBezTo>
                    <a:pt x="1602" y="6900"/>
                    <a:pt x="1577" y="6903"/>
                    <a:pt x="1552" y="6909"/>
                  </a:cubicBezTo>
                  <a:cubicBezTo>
                    <a:pt x="1465" y="6942"/>
                    <a:pt x="1416" y="7013"/>
                    <a:pt x="1378" y="7094"/>
                  </a:cubicBezTo>
                  <a:cubicBezTo>
                    <a:pt x="1296" y="7367"/>
                    <a:pt x="1241" y="7644"/>
                    <a:pt x="1209" y="7922"/>
                  </a:cubicBezTo>
                  <a:cubicBezTo>
                    <a:pt x="1192" y="8047"/>
                    <a:pt x="1171" y="8221"/>
                    <a:pt x="1296" y="8281"/>
                  </a:cubicBezTo>
                  <a:cubicBezTo>
                    <a:pt x="1323" y="8294"/>
                    <a:pt x="1348" y="8299"/>
                    <a:pt x="1373" y="8299"/>
                  </a:cubicBezTo>
                  <a:cubicBezTo>
                    <a:pt x="1484" y="8299"/>
                    <a:pt x="1566" y="8180"/>
                    <a:pt x="1633" y="8091"/>
                  </a:cubicBezTo>
                  <a:cubicBezTo>
                    <a:pt x="1873" y="7786"/>
                    <a:pt x="2156" y="7552"/>
                    <a:pt x="2515" y="7410"/>
                  </a:cubicBezTo>
                  <a:lnTo>
                    <a:pt x="2515" y="7410"/>
                  </a:lnTo>
                  <a:cubicBezTo>
                    <a:pt x="2363" y="7476"/>
                    <a:pt x="2227" y="7563"/>
                    <a:pt x="2107" y="7677"/>
                  </a:cubicBezTo>
                  <a:cubicBezTo>
                    <a:pt x="1791" y="7960"/>
                    <a:pt x="1535" y="8303"/>
                    <a:pt x="1231" y="8602"/>
                  </a:cubicBezTo>
                  <a:cubicBezTo>
                    <a:pt x="1084" y="8744"/>
                    <a:pt x="986" y="8945"/>
                    <a:pt x="909" y="9147"/>
                  </a:cubicBezTo>
                  <a:cubicBezTo>
                    <a:pt x="877" y="9234"/>
                    <a:pt x="844" y="9343"/>
                    <a:pt x="931" y="9408"/>
                  </a:cubicBezTo>
                  <a:cubicBezTo>
                    <a:pt x="956" y="9427"/>
                    <a:pt x="979" y="9434"/>
                    <a:pt x="1000" y="9434"/>
                  </a:cubicBezTo>
                  <a:cubicBezTo>
                    <a:pt x="1066" y="9434"/>
                    <a:pt x="1114" y="9360"/>
                    <a:pt x="1160" y="9310"/>
                  </a:cubicBezTo>
                  <a:cubicBezTo>
                    <a:pt x="1269" y="9190"/>
                    <a:pt x="1383" y="9071"/>
                    <a:pt x="1497" y="8973"/>
                  </a:cubicBezTo>
                  <a:lnTo>
                    <a:pt x="1497" y="8973"/>
                  </a:lnTo>
                  <a:cubicBezTo>
                    <a:pt x="1231" y="9288"/>
                    <a:pt x="958" y="9620"/>
                    <a:pt x="931" y="10078"/>
                  </a:cubicBezTo>
                  <a:cubicBezTo>
                    <a:pt x="1035" y="10143"/>
                    <a:pt x="958" y="10296"/>
                    <a:pt x="1073" y="10355"/>
                  </a:cubicBezTo>
                  <a:cubicBezTo>
                    <a:pt x="1122" y="10328"/>
                    <a:pt x="1127" y="10263"/>
                    <a:pt x="1182" y="10225"/>
                  </a:cubicBezTo>
                  <a:cubicBezTo>
                    <a:pt x="1269" y="10682"/>
                    <a:pt x="1285" y="11145"/>
                    <a:pt x="1405" y="11591"/>
                  </a:cubicBezTo>
                  <a:cubicBezTo>
                    <a:pt x="1307" y="11346"/>
                    <a:pt x="1263" y="11096"/>
                    <a:pt x="1231" y="10840"/>
                  </a:cubicBezTo>
                  <a:cubicBezTo>
                    <a:pt x="1220" y="10731"/>
                    <a:pt x="1252" y="10590"/>
                    <a:pt x="1084" y="10562"/>
                  </a:cubicBezTo>
                  <a:lnTo>
                    <a:pt x="1084" y="10562"/>
                  </a:lnTo>
                  <a:cubicBezTo>
                    <a:pt x="1084" y="10824"/>
                    <a:pt x="1084" y="11079"/>
                    <a:pt x="1122" y="11346"/>
                  </a:cubicBezTo>
                  <a:cubicBezTo>
                    <a:pt x="1154" y="11586"/>
                    <a:pt x="1274" y="11874"/>
                    <a:pt x="1073" y="12114"/>
                  </a:cubicBezTo>
                  <a:cubicBezTo>
                    <a:pt x="1084" y="12342"/>
                    <a:pt x="1296" y="12370"/>
                    <a:pt x="1432" y="12457"/>
                  </a:cubicBezTo>
                  <a:cubicBezTo>
                    <a:pt x="2428" y="13077"/>
                    <a:pt x="3495" y="13600"/>
                    <a:pt x="4296" y="14504"/>
                  </a:cubicBezTo>
                  <a:cubicBezTo>
                    <a:pt x="4355" y="14567"/>
                    <a:pt x="4427" y="14630"/>
                    <a:pt x="4519" y="14630"/>
                  </a:cubicBezTo>
                  <a:cubicBezTo>
                    <a:pt x="4546" y="14630"/>
                    <a:pt x="4575" y="14625"/>
                    <a:pt x="4606" y="14613"/>
                  </a:cubicBezTo>
                  <a:cubicBezTo>
                    <a:pt x="4688" y="14542"/>
                    <a:pt x="4704" y="14449"/>
                    <a:pt x="4688" y="14357"/>
                  </a:cubicBezTo>
                  <a:cubicBezTo>
                    <a:pt x="4628" y="13987"/>
                    <a:pt x="4606" y="13600"/>
                    <a:pt x="4443" y="13263"/>
                  </a:cubicBezTo>
                  <a:cubicBezTo>
                    <a:pt x="4154" y="12658"/>
                    <a:pt x="4078" y="12010"/>
                    <a:pt x="3991" y="11357"/>
                  </a:cubicBezTo>
                  <a:cubicBezTo>
                    <a:pt x="3942" y="10992"/>
                    <a:pt x="3958" y="10666"/>
                    <a:pt x="4219" y="10383"/>
                  </a:cubicBezTo>
                  <a:cubicBezTo>
                    <a:pt x="4236" y="10306"/>
                    <a:pt x="4165" y="10236"/>
                    <a:pt x="4192" y="10149"/>
                  </a:cubicBezTo>
                  <a:lnTo>
                    <a:pt x="4192" y="10149"/>
                  </a:lnTo>
                  <a:cubicBezTo>
                    <a:pt x="4268" y="10166"/>
                    <a:pt x="4340" y="10210"/>
                    <a:pt x="4415" y="10210"/>
                  </a:cubicBezTo>
                  <a:cubicBezTo>
                    <a:pt x="4431" y="10210"/>
                    <a:pt x="4448" y="10208"/>
                    <a:pt x="4464" y="10203"/>
                  </a:cubicBezTo>
                  <a:cubicBezTo>
                    <a:pt x="4562" y="10178"/>
                    <a:pt x="4658" y="10167"/>
                    <a:pt x="4753" y="10167"/>
                  </a:cubicBezTo>
                  <a:cubicBezTo>
                    <a:pt x="5007" y="10167"/>
                    <a:pt x="5253" y="10244"/>
                    <a:pt x="5499" y="10323"/>
                  </a:cubicBezTo>
                  <a:cubicBezTo>
                    <a:pt x="5662" y="10383"/>
                    <a:pt x="5842" y="10410"/>
                    <a:pt x="6016" y="10432"/>
                  </a:cubicBezTo>
                  <a:cubicBezTo>
                    <a:pt x="6680" y="10519"/>
                    <a:pt x="6675" y="10513"/>
                    <a:pt x="6500" y="11172"/>
                  </a:cubicBezTo>
                  <a:cubicBezTo>
                    <a:pt x="6451" y="11368"/>
                    <a:pt x="6310" y="11564"/>
                    <a:pt x="6457" y="11771"/>
                  </a:cubicBezTo>
                  <a:cubicBezTo>
                    <a:pt x="6549" y="11727"/>
                    <a:pt x="6577" y="11629"/>
                    <a:pt x="6593" y="11548"/>
                  </a:cubicBezTo>
                  <a:cubicBezTo>
                    <a:pt x="6691" y="11014"/>
                    <a:pt x="6941" y="10633"/>
                    <a:pt x="7518" y="10546"/>
                  </a:cubicBezTo>
                  <a:cubicBezTo>
                    <a:pt x="7628" y="10514"/>
                    <a:pt x="7736" y="10502"/>
                    <a:pt x="7844" y="10502"/>
                  </a:cubicBezTo>
                  <a:cubicBezTo>
                    <a:pt x="8085" y="10502"/>
                    <a:pt x="8323" y="10563"/>
                    <a:pt x="8564" y="10600"/>
                  </a:cubicBezTo>
                  <a:cubicBezTo>
                    <a:pt x="8784" y="10637"/>
                    <a:pt x="9000" y="10680"/>
                    <a:pt x="9220" y="10680"/>
                  </a:cubicBezTo>
                  <a:cubicBezTo>
                    <a:pt x="9359" y="10680"/>
                    <a:pt x="9498" y="10663"/>
                    <a:pt x="9642" y="10617"/>
                  </a:cubicBezTo>
                  <a:cubicBezTo>
                    <a:pt x="9881" y="10535"/>
                    <a:pt x="10055" y="10470"/>
                    <a:pt x="9876" y="10132"/>
                  </a:cubicBezTo>
                  <a:lnTo>
                    <a:pt x="9876" y="10132"/>
                  </a:lnTo>
                  <a:cubicBezTo>
                    <a:pt x="9948" y="10159"/>
                    <a:pt x="10013" y="10171"/>
                    <a:pt x="10072" y="10171"/>
                  </a:cubicBezTo>
                  <a:cubicBezTo>
                    <a:pt x="10237" y="10171"/>
                    <a:pt x="10355" y="10080"/>
                    <a:pt x="10480" y="9996"/>
                  </a:cubicBezTo>
                  <a:cubicBezTo>
                    <a:pt x="10872" y="9735"/>
                    <a:pt x="11122" y="9348"/>
                    <a:pt x="11416" y="9000"/>
                  </a:cubicBezTo>
                  <a:cubicBezTo>
                    <a:pt x="11335" y="8809"/>
                    <a:pt x="11231" y="8635"/>
                    <a:pt x="11046" y="8526"/>
                  </a:cubicBezTo>
                  <a:cubicBezTo>
                    <a:pt x="10924" y="8514"/>
                    <a:pt x="10817" y="8507"/>
                    <a:pt x="10721" y="8507"/>
                  </a:cubicBezTo>
                  <a:cubicBezTo>
                    <a:pt x="10485" y="8507"/>
                    <a:pt x="10317" y="8548"/>
                    <a:pt x="10142" y="8641"/>
                  </a:cubicBezTo>
                  <a:cubicBezTo>
                    <a:pt x="10110" y="8570"/>
                    <a:pt x="10126" y="8499"/>
                    <a:pt x="10164" y="8439"/>
                  </a:cubicBezTo>
                  <a:cubicBezTo>
                    <a:pt x="10311" y="8189"/>
                    <a:pt x="10224" y="7998"/>
                    <a:pt x="10028" y="7819"/>
                  </a:cubicBezTo>
                  <a:cubicBezTo>
                    <a:pt x="9919" y="7726"/>
                    <a:pt x="9821" y="7628"/>
                    <a:pt x="9729" y="7525"/>
                  </a:cubicBezTo>
                  <a:cubicBezTo>
                    <a:pt x="9250" y="7002"/>
                    <a:pt x="8901" y="6392"/>
                    <a:pt x="8498" y="5750"/>
                  </a:cubicBezTo>
                  <a:lnTo>
                    <a:pt x="8498" y="5750"/>
                  </a:lnTo>
                  <a:cubicBezTo>
                    <a:pt x="8657" y="5839"/>
                    <a:pt x="8746" y="5889"/>
                    <a:pt x="8803" y="5889"/>
                  </a:cubicBezTo>
                  <a:cubicBezTo>
                    <a:pt x="8876" y="5889"/>
                    <a:pt x="8899" y="5809"/>
                    <a:pt x="8950" y="5630"/>
                  </a:cubicBezTo>
                  <a:cubicBezTo>
                    <a:pt x="8988" y="5510"/>
                    <a:pt x="9043" y="5412"/>
                    <a:pt x="9130" y="5331"/>
                  </a:cubicBezTo>
                  <a:cubicBezTo>
                    <a:pt x="9108" y="4999"/>
                    <a:pt x="9086" y="4666"/>
                    <a:pt x="9059" y="4334"/>
                  </a:cubicBezTo>
                  <a:cubicBezTo>
                    <a:pt x="9047" y="4327"/>
                    <a:pt x="9035" y="4325"/>
                    <a:pt x="9023" y="4325"/>
                  </a:cubicBezTo>
                  <a:cubicBezTo>
                    <a:pt x="8983" y="4325"/>
                    <a:pt x="8943" y="4355"/>
                    <a:pt x="8896" y="4355"/>
                  </a:cubicBezTo>
                  <a:cubicBezTo>
                    <a:pt x="8882" y="4355"/>
                    <a:pt x="8867" y="4352"/>
                    <a:pt x="8852" y="4345"/>
                  </a:cubicBezTo>
                  <a:cubicBezTo>
                    <a:pt x="9043" y="4057"/>
                    <a:pt x="9201" y="3752"/>
                    <a:pt x="9152" y="3393"/>
                  </a:cubicBezTo>
                  <a:cubicBezTo>
                    <a:pt x="9032" y="2581"/>
                    <a:pt x="9157" y="1803"/>
                    <a:pt x="9380" y="1030"/>
                  </a:cubicBezTo>
                  <a:cubicBezTo>
                    <a:pt x="9456" y="763"/>
                    <a:pt x="9609" y="513"/>
                    <a:pt x="9560" y="219"/>
                  </a:cubicBezTo>
                  <a:cubicBezTo>
                    <a:pt x="9467" y="213"/>
                    <a:pt x="9511" y="143"/>
                    <a:pt x="9505" y="94"/>
                  </a:cubicBezTo>
                  <a:lnTo>
                    <a:pt x="9505" y="94"/>
                  </a:lnTo>
                  <a:cubicBezTo>
                    <a:pt x="9266" y="126"/>
                    <a:pt x="9195" y="344"/>
                    <a:pt x="9075" y="496"/>
                  </a:cubicBezTo>
                  <a:cubicBezTo>
                    <a:pt x="8743" y="922"/>
                    <a:pt x="8579" y="1438"/>
                    <a:pt x="8366" y="1877"/>
                  </a:cubicBezTo>
                  <a:lnTo>
                    <a:pt x="8366" y="1877"/>
                  </a:lnTo>
                  <a:cubicBezTo>
                    <a:pt x="8372" y="1828"/>
                    <a:pt x="8346" y="1771"/>
                    <a:pt x="8291" y="1716"/>
                  </a:cubicBezTo>
                  <a:cubicBezTo>
                    <a:pt x="8144" y="2091"/>
                    <a:pt x="7889" y="2434"/>
                    <a:pt x="7938" y="2875"/>
                  </a:cubicBezTo>
                  <a:cubicBezTo>
                    <a:pt x="7959" y="3088"/>
                    <a:pt x="7854" y="3134"/>
                    <a:pt x="7714" y="3134"/>
                  </a:cubicBezTo>
                  <a:cubicBezTo>
                    <a:pt x="7675" y="3134"/>
                    <a:pt x="7632" y="3131"/>
                    <a:pt x="7589" y="3126"/>
                  </a:cubicBezTo>
                  <a:lnTo>
                    <a:pt x="7589" y="3126"/>
                  </a:lnTo>
                  <a:cubicBezTo>
                    <a:pt x="7638" y="3283"/>
                    <a:pt x="7696" y="3360"/>
                    <a:pt x="7771" y="3360"/>
                  </a:cubicBezTo>
                  <a:cubicBezTo>
                    <a:pt x="7821" y="3360"/>
                    <a:pt x="7879" y="3327"/>
                    <a:pt x="7948" y="3262"/>
                  </a:cubicBezTo>
                  <a:cubicBezTo>
                    <a:pt x="8117" y="3104"/>
                    <a:pt x="8134" y="2875"/>
                    <a:pt x="8183" y="2679"/>
                  </a:cubicBezTo>
                  <a:lnTo>
                    <a:pt x="8183" y="2679"/>
                  </a:lnTo>
                  <a:cubicBezTo>
                    <a:pt x="8193" y="3148"/>
                    <a:pt x="7676" y="3491"/>
                    <a:pt x="7883" y="4030"/>
                  </a:cubicBezTo>
                  <a:cubicBezTo>
                    <a:pt x="7709" y="3725"/>
                    <a:pt x="7540" y="3442"/>
                    <a:pt x="7339" y="3186"/>
                  </a:cubicBezTo>
                  <a:cubicBezTo>
                    <a:pt x="7221" y="3041"/>
                    <a:pt x="7124" y="2848"/>
                    <a:pt x="6896" y="2848"/>
                  </a:cubicBezTo>
                  <a:cubicBezTo>
                    <a:pt x="6893" y="2848"/>
                    <a:pt x="6890" y="2848"/>
                    <a:pt x="6887" y="2848"/>
                  </a:cubicBezTo>
                  <a:cubicBezTo>
                    <a:pt x="6920" y="3055"/>
                    <a:pt x="7039" y="3305"/>
                    <a:pt x="6669" y="3338"/>
                  </a:cubicBezTo>
                  <a:cubicBezTo>
                    <a:pt x="6593" y="3431"/>
                    <a:pt x="6734" y="3534"/>
                    <a:pt x="6636" y="3665"/>
                  </a:cubicBezTo>
                  <a:cubicBezTo>
                    <a:pt x="6234" y="3060"/>
                    <a:pt x="5624" y="2739"/>
                    <a:pt x="5036" y="2385"/>
                  </a:cubicBezTo>
                  <a:cubicBezTo>
                    <a:pt x="4873" y="2287"/>
                    <a:pt x="4786" y="2064"/>
                    <a:pt x="4557" y="2064"/>
                  </a:cubicBezTo>
                  <a:cubicBezTo>
                    <a:pt x="4579" y="2168"/>
                    <a:pt x="4464" y="2315"/>
                    <a:pt x="4649" y="2364"/>
                  </a:cubicBezTo>
                  <a:cubicBezTo>
                    <a:pt x="4731" y="3044"/>
                    <a:pt x="5259" y="3458"/>
                    <a:pt x="5662" y="3959"/>
                  </a:cubicBezTo>
                  <a:cubicBezTo>
                    <a:pt x="5588" y="3991"/>
                    <a:pt x="5521" y="4003"/>
                    <a:pt x="5458" y="4003"/>
                  </a:cubicBezTo>
                  <a:cubicBezTo>
                    <a:pt x="5382" y="4003"/>
                    <a:pt x="5311" y="3985"/>
                    <a:pt x="5243" y="3964"/>
                  </a:cubicBezTo>
                  <a:cubicBezTo>
                    <a:pt x="4916" y="3866"/>
                    <a:pt x="4579" y="3823"/>
                    <a:pt x="4241" y="3768"/>
                  </a:cubicBezTo>
                  <a:cubicBezTo>
                    <a:pt x="4162" y="3756"/>
                    <a:pt x="4078" y="3730"/>
                    <a:pt x="3997" y="3730"/>
                  </a:cubicBezTo>
                  <a:cubicBezTo>
                    <a:pt x="3939" y="3730"/>
                    <a:pt x="3883" y="3743"/>
                    <a:pt x="3833" y="3785"/>
                  </a:cubicBezTo>
                  <a:cubicBezTo>
                    <a:pt x="3708" y="3883"/>
                    <a:pt x="3844" y="4040"/>
                    <a:pt x="3827" y="4215"/>
                  </a:cubicBezTo>
                  <a:cubicBezTo>
                    <a:pt x="3452" y="3948"/>
                    <a:pt x="3071" y="3779"/>
                    <a:pt x="2706" y="3594"/>
                  </a:cubicBezTo>
                  <a:cubicBezTo>
                    <a:pt x="2080" y="3267"/>
                    <a:pt x="1829" y="2718"/>
                    <a:pt x="1731" y="2053"/>
                  </a:cubicBezTo>
                  <a:cubicBezTo>
                    <a:pt x="1644" y="1471"/>
                    <a:pt x="1661" y="888"/>
                    <a:pt x="1704" y="306"/>
                  </a:cubicBezTo>
                  <a:cubicBezTo>
                    <a:pt x="1731" y="202"/>
                    <a:pt x="1742" y="99"/>
                    <a:pt x="16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40"/>
            <p:cNvSpPr/>
            <p:nvPr/>
          </p:nvSpPr>
          <p:spPr>
            <a:xfrm>
              <a:off x="690187" y="1381608"/>
              <a:ext cx="2621856" cy="1622859"/>
            </a:xfrm>
            <a:custGeom>
              <a:rect b="b" l="l" r="r" t="t"/>
              <a:pathLst>
                <a:path extrusionOk="0" h="24559" w="39677">
                  <a:moveTo>
                    <a:pt x="12835" y="1"/>
                  </a:moveTo>
                  <a:cubicBezTo>
                    <a:pt x="12417" y="1"/>
                    <a:pt x="11997" y="28"/>
                    <a:pt x="11574" y="76"/>
                  </a:cubicBezTo>
                  <a:cubicBezTo>
                    <a:pt x="10428" y="204"/>
                    <a:pt x="9287" y="433"/>
                    <a:pt x="8123" y="433"/>
                  </a:cubicBezTo>
                  <a:cubicBezTo>
                    <a:pt x="8049" y="433"/>
                    <a:pt x="7974" y="432"/>
                    <a:pt x="7899" y="430"/>
                  </a:cubicBezTo>
                  <a:cubicBezTo>
                    <a:pt x="7867" y="428"/>
                    <a:pt x="7829" y="425"/>
                    <a:pt x="7792" y="425"/>
                  </a:cubicBezTo>
                  <a:cubicBezTo>
                    <a:pt x="7705" y="425"/>
                    <a:pt x="7622" y="444"/>
                    <a:pt x="7622" y="555"/>
                  </a:cubicBezTo>
                  <a:cubicBezTo>
                    <a:pt x="7617" y="677"/>
                    <a:pt x="7748" y="703"/>
                    <a:pt x="7858" y="703"/>
                  </a:cubicBezTo>
                  <a:cubicBezTo>
                    <a:pt x="7870" y="703"/>
                    <a:pt x="7882" y="703"/>
                    <a:pt x="7894" y="702"/>
                  </a:cubicBezTo>
                  <a:cubicBezTo>
                    <a:pt x="7925" y="701"/>
                    <a:pt x="7956" y="701"/>
                    <a:pt x="7987" y="701"/>
                  </a:cubicBezTo>
                  <a:cubicBezTo>
                    <a:pt x="8418" y="701"/>
                    <a:pt x="8840" y="789"/>
                    <a:pt x="9271" y="789"/>
                  </a:cubicBezTo>
                  <a:cubicBezTo>
                    <a:pt x="9329" y="789"/>
                    <a:pt x="9387" y="787"/>
                    <a:pt x="9446" y="784"/>
                  </a:cubicBezTo>
                  <a:cubicBezTo>
                    <a:pt x="9568" y="775"/>
                    <a:pt x="9691" y="771"/>
                    <a:pt x="9812" y="771"/>
                  </a:cubicBezTo>
                  <a:cubicBezTo>
                    <a:pt x="10701" y="771"/>
                    <a:pt x="11568" y="981"/>
                    <a:pt x="12440" y="1148"/>
                  </a:cubicBezTo>
                  <a:cubicBezTo>
                    <a:pt x="13093" y="1268"/>
                    <a:pt x="13719" y="1491"/>
                    <a:pt x="14073" y="2117"/>
                  </a:cubicBezTo>
                  <a:cubicBezTo>
                    <a:pt x="14291" y="2499"/>
                    <a:pt x="14612" y="2771"/>
                    <a:pt x="14939" y="3043"/>
                  </a:cubicBezTo>
                  <a:cubicBezTo>
                    <a:pt x="15891" y="3838"/>
                    <a:pt x="16942" y="4513"/>
                    <a:pt x="17813" y="5427"/>
                  </a:cubicBezTo>
                  <a:cubicBezTo>
                    <a:pt x="18390" y="6032"/>
                    <a:pt x="18989" y="6647"/>
                    <a:pt x="19713" y="7104"/>
                  </a:cubicBezTo>
                  <a:cubicBezTo>
                    <a:pt x="19925" y="7240"/>
                    <a:pt x="20116" y="7431"/>
                    <a:pt x="20236" y="7670"/>
                  </a:cubicBezTo>
                  <a:cubicBezTo>
                    <a:pt x="20295" y="7796"/>
                    <a:pt x="20339" y="7942"/>
                    <a:pt x="20208" y="8019"/>
                  </a:cubicBezTo>
                  <a:cubicBezTo>
                    <a:pt x="20181" y="8035"/>
                    <a:pt x="20158" y="8042"/>
                    <a:pt x="20137" y="8042"/>
                  </a:cubicBezTo>
                  <a:cubicBezTo>
                    <a:pt x="20049" y="8042"/>
                    <a:pt x="20011" y="7916"/>
                    <a:pt x="19958" y="7850"/>
                  </a:cubicBezTo>
                  <a:cubicBezTo>
                    <a:pt x="19664" y="7507"/>
                    <a:pt x="19375" y="7175"/>
                    <a:pt x="18913" y="7039"/>
                  </a:cubicBezTo>
                  <a:cubicBezTo>
                    <a:pt x="18868" y="7026"/>
                    <a:pt x="18825" y="7021"/>
                    <a:pt x="18782" y="7021"/>
                  </a:cubicBezTo>
                  <a:cubicBezTo>
                    <a:pt x="18662" y="7021"/>
                    <a:pt x="18548" y="7060"/>
                    <a:pt x="18426" y="7060"/>
                  </a:cubicBezTo>
                  <a:cubicBezTo>
                    <a:pt x="18393" y="7060"/>
                    <a:pt x="18359" y="7057"/>
                    <a:pt x="18325" y="7050"/>
                  </a:cubicBezTo>
                  <a:cubicBezTo>
                    <a:pt x="17884" y="6963"/>
                    <a:pt x="17568" y="6679"/>
                    <a:pt x="17230" y="6429"/>
                  </a:cubicBezTo>
                  <a:cubicBezTo>
                    <a:pt x="17118" y="6346"/>
                    <a:pt x="17017" y="6307"/>
                    <a:pt x="16924" y="6307"/>
                  </a:cubicBezTo>
                  <a:cubicBezTo>
                    <a:pt x="16791" y="6307"/>
                    <a:pt x="16676" y="6387"/>
                    <a:pt x="16577" y="6538"/>
                  </a:cubicBezTo>
                  <a:cubicBezTo>
                    <a:pt x="16447" y="6734"/>
                    <a:pt x="16349" y="6952"/>
                    <a:pt x="16234" y="7153"/>
                  </a:cubicBezTo>
                  <a:cubicBezTo>
                    <a:pt x="16198" y="7217"/>
                    <a:pt x="16177" y="7317"/>
                    <a:pt x="16109" y="7317"/>
                  </a:cubicBezTo>
                  <a:cubicBezTo>
                    <a:pt x="16085" y="7317"/>
                    <a:pt x="16055" y="7304"/>
                    <a:pt x="16016" y="7273"/>
                  </a:cubicBezTo>
                  <a:cubicBezTo>
                    <a:pt x="15831" y="7126"/>
                    <a:pt x="15619" y="7153"/>
                    <a:pt x="15407" y="7148"/>
                  </a:cubicBezTo>
                  <a:cubicBezTo>
                    <a:pt x="14329" y="7115"/>
                    <a:pt x="13251" y="7028"/>
                    <a:pt x="12211" y="6734"/>
                  </a:cubicBezTo>
                  <a:cubicBezTo>
                    <a:pt x="11160" y="6435"/>
                    <a:pt x="10137" y="6048"/>
                    <a:pt x="9108" y="5689"/>
                  </a:cubicBezTo>
                  <a:cubicBezTo>
                    <a:pt x="8454" y="5459"/>
                    <a:pt x="7806" y="5329"/>
                    <a:pt x="7163" y="5329"/>
                  </a:cubicBezTo>
                  <a:cubicBezTo>
                    <a:pt x="6462" y="5329"/>
                    <a:pt x="5767" y="5484"/>
                    <a:pt x="5074" y="5836"/>
                  </a:cubicBezTo>
                  <a:cubicBezTo>
                    <a:pt x="4775" y="5988"/>
                    <a:pt x="4453" y="6108"/>
                    <a:pt x="4110" y="6162"/>
                  </a:cubicBezTo>
                  <a:cubicBezTo>
                    <a:pt x="3463" y="6266"/>
                    <a:pt x="2820" y="6386"/>
                    <a:pt x="2172" y="6494"/>
                  </a:cubicBezTo>
                  <a:cubicBezTo>
                    <a:pt x="1791" y="6652"/>
                    <a:pt x="1405" y="6783"/>
                    <a:pt x="1040" y="6968"/>
                  </a:cubicBezTo>
                  <a:cubicBezTo>
                    <a:pt x="670" y="7153"/>
                    <a:pt x="327" y="7393"/>
                    <a:pt x="147" y="7785"/>
                  </a:cubicBezTo>
                  <a:cubicBezTo>
                    <a:pt x="98" y="7888"/>
                    <a:pt x="0" y="8013"/>
                    <a:pt x="142" y="8133"/>
                  </a:cubicBezTo>
                  <a:cubicBezTo>
                    <a:pt x="192" y="8179"/>
                    <a:pt x="241" y="8195"/>
                    <a:pt x="291" y="8195"/>
                  </a:cubicBezTo>
                  <a:cubicBezTo>
                    <a:pt x="359" y="8195"/>
                    <a:pt x="428" y="8164"/>
                    <a:pt x="501" y="8138"/>
                  </a:cubicBezTo>
                  <a:cubicBezTo>
                    <a:pt x="1095" y="7918"/>
                    <a:pt x="1709" y="7783"/>
                    <a:pt x="2340" y="7783"/>
                  </a:cubicBezTo>
                  <a:cubicBezTo>
                    <a:pt x="2472" y="7783"/>
                    <a:pt x="2605" y="7789"/>
                    <a:pt x="2739" y="7801"/>
                  </a:cubicBezTo>
                  <a:cubicBezTo>
                    <a:pt x="2875" y="7823"/>
                    <a:pt x="2994" y="7894"/>
                    <a:pt x="3060" y="8002"/>
                  </a:cubicBezTo>
                  <a:cubicBezTo>
                    <a:pt x="3307" y="8394"/>
                    <a:pt x="3638" y="8507"/>
                    <a:pt x="4001" y="8507"/>
                  </a:cubicBezTo>
                  <a:cubicBezTo>
                    <a:pt x="4174" y="8507"/>
                    <a:pt x="4353" y="8482"/>
                    <a:pt x="4535" y="8449"/>
                  </a:cubicBezTo>
                  <a:cubicBezTo>
                    <a:pt x="4584" y="8441"/>
                    <a:pt x="4629" y="8437"/>
                    <a:pt x="4673" y="8437"/>
                  </a:cubicBezTo>
                  <a:cubicBezTo>
                    <a:pt x="4786" y="8437"/>
                    <a:pt x="4888" y="8465"/>
                    <a:pt x="4998" y="8536"/>
                  </a:cubicBezTo>
                  <a:cubicBezTo>
                    <a:pt x="5232" y="8694"/>
                    <a:pt x="5384" y="8901"/>
                    <a:pt x="5477" y="9167"/>
                  </a:cubicBezTo>
                  <a:cubicBezTo>
                    <a:pt x="5667" y="9723"/>
                    <a:pt x="5896" y="10262"/>
                    <a:pt x="6277" y="10730"/>
                  </a:cubicBezTo>
                  <a:cubicBezTo>
                    <a:pt x="6517" y="11024"/>
                    <a:pt x="6800" y="11182"/>
                    <a:pt x="7181" y="11182"/>
                  </a:cubicBezTo>
                  <a:cubicBezTo>
                    <a:pt x="7382" y="11182"/>
                    <a:pt x="7578" y="11187"/>
                    <a:pt x="7780" y="11231"/>
                  </a:cubicBezTo>
                  <a:cubicBezTo>
                    <a:pt x="8460" y="11394"/>
                    <a:pt x="9081" y="11704"/>
                    <a:pt x="9718" y="11976"/>
                  </a:cubicBezTo>
                  <a:cubicBezTo>
                    <a:pt x="10303" y="12233"/>
                    <a:pt x="10900" y="12325"/>
                    <a:pt x="11505" y="12325"/>
                  </a:cubicBezTo>
                  <a:cubicBezTo>
                    <a:pt x="11761" y="12325"/>
                    <a:pt x="12018" y="12309"/>
                    <a:pt x="12276" y="12281"/>
                  </a:cubicBezTo>
                  <a:cubicBezTo>
                    <a:pt x="12307" y="12278"/>
                    <a:pt x="12339" y="12276"/>
                    <a:pt x="12373" y="12276"/>
                  </a:cubicBezTo>
                  <a:cubicBezTo>
                    <a:pt x="12886" y="12276"/>
                    <a:pt x="13806" y="12649"/>
                    <a:pt x="14051" y="13027"/>
                  </a:cubicBezTo>
                  <a:cubicBezTo>
                    <a:pt x="14155" y="13190"/>
                    <a:pt x="14209" y="13332"/>
                    <a:pt x="13937" y="13381"/>
                  </a:cubicBezTo>
                  <a:cubicBezTo>
                    <a:pt x="13735" y="13414"/>
                    <a:pt x="13578" y="13539"/>
                    <a:pt x="13409" y="13653"/>
                  </a:cubicBezTo>
                  <a:cubicBezTo>
                    <a:pt x="13239" y="13770"/>
                    <a:pt x="13101" y="13953"/>
                    <a:pt x="12853" y="13953"/>
                  </a:cubicBezTo>
                  <a:cubicBezTo>
                    <a:pt x="12846" y="13953"/>
                    <a:pt x="12839" y="13953"/>
                    <a:pt x="12832" y="13953"/>
                  </a:cubicBezTo>
                  <a:cubicBezTo>
                    <a:pt x="12685" y="13953"/>
                    <a:pt x="12647" y="14083"/>
                    <a:pt x="12701" y="14219"/>
                  </a:cubicBezTo>
                  <a:cubicBezTo>
                    <a:pt x="12755" y="14356"/>
                    <a:pt x="12832" y="14492"/>
                    <a:pt x="12897" y="14628"/>
                  </a:cubicBezTo>
                  <a:cubicBezTo>
                    <a:pt x="13218" y="15357"/>
                    <a:pt x="13948" y="15678"/>
                    <a:pt x="14492" y="16185"/>
                  </a:cubicBezTo>
                  <a:cubicBezTo>
                    <a:pt x="14653" y="16336"/>
                    <a:pt x="14879" y="16433"/>
                    <a:pt x="15110" y="16433"/>
                  </a:cubicBezTo>
                  <a:cubicBezTo>
                    <a:pt x="15169" y="16433"/>
                    <a:pt x="15228" y="16427"/>
                    <a:pt x="15287" y="16413"/>
                  </a:cubicBezTo>
                  <a:cubicBezTo>
                    <a:pt x="15364" y="16395"/>
                    <a:pt x="15437" y="16387"/>
                    <a:pt x="15509" y="16387"/>
                  </a:cubicBezTo>
                  <a:cubicBezTo>
                    <a:pt x="15840" y="16387"/>
                    <a:pt x="16117" y="16563"/>
                    <a:pt x="16408" y="16702"/>
                  </a:cubicBezTo>
                  <a:cubicBezTo>
                    <a:pt x="16648" y="16811"/>
                    <a:pt x="16626" y="16936"/>
                    <a:pt x="16430" y="17077"/>
                  </a:cubicBezTo>
                  <a:cubicBezTo>
                    <a:pt x="16307" y="17165"/>
                    <a:pt x="16179" y="17209"/>
                    <a:pt x="16027" y="17209"/>
                  </a:cubicBezTo>
                  <a:cubicBezTo>
                    <a:pt x="16018" y="17209"/>
                    <a:pt x="16009" y="17208"/>
                    <a:pt x="16000" y="17208"/>
                  </a:cubicBezTo>
                  <a:cubicBezTo>
                    <a:pt x="15950" y="17205"/>
                    <a:pt x="15900" y="17203"/>
                    <a:pt x="15849" y="17203"/>
                  </a:cubicBezTo>
                  <a:cubicBezTo>
                    <a:pt x="15714" y="17203"/>
                    <a:pt x="15580" y="17216"/>
                    <a:pt x="15445" y="17252"/>
                  </a:cubicBezTo>
                  <a:cubicBezTo>
                    <a:pt x="14967" y="17372"/>
                    <a:pt x="14487" y="17506"/>
                    <a:pt x="13997" y="17506"/>
                  </a:cubicBezTo>
                  <a:cubicBezTo>
                    <a:pt x="13867" y="17506"/>
                    <a:pt x="13736" y="17497"/>
                    <a:pt x="13605" y="17475"/>
                  </a:cubicBezTo>
                  <a:cubicBezTo>
                    <a:pt x="13496" y="17458"/>
                    <a:pt x="13394" y="17449"/>
                    <a:pt x="13296" y="17449"/>
                  </a:cubicBezTo>
                  <a:cubicBezTo>
                    <a:pt x="12721" y="17449"/>
                    <a:pt x="12321" y="17745"/>
                    <a:pt x="12010" y="18281"/>
                  </a:cubicBezTo>
                  <a:cubicBezTo>
                    <a:pt x="11841" y="18576"/>
                    <a:pt x="11584" y="18770"/>
                    <a:pt x="11241" y="18770"/>
                  </a:cubicBezTo>
                  <a:cubicBezTo>
                    <a:pt x="11186" y="18770"/>
                    <a:pt x="11128" y="18765"/>
                    <a:pt x="11068" y="18754"/>
                  </a:cubicBezTo>
                  <a:cubicBezTo>
                    <a:pt x="11007" y="18744"/>
                    <a:pt x="10949" y="18740"/>
                    <a:pt x="10893" y="18740"/>
                  </a:cubicBezTo>
                  <a:cubicBezTo>
                    <a:pt x="10575" y="18740"/>
                    <a:pt x="10322" y="18893"/>
                    <a:pt x="10104" y="19152"/>
                  </a:cubicBezTo>
                  <a:cubicBezTo>
                    <a:pt x="9957" y="19331"/>
                    <a:pt x="9789" y="19516"/>
                    <a:pt x="9533" y="19522"/>
                  </a:cubicBezTo>
                  <a:cubicBezTo>
                    <a:pt x="9364" y="19533"/>
                    <a:pt x="9250" y="19603"/>
                    <a:pt x="9124" y="19701"/>
                  </a:cubicBezTo>
                  <a:cubicBezTo>
                    <a:pt x="8852" y="19903"/>
                    <a:pt x="8613" y="20170"/>
                    <a:pt x="8139" y="20224"/>
                  </a:cubicBezTo>
                  <a:cubicBezTo>
                    <a:pt x="8912" y="19402"/>
                    <a:pt x="8602" y="18673"/>
                    <a:pt x="8085" y="17976"/>
                  </a:cubicBezTo>
                  <a:cubicBezTo>
                    <a:pt x="7867" y="17682"/>
                    <a:pt x="7660" y="17382"/>
                    <a:pt x="7524" y="17045"/>
                  </a:cubicBezTo>
                  <a:cubicBezTo>
                    <a:pt x="7235" y="16337"/>
                    <a:pt x="6566" y="16147"/>
                    <a:pt x="5945" y="15951"/>
                  </a:cubicBezTo>
                  <a:cubicBezTo>
                    <a:pt x="5629" y="15847"/>
                    <a:pt x="5259" y="15825"/>
                    <a:pt x="4911" y="15771"/>
                  </a:cubicBezTo>
                  <a:cubicBezTo>
                    <a:pt x="4792" y="15748"/>
                    <a:pt x="4680" y="15726"/>
                    <a:pt x="4566" y="15726"/>
                  </a:cubicBezTo>
                  <a:cubicBezTo>
                    <a:pt x="4487" y="15726"/>
                    <a:pt x="4407" y="15737"/>
                    <a:pt x="4323" y="15765"/>
                  </a:cubicBezTo>
                  <a:cubicBezTo>
                    <a:pt x="4274" y="15782"/>
                    <a:pt x="4208" y="15802"/>
                    <a:pt x="4149" y="15802"/>
                  </a:cubicBezTo>
                  <a:cubicBezTo>
                    <a:pt x="4090" y="15802"/>
                    <a:pt x="4037" y="15782"/>
                    <a:pt x="4012" y="15716"/>
                  </a:cubicBezTo>
                  <a:cubicBezTo>
                    <a:pt x="3963" y="15597"/>
                    <a:pt x="4110" y="15515"/>
                    <a:pt x="4208" y="15461"/>
                  </a:cubicBezTo>
                  <a:cubicBezTo>
                    <a:pt x="4775" y="15145"/>
                    <a:pt x="5281" y="14742"/>
                    <a:pt x="5853" y="14437"/>
                  </a:cubicBezTo>
                  <a:cubicBezTo>
                    <a:pt x="6538" y="14078"/>
                    <a:pt x="7301" y="13866"/>
                    <a:pt x="7938" y="13408"/>
                  </a:cubicBezTo>
                  <a:cubicBezTo>
                    <a:pt x="8036" y="13337"/>
                    <a:pt x="8155" y="13288"/>
                    <a:pt x="8134" y="13147"/>
                  </a:cubicBezTo>
                  <a:cubicBezTo>
                    <a:pt x="8101" y="12984"/>
                    <a:pt x="7965" y="12956"/>
                    <a:pt x="7834" y="12956"/>
                  </a:cubicBezTo>
                  <a:cubicBezTo>
                    <a:pt x="7322" y="12956"/>
                    <a:pt x="6816" y="12951"/>
                    <a:pt x="6304" y="12891"/>
                  </a:cubicBezTo>
                  <a:cubicBezTo>
                    <a:pt x="6016" y="12858"/>
                    <a:pt x="5787" y="12793"/>
                    <a:pt x="5591" y="12575"/>
                  </a:cubicBezTo>
                  <a:cubicBezTo>
                    <a:pt x="5489" y="12458"/>
                    <a:pt x="5393" y="12298"/>
                    <a:pt x="5188" y="12298"/>
                  </a:cubicBezTo>
                  <a:cubicBezTo>
                    <a:pt x="5184" y="12298"/>
                    <a:pt x="5181" y="12298"/>
                    <a:pt x="5177" y="12298"/>
                  </a:cubicBezTo>
                  <a:cubicBezTo>
                    <a:pt x="5177" y="12554"/>
                    <a:pt x="5395" y="12679"/>
                    <a:pt x="5450" y="12880"/>
                  </a:cubicBezTo>
                  <a:cubicBezTo>
                    <a:pt x="6048" y="13386"/>
                    <a:pt x="6789" y="13278"/>
                    <a:pt x="7567" y="13359"/>
                  </a:cubicBezTo>
                  <a:cubicBezTo>
                    <a:pt x="7486" y="13397"/>
                    <a:pt x="7448" y="13419"/>
                    <a:pt x="7404" y="13441"/>
                  </a:cubicBezTo>
                  <a:cubicBezTo>
                    <a:pt x="7241" y="13512"/>
                    <a:pt x="7083" y="13593"/>
                    <a:pt x="6920" y="13653"/>
                  </a:cubicBezTo>
                  <a:cubicBezTo>
                    <a:pt x="5853" y="14040"/>
                    <a:pt x="4922" y="14682"/>
                    <a:pt x="3991" y="15303"/>
                  </a:cubicBezTo>
                  <a:cubicBezTo>
                    <a:pt x="3778" y="15444"/>
                    <a:pt x="3642" y="15640"/>
                    <a:pt x="3762" y="15902"/>
                  </a:cubicBezTo>
                  <a:cubicBezTo>
                    <a:pt x="3832" y="16053"/>
                    <a:pt x="3943" y="16100"/>
                    <a:pt x="4062" y="16100"/>
                  </a:cubicBezTo>
                  <a:cubicBezTo>
                    <a:pt x="4148" y="16100"/>
                    <a:pt x="4237" y="16076"/>
                    <a:pt x="4317" y="16049"/>
                  </a:cubicBezTo>
                  <a:cubicBezTo>
                    <a:pt x="4419" y="16017"/>
                    <a:pt x="4516" y="16004"/>
                    <a:pt x="4611" y="16004"/>
                  </a:cubicBezTo>
                  <a:cubicBezTo>
                    <a:pt x="4745" y="16004"/>
                    <a:pt x="4875" y="16030"/>
                    <a:pt x="5009" y="16065"/>
                  </a:cubicBezTo>
                  <a:cubicBezTo>
                    <a:pt x="5270" y="16136"/>
                    <a:pt x="5531" y="16179"/>
                    <a:pt x="5798" y="16223"/>
                  </a:cubicBezTo>
                  <a:cubicBezTo>
                    <a:pt x="6337" y="16321"/>
                    <a:pt x="6876" y="16533"/>
                    <a:pt x="7159" y="16996"/>
                  </a:cubicBezTo>
                  <a:cubicBezTo>
                    <a:pt x="7458" y="17480"/>
                    <a:pt x="7725" y="17992"/>
                    <a:pt x="8046" y="18466"/>
                  </a:cubicBezTo>
                  <a:cubicBezTo>
                    <a:pt x="8232" y="18732"/>
                    <a:pt x="8319" y="19037"/>
                    <a:pt x="8232" y="19369"/>
                  </a:cubicBezTo>
                  <a:cubicBezTo>
                    <a:pt x="8052" y="20055"/>
                    <a:pt x="7807" y="20622"/>
                    <a:pt x="6974" y="20790"/>
                  </a:cubicBezTo>
                  <a:cubicBezTo>
                    <a:pt x="6228" y="20943"/>
                    <a:pt x="5542" y="21302"/>
                    <a:pt x="5020" y="21906"/>
                  </a:cubicBezTo>
                  <a:cubicBezTo>
                    <a:pt x="4404" y="22614"/>
                    <a:pt x="4328" y="23529"/>
                    <a:pt x="4061" y="24372"/>
                  </a:cubicBezTo>
                  <a:cubicBezTo>
                    <a:pt x="4040" y="24449"/>
                    <a:pt x="4056" y="24509"/>
                    <a:pt x="4138" y="24541"/>
                  </a:cubicBezTo>
                  <a:cubicBezTo>
                    <a:pt x="4166" y="24553"/>
                    <a:pt x="4192" y="24559"/>
                    <a:pt x="4217" y="24559"/>
                  </a:cubicBezTo>
                  <a:cubicBezTo>
                    <a:pt x="4270" y="24559"/>
                    <a:pt x="4318" y="24535"/>
                    <a:pt x="4366" y="24498"/>
                  </a:cubicBezTo>
                  <a:cubicBezTo>
                    <a:pt x="4519" y="24362"/>
                    <a:pt x="4606" y="24182"/>
                    <a:pt x="4704" y="24008"/>
                  </a:cubicBezTo>
                  <a:cubicBezTo>
                    <a:pt x="4938" y="23572"/>
                    <a:pt x="5248" y="23213"/>
                    <a:pt x="5722" y="23039"/>
                  </a:cubicBezTo>
                  <a:cubicBezTo>
                    <a:pt x="6299" y="22821"/>
                    <a:pt x="6903" y="22886"/>
                    <a:pt x="7502" y="22864"/>
                  </a:cubicBezTo>
                  <a:cubicBezTo>
                    <a:pt x="7563" y="22878"/>
                    <a:pt x="7623" y="22884"/>
                    <a:pt x="7683" y="22884"/>
                  </a:cubicBezTo>
                  <a:cubicBezTo>
                    <a:pt x="7820" y="22884"/>
                    <a:pt x="7954" y="22851"/>
                    <a:pt x="8079" y="22794"/>
                  </a:cubicBezTo>
                  <a:cubicBezTo>
                    <a:pt x="8275" y="22707"/>
                    <a:pt x="8542" y="22679"/>
                    <a:pt x="8558" y="22374"/>
                  </a:cubicBezTo>
                  <a:lnTo>
                    <a:pt x="8558" y="22374"/>
                  </a:lnTo>
                  <a:cubicBezTo>
                    <a:pt x="7900" y="22448"/>
                    <a:pt x="7247" y="22582"/>
                    <a:pt x="6586" y="22582"/>
                  </a:cubicBezTo>
                  <a:cubicBezTo>
                    <a:pt x="6508" y="22582"/>
                    <a:pt x="6431" y="22580"/>
                    <a:pt x="6353" y="22576"/>
                  </a:cubicBezTo>
                  <a:cubicBezTo>
                    <a:pt x="6331" y="22575"/>
                    <a:pt x="6308" y="22574"/>
                    <a:pt x="6285" y="22574"/>
                  </a:cubicBezTo>
                  <a:cubicBezTo>
                    <a:pt x="5969" y="22574"/>
                    <a:pt x="5680" y="22679"/>
                    <a:pt x="5406" y="22826"/>
                  </a:cubicBezTo>
                  <a:cubicBezTo>
                    <a:pt x="5134" y="22968"/>
                    <a:pt x="4867" y="23115"/>
                    <a:pt x="4704" y="23403"/>
                  </a:cubicBezTo>
                  <a:cubicBezTo>
                    <a:pt x="4867" y="22429"/>
                    <a:pt x="5412" y="21770"/>
                    <a:pt x="6293" y="21389"/>
                  </a:cubicBezTo>
                  <a:cubicBezTo>
                    <a:pt x="6669" y="21231"/>
                    <a:pt x="7072" y="21122"/>
                    <a:pt x="7448" y="20954"/>
                  </a:cubicBezTo>
                  <a:cubicBezTo>
                    <a:pt x="8123" y="20649"/>
                    <a:pt x="8890" y="20485"/>
                    <a:pt x="9364" y="19832"/>
                  </a:cubicBezTo>
                  <a:cubicBezTo>
                    <a:pt x="9413" y="19763"/>
                    <a:pt x="9476" y="19746"/>
                    <a:pt x="9546" y="19746"/>
                  </a:cubicBezTo>
                  <a:cubicBezTo>
                    <a:pt x="9570" y="19746"/>
                    <a:pt x="9595" y="19748"/>
                    <a:pt x="9620" y="19750"/>
                  </a:cubicBezTo>
                  <a:cubicBezTo>
                    <a:pt x="9654" y="19755"/>
                    <a:pt x="9687" y="19757"/>
                    <a:pt x="9719" y="19757"/>
                  </a:cubicBezTo>
                  <a:cubicBezTo>
                    <a:pt x="9984" y="19757"/>
                    <a:pt x="10199" y="19622"/>
                    <a:pt x="10355" y="19413"/>
                  </a:cubicBezTo>
                  <a:cubicBezTo>
                    <a:pt x="10518" y="19198"/>
                    <a:pt x="10705" y="19105"/>
                    <a:pt x="10928" y="19105"/>
                  </a:cubicBezTo>
                  <a:cubicBezTo>
                    <a:pt x="11009" y="19105"/>
                    <a:pt x="11096" y="19117"/>
                    <a:pt x="11188" y="19141"/>
                  </a:cubicBezTo>
                  <a:cubicBezTo>
                    <a:pt x="11246" y="19154"/>
                    <a:pt x="11304" y="19161"/>
                    <a:pt x="11360" y="19161"/>
                  </a:cubicBezTo>
                  <a:cubicBezTo>
                    <a:pt x="11573" y="19161"/>
                    <a:pt x="11763" y="19063"/>
                    <a:pt x="11901" y="18869"/>
                  </a:cubicBezTo>
                  <a:cubicBezTo>
                    <a:pt x="12048" y="18673"/>
                    <a:pt x="12189" y="18466"/>
                    <a:pt x="12320" y="18259"/>
                  </a:cubicBezTo>
                  <a:cubicBezTo>
                    <a:pt x="12539" y="17916"/>
                    <a:pt x="12799" y="17677"/>
                    <a:pt x="13204" y="17677"/>
                  </a:cubicBezTo>
                  <a:cubicBezTo>
                    <a:pt x="13262" y="17677"/>
                    <a:pt x="13323" y="17682"/>
                    <a:pt x="13387" y="17693"/>
                  </a:cubicBezTo>
                  <a:cubicBezTo>
                    <a:pt x="13632" y="17731"/>
                    <a:pt x="13880" y="17765"/>
                    <a:pt x="14127" y="17765"/>
                  </a:cubicBezTo>
                  <a:cubicBezTo>
                    <a:pt x="14336" y="17765"/>
                    <a:pt x="14545" y="17741"/>
                    <a:pt x="14753" y="17676"/>
                  </a:cubicBezTo>
                  <a:cubicBezTo>
                    <a:pt x="15216" y="17535"/>
                    <a:pt x="15673" y="17404"/>
                    <a:pt x="16169" y="17404"/>
                  </a:cubicBezTo>
                  <a:cubicBezTo>
                    <a:pt x="16408" y="17404"/>
                    <a:pt x="16604" y="17263"/>
                    <a:pt x="16779" y="17088"/>
                  </a:cubicBezTo>
                  <a:cubicBezTo>
                    <a:pt x="16909" y="16958"/>
                    <a:pt x="16898" y="16816"/>
                    <a:pt x="16817" y="16669"/>
                  </a:cubicBezTo>
                  <a:cubicBezTo>
                    <a:pt x="16668" y="16413"/>
                    <a:pt x="15841" y="16027"/>
                    <a:pt x="15485" y="16027"/>
                  </a:cubicBezTo>
                  <a:cubicBezTo>
                    <a:pt x="15462" y="16027"/>
                    <a:pt x="15442" y="16029"/>
                    <a:pt x="15423" y="16032"/>
                  </a:cubicBezTo>
                  <a:cubicBezTo>
                    <a:pt x="15352" y="16045"/>
                    <a:pt x="15281" y="16052"/>
                    <a:pt x="15213" y="16052"/>
                  </a:cubicBezTo>
                  <a:cubicBezTo>
                    <a:pt x="14963" y="16052"/>
                    <a:pt x="14735" y="15964"/>
                    <a:pt x="14547" y="15776"/>
                  </a:cubicBezTo>
                  <a:cubicBezTo>
                    <a:pt x="14361" y="15591"/>
                    <a:pt x="14171" y="15433"/>
                    <a:pt x="13942" y="15308"/>
                  </a:cubicBezTo>
                  <a:cubicBezTo>
                    <a:pt x="13556" y="15096"/>
                    <a:pt x="13180" y="14720"/>
                    <a:pt x="13202" y="14345"/>
                  </a:cubicBezTo>
                  <a:cubicBezTo>
                    <a:pt x="13229" y="13985"/>
                    <a:pt x="13665" y="13697"/>
                    <a:pt x="14067" y="13539"/>
                  </a:cubicBezTo>
                  <a:cubicBezTo>
                    <a:pt x="14089" y="13528"/>
                    <a:pt x="14111" y="13523"/>
                    <a:pt x="14133" y="13517"/>
                  </a:cubicBezTo>
                  <a:cubicBezTo>
                    <a:pt x="14421" y="13430"/>
                    <a:pt x="14459" y="13218"/>
                    <a:pt x="14291" y="13033"/>
                  </a:cubicBezTo>
                  <a:cubicBezTo>
                    <a:pt x="13790" y="12477"/>
                    <a:pt x="13218" y="12004"/>
                    <a:pt x="12423" y="11966"/>
                  </a:cubicBezTo>
                  <a:cubicBezTo>
                    <a:pt x="12331" y="11961"/>
                    <a:pt x="12239" y="11959"/>
                    <a:pt x="12146" y="11959"/>
                  </a:cubicBezTo>
                  <a:cubicBezTo>
                    <a:pt x="11874" y="11959"/>
                    <a:pt x="11600" y="11974"/>
                    <a:pt x="11328" y="11974"/>
                  </a:cubicBezTo>
                  <a:cubicBezTo>
                    <a:pt x="10954" y="11974"/>
                    <a:pt x="10582" y="11945"/>
                    <a:pt x="10219" y="11808"/>
                  </a:cubicBezTo>
                  <a:cubicBezTo>
                    <a:pt x="9691" y="11612"/>
                    <a:pt x="9173" y="11383"/>
                    <a:pt x="8651" y="11165"/>
                  </a:cubicBezTo>
                  <a:cubicBezTo>
                    <a:pt x="8229" y="10992"/>
                    <a:pt x="7788" y="10838"/>
                    <a:pt x="7336" y="10838"/>
                  </a:cubicBezTo>
                  <a:cubicBezTo>
                    <a:pt x="7320" y="10838"/>
                    <a:pt x="7305" y="10838"/>
                    <a:pt x="7290" y="10839"/>
                  </a:cubicBezTo>
                  <a:cubicBezTo>
                    <a:pt x="7273" y="10839"/>
                    <a:pt x="7257" y="10840"/>
                    <a:pt x="7241" y="10840"/>
                  </a:cubicBezTo>
                  <a:cubicBezTo>
                    <a:pt x="6813" y="10840"/>
                    <a:pt x="6553" y="10630"/>
                    <a:pt x="6348" y="10289"/>
                  </a:cubicBezTo>
                  <a:cubicBezTo>
                    <a:pt x="6168" y="10000"/>
                    <a:pt x="5999" y="9701"/>
                    <a:pt x="5891" y="9374"/>
                  </a:cubicBezTo>
                  <a:cubicBezTo>
                    <a:pt x="5755" y="8993"/>
                    <a:pt x="5553" y="8656"/>
                    <a:pt x="5205" y="8302"/>
                  </a:cubicBezTo>
                  <a:cubicBezTo>
                    <a:pt x="5276" y="8298"/>
                    <a:pt x="5347" y="8297"/>
                    <a:pt x="5418" y="8297"/>
                  </a:cubicBezTo>
                  <a:cubicBezTo>
                    <a:pt x="6471" y="8297"/>
                    <a:pt x="7460" y="8639"/>
                    <a:pt x="8476" y="8639"/>
                  </a:cubicBezTo>
                  <a:cubicBezTo>
                    <a:pt x="8632" y="8639"/>
                    <a:pt x="8788" y="8631"/>
                    <a:pt x="8945" y="8612"/>
                  </a:cubicBezTo>
                  <a:cubicBezTo>
                    <a:pt x="8885" y="8509"/>
                    <a:pt x="8825" y="8509"/>
                    <a:pt x="8765" y="8498"/>
                  </a:cubicBezTo>
                  <a:cubicBezTo>
                    <a:pt x="8188" y="8411"/>
                    <a:pt x="7605" y="8334"/>
                    <a:pt x="7028" y="8226"/>
                  </a:cubicBezTo>
                  <a:cubicBezTo>
                    <a:pt x="6545" y="8138"/>
                    <a:pt x="6062" y="8075"/>
                    <a:pt x="5581" y="8075"/>
                  </a:cubicBezTo>
                  <a:cubicBezTo>
                    <a:pt x="5168" y="8075"/>
                    <a:pt x="4756" y="8121"/>
                    <a:pt x="4345" y="8236"/>
                  </a:cubicBezTo>
                  <a:cubicBezTo>
                    <a:pt x="4247" y="8264"/>
                    <a:pt x="4155" y="8278"/>
                    <a:pt x="4067" y="8278"/>
                  </a:cubicBezTo>
                  <a:cubicBezTo>
                    <a:pt x="3812" y="8278"/>
                    <a:pt x="3596" y="8160"/>
                    <a:pt x="3414" y="7921"/>
                  </a:cubicBezTo>
                  <a:cubicBezTo>
                    <a:pt x="3123" y="7539"/>
                    <a:pt x="2753" y="7365"/>
                    <a:pt x="2317" y="7365"/>
                  </a:cubicBezTo>
                  <a:cubicBezTo>
                    <a:pt x="2206" y="7365"/>
                    <a:pt x="2090" y="7376"/>
                    <a:pt x="1971" y="7398"/>
                  </a:cubicBezTo>
                  <a:cubicBezTo>
                    <a:pt x="1639" y="7463"/>
                    <a:pt x="1301" y="7507"/>
                    <a:pt x="964" y="7561"/>
                  </a:cubicBezTo>
                  <a:cubicBezTo>
                    <a:pt x="1552" y="7142"/>
                    <a:pt x="2205" y="6908"/>
                    <a:pt x="2907" y="6794"/>
                  </a:cubicBezTo>
                  <a:cubicBezTo>
                    <a:pt x="3773" y="6652"/>
                    <a:pt x="4622" y="6489"/>
                    <a:pt x="5428" y="6059"/>
                  </a:cubicBezTo>
                  <a:cubicBezTo>
                    <a:pt x="5978" y="5765"/>
                    <a:pt x="6559" y="5615"/>
                    <a:pt x="7162" y="5615"/>
                  </a:cubicBezTo>
                  <a:cubicBezTo>
                    <a:pt x="7521" y="5615"/>
                    <a:pt x="7887" y="5668"/>
                    <a:pt x="8259" y="5776"/>
                  </a:cubicBezTo>
                  <a:cubicBezTo>
                    <a:pt x="9244" y="6064"/>
                    <a:pt x="10213" y="6380"/>
                    <a:pt x="11160" y="6761"/>
                  </a:cubicBezTo>
                  <a:cubicBezTo>
                    <a:pt x="11852" y="7033"/>
                    <a:pt x="12565" y="7229"/>
                    <a:pt x="13305" y="7295"/>
                  </a:cubicBezTo>
                  <a:cubicBezTo>
                    <a:pt x="13979" y="7359"/>
                    <a:pt x="14648" y="7507"/>
                    <a:pt x="15329" y="7507"/>
                  </a:cubicBezTo>
                  <a:cubicBezTo>
                    <a:pt x="15402" y="7507"/>
                    <a:pt x="15475" y="7505"/>
                    <a:pt x="15548" y="7502"/>
                  </a:cubicBezTo>
                  <a:cubicBezTo>
                    <a:pt x="15562" y="7500"/>
                    <a:pt x="15575" y="7500"/>
                    <a:pt x="15588" y="7500"/>
                  </a:cubicBezTo>
                  <a:cubicBezTo>
                    <a:pt x="15691" y="7500"/>
                    <a:pt x="15783" y="7537"/>
                    <a:pt x="15875" y="7600"/>
                  </a:cubicBezTo>
                  <a:cubicBezTo>
                    <a:pt x="15983" y="7674"/>
                    <a:pt x="16074" y="7712"/>
                    <a:pt x="16155" y="7712"/>
                  </a:cubicBezTo>
                  <a:cubicBezTo>
                    <a:pt x="16285" y="7712"/>
                    <a:pt x="16387" y="7613"/>
                    <a:pt x="16485" y="7414"/>
                  </a:cubicBezTo>
                  <a:cubicBezTo>
                    <a:pt x="16577" y="7224"/>
                    <a:pt x="16675" y="7039"/>
                    <a:pt x="16762" y="6848"/>
                  </a:cubicBezTo>
                  <a:cubicBezTo>
                    <a:pt x="16817" y="6726"/>
                    <a:pt x="16872" y="6667"/>
                    <a:pt x="16945" y="6667"/>
                  </a:cubicBezTo>
                  <a:cubicBezTo>
                    <a:pt x="17001" y="6667"/>
                    <a:pt x="17068" y="6703"/>
                    <a:pt x="17154" y="6772"/>
                  </a:cubicBezTo>
                  <a:cubicBezTo>
                    <a:pt x="17530" y="7060"/>
                    <a:pt x="17905" y="7373"/>
                    <a:pt x="18401" y="7373"/>
                  </a:cubicBezTo>
                  <a:cubicBezTo>
                    <a:pt x="18459" y="7373"/>
                    <a:pt x="18519" y="7369"/>
                    <a:pt x="18581" y="7360"/>
                  </a:cubicBezTo>
                  <a:cubicBezTo>
                    <a:pt x="18634" y="7352"/>
                    <a:pt x="18686" y="7348"/>
                    <a:pt x="18736" y="7348"/>
                  </a:cubicBezTo>
                  <a:cubicBezTo>
                    <a:pt x="19052" y="7348"/>
                    <a:pt x="19301" y="7505"/>
                    <a:pt x="19522" y="7730"/>
                  </a:cubicBezTo>
                  <a:cubicBezTo>
                    <a:pt x="19648" y="7861"/>
                    <a:pt x="19767" y="7991"/>
                    <a:pt x="19898" y="8111"/>
                  </a:cubicBezTo>
                  <a:cubicBezTo>
                    <a:pt x="19972" y="8178"/>
                    <a:pt x="20049" y="8258"/>
                    <a:pt x="20143" y="8258"/>
                  </a:cubicBezTo>
                  <a:cubicBezTo>
                    <a:pt x="20180" y="8258"/>
                    <a:pt x="20220" y="8245"/>
                    <a:pt x="20263" y="8215"/>
                  </a:cubicBezTo>
                  <a:cubicBezTo>
                    <a:pt x="20426" y="8106"/>
                    <a:pt x="20491" y="7948"/>
                    <a:pt x="20432" y="7752"/>
                  </a:cubicBezTo>
                  <a:cubicBezTo>
                    <a:pt x="20344" y="7469"/>
                    <a:pt x="20127" y="7284"/>
                    <a:pt x="19914" y="7099"/>
                  </a:cubicBezTo>
                  <a:cubicBezTo>
                    <a:pt x="19528" y="6750"/>
                    <a:pt x="19130" y="6424"/>
                    <a:pt x="18787" y="6026"/>
                  </a:cubicBezTo>
                  <a:cubicBezTo>
                    <a:pt x="18194" y="5346"/>
                    <a:pt x="17541" y="4709"/>
                    <a:pt x="16838" y="4137"/>
                  </a:cubicBezTo>
                  <a:cubicBezTo>
                    <a:pt x="16234" y="3653"/>
                    <a:pt x="15570" y="3244"/>
                    <a:pt x="14977" y="2744"/>
                  </a:cubicBezTo>
                  <a:cubicBezTo>
                    <a:pt x="14710" y="2515"/>
                    <a:pt x="14427" y="2297"/>
                    <a:pt x="14291" y="1911"/>
                  </a:cubicBezTo>
                  <a:lnTo>
                    <a:pt x="14291" y="1911"/>
                  </a:lnTo>
                  <a:cubicBezTo>
                    <a:pt x="15034" y="2113"/>
                    <a:pt x="15549" y="2753"/>
                    <a:pt x="16320" y="2753"/>
                  </a:cubicBezTo>
                  <a:cubicBezTo>
                    <a:pt x="16356" y="2753"/>
                    <a:pt x="16393" y="2752"/>
                    <a:pt x="16430" y="2749"/>
                  </a:cubicBezTo>
                  <a:cubicBezTo>
                    <a:pt x="14454" y="1519"/>
                    <a:pt x="12399" y="560"/>
                    <a:pt x="10019" y="560"/>
                  </a:cubicBezTo>
                  <a:cubicBezTo>
                    <a:pt x="9986" y="560"/>
                    <a:pt x="9952" y="560"/>
                    <a:pt x="9919" y="560"/>
                  </a:cubicBezTo>
                  <a:cubicBezTo>
                    <a:pt x="10562" y="441"/>
                    <a:pt x="11199" y="392"/>
                    <a:pt x="11819" y="288"/>
                  </a:cubicBezTo>
                  <a:cubicBezTo>
                    <a:pt x="12078" y="247"/>
                    <a:pt x="12335" y="231"/>
                    <a:pt x="12591" y="231"/>
                  </a:cubicBezTo>
                  <a:cubicBezTo>
                    <a:pt x="13003" y="231"/>
                    <a:pt x="13413" y="271"/>
                    <a:pt x="13823" y="305"/>
                  </a:cubicBezTo>
                  <a:cubicBezTo>
                    <a:pt x="15096" y="413"/>
                    <a:pt x="16185" y="1012"/>
                    <a:pt x="17220" y="1682"/>
                  </a:cubicBezTo>
                  <a:cubicBezTo>
                    <a:pt x="19207" y="2961"/>
                    <a:pt x="21156" y="4306"/>
                    <a:pt x="23072" y="5689"/>
                  </a:cubicBezTo>
                  <a:cubicBezTo>
                    <a:pt x="24308" y="6576"/>
                    <a:pt x="25489" y="7529"/>
                    <a:pt x="26708" y="8427"/>
                  </a:cubicBezTo>
                  <a:cubicBezTo>
                    <a:pt x="29528" y="10501"/>
                    <a:pt x="32506" y="12336"/>
                    <a:pt x="35484" y="14160"/>
                  </a:cubicBezTo>
                  <a:cubicBezTo>
                    <a:pt x="36660" y="14873"/>
                    <a:pt x="37760" y="15657"/>
                    <a:pt x="38571" y="16805"/>
                  </a:cubicBezTo>
                  <a:cubicBezTo>
                    <a:pt x="38800" y="17132"/>
                    <a:pt x="39153" y="17344"/>
                    <a:pt x="39545" y="17459"/>
                  </a:cubicBezTo>
                  <a:cubicBezTo>
                    <a:pt x="39676" y="17366"/>
                    <a:pt x="39649" y="17230"/>
                    <a:pt x="39567" y="17154"/>
                  </a:cubicBezTo>
                  <a:cubicBezTo>
                    <a:pt x="39104" y="16729"/>
                    <a:pt x="38751" y="16217"/>
                    <a:pt x="38331" y="15760"/>
                  </a:cubicBezTo>
                  <a:cubicBezTo>
                    <a:pt x="38266" y="15689"/>
                    <a:pt x="38163" y="15673"/>
                    <a:pt x="38076" y="15646"/>
                  </a:cubicBezTo>
                  <a:cubicBezTo>
                    <a:pt x="37580" y="15161"/>
                    <a:pt x="37090" y="14677"/>
                    <a:pt x="36480" y="14317"/>
                  </a:cubicBezTo>
                  <a:cubicBezTo>
                    <a:pt x="35849" y="13947"/>
                    <a:pt x="35234" y="13550"/>
                    <a:pt x="34608" y="13158"/>
                  </a:cubicBezTo>
                  <a:cubicBezTo>
                    <a:pt x="34183" y="12967"/>
                    <a:pt x="33786" y="12722"/>
                    <a:pt x="33388" y="12472"/>
                  </a:cubicBezTo>
                  <a:cubicBezTo>
                    <a:pt x="32485" y="11889"/>
                    <a:pt x="31570" y="11323"/>
                    <a:pt x="30655" y="10752"/>
                  </a:cubicBezTo>
                  <a:cubicBezTo>
                    <a:pt x="30644" y="10754"/>
                    <a:pt x="30633" y="10755"/>
                    <a:pt x="30622" y="10755"/>
                  </a:cubicBezTo>
                  <a:cubicBezTo>
                    <a:pt x="30561" y="10755"/>
                    <a:pt x="30510" y="10719"/>
                    <a:pt x="30459" y="10686"/>
                  </a:cubicBezTo>
                  <a:cubicBezTo>
                    <a:pt x="28652" y="9521"/>
                    <a:pt x="26899" y="8280"/>
                    <a:pt x="25206" y="6946"/>
                  </a:cubicBezTo>
                  <a:cubicBezTo>
                    <a:pt x="23687" y="5743"/>
                    <a:pt x="22103" y="4622"/>
                    <a:pt x="20513" y="3511"/>
                  </a:cubicBezTo>
                  <a:cubicBezTo>
                    <a:pt x="19522" y="2820"/>
                    <a:pt x="18499" y="2172"/>
                    <a:pt x="17486" y="1508"/>
                  </a:cubicBezTo>
                  <a:cubicBezTo>
                    <a:pt x="16860" y="1094"/>
                    <a:pt x="16212" y="697"/>
                    <a:pt x="15499" y="441"/>
                  </a:cubicBezTo>
                  <a:cubicBezTo>
                    <a:pt x="14631" y="128"/>
                    <a:pt x="13740" y="1"/>
                    <a:pt x="128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40"/>
            <p:cNvSpPr/>
            <p:nvPr/>
          </p:nvSpPr>
          <p:spPr>
            <a:xfrm>
              <a:off x="157775" y="481262"/>
              <a:ext cx="2569521" cy="1591074"/>
            </a:xfrm>
            <a:custGeom>
              <a:rect b="b" l="l" r="r" t="t"/>
              <a:pathLst>
                <a:path extrusionOk="0" h="24078" w="38885">
                  <a:moveTo>
                    <a:pt x="13092" y="1"/>
                  </a:moveTo>
                  <a:cubicBezTo>
                    <a:pt x="12220" y="1"/>
                    <a:pt x="11413" y="322"/>
                    <a:pt x="10676" y="766"/>
                  </a:cubicBezTo>
                  <a:cubicBezTo>
                    <a:pt x="9881" y="1245"/>
                    <a:pt x="9010" y="1490"/>
                    <a:pt x="8166" y="1822"/>
                  </a:cubicBezTo>
                  <a:cubicBezTo>
                    <a:pt x="8052" y="1866"/>
                    <a:pt x="7878" y="1877"/>
                    <a:pt x="7905" y="2056"/>
                  </a:cubicBezTo>
                  <a:cubicBezTo>
                    <a:pt x="7932" y="2209"/>
                    <a:pt x="8074" y="2225"/>
                    <a:pt x="8215" y="2236"/>
                  </a:cubicBezTo>
                  <a:cubicBezTo>
                    <a:pt x="8270" y="2240"/>
                    <a:pt x="8325" y="2242"/>
                    <a:pt x="8380" y="2242"/>
                  </a:cubicBezTo>
                  <a:cubicBezTo>
                    <a:pt x="8799" y="2242"/>
                    <a:pt x="9202" y="2134"/>
                    <a:pt x="9587" y="1980"/>
                  </a:cubicBezTo>
                  <a:cubicBezTo>
                    <a:pt x="9975" y="1828"/>
                    <a:pt x="10366" y="1730"/>
                    <a:pt x="10768" y="1730"/>
                  </a:cubicBezTo>
                  <a:cubicBezTo>
                    <a:pt x="10958" y="1730"/>
                    <a:pt x="11150" y="1752"/>
                    <a:pt x="11345" y="1800"/>
                  </a:cubicBezTo>
                  <a:cubicBezTo>
                    <a:pt x="11563" y="1849"/>
                    <a:pt x="11786" y="1877"/>
                    <a:pt x="11999" y="1931"/>
                  </a:cubicBezTo>
                  <a:cubicBezTo>
                    <a:pt x="12984" y="2171"/>
                    <a:pt x="13164" y="2307"/>
                    <a:pt x="13371" y="3396"/>
                  </a:cubicBezTo>
                  <a:cubicBezTo>
                    <a:pt x="13425" y="3695"/>
                    <a:pt x="13441" y="4005"/>
                    <a:pt x="13539" y="4294"/>
                  </a:cubicBezTo>
                  <a:cubicBezTo>
                    <a:pt x="13703" y="4778"/>
                    <a:pt x="13626" y="5208"/>
                    <a:pt x="13354" y="5622"/>
                  </a:cubicBezTo>
                  <a:cubicBezTo>
                    <a:pt x="12891" y="6330"/>
                    <a:pt x="12227" y="6700"/>
                    <a:pt x="11394" y="6847"/>
                  </a:cubicBezTo>
                  <a:cubicBezTo>
                    <a:pt x="10616" y="6983"/>
                    <a:pt x="9810" y="6950"/>
                    <a:pt x="9059" y="7206"/>
                  </a:cubicBezTo>
                  <a:cubicBezTo>
                    <a:pt x="7818" y="7631"/>
                    <a:pt x="6511" y="7740"/>
                    <a:pt x="5243" y="8017"/>
                  </a:cubicBezTo>
                  <a:cubicBezTo>
                    <a:pt x="4295" y="8224"/>
                    <a:pt x="3337" y="8420"/>
                    <a:pt x="2385" y="8622"/>
                  </a:cubicBezTo>
                  <a:cubicBezTo>
                    <a:pt x="2101" y="8682"/>
                    <a:pt x="1818" y="8790"/>
                    <a:pt x="1606" y="9014"/>
                  </a:cubicBezTo>
                  <a:cubicBezTo>
                    <a:pt x="1181" y="9455"/>
                    <a:pt x="757" y="9896"/>
                    <a:pt x="430" y="10418"/>
                  </a:cubicBezTo>
                  <a:cubicBezTo>
                    <a:pt x="300" y="10625"/>
                    <a:pt x="218" y="10865"/>
                    <a:pt x="114" y="11082"/>
                  </a:cubicBezTo>
                  <a:cubicBezTo>
                    <a:pt x="76" y="11170"/>
                    <a:pt x="0" y="11262"/>
                    <a:pt x="125" y="11327"/>
                  </a:cubicBezTo>
                  <a:cubicBezTo>
                    <a:pt x="149" y="11339"/>
                    <a:pt x="172" y="11344"/>
                    <a:pt x="195" y="11344"/>
                  </a:cubicBezTo>
                  <a:cubicBezTo>
                    <a:pt x="261" y="11344"/>
                    <a:pt x="322" y="11301"/>
                    <a:pt x="370" y="11240"/>
                  </a:cubicBezTo>
                  <a:cubicBezTo>
                    <a:pt x="430" y="11164"/>
                    <a:pt x="490" y="11093"/>
                    <a:pt x="555" y="11028"/>
                  </a:cubicBezTo>
                  <a:cubicBezTo>
                    <a:pt x="973" y="10629"/>
                    <a:pt x="1420" y="10280"/>
                    <a:pt x="2003" y="10280"/>
                  </a:cubicBezTo>
                  <a:cubicBezTo>
                    <a:pt x="2089" y="10280"/>
                    <a:pt x="2178" y="10288"/>
                    <a:pt x="2270" y="10304"/>
                  </a:cubicBezTo>
                  <a:cubicBezTo>
                    <a:pt x="2602" y="10364"/>
                    <a:pt x="2924" y="10516"/>
                    <a:pt x="3256" y="10565"/>
                  </a:cubicBezTo>
                  <a:cubicBezTo>
                    <a:pt x="4023" y="10680"/>
                    <a:pt x="4617" y="11126"/>
                    <a:pt x="5112" y="11638"/>
                  </a:cubicBezTo>
                  <a:cubicBezTo>
                    <a:pt x="5738" y="12291"/>
                    <a:pt x="6375" y="12939"/>
                    <a:pt x="6930" y="13668"/>
                  </a:cubicBezTo>
                  <a:cubicBezTo>
                    <a:pt x="7431" y="14327"/>
                    <a:pt x="8068" y="14866"/>
                    <a:pt x="8776" y="15291"/>
                  </a:cubicBezTo>
                  <a:cubicBezTo>
                    <a:pt x="9647" y="15819"/>
                    <a:pt x="10066" y="16586"/>
                    <a:pt x="10197" y="17561"/>
                  </a:cubicBezTo>
                  <a:cubicBezTo>
                    <a:pt x="10278" y="18203"/>
                    <a:pt x="10289" y="18851"/>
                    <a:pt x="10333" y="19499"/>
                  </a:cubicBezTo>
                  <a:cubicBezTo>
                    <a:pt x="10442" y="19570"/>
                    <a:pt x="10360" y="19733"/>
                    <a:pt x="10491" y="19804"/>
                  </a:cubicBezTo>
                  <a:cubicBezTo>
                    <a:pt x="10616" y="19700"/>
                    <a:pt x="10605" y="19559"/>
                    <a:pt x="10605" y="19423"/>
                  </a:cubicBezTo>
                  <a:cubicBezTo>
                    <a:pt x="10605" y="18856"/>
                    <a:pt x="10600" y="18296"/>
                    <a:pt x="10540" y="17729"/>
                  </a:cubicBezTo>
                  <a:cubicBezTo>
                    <a:pt x="10420" y="16646"/>
                    <a:pt x="10028" y="15704"/>
                    <a:pt x="9075" y="15122"/>
                  </a:cubicBezTo>
                  <a:cubicBezTo>
                    <a:pt x="7671" y="14256"/>
                    <a:pt x="6723" y="12950"/>
                    <a:pt x="5646" y="11763"/>
                  </a:cubicBezTo>
                  <a:cubicBezTo>
                    <a:pt x="5030" y="11088"/>
                    <a:pt x="4350" y="10533"/>
                    <a:pt x="3446" y="10309"/>
                  </a:cubicBezTo>
                  <a:cubicBezTo>
                    <a:pt x="2941" y="10184"/>
                    <a:pt x="2436" y="9998"/>
                    <a:pt x="1929" y="9998"/>
                  </a:cubicBezTo>
                  <a:cubicBezTo>
                    <a:pt x="1578" y="9998"/>
                    <a:pt x="1225" y="10087"/>
                    <a:pt x="871" y="10347"/>
                  </a:cubicBezTo>
                  <a:cubicBezTo>
                    <a:pt x="1094" y="10021"/>
                    <a:pt x="1339" y="9738"/>
                    <a:pt x="1579" y="9455"/>
                  </a:cubicBezTo>
                  <a:cubicBezTo>
                    <a:pt x="1802" y="9182"/>
                    <a:pt x="2085" y="9008"/>
                    <a:pt x="2434" y="8927"/>
                  </a:cubicBezTo>
                  <a:cubicBezTo>
                    <a:pt x="2891" y="8823"/>
                    <a:pt x="3343" y="8698"/>
                    <a:pt x="3800" y="8605"/>
                  </a:cubicBezTo>
                  <a:cubicBezTo>
                    <a:pt x="4197" y="8518"/>
                    <a:pt x="4606" y="8437"/>
                    <a:pt x="5009" y="8393"/>
                  </a:cubicBezTo>
                  <a:cubicBezTo>
                    <a:pt x="5803" y="8311"/>
                    <a:pt x="6598" y="8257"/>
                    <a:pt x="7371" y="8061"/>
                  </a:cubicBezTo>
                  <a:cubicBezTo>
                    <a:pt x="8520" y="7767"/>
                    <a:pt x="9658" y="7440"/>
                    <a:pt x="10845" y="7326"/>
                  </a:cubicBezTo>
                  <a:cubicBezTo>
                    <a:pt x="11879" y="7228"/>
                    <a:pt x="12848" y="6994"/>
                    <a:pt x="13496" y="6041"/>
                  </a:cubicBezTo>
                  <a:cubicBezTo>
                    <a:pt x="13779" y="5628"/>
                    <a:pt x="13958" y="5236"/>
                    <a:pt x="13893" y="4713"/>
                  </a:cubicBezTo>
                  <a:cubicBezTo>
                    <a:pt x="13839" y="4321"/>
                    <a:pt x="13724" y="3951"/>
                    <a:pt x="13703" y="3553"/>
                  </a:cubicBezTo>
                  <a:cubicBezTo>
                    <a:pt x="13626" y="2181"/>
                    <a:pt x="13164" y="1828"/>
                    <a:pt x="11933" y="1599"/>
                  </a:cubicBezTo>
                  <a:cubicBezTo>
                    <a:pt x="11502" y="1515"/>
                    <a:pt x="11093" y="1349"/>
                    <a:pt x="10645" y="1349"/>
                  </a:cubicBezTo>
                  <a:cubicBezTo>
                    <a:pt x="10601" y="1349"/>
                    <a:pt x="10557" y="1351"/>
                    <a:pt x="10512" y="1354"/>
                  </a:cubicBezTo>
                  <a:cubicBezTo>
                    <a:pt x="11106" y="913"/>
                    <a:pt x="11759" y="641"/>
                    <a:pt x="12440" y="461"/>
                  </a:cubicBezTo>
                  <a:cubicBezTo>
                    <a:pt x="12721" y="387"/>
                    <a:pt x="13001" y="347"/>
                    <a:pt x="13280" y="347"/>
                  </a:cubicBezTo>
                  <a:cubicBezTo>
                    <a:pt x="13675" y="347"/>
                    <a:pt x="14069" y="427"/>
                    <a:pt x="14465" y="603"/>
                  </a:cubicBezTo>
                  <a:cubicBezTo>
                    <a:pt x="15080" y="875"/>
                    <a:pt x="15624" y="1278"/>
                    <a:pt x="16223" y="1566"/>
                  </a:cubicBezTo>
                  <a:cubicBezTo>
                    <a:pt x="17192" y="2029"/>
                    <a:pt x="18134" y="2524"/>
                    <a:pt x="19065" y="3053"/>
                  </a:cubicBezTo>
                  <a:cubicBezTo>
                    <a:pt x="20943" y="4120"/>
                    <a:pt x="22734" y="5295"/>
                    <a:pt x="24384" y="6695"/>
                  </a:cubicBezTo>
                  <a:cubicBezTo>
                    <a:pt x="25843" y="7936"/>
                    <a:pt x="27149" y="9351"/>
                    <a:pt x="28619" y="10587"/>
                  </a:cubicBezTo>
                  <a:cubicBezTo>
                    <a:pt x="29588" y="11393"/>
                    <a:pt x="30383" y="12384"/>
                    <a:pt x="31314" y="13233"/>
                  </a:cubicBezTo>
                  <a:cubicBezTo>
                    <a:pt x="32528" y="14338"/>
                    <a:pt x="33884" y="15242"/>
                    <a:pt x="35245" y="16145"/>
                  </a:cubicBezTo>
                  <a:cubicBezTo>
                    <a:pt x="35713" y="16456"/>
                    <a:pt x="36224" y="16722"/>
                    <a:pt x="36524" y="17229"/>
                  </a:cubicBezTo>
                  <a:cubicBezTo>
                    <a:pt x="36698" y="17523"/>
                    <a:pt x="36894" y="17800"/>
                    <a:pt x="37128" y="18051"/>
                  </a:cubicBezTo>
                  <a:cubicBezTo>
                    <a:pt x="37411" y="18339"/>
                    <a:pt x="37613" y="18688"/>
                    <a:pt x="37656" y="19101"/>
                  </a:cubicBezTo>
                  <a:cubicBezTo>
                    <a:pt x="37694" y="19477"/>
                    <a:pt x="37771" y="19847"/>
                    <a:pt x="37776" y="20217"/>
                  </a:cubicBezTo>
                  <a:cubicBezTo>
                    <a:pt x="37787" y="21083"/>
                    <a:pt x="37912" y="21927"/>
                    <a:pt x="38092" y="22765"/>
                  </a:cubicBezTo>
                  <a:cubicBezTo>
                    <a:pt x="38190" y="23222"/>
                    <a:pt x="38255" y="23723"/>
                    <a:pt x="38701" y="24028"/>
                  </a:cubicBezTo>
                  <a:cubicBezTo>
                    <a:pt x="38756" y="24061"/>
                    <a:pt x="38798" y="24078"/>
                    <a:pt x="38827" y="24078"/>
                  </a:cubicBezTo>
                  <a:cubicBezTo>
                    <a:pt x="38879" y="24078"/>
                    <a:pt x="38885" y="24024"/>
                    <a:pt x="38832" y="23919"/>
                  </a:cubicBezTo>
                  <a:cubicBezTo>
                    <a:pt x="38718" y="23685"/>
                    <a:pt x="38620" y="23451"/>
                    <a:pt x="38554" y="23201"/>
                  </a:cubicBezTo>
                  <a:cubicBezTo>
                    <a:pt x="38342" y="22341"/>
                    <a:pt x="38228" y="21470"/>
                    <a:pt x="38201" y="20582"/>
                  </a:cubicBezTo>
                  <a:cubicBezTo>
                    <a:pt x="38163" y="19384"/>
                    <a:pt x="38059" y="18230"/>
                    <a:pt x="37079" y="17321"/>
                  </a:cubicBezTo>
                  <a:cubicBezTo>
                    <a:pt x="36491" y="16782"/>
                    <a:pt x="35969" y="16183"/>
                    <a:pt x="35299" y="15726"/>
                  </a:cubicBezTo>
                  <a:cubicBezTo>
                    <a:pt x="33894" y="14763"/>
                    <a:pt x="32468" y="13826"/>
                    <a:pt x="31243" y="12618"/>
                  </a:cubicBezTo>
                  <a:cubicBezTo>
                    <a:pt x="30612" y="11997"/>
                    <a:pt x="30040" y="11327"/>
                    <a:pt x="29381" y="10734"/>
                  </a:cubicBezTo>
                  <a:cubicBezTo>
                    <a:pt x="28184" y="9651"/>
                    <a:pt x="27013" y="8540"/>
                    <a:pt x="25794" y="7478"/>
                  </a:cubicBezTo>
                  <a:cubicBezTo>
                    <a:pt x="24705" y="6526"/>
                    <a:pt x="23578" y="5606"/>
                    <a:pt x="22386" y="4795"/>
                  </a:cubicBezTo>
                  <a:cubicBezTo>
                    <a:pt x="20519" y="3532"/>
                    <a:pt x="18586" y="2372"/>
                    <a:pt x="16523" y="1436"/>
                  </a:cubicBezTo>
                  <a:cubicBezTo>
                    <a:pt x="16234" y="1305"/>
                    <a:pt x="15978" y="1114"/>
                    <a:pt x="15706" y="957"/>
                  </a:cubicBezTo>
                  <a:cubicBezTo>
                    <a:pt x="15036" y="576"/>
                    <a:pt x="14378" y="151"/>
                    <a:pt x="13594" y="37"/>
                  </a:cubicBezTo>
                  <a:cubicBezTo>
                    <a:pt x="13424" y="12"/>
                    <a:pt x="13257" y="1"/>
                    <a:pt x="130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7" name="Google Shape;2347;p40"/>
            <p:cNvSpPr/>
            <p:nvPr/>
          </p:nvSpPr>
          <p:spPr>
            <a:xfrm>
              <a:off x="1566482" y="3055756"/>
              <a:ext cx="1596955" cy="1606471"/>
            </a:xfrm>
            <a:custGeom>
              <a:rect b="b" l="l" r="r" t="t"/>
              <a:pathLst>
                <a:path extrusionOk="0" h="24311" w="24167">
                  <a:moveTo>
                    <a:pt x="1645" y="1"/>
                  </a:moveTo>
                  <a:cubicBezTo>
                    <a:pt x="1411" y="1"/>
                    <a:pt x="1356" y="110"/>
                    <a:pt x="1329" y="290"/>
                  </a:cubicBezTo>
                  <a:cubicBezTo>
                    <a:pt x="1291" y="905"/>
                    <a:pt x="1291" y="1525"/>
                    <a:pt x="1482" y="2108"/>
                  </a:cubicBezTo>
                  <a:cubicBezTo>
                    <a:pt x="1650" y="2620"/>
                    <a:pt x="1901" y="3099"/>
                    <a:pt x="2124" y="3589"/>
                  </a:cubicBezTo>
                  <a:cubicBezTo>
                    <a:pt x="2233" y="3828"/>
                    <a:pt x="2227" y="4051"/>
                    <a:pt x="2102" y="4291"/>
                  </a:cubicBezTo>
                  <a:cubicBezTo>
                    <a:pt x="1917" y="4645"/>
                    <a:pt x="1743" y="5004"/>
                    <a:pt x="1612" y="5380"/>
                  </a:cubicBezTo>
                  <a:cubicBezTo>
                    <a:pt x="1035" y="7046"/>
                    <a:pt x="643" y="8760"/>
                    <a:pt x="376" y="10502"/>
                  </a:cubicBezTo>
                  <a:cubicBezTo>
                    <a:pt x="110" y="12310"/>
                    <a:pt x="1" y="14101"/>
                    <a:pt x="393" y="15908"/>
                  </a:cubicBezTo>
                  <a:cubicBezTo>
                    <a:pt x="719" y="17389"/>
                    <a:pt x="992" y="18886"/>
                    <a:pt x="1955" y="20133"/>
                  </a:cubicBezTo>
                  <a:cubicBezTo>
                    <a:pt x="2309" y="20585"/>
                    <a:pt x="2549" y="21107"/>
                    <a:pt x="2968" y="21516"/>
                  </a:cubicBezTo>
                  <a:cubicBezTo>
                    <a:pt x="3572" y="22104"/>
                    <a:pt x="4258" y="22577"/>
                    <a:pt x="4977" y="22991"/>
                  </a:cubicBezTo>
                  <a:cubicBezTo>
                    <a:pt x="6486" y="23856"/>
                    <a:pt x="8070" y="24311"/>
                    <a:pt x="9735" y="24311"/>
                  </a:cubicBezTo>
                  <a:cubicBezTo>
                    <a:pt x="10322" y="24311"/>
                    <a:pt x="10918" y="24255"/>
                    <a:pt x="11526" y="24140"/>
                  </a:cubicBezTo>
                  <a:cubicBezTo>
                    <a:pt x="12604" y="23933"/>
                    <a:pt x="13605" y="23497"/>
                    <a:pt x="14651" y="23187"/>
                  </a:cubicBezTo>
                  <a:cubicBezTo>
                    <a:pt x="14803" y="23143"/>
                    <a:pt x="14945" y="23056"/>
                    <a:pt x="15075" y="22953"/>
                  </a:cubicBezTo>
                  <a:cubicBezTo>
                    <a:pt x="15701" y="22463"/>
                    <a:pt x="16349" y="22000"/>
                    <a:pt x="16943" y="21467"/>
                  </a:cubicBezTo>
                  <a:cubicBezTo>
                    <a:pt x="17367" y="21091"/>
                    <a:pt x="17781" y="20715"/>
                    <a:pt x="18097" y="20236"/>
                  </a:cubicBezTo>
                  <a:cubicBezTo>
                    <a:pt x="19371" y="18276"/>
                    <a:pt x="19839" y="16077"/>
                    <a:pt x="20002" y="13791"/>
                  </a:cubicBezTo>
                  <a:cubicBezTo>
                    <a:pt x="20084" y="12604"/>
                    <a:pt x="20149" y="11417"/>
                    <a:pt x="20225" y="10230"/>
                  </a:cubicBezTo>
                  <a:cubicBezTo>
                    <a:pt x="20252" y="9757"/>
                    <a:pt x="20318" y="9294"/>
                    <a:pt x="20655" y="8929"/>
                  </a:cubicBezTo>
                  <a:cubicBezTo>
                    <a:pt x="20737" y="8842"/>
                    <a:pt x="20830" y="8760"/>
                    <a:pt x="20873" y="8657"/>
                  </a:cubicBezTo>
                  <a:cubicBezTo>
                    <a:pt x="21319" y="7688"/>
                    <a:pt x="22103" y="7046"/>
                    <a:pt x="22953" y="6452"/>
                  </a:cubicBezTo>
                  <a:cubicBezTo>
                    <a:pt x="23285" y="6218"/>
                    <a:pt x="23611" y="5968"/>
                    <a:pt x="23960" y="5706"/>
                  </a:cubicBezTo>
                  <a:cubicBezTo>
                    <a:pt x="23912" y="5689"/>
                    <a:pt x="23867" y="5682"/>
                    <a:pt x="23825" y="5682"/>
                  </a:cubicBezTo>
                  <a:cubicBezTo>
                    <a:pt x="23659" y="5682"/>
                    <a:pt x="23531" y="5788"/>
                    <a:pt x="23369" y="5788"/>
                  </a:cubicBezTo>
                  <a:cubicBezTo>
                    <a:pt x="23363" y="5788"/>
                    <a:pt x="23356" y="5788"/>
                    <a:pt x="23350" y="5788"/>
                  </a:cubicBezTo>
                  <a:cubicBezTo>
                    <a:pt x="23699" y="5244"/>
                    <a:pt x="23916" y="4656"/>
                    <a:pt x="23998" y="4046"/>
                  </a:cubicBezTo>
                  <a:cubicBezTo>
                    <a:pt x="24063" y="3545"/>
                    <a:pt x="24167" y="3012"/>
                    <a:pt x="23813" y="2554"/>
                  </a:cubicBezTo>
                  <a:cubicBezTo>
                    <a:pt x="23809" y="2554"/>
                    <a:pt x="23805" y="2554"/>
                    <a:pt x="23802" y="2554"/>
                  </a:cubicBezTo>
                  <a:cubicBezTo>
                    <a:pt x="23650" y="2554"/>
                    <a:pt x="23650" y="2666"/>
                    <a:pt x="23655" y="2772"/>
                  </a:cubicBezTo>
                  <a:cubicBezTo>
                    <a:pt x="23677" y="3044"/>
                    <a:pt x="23628" y="3311"/>
                    <a:pt x="23601" y="3583"/>
                  </a:cubicBezTo>
                  <a:cubicBezTo>
                    <a:pt x="23470" y="4841"/>
                    <a:pt x="23002" y="5902"/>
                    <a:pt x="21956" y="6703"/>
                  </a:cubicBezTo>
                  <a:cubicBezTo>
                    <a:pt x="21303" y="7209"/>
                    <a:pt x="20732" y="7829"/>
                    <a:pt x="20508" y="8434"/>
                  </a:cubicBezTo>
                  <a:cubicBezTo>
                    <a:pt x="20726" y="7590"/>
                    <a:pt x="20917" y="6507"/>
                    <a:pt x="21554" y="5587"/>
                  </a:cubicBezTo>
                  <a:cubicBezTo>
                    <a:pt x="21597" y="5527"/>
                    <a:pt x="21613" y="5450"/>
                    <a:pt x="21554" y="5391"/>
                  </a:cubicBezTo>
                  <a:cubicBezTo>
                    <a:pt x="21525" y="5359"/>
                    <a:pt x="21493" y="5347"/>
                    <a:pt x="21461" y="5347"/>
                  </a:cubicBezTo>
                  <a:cubicBezTo>
                    <a:pt x="21415" y="5347"/>
                    <a:pt x="21369" y="5372"/>
                    <a:pt x="21330" y="5401"/>
                  </a:cubicBezTo>
                  <a:cubicBezTo>
                    <a:pt x="21151" y="5538"/>
                    <a:pt x="20998" y="5701"/>
                    <a:pt x="20857" y="5875"/>
                  </a:cubicBezTo>
                  <a:cubicBezTo>
                    <a:pt x="20617" y="6207"/>
                    <a:pt x="20487" y="6583"/>
                    <a:pt x="20350" y="6964"/>
                  </a:cubicBezTo>
                  <a:cubicBezTo>
                    <a:pt x="19860" y="8347"/>
                    <a:pt x="19822" y="9806"/>
                    <a:pt x="19697" y="11248"/>
                  </a:cubicBezTo>
                  <a:cubicBezTo>
                    <a:pt x="19599" y="12348"/>
                    <a:pt x="19626" y="13459"/>
                    <a:pt x="19479" y="14558"/>
                  </a:cubicBezTo>
                  <a:cubicBezTo>
                    <a:pt x="19262" y="16164"/>
                    <a:pt x="18989" y="17737"/>
                    <a:pt x="18173" y="19191"/>
                  </a:cubicBezTo>
                  <a:cubicBezTo>
                    <a:pt x="17514" y="20361"/>
                    <a:pt x="16627" y="21303"/>
                    <a:pt x="15527" y="22033"/>
                  </a:cubicBezTo>
                  <a:cubicBezTo>
                    <a:pt x="14144" y="22942"/>
                    <a:pt x="12631" y="23524"/>
                    <a:pt x="10965" y="23742"/>
                  </a:cubicBezTo>
                  <a:cubicBezTo>
                    <a:pt x="10527" y="23798"/>
                    <a:pt x="10094" y="23826"/>
                    <a:pt x="9666" y="23826"/>
                  </a:cubicBezTo>
                  <a:cubicBezTo>
                    <a:pt x="8249" y="23826"/>
                    <a:pt x="6892" y="23515"/>
                    <a:pt x="5608" y="22855"/>
                  </a:cubicBezTo>
                  <a:cubicBezTo>
                    <a:pt x="3888" y="21973"/>
                    <a:pt x="2538" y="20645"/>
                    <a:pt x="1716" y="18875"/>
                  </a:cubicBezTo>
                  <a:cubicBezTo>
                    <a:pt x="992" y="17324"/>
                    <a:pt x="703" y="15642"/>
                    <a:pt x="578" y="13943"/>
                  </a:cubicBezTo>
                  <a:cubicBezTo>
                    <a:pt x="496" y="12871"/>
                    <a:pt x="616" y="11804"/>
                    <a:pt x="779" y="10737"/>
                  </a:cubicBezTo>
                  <a:cubicBezTo>
                    <a:pt x="1068" y="8809"/>
                    <a:pt x="1476" y="6909"/>
                    <a:pt x="2195" y="5091"/>
                  </a:cubicBezTo>
                  <a:cubicBezTo>
                    <a:pt x="2467" y="4411"/>
                    <a:pt x="2804" y="3763"/>
                    <a:pt x="3028" y="3066"/>
                  </a:cubicBezTo>
                  <a:cubicBezTo>
                    <a:pt x="3120" y="2712"/>
                    <a:pt x="3262" y="2380"/>
                    <a:pt x="3420" y="2053"/>
                  </a:cubicBezTo>
                  <a:cubicBezTo>
                    <a:pt x="3521" y="1847"/>
                    <a:pt x="3566" y="1761"/>
                    <a:pt x="3652" y="1761"/>
                  </a:cubicBezTo>
                  <a:cubicBezTo>
                    <a:pt x="3713" y="1761"/>
                    <a:pt x="3796" y="1804"/>
                    <a:pt x="3937" y="1879"/>
                  </a:cubicBezTo>
                  <a:cubicBezTo>
                    <a:pt x="3991" y="1906"/>
                    <a:pt x="4046" y="1928"/>
                    <a:pt x="4100" y="1944"/>
                  </a:cubicBezTo>
                  <a:cubicBezTo>
                    <a:pt x="4132" y="1951"/>
                    <a:pt x="4163" y="1956"/>
                    <a:pt x="4193" y="1956"/>
                  </a:cubicBezTo>
                  <a:cubicBezTo>
                    <a:pt x="4256" y="1956"/>
                    <a:pt x="4314" y="1935"/>
                    <a:pt x="4351" y="1868"/>
                  </a:cubicBezTo>
                  <a:cubicBezTo>
                    <a:pt x="4427" y="1727"/>
                    <a:pt x="4302" y="1689"/>
                    <a:pt x="4214" y="1640"/>
                  </a:cubicBezTo>
                  <a:cubicBezTo>
                    <a:pt x="3975" y="1460"/>
                    <a:pt x="3790" y="1259"/>
                    <a:pt x="3899" y="932"/>
                  </a:cubicBezTo>
                  <a:cubicBezTo>
                    <a:pt x="3909" y="890"/>
                    <a:pt x="3930" y="817"/>
                    <a:pt x="3882" y="817"/>
                  </a:cubicBezTo>
                  <a:cubicBezTo>
                    <a:pt x="3881" y="817"/>
                    <a:pt x="3879" y="817"/>
                    <a:pt x="3877" y="818"/>
                  </a:cubicBezTo>
                  <a:cubicBezTo>
                    <a:pt x="3858" y="821"/>
                    <a:pt x="3841" y="822"/>
                    <a:pt x="3825" y="822"/>
                  </a:cubicBezTo>
                  <a:cubicBezTo>
                    <a:pt x="3634" y="822"/>
                    <a:pt x="3641" y="624"/>
                    <a:pt x="3550" y="518"/>
                  </a:cubicBezTo>
                  <a:cubicBezTo>
                    <a:pt x="3409" y="355"/>
                    <a:pt x="3240" y="213"/>
                    <a:pt x="3033" y="175"/>
                  </a:cubicBezTo>
                  <a:cubicBezTo>
                    <a:pt x="2576" y="94"/>
                    <a:pt x="2113" y="12"/>
                    <a:pt x="16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8" name="Google Shape;2348;p40"/>
            <p:cNvSpPr/>
            <p:nvPr/>
          </p:nvSpPr>
          <p:spPr>
            <a:xfrm>
              <a:off x="1163919" y="2824078"/>
              <a:ext cx="572451" cy="217800"/>
            </a:xfrm>
            <a:custGeom>
              <a:rect b="b" l="l" r="r" t="t"/>
              <a:pathLst>
                <a:path extrusionOk="0" h="3296" w="8663">
                  <a:moveTo>
                    <a:pt x="3373" y="1"/>
                  </a:moveTo>
                  <a:cubicBezTo>
                    <a:pt x="2905" y="1"/>
                    <a:pt x="2440" y="119"/>
                    <a:pt x="1977" y="328"/>
                  </a:cubicBezTo>
                  <a:cubicBezTo>
                    <a:pt x="1918" y="355"/>
                    <a:pt x="1867" y="405"/>
                    <a:pt x="1797" y="405"/>
                  </a:cubicBezTo>
                  <a:cubicBezTo>
                    <a:pt x="1784" y="405"/>
                    <a:pt x="1769" y="403"/>
                    <a:pt x="1754" y="398"/>
                  </a:cubicBezTo>
                  <a:cubicBezTo>
                    <a:pt x="1623" y="426"/>
                    <a:pt x="1487" y="447"/>
                    <a:pt x="1389" y="545"/>
                  </a:cubicBezTo>
                  <a:cubicBezTo>
                    <a:pt x="1324" y="682"/>
                    <a:pt x="1193" y="731"/>
                    <a:pt x="1073" y="801"/>
                  </a:cubicBezTo>
                  <a:cubicBezTo>
                    <a:pt x="850" y="948"/>
                    <a:pt x="567" y="921"/>
                    <a:pt x="333" y="1035"/>
                  </a:cubicBezTo>
                  <a:cubicBezTo>
                    <a:pt x="311" y="1106"/>
                    <a:pt x="289" y="1177"/>
                    <a:pt x="262" y="1242"/>
                  </a:cubicBezTo>
                  <a:cubicBezTo>
                    <a:pt x="360" y="1433"/>
                    <a:pt x="284" y="1607"/>
                    <a:pt x="235" y="1787"/>
                  </a:cubicBezTo>
                  <a:cubicBezTo>
                    <a:pt x="121" y="2206"/>
                    <a:pt x="1" y="2625"/>
                    <a:pt x="39" y="3066"/>
                  </a:cubicBezTo>
                  <a:cubicBezTo>
                    <a:pt x="45" y="3148"/>
                    <a:pt x="45" y="3246"/>
                    <a:pt x="132" y="3284"/>
                  </a:cubicBezTo>
                  <a:cubicBezTo>
                    <a:pt x="148" y="3292"/>
                    <a:pt x="164" y="3295"/>
                    <a:pt x="178" y="3295"/>
                  </a:cubicBezTo>
                  <a:cubicBezTo>
                    <a:pt x="244" y="3295"/>
                    <a:pt x="288" y="3225"/>
                    <a:pt x="333" y="3180"/>
                  </a:cubicBezTo>
                  <a:cubicBezTo>
                    <a:pt x="496" y="3017"/>
                    <a:pt x="676" y="2859"/>
                    <a:pt x="828" y="2680"/>
                  </a:cubicBezTo>
                  <a:cubicBezTo>
                    <a:pt x="1373" y="2026"/>
                    <a:pt x="2124" y="1781"/>
                    <a:pt x="2924" y="1656"/>
                  </a:cubicBezTo>
                  <a:cubicBezTo>
                    <a:pt x="2999" y="1645"/>
                    <a:pt x="3079" y="1629"/>
                    <a:pt x="3156" y="1629"/>
                  </a:cubicBezTo>
                  <a:cubicBezTo>
                    <a:pt x="3271" y="1629"/>
                    <a:pt x="3379" y="1665"/>
                    <a:pt x="3447" y="1808"/>
                  </a:cubicBezTo>
                  <a:cubicBezTo>
                    <a:pt x="3477" y="1817"/>
                    <a:pt x="3508" y="1820"/>
                    <a:pt x="3538" y="1820"/>
                  </a:cubicBezTo>
                  <a:cubicBezTo>
                    <a:pt x="3622" y="1820"/>
                    <a:pt x="3706" y="1797"/>
                    <a:pt x="3789" y="1797"/>
                  </a:cubicBezTo>
                  <a:cubicBezTo>
                    <a:pt x="3847" y="1797"/>
                    <a:pt x="3904" y="1808"/>
                    <a:pt x="3959" y="1847"/>
                  </a:cubicBezTo>
                  <a:cubicBezTo>
                    <a:pt x="4151" y="1983"/>
                    <a:pt x="4359" y="2016"/>
                    <a:pt x="4577" y="2016"/>
                  </a:cubicBezTo>
                  <a:cubicBezTo>
                    <a:pt x="4637" y="2016"/>
                    <a:pt x="4698" y="2013"/>
                    <a:pt x="4759" y="2010"/>
                  </a:cubicBezTo>
                  <a:cubicBezTo>
                    <a:pt x="4834" y="2005"/>
                    <a:pt x="4914" y="1983"/>
                    <a:pt x="4992" y="1983"/>
                  </a:cubicBezTo>
                  <a:cubicBezTo>
                    <a:pt x="5071" y="1983"/>
                    <a:pt x="5147" y="2006"/>
                    <a:pt x="5211" y="2092"/>
                  </a:cubicBezTo>
                  <a:cubicBezTo>
                    <a:pt x="5264" y="2122"/>
                    <a:pt x="5313" y="2135"/>
                    <a:pt x="5359" y="2135"/>
                  </a:cubicBezTo>
                  <a:cubicBezTo>
                    <a:pt x="5485" y="2135"/>
                    <a:pt x="5592" y="2044"/>
                    <a:pt x="5695" y="1988"/>
                  </a:cubicBezTo>
                  <a:cubicBezTo>
                    <a:pt x="5978" y="1836"/>
                    <a:pt x="6245" y="1661"/>
                    <a:pt x="6550" y="1569"/>
                  </a:cubicBezTo>
                  <a:cubicBezTo>
                    <a:pt x="7138" y="1406"/>
                    <a:pt x="7628" y="1046"/>
                    <a:pt x="8172" y="801"/>
                  </a:cubicBezTo>
                  <a:cubicBezTo>
                    <a:pt x="8341" y="725"/>
                    <a:pt x="8450" y="556"/>
                    <a:pt x="8581" y="420"/>
                  </a:cubicBezTo>
                  <a:cubicBezTo>
                    <a:pt x="8630" y="366"/>
                    <a:pt x="8662" y="300"/>
                    <a:pt x="8635" y="224"/>
                  </a:cubicBezTo>
                  <a:cubicBezTo>
                    <a:pt x="8602" y="144"/>
                    <a:pt x="8532" y="125"/>
                    <a:pt x="8461" y="125"/>
                  </a:cubicBezTo>
                  <a:cubicBezTo>
                    <a:pt x="8450" y="125"/>
                    <a:pt x="8439" y="126"/>
                    <a:pt x="8428" y="126"/>
                  </a:cubicBezTo>
                  <a:cubicBezTo>
                    <a:pt x="7944" y="164"/>
                    <a:pt x="7448" y="137"/>
                    <a:pt x="6996" y="415"/>
                  </a:cubicBezTo>
                  <a:cubicBezTo>
                    <a:pt x="6700" y="599"/>
                    <a:pt x="6380" y="666"/>
                    <a:pt x="6051" y="666"/>
                  </a:cubicBezTo>
                  <a:cubicBezTo>
                    <a:pt x="5854" y="666"/>
                    <a:pt x="5655" y="642"/>
                    <a:pt x="5456" y="605"/>
                  </a:cubicBezTo>
                  <a:cubicBezTo>
                    <a:pt x="5118" y="545"/>
                    <a:pt x="4813" y="377"/>
                    <a:pt x="4503" y="241"/>
                  </a:cubicBezTo>
                  <a:cubicBezTo>
                    <a:pt x="4124" y="76"/>
                    <a:pt x="3747" y="1"/>
                    <a:pt x="33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9" name="Google Shape;2349;p40"/>
            <p:cNvSpPr/>
            <p:nvPr/>
          </p:nvSpPr>
          <p:spPr>
            <a:xfrm>
              <a:off x="2913734" y="3203446"/>
              <a:ext cx="237161" cy="434080"/>
            </a:xfrm>
            <a:custGeom>
              <a:rect b="b" l="l" r="r" t="t"/>
              <a:pathLst>
                <a:path extrusionOk="0" h="6569" w="3589">
                  <a:moveTo>
                    <a:pt x="3512" y="1"/>
                  </a:moveTo>
                  <a:cubicBezTo>
                    <a:pt x="3486" y="1"/>
                    <a:pt x="3460" y="12"/>
                    <a:pt x="3436" y="31"/>
                  </a:cubicBezTo>
                  <a:cubicBezTo>
                    <a:pt x="3409" y="13"/>
                    <a:pt x="3387" y="6"/>
                    <a:pt x="3369" y="6"/>
                  </a:cubicBezTo>
                  <a:cubicBezTo>
                    <a:pt x="3281" y="6"/>
                    <a:pt x="3281" y="180"/>
                    <a:pt x="3193" y="180"/>
                  </a:cubicBezTo>
                  <a:cubicBezTo>
                    <a:pt x="3182" y="180"/>
                    <a:pt x="3171" y="178"/>
                    <a:pt x="3158" y="172"/>
                  </a:cubicBezTo>
                  <a:cubicBezTo>
                    <a:pt x="3006" y="265"/>
                    <a:pt x="3017" y="428"/>
                    <a:pt x="2984" y="575"/>
                  </a:cubicBezTo>
                  <a:cubicBezTo>
                    <a:pt x="2946" y="755"/>
                    <a:pt x="2891" y="929"/>
                    <a:pt x="2663" y="1043"/>
                  </a:cubicBezTo>
                  <a:cubicBezTo>
                    <a:pt x="2712" y="711"/>
                    <a:pt x="2935" y="455"/>
                    <a:pt x="2804" y="156"/>
                  </a:cubicBezTo>
                  <a:cubicBezTo>
                    <a:pt x="2780" y="153"/>
                    <a:pt x="2758" y="152"/>
                    <a:pt x="2736" y="152"/>
                  </a:cubicBezTo>
                  <a:cubicBezTo>
                    <a:pt x="2437" y="152"/>
                    <a:pt x="2346" y="391"/>
                    <a:pt x="2260" y="630"/>
                  </a:cubicBezTo>
                  <a:cubicBezTo>
                    <a:pt x="2200" y="809"/>
                    <a:pt x="2238" y="1016"/>
                    <a:pt x="2107" y="1168"/>
                  </a:cubicBezTo>
                  <a:cubicBezTo>
                    <a:pt x="1552" y="1838"/>
                    <a:pt x="1209" y="2655"/>
                    <a:pt x="638" y="3308"/>
                  </a:cubicBezTo>
                  <a:cubicBezTo>
                    <a:pt x="556" y="3401"/>
                    <a:pt x="436" y="3493"/>
                    <a:pt x="540" y="3645"/>
                  </a:cubicBezTo>
                  <a:cubicBezTo>
                    <a:pt x="763" y="3526"/>
                    <a:pt x="866" y="3254"/>
                    <a:pt x="1209" y="3139"/>
                  </a:cubicBezTo>
                  <a:lnTo>
                    <a:pt x="1209" y="3139"/>
                  </a:lnTo>
                  <a:cubicBezTo>
                    <a:pt x="436" y="4206"/>
                    <a:pt x="207" y="5377"/>
                    <a:pt x="1" y="6569"/>
                  </a:cubicBezTo>
                  <a:cubicBezTo>
                    <a:pt x="436" y="5627"/>
                    <a:pt x="1138" y="4908"/>
                    <a:pt x="1928" y="4272"/>
                  </a:cubicBezTo>
                  <a:cubicBezTo>
                    <a:pt x="2075" y="4152"/>
                    <a:pt x="2233" y="4037"/>
                    <a:pt x="2347" y="3890"/>
                  </a:cubicBezTo>
                  <a:cubicBezTo>
                    <a:pt x="3087" y="2905"/>
                    <a:pt x="3370" y="1773"/>
                    <a:pt x="3360" y="553"/>
                  </a:cubicBezTo>
                  <a:cubicBezTo>
                    <a:pt x="3360" y="466"/>
                    <a:pt x="3305" y="374"/>
                    <a:pt x="3425" y="319"/>
                  </a:cubicBezTo>
                  <a:cubicBezTo>
                    <a:pt x="3414" y="189"/>
                    <a:pt x="3539" y="134"/>
                    <a:pt x="3588" y="36"/>
                  </a:cubicBezTo>
                  <a:cubicBezTo>
                    <a:pt x="3564" y="12"/>
                    <a:pt x="3538" y="1"/>
                    <a:pt x="35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0" name="Google Shape;2350;p40"/>
            <p:cNvSpPr/>
            <p:nvPr/>
          </p:nvSpPr>
          <p:spPr>
            <a:xfrm>
              <a:off x="558157" y="1915076"/>
              <a:ext cx="389674" cy="571922"/>
            </a:xfrm>
            <a:custGeom>
              <a:rect b="b" l="l" r="r" t="t"/>
              <a:pathLst>
                <a:path extrusionOk="0" h="8655" w="5897">
                  <a:moveTo>
                    <a:pt x="4698" y="0"/>
                  </a:moveTo>
                  <a:cubicBezTo>
                    <a:pt x="4562" y="261"/>
                    <a:pt x="4622" y="561"/>
                    <a:pt x="4535" y="833"/>
                  </a:cubicBezTo>
                  <a:cubicBezTo>
                    <a:pt x="4421" y="991"/>
                    <a:pt x="4470" y="1187"/>
                    <a:pt x="4404" y="1367"/>
                  </a:cubicBezTo>
                  <a:cubicBezTo>
                    <a:pt x="3909" y="2700"/>
                    <a:pt x="2989" y="3707"/>
                    <a:pt x="1971" y="4644"/>
                  </a:cubicBezTo>
                  <a:cubicBezTo>
                    <a:pt x="866" y="5667"/>
                    <a:pt x="256" y="6941"/>
                    <a:pt x="22" y="8411"/>
                  </a:cubicBezTo>
                  <a:cubicBezTo>
                    <a:pt x="11" y="8493"/>
                    <a:pt x="0" y="8585"/>
                    <a:pt x="93" y="8629"/>
                  </a:cubicBezTo>
                  <a:cubicBezTo>
                    <a:pt x="130" y="8646"/>
                    <a:pt x="168" y="8654"/>
                    <a:pt x="203" y="8654"/>
                  </a:cubicBezTo>
                  <a:cubicBezTo>
                    <a:pt x="269" y="8654"/>
                    <a:pt x="330" y="8624"/>
                    <a:pt x="376" y="8564"/>
                  </a:cubicBezTo>
                  <a:cubicBezTo>
                    <a:pt x="474" y="8427"/>
                    <a:pt x="566" y="8291"/>
                    <a:pt x="659" y="8155"/>
                  </a:cubicBezTo>
                  <a:cubicBezTo>
                    <a:pt x="915" y="7780"/>
                    <a:pt x="1220" y="7448"/>
                    <a:pt x="1677" y="7333"/>
                  </a:cubicBezTo>
                  <a:cubicBezTo>
                    <a:pt x="2564" y="7105"/>
                    <a:pt x="3152" y="6462"/>
                    <a:pt x="3724" y="5836"/>
                  </a:cubicBezTo>
                  <a:cubicBezTo>
                    <a:pt x="4263" y="5243"/>
                    <a:pt x="4873" y="4807"/>
                    <a:pt x="5608" y="4524"/>
                  </a:cubicBezTo>
                  <a:cubicBezTo>
                    <a:pt x="5662" y="4399"/>
                    <a:pt x="5836" y="4475"/>
                    <a:pt x="5896" y="4317"/>
                  </a:cubicBezTo>
                  <a:cubicBezTo>
                    <a:pt x="5139" y="4317"/>
                    <a:pt x="4492" y="4584"/>
                    <a:pt x="3958" y="5085"/>
                  </a:cubicBezTo>
                  <a:cubicBezTo>
                    <a:pt x="3468" y="5548"/>
                    <a:pt x="3000" y="6032"/>
                    <a:pt x="2532" y="6511"/>
                  </a:cubicBezTo>
                  <a:cubicBezTo>
                    <a:pt x="2423" y="6620"/>
                    <a:pt x="2309" y="6723"/>
                    <a:pt x="2162" y="6778"/>
                  </a:cubicBezTo>
                  <a:cubicBezTo>
                    <a:pt x="1584" y="7007"/>
                    <a:pt x="958" y="7154"/>
                    <a:pt x="539" y="7698"/>
                  </a:cubicBezTo>
                  <a:cubicBezTo>
                    <a:pt x="583" y="7486"/>
                    <a:pt x="648" y="7301"/>
                    <a:pt x="724" y="7121"/>
                  </a:cubicBezTo>
                  <a:cubicBezTo>
                    <a:pt x="1111" y="6228"/>
                    <a:pt x="1579" y="5384"/>
                    <a:pt x="2368" y="4780"/>
                  </a:cubicBezTo>
                  <a:cubicBezTo>
                    <a:pt x="3022" y="4279"/>
                    <a:pt x="3610" y="3735"/>
                    <a:pt x="3991" y="2994"/>
                  </a:cubicBezTo>
                  <a:cubicBezTo>
                    <a:pt x="4377" y="2232"/>
                    <a:pt x="4829" y="1492"/>
                    <a:pt x="4933" y="621"/>
                  </a:cubicBezTo>
                  <a:cubicBezTo>
                    <a:pt x="4960" y="392"/>
                    <a:pt x="5069" y="93"/>
                    <a:pt x="46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1" name="Google Shape;2351;p40"/>
            <p:cNvSpPr/>
            <p:nvPr/>
          </p:nvSpPr>
          <p:spPr>
            <a:xfrm>
              <a:off x="1279758" y="2809805"/>
              <a:ext cx="479609" cy="368396"/>
            </a:xfrm>
            <a:custGeom>
              <a:rect b="b" l="l" r="r" t="t"/>
              <a:pathLst>
                <a:path extrusionOk="0" h="5575" w="7258">
                  <a:moveTo>
                    <a:pt x="1688" y="1"/>
                  </a:moveTo>
                  <a:cubicBezTo>
                    <a:pt x="1096" y="1"/>
                    <a:pt x="533" y="207"/>
                    <a:pt x="1" y="614"/>
                  </a:cubicBezTo>
                  <a:cubicBezTo>
                    <a:pt x="39" y="660"/>
                    <a:pt x="76" y="676"/>
                    <a:pt x="112" y="676"/>
                  </a:cubicBezTo>
                  <a:cubicBezTo>
                    <a:pt x="182" y="676"/>
                    <a:pt x="249" y="619"/>
                    <a:pt x="317" y="598"/>
                  </a:cubicBezTo>
                  <a:cubicBezTo>
                    <a:pt x="665" y="468"/>
                    <a:pt x="1019" y="353"/>
                    <a:pt x="1400" y="321"/>
                  </a:cubicBezTo>
                  <a:cubicBezTo>
                    <a:pt x="1467" y="315"/>
                    <a:pt x="1534" y="313"/>
                    <a:pt x="1600" y="313"/>
                  </a:cubicBezTo>
                  <a:cubicBezTo>
                    <a:pt x="2141" y="313"/>
                    <a:pt x="2636" y="486"/>
                    <a:pt x="3126" y="723"/>
                  </a:cubicBezTo>
                  <a:cubicBezTo>
                    <a:pt x="3489" y="902"/>
                    <a:pt x="3869" y="1007"/>
                    <a:pt x="4244" y="1007"/>
                  </a:cubicBezTo>
                  <a:cubicBezTo>
                    <a:pt x="4555" y="1007"/>
                    <a:pt x="4863" y="935"/>
                    <a:pt x="5156" y="772"/>
                  </a:cubicBezTo>
                  <a:cubicBezTo>
                    <a:pt x="5706" y="468"/>
                    <a:pt x="6267" y="489"/>
                    <a:pt x="6877" y="413"/>
                  </a:cubicBezTo>
                  <a:lnTo>
                    <a:pt x="6877" y="413"/>
                  </a:lnTo>
                  <a:cubicBezTo>
                    <a:pt x="6762" y="674"/>
                    <a:pt x="6594" y="849"/>
                    <a:pt x="6392" y="947"/>
                  </a:cubicBezTo>
                  <a:cubicBezTo>
                    <a:pt x="5418" y="1415"/>
                    <a:pt x="4438" y="1856"/>
                    <a:pt x="3458" y="2308"/>
                  </a:cubicBezTo>
                  <a:cubicBezTo>
                    <a:pt x="3229" y="2422"/>
                    <a:pt x="2990" y="2531"/>
                    <a:pt x="2821" y="2732"/>
                  </a:cubicBezTo>
                  <a:cubicBezTo>
                    <a:pt x="2483" y="3140"/>
                    <a:pt x="2146" y="3549"/>
                    <a:pt x="1836" y="3973"/>
                  </a:cubicBezTo>
                  <a:cubicBezTo>
                    <a:pt x="1591" y="4306"/>
                    <a:pt x="1476" y="4708"/>
                    <a:pt x="1422" y="5117"/>
                  </a:cubicBezTo>
                  <a:cubicBezTo>
                    <a:pt x="1378" y="5427"/>
                    <a:pt x="1531" y="5563"/>
                    <a:pt x="1852" y="5574"/>
                  </a:cubicBezTo>
                  <a:cubicBezTo>
                    <a:pt x="1863" y="5574"/>
                    <a:pt x="1874" y="5575"/>
                    <a:pt x="1884" y="5575"/>
                  </a:cubicBezTo>
                  <a:cubicBezTo>
                    <a:pt x="2158" y="5575"/>
                    <a:pt x="2242" y="5438"/>
                    <a:pt x="2200" y="5160"/>
                  </a:cubicBezTo>
                  <a:cubicBezTo>
                    <a:pt x="2173" y="4964"/>
                    <a:pt x="2260" y="4790"/>
                    <a:pt x="2407" y="4659"/>
                  </a:cubicBezTo>
                  <a:cubicBezTo>
                    <a:pt x="2979" y="4153"/>
                    <a:pt x="3659" y="3865"/>
                    <a:pt x="4383" y="3658"/>
                  </a:cubicBezTo>
                  <a:cubicBezTo>
                    <a:pt x="4492" y="3522"/>
                    <a:pt x="4715" y="3560"/>
                    <a:pt x="4824" y="3364"/>
                  </a:cubicBezTo>
                  <a:lnTo>
                    <a:pt x="4824" y="3364"/>
                  </a:lnTo>
                  <a:cubicBezTo>
                    <a:pt x="3801" y="3478"/>
                    <a:pt x="2864" y="3739"/>
                    <a:pt x="2070" y="4414"/>
                  </a:cubicBezTo>
                  <a:cubicBezTo>
                    <a:pt x="2032" y="4246"/>
                    <a:pt x="2135" y="4159"/>
                    <a:pt x="2195" y="4066"/>
                  </a:cubicBezTo>
                  <a:cubicBezTo>
                    <a:pt x="2467" y="3685"/>
                    <a:pt x="2750" y="3309"/>
                    <a:pt x="3028" y="2934"/>
                  </a:cubicBezTo>
                  <a:cubicBezTo>
                    <a:pt x="3126" y="2803"/>
                    <a:pt x="3256" y="2727"/>
                    <a:pt x="3393" y="2656"/>
                  </a:cubicBezTo>
                  <a:cubicBezTo>
                    <a:pt x="4329" y="2177"/>
                    <a:pt x="5260" y="1687"/>
                    <a:pt x="6202" y="1224"/>
                  </a:cubicBezTo>
                  <a:cubicBezTo>
                    <a:pt x="6588" y="1034"/>
                    <a:pt x="6855" y="729"/>
                    <a:pt x="7133" y="424"/>
                  </a:cubicBezTo>
                  <a:cubicBezTo>
                    <a:pt x="7258" y="282"/>
                    <a:pt x="7236" y="130"/>
                    <a:pt x="7035" y="125"/>
                  </a:cubicBezTo>
                  <a:cubicBezTo>
                    <a:pt x="6790" y="122"/>
                    <a:pt x="6541" y="102"/>
                    <a:pt x="6295" y="102"/>
                  </a:cubicBezTo>
                  <a:cubicBezTo>
                    <a:pt x="5922" y="102"/>
                    <a:pt x="5554" y="149"/>
                    <a:pt x="5216" y="375"/>
                  </a:cubicBezTo>
                  <a:cubicBezTo>
                    <a:pt x="4922" y="565"/>
                    <a:pt x="4596" y="620"/>
                    <a:pt x="4247" y="636"/>
                  </a:cubicBezTo>
                  <a:cubicBezTo>
                    <a:pt x="4217" y="638"/>
                    <a:pt x="4186" y="639"/>
                    <a:pt x="4156" y="639"/>
                  </a:cubicBezTo>
                  <a:cubicBezTo>
                    <a:pt x="3637" y="639"/>
                    <a:pt x="3202" y="381"/>
                    <a:pt x="2739" y="206"/>
                  </a:cubicBezTo>
                  <a:cubicBezTo>
                    <a:pt x="2379" y="69"/>
                    <a:pt x="2029" y="1"/>
                    <a:pt x="16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2" name="Google Shape;2352;p40"/>
            <p:cNvSpPr/>
            <p:nvPr/>
          </p:nvSpPr>
          <p:spPr>
            <a:xfrm>
              <a:off x="3140721" y="2540659"/>
              <a:ext cx="262668" cy="665227"/>
            </a:xfrm>
            <a:custGeom>
              <a:rect b="b" l="l" r="r" t="t"/>
              <a:pathLst>
                <a:path extrusionOk="0" h="10067" w="3975">
                  <a:moveTo>
                    <a:pt x="2984" y="0"/>
                  </a:moveTo>
                  <a:cubicBezTo>
                    <a:pt x="2902" y="11"/>
                    <a:pt x="2875" y="49"/>
                    <a:pt x="2886" y="142"/>
                  </a:cubicBezTo>
                  <a:cubicBezTo>
                    <a:pt x="2919" y="414"/>
                    <a:pt x="3033" y="648"/>
                    <a:pt x="3153" y="893"/>
                  </a:cubicBezTo>
                  <a:cubicBezTo>
                    <a:pt x="3779" y="2167"/>
                    <a:pt x="3681" y="2646"/>
                    <a:pt x="2913" y="3419"/>
                  </a:cubicBezTo>
                  <a:cubicBezTo>
                    <a:pt x="2739" y="3495"/>
                    <a:pt x="2549" y="3637"/>
                    <a:pt x="2641" y="3806"/>
                  </a:cubicBezTo>
                  <a:cubicBezTo>
                    <a:pt x="2670" y="3864"/>
                    <a:pt x="2713" y="3885"/>
                    <a:pt x="2761" y="3885"/>
                  </a:cubicBezTo>
                  <a:cubicBezTo>
                    <a:pt x="2858" y="3885"/>
                    <a:pt x="2979" y="3804"/>
                    <a:pt x="3077" y="3767"/>
                  </a:cubicBezTo>
                  <a:cubicBezTo>
                    <a:pt x="3118" y="3751"/>
                    <a:pt x="3149" y="3716"/>
                    <a:pt x="3193" y="3716"/>
                  </a:cubicBezTo>
                  <a:cubicBezTo>
                    <a:pt x="3207" y="3716"/>
                    <a:pt x="3222" y="3720"/>
                    <a:pt x="3240" y="3729"/>
                  </a:cubicBezTo>
                  <a:cubicBezTo>
                    <a:pt x="3360" y="4187"/>
                    <a:pt x="3381" y="4644"/>
                    <a:pt x="3300" y="5123"/>
                  </a:cubicBezTo>
                  <a:cubicBezTo>
                    <a:pt x="3218" y="5575"/>
                    <a:pt x="3033" y="5999"/>
                    <a:pt x="2973" y="6451"/>
                  </a:cubicBezTo>
                  <a:cubicBezTo>
                    <a:pt x="2668" y="7633"/>
                    <a:pt x="1846" y="8417"/>
                    <a:pt x="937" y="9135"/>
                  </a:cubicBezTo>
                  <a:cubicBezTo>
                    <a:pt x="589" y="9413"/>
                    <a:pt x="208" y="9647"/>
                    <a:pt x="1" y="10061"/>
                  </a:cubicBezTo>
                  <a:cubicBezTo>
                    <a:pt x="50" y="10066"/>
                    <a:pt x="99" y="10066"/>
                    <a:pt x="153" y="10066"/>
                  </a:cubicBezTo>
                  <a:cubicBezTo>
                    <a:pt x="208" y="10050"/>
                    <a:pt x="267" y="10039"/>
                    <a:pt x="316" y="10012"/>
                  </a:cubicBezTo>
                  <a:cubicBezTo>
                    <a:pt x="2118" y="9010"/>
                    <a:pt x="3305" y="7551"/>
                    <a:pt x="3675" y="5493"/>
                  </a:cubicBezTo>
                  <a:cubicBezTo>
                    <a:pt x="3784" y="4889"/>
                    <a:pt x="3871" y="4274"/>
                    <a:pt x="3605" y="3691"/>
                  </a:cubicBezTo>
                  <a:cubicBezTo>
                    <a:pt x="3512" y="3479"/>
                    <a:pt x="3528" y="3321"/>
                    <a:pt x="3643" y="3141"/>
                  </a:cubicBezTo>
                  <a:cubicBezTo>
                    <a:pt x="3839" y="2842"/>
                    <a:pt x="3975" y="2515"/>
                    <a:pt x="3937" y="2151"/>
                  </a:cubicBezTo>
                  <a:cubicBezTo>
                    <a:pt x="3850" y="1334"/>
                    <a:pt x="3430" y="664"/>
                    <a:pt x="29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3" name="Google Shape;2353;p40"/>
            <p:cNvSpPr/>
            <p:nvPr/>
          </p:nvSpPr>
          <p:spPr>
            <a:xfrm>
              <a:off x="3173828" y="2103207"/>
              <a:ext cx="186412" cy="440027"/>
            </a:xfrm>
            <a:custGeom>
              <a:rect b="b" l="l" r="r" t="t"/>
              <a:pathLst>
                <a:path extrusionOk="0" h="6659" w="2821">
                  <a:moveTo>
                    <a:pt x="17" y="0"/>
                  </a:moveTo>
                  <a:cubicBezTo>
                    <a:pt x="1" y="213"/>
                    <a:pt x="11" y="360"/>
                    <a:pt x="131" y="479"/>
                  </a:cubicBezTo>
                  <a:cubicBezTo>
                    <a:pt x="170" y="552"/>
                    <a:pt x="230" y="607"/>
                    <a:pt x="300" y="607"/>
                  </a:cubicBezTo>
                  <a:cubicBezTo>
                    <a:pt x="309" y="607"/>
                    <a:pt x="318" y="606"/>
                    <a:pt x="327" y="605"/>
                  </a:cubicBezTo>
                  <a:cubicBezTo>
                    <a:pt x="435" y="580"/>
                    <a:pt x="541" y="570"/>
                    <a:pt x="646" y="570"/>
                  </a:cubicBezTo>
                  <a:cubicBezTo>
                    <a:pt x="1084" y="570"/>
                    <a:pt x="1496" y="749"/>
                    <a:pt x="1922" y="828"/>
                  </a:cubicBezTo>
                  <a:cubicBezTo>
                    <a:pt x="2309" y="899"/>
                    <a:pt x="2292" y="888"/>
                    <a:pt x="2162" y="1258"/>
                  </a:cubicBezTo>
                  <a:cubicBezTo>
                    <a:pt x="1852" y="2107"/>
                    <a:pt x="1514" y="2956"/>
                    <a:pt x="1460" y="3876"/>
                  </a:cubicBezTo>
                  <a:cubicBezTo>
                    <a:pt x="1405" y="4856"/>
                    <a:pt x="1764" y="5744"/>
                    <a:pt x="2135" y="6620"/>
                  </a:cubicBezTo>
                  <a:cubicBezTo>
                    <a:pt x="2164" y="6648"/>
                    <a:pt x="2185" y="6659"/>
                    <a:pt x="2200" y="6659"/>
                  </a:cubicBezTo>
                  <a:cubicBezTo>
                    <a:pt x="2241" y="6659"/>
                    <a:pt x="2247" y="6589"/>
                    <a:pt x="2271" y="6549"/>
                  </a:cubicBezTo>
                  <a:cubicBezTo>
                    <a:pt x="2298" y="6201"/>
                    <a:pt x="2298" y="5853"/>
                    <a:pt x="2189" y="5510"/>
                  </a:cubicBezTo>
                  <a:cubicBezTo>
                    <a:pt x="2069" y="5112"/>
                    <a:pt x="1977" y="4704"/>
                    <a:pt x="1944" y="4279"/>
                  </a:cubicBezTo>
                  <a:cubicBezTo>
                    <a:pt x="1873" y="3436"/>
                    <a:pt x="2140" y="2668"/>
                    <a:pt x="2407" y="1895"/>
                  </a:cubicBezTo>
                  <a:cubicBezTo>
                    <a:pt x="2505" y="1497"/>
                    <a:pt x="2559" y="1084"/>
                    <a:pt x="2750" y="708"/>
                  </a:cubicBezTo>
                  <a:cubicBezTo>
                    <a:pt x="2821" y="567"/>
                    <a:pt x="2690" y="567"/>
                    <a:pt x="2608" y="550"/>
                  </a:cubicBezTo>
                  <a:cubicBezTo>
                    <a:pt x="2205" y="463"/>
                    <a:pt x="1792" y="463"/>
                    <a:pt x="1400" y="332"/>
                  </a:cubicBezTo>
                  <a:cubicBezTo>
                    <a:pt x="1202" y="265"/>
                    <a:pt x="1001" y="168"/>
                    <a:pt x="796" y="168"/>
                  </a:cubicBezTo>
                  <a:cubicBezTo>
                    <a:pt x="736" y="168"/>
                    <a:pt x="676" y="177"/>
                    <a:pt x="616" y="196"/>
                  </a:cubicBezTo>
                  <a:cubicBezTo>
                    <a:pt x="535" y="224"/>
                    <a:pt x="462" y="240"/>
                    <a:pt x="394" y="240"/>
                  </a:cubicBezTo>
                  <a:cubicBezTo>
                    <a:pt x="251" y="240"/>
                    <a:pt x="131" y="170"/>
                    <a:pt x="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4" name="Google Shape;2354;p40"/>
            <p:cNvSpPr/>
            <p:nvPr/>
          </p:nvSpPr>
          <p:spPr>
            <a:xfrm>
              <a:off x="3008692" y="1470751"/>
              <a:ext cx="287184" cy="264584"/>
            </a:xfrm>
            <a:custGeom>
              <a:rect b="b" l="l" r="r" t="t"/>
              <a:pathLst>
                <a:path extrusionOk="0" h="4004" w="4346">
                  <a:moveTo>
                    <a:pt x="153" y="1"/>
                  </a:moveTo>
                  <a:cubicBezTo>
                    <a:pt x="1" y="518"/>
                    <a:pt x="6" y="1030"/>
                    <a:pt x="72" y="1563"/>
                  </a:cubicBezTo>
                  <a:cubicBezTo>
                    <a:pt x="153" y="2189"/>
                    <a:pt x="257" y="2788"/>
                    <a:pt x="817" y="3164"/>
                  </a:cubicBezTo>
                  <a:cubicBezTo>
                    <a:pt x="1318" y="3501"/>
                    <a:pt x="1852" y="3801"/>
                    <a:pt x="2429" y="4002"/>
                  </a:cubicBezTo>
                  <a:cubicBezTo>
                    <a:pt x="2430" y="4003"/>
                    <a:pt x="2430" y="4003"/>
                    <a:pt x="2432" y="4003"/>
                  </a:cubicBezTo>
                  <a:cubicBezTo>
                    <a:pt x="2439" y="4003"/>
                    <a:pt x="2453" y="3989"/>
                    <a:pt x="2472" y="3975"/>
                  </a:cubicBezTo>
                  <a:cubicBezTo>
                    <a:pt x="2461" y="3812"/>
                    <a:pt x="2249" y="3708"/>
                    <a:pt x="2298" y="3545"/>
                  </a:cubicBezTo>
                  <a:cubicBezTo>
                    <a:pt x="2361" y="3536"/>
                    <a:pt x="2423" y="3533"/>
                    <a:pt x="2485" y="3533"/>
                  </a:cubicBezTo>
                  <a:cubicBezTo>
                    <a:pt x="2974" y="3533"/>
                    <a:pt x="3435" y="3767"/>
                    <a:pt x="3945" y="3767"/>
                  </a:cubicBezTo>
                  <a:cubicBezTo>
                    <a:pt x="4075" y="3767"/>
                    <a:pt x="4208" y="3752"/>
                    <a:pt x="4345" y="3714"/>
                  </a:cubicBezTo>
                  <a:cubicBezTo>
                    <a:pt x="3790" y="3218"/>
                    <a:pt x="3365" y="2696"/>
                    <a:pt x="3098" y="2059"/>
                  </a:cubicBezTo>
                  <a:lnTo>
                    <a:pt x="3098" y="2059"/>
                  </a:lnTo>
                  <a:cubicBezTo>
                    <a:pt x="2881" y="2619"/>
                    <a:pt x="3349" y="2951"/>
                    <a:pt x="3626" y="3420"/>
                  </a:cubicBezTo>
                  <a:cubicBezTo>
                    <a:pt x="3082" y="3245"/>
                    <a:pt x="2581" y="3294"/>
                    <a:pt x="2129" y="3066"/>
                  </a:cubicBezTo>
                  <a:cubicBezTo>
                    <a:pt x="2053" y="3026"/>
                    <a:pt x="1970" y="2902"/>
                    <a:pt x="1880" y="2902"/>
                  </a:cubicBezTo>
                  <a:cubicBezTo>
                    <a:pt x="1848" y="2902"/>
                    <a:pt x="1815" y="2917"/>
                    <a:pt x="1781" y="2957"/>
                  </a:cubicBezTo>
                  <a:cubicBezTo>
                    <a:pt x="1672" y="3088"/>
                    <a:pt x="1852" y="3202"/>
                    <a:pt x="1906" y="3327"/>
                  </a:cubicBezTo>
                  <a:cubicBezTo>
                    <a:pt x="1912" y="3338"/>
                    <a:pt x="1901" y="3360"/>
                    <a:pt x="1895" y="3403"/>
                  </a:cubicBezTo>
                  <a:cubicBezTo>
                    <a:pt x="1514" y="3245"/>
                    <a:pt x="1128" y="3077"/>
                    <a:pt x="888" y="2750"/>
                  </a:cubicBezTo>
                  <a:cubicBezTo>
                    <a:pt x="502" y="2211"/>
                    <a:pt x="251" y="1601"/>
                    <a:pt x="219" y="921"/>
                  </a:cubicBezTo>
                  <a:cubicBezTo>
                    <a:pt x="142" y="665"/>
                    <a:pt x="246" y="393"/>
                    <a:pt x="164" y="137"/>
                  </a:cubicBezTo>
                  <a:cubicBezTo>
                    <a:pt x="159" y="88"/>
                    <a:pt x="159" y="44"/>
                    <a:pt x="1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5" name="Google Shape;2355;p40"/>
            <p:cNvSpPr/>
            <p:nvPr/>
          </p:nvSpPr>
          <p:spPr>
            <a:xfrm>
              <a:off x="1144161" y="2906150"/>
              <a:ext cx="261941" cy="184694"/>
            </a:xfrm>
            <a:custGeom>
              <a:rect b="b" l="l" r="r" t="t"/>
              <a:pathLst>
                <a:path extrusionOk="0" h="2795" w="3964">
                  <a:moveTo>
                    <a:pt x="561" y="0"/>
                  </a:moveTo>
                  <a:cubicBezTo>
                    <a:pt x="458" y="289"/>
                    <a:pt x="349" y="572"/>
                    <a:pt x="251" y="860"/>
                  </a:cubicBezTo>
                  <a:cubicBezTo>
                    <a:pt x="88" y="1356"/>
                    <a:pt x="88" y="1878"/>
                    <a:pt x="17" y="2390"/>
                  </a:cubicBezTo>
                  <a:cubicBezTo>
                    <a:pt x="1" y="2526"/>
                    <a:pt x="33" y="2766"/>
                    <a:pt x="137" y="2788"/>
                  </a:cubicBezTo>
                  <a:cubicBezTo>
                    <a:pt x="162" y="2792"/>
                    <a:pt x="190" y="2795"/>
                    <a:pt x="218" y="2795"/>
                  </a:cubicBezTo>
                  <a:cubicBezTo>
                    <a:pt x="352" y="2795"/>
                    <a:pt x="505" y="2736"/>
                    <a:pt x="572" y="2570"/>
                  </a:cubicBezTo>
                  <a:cubicBezTo>
                    <a:pt x="594" y="2515"/>
                    <a:pt x="637" y="2472"/>
                    <a:pt x="670" y="2423"/>
                  </a:cubicBezTo>
                  <a:cubicBezTo>
                    <a:pt x="1193" y="1639"/>
                    <a:pt x="1890" y="1084"/>
                    <a:pt x="2804" y="828"/>
                  </a:cubicBezTo>
                  <a:cubicBezTo>
                    <a:pt x="3120" y="741"/>
                    <a:pt x="3430" y="654"/>
                    <a:pt x="3746" y="566"/>
                  </a:cubicBezTo>
                  <a:cubicBezTo>
                    <a:pt x="3811" y="523"/>
                    <a:pt x="3871" y="474"/>
                    <a:pt x="3964" y="409"/>
                  </a:cubicBezTo>
                  <a:cubicBezTo>
                    <a:pt x="3729" y="363"/>
                    <a:pt x="3511" y="338"/>
                    <a:pt x="3302" y="338"/>
                  </a:cubicBezTo>
                  <a:cubicBezTo>
                    <a:pt x="2387" y="338"/>
                    <a:pt x="1637" y="805"/>
                    <a:pt x="414" y="2015"/>
                  </a:cubicBezTo>
                  <a:cubicBezTo>
                    <a:pt x="436" y="1742"/>
                    <a:pt x="403" y="1503"/>
                    <a:pt x="458" y="1263"/>
                  </a:cubicBezTo>
                  <a:cubicBezTo>
                    <a:pt x="529" y="953"/>
                    <a:pt x="610" y="648"/>
                    <a:pt x="681" y="343"/>
                  </a:cubicBezTo>
                  <a:cubicBezTo>
                    <a:pt x="697" y="262"/>
                    <a:pt x="882" y="11"/>
                    <a:pt x="5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6" name="Google Shape;2356;p40"/>
            <p:cNvSpPr/>
            <p:nvPr/>
          </p:nvSpPr>
          <p:spPr>
            <a:xfrm>
              <a:off x="3460882" y="1802805"/>
              <a:ext cx="175310" cy="229364"/>
            </a:xfrm>
            <a:custGeom>
              <a:rect b="b" l="l" r="r" t="t"/>
              <a:pathLst>
                <a:path extrusionOk="0" h="3471" w="2653">
                  <a:moveTo>
                    <a:pt x="719" y="0"/>
                  </a:moveTo>
                  <a:cubicBezTo>
                    <a:pt x="360" y="0"/>
                    <a:pt x="528" y="341"/>
                    <a:pt x="436" y="507"/>
                  </a:cubicBezTo>
                  <a:cubicBezTo>
                    <a:pt x="266" y="464"/>
                    <a:pt x="262" y="240"/>
                    <a:pt x="84" y="240"/>
                  </a:cubicBezTo>
                  <a:cubicBezTo>
                    <a:pt x="80" y="240"/>
                    <a:pt x="76" y="240"/>
                    <a:pt x="72" y="240"/>
                  </a:cubicBezTo>
                  <a:cubicBezTo>
                    <a:pt x="1" y="371"/>
                    <a:pt x="34" y="496"/>
                    <a:pt x="110" y="605"/>
                  </a:cubicBezTo>
                  <a:cubicBezTo>
                    <a:pt x="551" y="1280"/>
                    <a:pt x="943" y="2004"/>
                    <a:pt x="1569" y="2543"/>
                  </a:cubicBezTo>
                  <a:cubicBezTo>
                    <a:pt x="1765" y="2712"/>
                    <a:pt x="1841" y="2859"/>
                    <a:pt x="1678" y="3098"/>
                  </a:cubicBezTo>
                  <a:cubicBezTo>
                    <a:pt x="1618" y="3185"/>
                    <a:pt x="1509" y="3349"/>
                    <a:pt x="1667" y="3441"/>
                  </a:cubicBezTo>
                  <a:cubicBezTo>
                    <a:pt x="1703" y="3461"/>
                    <a:pt x="1738" y="3470"/>
                    <a:pt x="1770" y="3470"/>
                  </a:cubicBezTo>
                  <a:cubicBezTo>
                    <a:pt x="1877" y="3470"/>
                    <a:pt x="1958" y="3373"/>
                    <a:pt x="2004" y="3272"/>
                  </a:cubicBezTo>
                  <a:cubicBezTo>
                    <a:pt x="2052" y="3164"/>
                    <a:pt x="2099" y="3117"/>
                    <a:pt x="2157" y="3117"/>
                  </a:cubicBezTo>
                  <a:cubicBezTo>
                    <a:pt x="2205" y="3117"/>
                    <a:pt x="2260" y="3148"/>
                    <a:pt x="2331" y="3202"/>
                  </a:cubicBezTo>
                  <a:cubicBezTo>
                    <a:pt x="2375" y="3236"/>
                    <a:pt x="2451" y="3330"/>
                    <a:pt x="2526" y="3330"/>
                  </a:cubicBezTo>
                  <a:cubicBezTo>
                    <a:pt x="2571" y="3330"/>
                    <a:pt x="2615" y="3296"/>
                    <a:pt x="2652" y="3196"/>
                  </a:cubicBezTo>
                  <a:cubicBezTo>
                    <a:pt x="2527" y="2995"/>
                    <a:pt x="2440" y="2739"/>
                    <a:pt x="2266" y="2603"/>
                  </a:cubicBezTo>
                  <a:cubicBezTo>
                    <a:pt x="1836" y="2265"/>
                    <a:pt x="1503" y="1841"/>
                    <a:pt x="1122" y="1465"/>
                  </a:cubicBezTo>
                  <a:cubicBezTo>
                    <a:pt x="850" y="1198"/>
                    <a:pt x="730" y="872"/>
                    <a:pt x="807" y="480"/>
                  </a:cubicBezTo>
                  <a:cubicBezTo>
                    <a:pt x="834" y="322"/>
                    <a:pt x="823" y="153"/>
                    <a:pt x="736" y="1"/>
                  </a:cubicBezTo>
                  <a:cubicBezTo>
                    <a:pt x="730" y="0"/>
                    <a:pt x="724" y="0"/>
                    <a:pt x="7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7" name="Google Shape;2357;p40"/>
            <p:cNvSpPr/>
            <p:nvPr/>
          </p:nvSpPr>
          <p:spPr>
            <a:xfrm>
              <a:off x="2940827" y="1908996"/>
              <a:ext cx="144187" cy="207689"/>
            </a:xfrm>
            <a:custGeom>
              <a:rect b="b" l="l" r="r" t="t"/>
              <a:pathLst>
                <a:path extrusionOk="0" h="3143" w="2182">
                  <a:moveTo>
                    <a:pt x="857" y="0"/>
                  </a:moveTo>
                  <a:cubicBezTo>
                    <a:pt x="834" y="0"/>
                    <a:pt x="806" y="5"/>
                    <a:pt x="772" y="16"/>
                  </a:cubicBezTo>
                  <a:cubicBezTo>
                    <a:pt x="429" y="865"/>
                    <a:pt x="440" y="1802"/>
                    <a:pt x="124" y="2662"/>
                  </a:cubicBezTo>
                  <a:cubicBezTo>
                    <a:pt x="82" y="2772"/>
                    <a:pt x="0" y="3143"/>
                    <a:pt x="361" y="3143"/>
                  </a:cubicBezTo>
                  <a:cubicBezTo>
                    <a:pt x="375" y="3143"/>
                    <a:pt x="391" y="3142"/>
                    <a:pt x="407" y="3141"/>
                  </a:cubicBezTo>
                  <a:cubicBezTo>
                    <a:pt x="576" y="2683"/>
                    <a:pt x="859" y="2292"/>
                    <a:pt x="1218" y="1840"/>
                  </a:cubicBezTo>
                  <a:lnTo>
                    <a:pt x="1218" y="1840"/>
                  </a:lnTo>
                  <a:cubicBezTo>
                    <a:pt x="810" y="1976"/>
                    <a:pt x="647" y="2243"/>
                    <a:pt x="413" y="2433"/>
                  </a:cubicBezTo>
                  <a:cubicBezTo>
                    <a:pt x="788" y="1584"/>
                    <a:pt x="1403" y="941"/>
                    <a:pt x="2182" y="441"/>
                  </a:cubicBezTo>
                  <a:cubicBezTo>
                    <a:pt x="2144" y="391"/>
                    <a:pt x="2094" y="369"/>
                    <a:pt x="2044" y="369"/>
                  </a:cubicBezTo>
                  <a:cubicBezTo>
                    <a:pt x="2028" y="369"/>
                    <a:pt x="2012" y="371"/>
                    <a:pt x="1997" y="375"/>
                  </a:cubicBezTo>
                  <a:cubicBezTo>
                    <a:pt x="1469" y="517"/>
                    <a:pt x="1169" y="958"/>
                    <a:pt x="799" y="1361"/>
                  </a:cubicBezTo>
                  <a:cubicBezTo>
                    <a:pt x="696" y="909"/>
                    <a:pt x="913" y="549"/>
                    <a:pt x="908" y="168"/>
                  </a:cubicBezTo>
                  <a:cubicBezTo>
                    <a:pt x="946" y="66"/>
                    <a:pt x="938" y="0"/>
                    <a:pt x="8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8" name="Google Shape;2358;p40"/>
            <p:cNvSpPr/>
            <p:nvPr/>
          </p:nvSpPr>
          <p:spPr>
            <a:xfrm>
              <a:off x="2955101" y="1474385"/>
              <a:ext cx="143988" cy="330730"/>
            </a:xfrm>
            <a:custGeom>
              <a:rect b="b" l="l" r="r" t="t"/>
              <a:pathLst>
                <a:path extrusionOk="0" h="5005" w="2179">
                  <a:moveTo>
                    <a:pt x="828" y="0"/>
                  </a:moveTo>
                  <a:lnTo>
                    <a:pt x="828" y="0"/>
                  </a:lnTo>
                  <a:cubicBezTo>
                    <a:pt x="425" y="730"/>
                    <a:pt x="60" y="1492"/>
                    <a:pt x="22" y="2319"/>
                  </a:cubicBezTo>
                  <a:cubicBezTo>
                    <a:pt x="1" y="2880"/>
                    <a:pt x="109" y="3474"/>
                    <a:pt x="676" y="3849"/>
                  </a:cubicBezTo>
                  <a:cubicBezTo>
                    <a:pt x="1024" y="4083"/>
                    <a:pt x="1421" y="4290"/>
                    <a:pt x="1552" y="4747"/>
                  </a:cubicBezTo>
                  <a:cubicBezTo>
                    <a:pt x="1673" y="4800"/>
                    <a:pt x="1667" y="5004"/>
                    <a:pt x="1832" y="5004"/>
                  </a:cubicBezTo>
                  <a:cubicBezTo>
                    <a:pt x="1839" y="5004"/>
                    <a:pt x="1845" y="5004"/>
                    <a:pt x="1852" y="5003"/>
                  </a:cubicBezTo>
                  <a:cubicBezTo>
                    <a:pt x="1835" y="4726"/>
                    <a:pt x="1835" y="4726"/>
                    <a:pt x="1503" y="4198"/>
                  </a:cubicBezTo>
                  <a:lnTo>
                    <a:pt x="1503" y="4198"/>
                  </a:lnTo>
                  <a:cubicBezTo>
                    <a:pt x="1721" y="4257"/>
                    <a:pt x="1917" y="4317"/>
                    <a:pt x="2178" y="4394"/>
                  </a:cubicBezTo>
                  <a:cubicBezTo>
                    <a:pt x="1939" y="4083"/>
                    <a:pt x="1661" y="3991"/>
                    <a:pt x="1389" y="3887"/>
                  </a:cubicBezTo>
                  <a:cubicBezTo>
                    <a:pt x="452" y="3539"/>
                    <a:pt x="60" y="2771"/>
                    <a:pt x="322" y="1786"/>
                  </a:cubicBezTo>
                  <a:cubicBezTo>
                    <a:pt x="485" y="1187"/>
                    <a:pt x="659" y="594"/>
                    <a:pt x="8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9" name="Google Shape;2359;p40"/>
            <p:cNvSpPr/>
            <p:nvPr/>
          </p:nvSpPr>
          <p:spPr>
            <a:xfrm>
              <a:off x="3402995" y="2045254"/>
              <a:ext cx="265906" cy="122248"/>
            </a:xfrm>
            <a:custGeom>
              <a:rect b="b" l="l" r="r" t="t"/>
              <a:pathLst>
                <a:path extrusionOk="0" h="1850" w="4024">
                  <a:moveTo>
                    <a:pt x="3898" y="1"/>
                  </a:moveTo>
                  <a:cubicBezTo>
                    <a:pt x="3719" y="1"/>
                    <a:pt x="3648" y="142"/>
                    <a:pt x="3550" y="262"/>
                  </a:cubicBezTo>
                  <a:cubicBezTo>
                    <a:pt x="3253" y="610"/>
                    <a:pt x="3015" y="1069"/>
                    <a:pt x="2497" y="1069"/>
                  </a:cubicBezTo>
                  <a:cubicBezTo>
                    <a:pt x="2407" y="1069"/>
                    <a:pt x="2308" y="1055"/>
                    <a:pt x="2200" y="1024"/>
                  </a:cubicBezTo>
                  <a:lnTo>
                    <a:pt x="2200" y="1024"/>
                  </a:lnTo>
                  <a:cubicBezTo>
                    <a:pt x="2227" y="1090"/>
                    <a:pt x="2238" y="1139"/>
                    <a:pt x="2265" y="1171"/>
                  </a:cubicBezTo>
                  <a:cubicBezTo>
                    <a:pt x="2428" y="1384"/>
                    <a:pt x="2418" y="1438"/>
                    <a:pt x="2118" y="1531"/>
                  </a:cubicBezTo>
                  <a:cubicBezTo>
                    <a:pt x="1984" y="1569"/>
                    <a:pt x="1853" y="1584"/>
                    <a:pt x="1726" y="1584"/>
                  </a:cubicBezTo>
                  <a:cubicBezTo>
                    <a:pt x="1402" y="1584"/>
                    <a:pt x="1095" y="1491"/>
                    <a:pt x="779" y="1460"/>
                  </a:cubicBezTo>
                  <a:cubicBezTo>
                    <a:pt x="635" y="1448"/>
                    <a:pt x="484" y="1396"/>
                    <a:pt x="338" y="1396"/>
                  </a:cubicBezTo>
                  <a:cubicBezTo>
                    <a:pt x="220" y="1396"/>
                    <a:pt x="105" y="1430"/>
                    <a:pt x="0" y="1547"/>
                  </a:cubicBezTo>
                  <a:cubicBezTo>
                    <a:pt x="539" y="1645"/>
                    <a:pt x="1073" y="1770"/>
                    <a:pt x="1612" y="1830"/>
                  </a:cubicBezTo>
                  <a:cubicBezTo>
                    <a:pt x="1715" y="1840"/>
                    <a:pt x="1818" y="1849"/>
                    <a:pt x="1922" y="1849"/>
                  </a:cubicBezTo>
                  <a:cubicBezTo>
                    <a:pt x="2155" y="1849"/>
                    <a:pt x="2388" y="1803"/>
                    <a:pt x="2619" y="1618"/>
                  </a:cubicBezTo>
                  <a:cubicBezTo>
                    <a:pt x="3005" y="1318"/>
                    <a:pt x="3272" y="899"/>
                    <a:pt x="3686" y="621"/>
                  </a:cubicBezTo>
                  <a:cubicBezTo>
                    <a:pt x="3833" y="518"/>
                    <a:pt x="4024" y="273"/>
                    <a:pt x="3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0" name="Google Shape;2360;p40"/>
            <p:cNvSpPr/>
            <p:nvPr/>
          </p:nvSpPr>
          <p:spPr>
            <a:xfrm>
              <a:off x="3477468" y="1459517"/>
              <a:ext cx="72292" cy="294783"/>
            </a:xfrm>
            <a:custGeom>
              <a:rect b="b" l="l" r="r" t="t"/>
              <a:pathLst>
                <a:path extrusionOk="0" h="4461" w="1094">
                  <a:moveTo>
                    <a:pt x="993" y="0"/>
                  </a:moveTo>
                  <a:cubicBezTo>
                    <a:pt x="986" y="0"/>
                    <a:pt x="978" y="1"/>
                    <a:pt x="969" y="2"/>
                  </a:cubicBezTo>
                  <a:cubicBezTo>
                    <a:pt x="948" y="8"/>
                    <a:pt x="931" y="57"/>
                    <a:pt x="915" y="84"/>
                  </a:cubicBezTo>
                  <a:cubicBezTo>
                    <a:pt x="528" y="944"/>
                    <a:pt x="327" y="1853"/>
                    <a:pt x="370" y="2784"/>
                  </a:cubicBezTo>
                  <a:cubicBezTo>
                    <a:pt x="398" y="3328"/>
                    <a:pt x="409" y="3835"/>
                    <a:pt x="66" y="4286"/>
                  </a:cubicBezTo>
                  <a:cubicBezTo>
                    <a:pt x="33" y="4330"/>
                    <a:pt x="0" y="4390"/>
                    <a:pt x="66" y="4461"/>
                  </a:cubicBezTo>
                  <a:cubicBezTo>
                    <a:pt x="224" y="4439"/>
                    <a:pt x="289" y="4276"/>
                    <a:pt x="414" y="4199"/>
                  </a:cubicBezTo>
                  <a:cubicBezTo>
                    <a:pt x="675" y="3807"/>
                    <a:pt x="713" y="3377"/>
                    <a:pt x="697" y="2920"/>
                  </a:cubicBezTo>
                  <a:cubicBezTo>
                    <a:pt x="670" y="2359"/>
                    <a:pt x="681" y="1799"/>
                    <a:pt x="833" y="1249"/>
                  </a:cubicBezTo>
                  <a:cubicBezTo>
                    <a:pt x="931" y="884"/>
                    <a:pt x="980" y="514"/>
                    <a:pt x="1040" y="144"/>
                  </a:cubicBezTo>
                  <a:cubicBezTo>
                    <a:pt x="1050" y="103"/>
                    <a:pt x="1094" y="0"/>
                    <a:pt x="9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1" name="Google Shape;2361;p40"/>
            <p:cNvSpPr/>
            <p:nvPr/>
          </p:nvSpPr>
          <p:spPr>
            <a:xfrm>
              <a:off x="3203828" y="1575819"/>
              <a:ext cx="156742" cy="127336"/>
            </a:xfrm>
            <a:custGeom>
              <a:rect b="b" l="l" r="r" t="t"/>
              <a:pathLst>
                <a:path extrusionOk="0" h="1927" w="2372">
                  <a:moveTo>
                    <a:pt x="66" y="0"/>
                  </a:moveTo>
                  <a:cubicBezTo>
                    <a:pt x="0" y="0"/>
                    <a:pt x="49" y="113"/>
                    <a:pt x="53" y="169"/>
                  </a:cubicBezTo>
                  <a:cubicBezTo>
                    <a:pt x="314" y="414"/>
                    <a:pt x="581" y="648"/>
                    <a:pt x="902" y="823"/>
                  </a:cubicBezTo>
                  <a:cubicBezTo>
                    <a:pt x="1321" y="1051"/>
                    <a:pt x="1719" y="1318"/>
                    <a:pt x="1985" y="1737"/>
                  </a:cubicBezTo>
                  <a:cubicBezTo>
                    <a:pt x="2034" y="1808"/>
                    <a:pt x="2105" y="1926"/>
                    <a:pt x="2191" y="1926"/>
                  </a:cubicBezTo>
                  <a:cubicBezTo>
                    <a:pt x="2211" y="1926"/>
                    <a:pt x="2231" y="1920"/>
                    <a:pt x="2252" y="1906"/>
                  </a:cubicBezTo>
                  <a:cubicBezTo>
                    <a:pt x="2372" y="1830"/>
                    <a:pt x="2301" y="1677"/>
                    <a:pt x="2236" y="1563"/>
                  </a:cubicBezTo>
                  <a:cubicBezTo>
                    <a:pt x="2214" y="1525"/>
                    <a:pt x="2187" y="1481"/>
                    <a:pt x="2165" y="1443"/>
                  </a:cubicBezTo>
                  <a:cubicBezTo>
                    <a:pt x="1648" y="752"/>
                    <a:pt x="869" y="420"/>
                    <a:pt x="145" y="28"/>
                  </a:cubicBezTo>
                  <a:cubicBezTo>
                    <a:pt x="109" y="8"/>
                    <a:pt x="8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40"/>
            <p:cNvSpPr/>
            <p:nvPr/>
          </p:nvSpPr>
          <p:spPr>
            <a:xfrm>
              <a:off x="2919880" y="1802408"/>
              <a:ext cx="149341" cy="95089"/>
            </a:xfrm>
            <a:custGeom>
              <a:rect b="b" l="l" r="r" t="t"/>
              <a:pathLst>
                <a:path extrusionOk="0" h="1439" w="2260">
                  <a:moveTo>
                    <a:pt x="1964" y="1"/>
                  </a:moveTo>
                  <a:cubicBezTo>
                    <a:pt x="1726" y="1"/>
                    <a:pt x="1499" y="57"/>
                    <a:pt x="1301" y="192"/>
                  </a:cubicBezTo>
                  <a:cubicBezTo>
                    <a:pt x="844" y="491"/>
                    <a:pt x="430" y="845"/>
                    <a:pt x="22" y="1215"/>
                  </a:cubicBezTo>
                  <a:cubicBezTo>
                    <a:pt x="14" y="1320"/>
                    <a:pt x="1" y="1439"/>
                    <a:pt x="81" y="1439"/>
                  </a:cubicBezTo>
                  <a:cubicBezTo>
                    <a:pt x="113" y="1439"/>
                    <a:pt x="160" y="1420"/>
                    <a:pt x="229" y="1373"/>
                  </a:cubicBezTo>
                  <a:cubicBezTo>
                    <a:pt x="479" y="1204"/>
                    <a:pt x="757" y="1057"/>
                    <a:pt x="969" y="840"/>
                  </a:cubicBezTo>
                  <a:cubicBezTo>
                    <a:pt x="1268" y="535"/>
                    <a:pt x="1563" y="272"/>
                    <a:pt x="2000" y="272"/>
                  </a:cubicBezTo>
                  <a:cubicBezTo>
                    <a:pt x="2040" y="272"/>
                    <a:pt x="2081" y="274"/>
                    <a:pt x="2123" y="279"/>
                  </a:cubicBezTo>
                  <a:cubicBezTo>
                    <a:pt x="2135" y="281"/>
                    <a:pt x="2147" y="282"/>
                    <a:pt x="2160" y="282"/>
                  </a:cubicBezTo>
                  <a:cubicBezTo>
                    <a:pt x="2207" y="282"/>
                    <a:pt x="2255" y="264"/>
                    <a:pt x="2259" y="208"/>
                  </a:cubicBezTo>
                  <a:cubicBezTo>
                    <a:pt x="2259" y="170"/>
                    <a:pt x="2216" y="126"/>
                    <a:pt x="2178" y="99"/>
                  </a:cubicBezTo>
                  <a:cubicBezTo>
                    <a:pt x="2123" y="61"/>
                    <a:pt x="2058" y="34"/>
                    <a:pt x="1998" y="1"/>
                  </a:cubicBezTo>
                  <a:cubicBezTo>
                    <a:pt x="1987" y="1"/>
                    <a:pt x="1976" y="1"/>
                    <a:pt x="19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40"/>
            <p:cNvSpPr/>
            <p:nvPr/>
          </p:nvSpPr>
          <p:spPr>
            <a:xfrm>
              <a:off x="3352245" y="1620621"/>
              <a:ext cx="99384" cy="110023"/>
            </a:xfrm>
            <a:custGeom>
              <a:rect b="b" l="l" r="r" t="t"/>
              <a:pathLst>
                <a:path extrusionOk="0" h="1665" w="1504">
                  <a:moveTo>
                    <a:pt x="147" y="1"/>
                  </a:moveTo>
                  <a:cubicBezTo>
                    <a:pt x="123" y="1"/>
                    <a:pt x="100" y="9"/>
                    <a:pt x="77" y="30"/>
                  </a:cubicBezTo>
                  <a:cubicBezTo>
                    <a:pt x="1" y="101"/>
                    <a:pt x="93" y="194"/>
                    <a:pt x="137" y="275"/>
                  </a:cubicBezTo>
                  <a:cubicBezTo>
                    <a:pt x="529" y="602"/>
                    <a:pt x="806" y="1016"/>
                    <a:pt x="1008" y="1489"/>
                  </a:cubicBezTo>
                  <a:cubicBezTo>
                    <a:pt x="1034" y="1552"/>
                    <a:pt x="1035" y="1664"/>
                    <a:pt x="1135" y="1664"/>
                  </a:cubicBezTo>
                  <a:cubicBezTo>
                    <a:pt x="1140" y="1664"/>
                    <a:pt x="1145" y="1664"/>
                    <a:pt x="1149" y="1663"/>
                  </a:cubicBezTo>
                  <a:cubicBezTo>
                    <a:pt x="1247" y="1647"/>
                    <a:pt x="1280" y="1538"/>
                    <a:pt x="1253" y="1467"/>
                  </a:cubicBezTo>
                  <a:cubicBezTo>
                    <a:pt x="1073" y="1081"/>
                    <a:pt x="1302" y="792"/>
                    <a:pt x="1443" y="471"/>
                  </a:cubicBezTo>
                  <a:cubicBezTo>
                    <a:pt x="1503" y="335"/>
                    <a:pt x="1465" y="161"/>
                    <a:pt x="1476" y="3"/>
                  </a:cubicBezTo>
                  <a:lnTo>
                    <a:pt x="1476" y="3"/>
                  </a:lnTo>
                  <a:cubicBezTo>
                    <a:pt x="1351" y="188"/>
                    <a:pt x="1296" y="390"/>
                    <a:pt x="1198" y="569"/>
                  </a:cubicBezTo>
                  <a:cubicBezTo>
                    <a:pt x="1141" y="676"/>
                    <a:pt x="1078" y="735"/>
                    <a:pt x="1016" y="735"/>
                  </a:cubicBezTo>
                  <a:cubicBezTo>
                    <a:pt x="954" y="735"/>
                    <a:pt x="893" y="677"/>
                    <a:pt x="839" y="553"/>
                  </a:cubicBezTo>
                  <a:cubicBezTo>
                    <a:pt x="709" y="357"/>
                    <a:pt x="502" y="237"/>
                    <a:pt x="322" y="96"/>
                  </a:cubicBezTo>
                  <a:cubicBezTo>
                    <a:pt x="264" y="49"/>
                    <a:pt x="204" y="1"/>
                    <a:pt x="1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4" name="Google Shape;2364;p40"/>
            <p:cNvSpPr/>
            <p:nvPr/>
          </p:nvSpPr>
          <p:spPr>
            <a:xfrm>
              <a:off x="2921267" y="1867233"/>
              <a:ext cx="146896" cy="52930"/>
            </a:xfrm>
            <a:custGeom>
              <a:rect b="b" l="l" r="r" t="t"/>
              <a:pathLst>
                <a:path extrusionOk="0" h="801" w="2223">
                  <a:moveTo>
                    <a:pt x="1757" y="1"/>
                  </a:moveTo>
                  <a:cubicBezTo>
                    <a:pt x="1087" y="1"/>
                    <a:pt x="507" y="245"/>
                    <a:pt x="1" y="708"/>
                  </a:cubicBezTo>
                  <a:cubicBezTo>
                    <a:pt x="52" y="723"/>
                    <a:pt x="101" y="730"/>
                    <a:pt x="149" y="730"/>
                  </a:cubicBezTo>
                  <a:cubicBezTo>
                    <a:pt x="357" y="730"/>
                    <a:pt x="540" y="606"/>
                    <a:pt x="730" y="545"/>
                  </a:cubicBezTo>
                  <a:cubicBezTo>
                    <a:pt x="789" y="527"/>
                    <a:pt x="840" y="515"/>
                    <a:pt x="884" y="515"/>
                  </a:cubicBezTo>
                  <a:cubicBezTo>
                    <a:pt x="962" y="515"/>
                    <a:pt x="1019" y="551"/>
                    <a:pt x="1068" y="648"/>
                  </a:cubicBezTo>
                  <a:cubicBezTo>
                    <a:pt x="1166" y="653"/>
                    <a:pt x="1199" y="713"/>
                    <a:pt x="1204" y="800"/>
                  </a:cubicBezTo>
                  <a:cubicBezTo>
                    <a:pt x="1248" y="751"/>
                    <a:pt x="1297" y="697"/>
                    <a:pt x="1340" y="648"/>
                  </a:cubicBezTo>
                  <a:cubicBezTo>
                    <a:pt x="1400" y="534"/>
                    <a:pt x="1286" y="457"/>
                    <a:pt x="1280" y="359"/>
                  </a:cubicBezTo>
                  <a:cubicBezTo>
                    <a:pt x="1509" y="234"/>
                    <a:pt x="1770" y="310"/>
                    <a:pt x="2004" y="234"/>
                  </a:cubicBezTo>
                  <a:cubicBezTo>
                    <a:pt x="2086" y="207"/>
                    <a:pt x="2222" y="240"/>
                    <a:pt x="2206" y="104"/>
                  </a:cubicBezTo>
                  <a:cubicBezTo>
                    <a:pt x="2195" y="22"/>
                    <a:pt x="2080" y="22"/>
                    <a:pt x="1999" y="11"/>
                  </a:cubicBezTo>
                  <a:cubicBezTo>
                    <a:pt x="1917" y="4"/>
                    <a:pt x="1836" y="1"/>
                    <a:pt x="1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5" name="Google Shape;2365;p40"/>
            <p:cNvSpPr/>
            <p:nvPr/>
          </p:nvSpPr>
          <p:spPr>
            <a:xfrm>
              <a:off x="3454076" y="1448085"/>
              <a:ext cx="85706" cy="136059"/>
            </a:xfrm>
            <a:custGeom>
              <a:rect b="b" l="l" r="r" t="t"/>
              <a:pathLst>
                <a:path extrusionOk="0" h="2059" w="1297">
                  <a:moveTo>
                    <a:pt x="1260" y="1"/>
                  </a:moveTo>
                  <a:cubicBezTo>
                    <a:pt x="1253" y="1"/>
                    <a:pt x="1245" y="3"/>
                    <a:pt x="1236" y="6"/>
                  </a:cubicBezTo>
                  <a:cubicBezTo>
                    <a:pt x="1095" y="61"/>
                    <a:pt x="975" y="148"/>
                    <a:pt x="871" y="262"/>
                  </a:cubicBezTo>
                  <a:cubicBezTo>
                    <a:pt x="474" y="698"/>
                    <a:pt x="213" y="1209"/>
                    <a:pt x="0" y="1754"/>
                  </a:cubicBezTo>
                  <a:cubicBezTo>
                    <a:pt x="6" y="1852"/>
                    <a:pt x="11" y="1955"/>
                    <a:pt x="17" y="2059"/>
                  </a:cubicBezTo>
                  <a:cubicBezTo>
                    <a:pt x="420" y="1411"/>
                    <a:pt x="686" y="692"/>
                    <a:pt x="1214" y="132"/>
                  </a:cubicBezTo>
                  <a:cubicBezTo>
                    <a:pt x="1236" y="104"/>
                    <a:pt x="1263" y="83"/>
                    <a:pt x="1280" y="55"/>
                  </a:cubicBezTo>
                  <a:cubicBezTo>
                    <a:pt x="1297" y="22"/>
                    <a:pt x="1284" y="1"/>
                    <a:pt x="12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6" name="Google Shape;2366;p40"/>
            <p:cNvSpPr/>
            <p:nvPr/>
          </p:nvSpPr>
          <p:spPr>
            <a:xfrm>
              <a:off x="2973471" y="2110740"/>
              <a:ext cx="30992" cy="121653"/>
            </a:xfrm>
            <a:custGeom>
              <a:rect b="b" l="l" r="r" t="t"/>
              <a:pathLst>
                <a:path extrusionOk="0" h="1841" w="469">
                  <a:moveTo>
                    <a:pt x="160" y="1"/>
                  </a:moveTo>
                  <a:cubicBezTo>
                    <a:pt x="157" y="1"/>
                    <a:pt x="155" y="1"/>
                    <a:pt x="153" y="1"/>
                  </a:cubicBezTo>
                  <a:cubicBezTo>
                    <a:pt x="0" y="1"/>
                    <a:pt x="93" y="240"/>
                    <a:pt x="55" y="365"/>
                  </a:cubicBezTo>
                  <a:cubicBezTo>
                    <a:pt x="60" y="436"/>
                    <a:pt x="60" y="502"/>
                    <a:pt x="66" y="572"/>
                  </a:cubicBezTo>
                  <a:cubicBezTo>
                    <a:pt x="185" y="997"/>
                    <a:pt x="120" y="1481"/>
                    <a:pt x="468" y="1841"/>
                  </a:cubicBezTo>
                  <a:cubicBezTo>
                    <a:pt x="425" y="1345"/>
                    <a:pt x="354" y="855"/>
                    <a:pt x="272" y="365"/>
                  </a:cubicBezTo>
                  <a:cubicBezTo>
                    <a:pt x="251" y="236"/>
                    <a:pt x="357" y="1"/>
                    <a:pt x="1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7" name="Google Shape;2367;p40"/>
            <p:cNvSpPr/>
            <p:nvPr/>
          </p:nvSpPr>
          <p:spPr>
            <a:xfrm>
              <a:off x="853868" y="1909327"/>
              <a:ext cx="17313" cy="60860"/>
            </a:xfrm>
            <a:custGeom>
              <a:rect b="b" l="l" r="r" t="t"/>
              <a:pathLst>
                <a:path extrusionOk="0" h="921" w="262">
                  <a:moveTo>
                    <a:pt x="202" y="0"/>
                  </a:moveTo>
                  <a:cubicBezTo>
                    <a:pt x="0" y="283"/>
                    <a:pt x="6" y="599"/>
                    <a:pt x="60" y="920"/>
                  </a:cubicBezTo>
                  <a:cubicBezTo>
                    <a:pt x="262" y="675"/>
                    <a:pt x="180" y="370"/>
                    <a:pt x="223" y="87"/>
                  </a:cubicBezTo>
                  <a:cubicBezTo>
                    <a:pt x="218" y="60"/>
                    <a:pt x="213" y="27"/>
                    <a:pt x="202" y="0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8" name="Google Shape;2368;p40"/>
            <p:cNvSpPr/>
            <p:nvPr/>
          </p:nvSpPr>
          <p:spPr>
            <a:xfrm>
              <a:off x="3016952" y="1479738"/>
              <a:ext cx="8723" cy="51873"/>
            </a:xfrm>
            <a:custGeom>
              <a:rect b="b" l="l" r="r" t="t"/>
              <a:pathLst>
                <a:path extrusionOk="0" h="785" w="132">
                  <a:moveTo>
                    <a:pt x="39" y="1"/>
                  </a:moveTo>
                  <a:lnTo>
                    <a:pt x="39" y="1"/>
                  </a:lnTo>
                  <a:cubicBezTo>
                    <a:pt x="1" y="262"/>
                    <a:pt x="17" y="529"/>
                    <a:pt x="94" y="785"/>
                  </a:cubicBezTo>
                  <a:cubicBezTo>
                    <a:pt x="115" y="518"/>
                    <a:pt x="132" y="257"/>
                    <a:pt x="39" y="1"/>
                  </a:cubicBezTo>
                  <a:close/>
                </a:path>
              </a:pathLst>
            </a:custGeom>
            <a:solidFill>
              <a:srgbClr val="5353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9" name="Google Shape;2369;p40"/>
            <p:cNvSpPr/>
            <p:nvPr/>
          </p:nvSpPr>
          <p:spPr>
            <a:xfrm>
              <a:off x="1895696" y="3004015"/>
              <a:ext cx="842916" cy="871397"/>
            </a:xfrm>
            <a:custGeom>
              <a:rect b="b" l="l" r="r" t="t"/>
              <a:pathLst>
                <a:path extrusionOk="0" h="13187" w="12756">
                  <a:moveTo>
                    <a:pt x="10642" y="0"/>
                  </a:moveTo>
                  <a:cubicBezTo>
                    <a:pt x="10479" y="0"/>
                    <a:pt x="10307" y="31"/>
                    <a:pt x="10120" y="109"/>
                  </a:cubicBezTo>
                  <a:cubicBezTo>
                    <a:pt x="9391" y="419"/>
                    <a:pt x="8580" y="534"/>
                    <a:pt x="7807" y="746"/>
                  </a:cubicBezTo>
                  <a:cubicBezTo>
                    <a:pt x="7159" y="920"/>
                    <a:pt x="6478" y="1029"/>
                    <a:pt x="5890" y="1339"/>
                  </a:cubicBezTo>
                  <a:cubicBezTo>
                    <a:pt x="4960" y="1835"/>
                    <a:pt x="4225" y="2581"/>
                    <a:pt x="3658" y="3462"/>
                  </a:cubicBezTo>
                  <a:cubicBezTo>
                    <a:pt x="3081" y="4366"/>
                    <a:pt x="2624" y="5341"/>
                    <a:pt x="2216" y="6331"/>
                  </a:cubicBezTo>
                  <a:cubicBezTo>
                    <a:pt x="1829" y="7284"/>
                    <a:pt x="1361" y="8188"/>
                    <a:pt x="855" y="9081"/>
                  </a:cubicBezTo>
                  <a:cubicBezTo>
                    <a:pt x="272" y="10115"/>
                    <a:pt x="0" y="11226"/>
                    <a:pt x="441" y="12401"/>
                  </a:cubicBezTo>
                  <a:cubicBezTo>
                    <a:pt x="534" y="12646"/>
                    <a:pt x="604" y="12891"/>
                    <a:pt x="681" y="13136"/>
                  </a:cubicBezTo>
                  <a:cubicBezTo>
                    <a:pt x="700" y="13170"/>
                    <a:pt x="723" y="13186"/>
                    <a:pt x="757" y="13186"/>
                  </a:cubicBezTo>
                  <a:cubicBezTo>
                    <a:pt x="762" y="13186"/>
                    <a:pt x="768" y="13186"/>
                    <a:pt x="773" y="13185"/>
                  </a:cubicBezTo>
                  <a:cubicBezTo>
                    <a:pt x="817" y="13158"/>
                    <a:pt x="849" y="13125"/>
                    <a:pt x="860" y="13076"/>
                  </a:cubicBezTo>
                  <a:cubicBezTo>
                    <a:pt x="1045" y="12233"/>
                    <a:pt x="1415" y="11454"/>
                    <a:pt x="1709" y="10648"/>
                  </a:cubicBezTo>
                  <a:cubicBezTo>
                    <a:pt x="1993" y="9892"/>
                    <a:pt x="2330" y="9173"/>
                    <a:pt x="2836" y="8547"/>
                  </a:cubicBezTo>
                  <a:cubicBezTo>
                    <a:pt x="3337" y="7932"/>
                    <a:pt x="3359" y="7899"/>
                    <a:pt x="2972" y="7219"/>
                  </a:cubicBezTo>
                  <a:cubicBezTo>
                    <a:pt x="2820" y="6957"/>
                    <a:pt x="2678" y="6696"/>
                    <a:pt x="2657" y="6342"/>
                  </a:cubicBezTo>
                  <a:lnTo>
                    <a:pt x="2657" y="6342"/>
                  </a:lnTo>
                  <a:cubicBezTo>
                    <a:pt x="2934" y="6827"/>
                    <a:pt x="3092" y="7328"/>
                    <a:pt x="3468" y="7698"/>
                  </a:cubicBezTo>
                  <a:cubicBezTo>
                    <a:pt x="3963" y="7660"/>
                    <a:pt x="4159" y="7268"/>
                    <a:pt x="4328" y="6903"/>
                  </a:cubicBezTo>
                  <a:cubicBezTo>
                    <a:pt x="4557" y="6413"/>
                    <a:pt x="4851" y="5988"/>
                    <a:pt x="5243" y="5624"/>
                  </a:cubicBezTo>
                  <a:cubicBezTo>
                    <a:pt x="5792" y="5117"/>
                    <a:pt x="6250" y="4540"/>
                    <a:pt x="6593" y="3871"/>
                  </a:cubicBezTo>
                  <a:cubicBezTo>
                    <a:pt x="6642" y="3773"/>
                    <a:pt x="6669" y="3648"/>
                    <a:pt x="6816" y="3631"/>
                  </a:cubicBezTo>
                  <a:cubicBezTo>
                    <a:pt x="6903" y="3740"/>
                    <a:pt x="6930" y="3871"/>
                    <a:pt x="6974" y="3991"/>
                  </a:cubicBezTo>
                  <a:cubicBezTo>
                    <a:pt x="7077" y="4312"/>
                    <a:pt x="7246" y="4589"/>
                    <a:pt x="7513" y="4802"/>
                  </a:cubicBezTo>
                  <a:cubicBezTo>
                    <a:pt x="7576" y="4853"/>
                    <a:pt x="7636" y="4924"/>
                    <a:pt x="7717" y="4924"/>
                  </a:cubicBezTo>
                  <a:cubicBezTo>
                    <a:pt x="7747" y="4924"/>
                    <a:pt x="7780" y="4914"/>
                    <a:pt x="7818" y="4889"/>
                  </a:cubicBezTo>
                  <a:cubicBezTo>
                    <a:pt x="7856" y="4698"/>
                    <a:pt x="7703" y="4595"/>
                    <a:pt x="7622" y="4453"/>
                  </a:cubicBezTo>
                  <a:cubicBezTo>
                    <a:pt x="7377" y="4034"/>
                    <a:pt x="7039" y="3648"/>
                    <a:pt x="7132" y="3125"/>
                  </a:cubicBezTo>
                  <a:lnTo>
                    <a:pt x="7132" y="3125"/>
                  </a:lnTo>
                  <a:cubicBezTo>
                    <a:pt x="7344" y="3751"/>
                    <a:pt x="7763" y="4274"/>
                    <a:pt x="8188" y="4791"/>
                  </a:cubicBezTo>
                  <a:cubicBezTo>
                    <a:pt x="8254" y="4869"/>
                    <a:pt x="8321" y="4903"/>
                    <a:pt x="8386" y="4903"/>
                  </a:cubicBezTo>
                  <a:cubicBezTo>
                    <a:pt x="8471" y="4903"/>
                    <a:pt x="8552" y="4844"/>
                    <a:pt x="8623" y="4742"/>
                  </a:cubicBezTo>
                  <a:cubicBezTo>
                    <a:pt x="8836" y="4442"/>
                    <a:pt x="9086" y="4176"/>
                    <a:pt x="9353" y="3931"/>
                  </a:cubicBezTo>
                  <a:cubicBezTo>
                    <a:pt x="9610" y="3694"/>
                    <a:pt x="9844" y="3595"/>
                    <a:pt x="10174" y="3595"/>
                  </a:cubicBezTo>
                  <a:cubicBezTo>
                    <a:pt x="10207" y="3595"/>
                    <a:pt x="10242" y="3597"/>
                    <a:pt x="10278" y="3599"/>
                  </a:cubicBezTo>
                  <a:cubicBezTo>
                    <a:pt x="9679" y="3822"/>
                    <a:pt x="9200" y="4165"/>
                    <a:pt x="8852" y="4682"/>
                  </a:cubicBezTo>
                  <a:cubicBezTo>
                    <a:pt x="8569" y="5101"/>
                    <a:pt x="8547" y="5248"/>
                    <a:pt x="8819" y="5678"/>
                  </a:cubicBezTo>
                  <a:cubicBezTo>
                    <a:pt x="9429" y="6653"/>
                    <a:pt x="9886" y="7698"/>
                    <a:pt x="10208" y="8803"/>
                  </a:cubicBezTo>
                  <a:cubicBezTo>
                    <a:pt x="10474" y="9728"/>
                    <a:pt x="10512" y="10594"/>
                    <a:pt x="9761" y="11334"/>
                  </a:cubicBezTo>
                  <a:cubicBezTo>
                    <a:pt x="9685" y="11405"/>
                    <a:pt x="9576" y="11492"/>
                    <a:pt x="9652" y="11634"/>
                  </a:cubicBezTo>
                  <a:cubicBezTo>
                    <a:pt x="9665" y="11634"/>
                    <a:pt x="9678" y="11634"/>
                    <a:pt x="9691" y="11634"/>
                  </a:cubicBezTo>
                  <a:cubicBezTo>
                    <a:pt x="10006" y="11634"/>
                    <a:pt x="10271" y="11506"/>
                    <a:pt x="10507" y="11302"/>
                  </a:cubicBezTo>
                  <a:cubicBezTo>
                    <a:pt x="10491" y="11144"/>
                    <a:pt x="10632" y="11117"/>
                    <a:pt x="10719" y="11051"/>
                  </a:cubicBezTo>
                  <a:cubicBezTo>
                    <a:pt x="11084" y="10795"/>
                    <a:pt x="11498" y="10616"/>
                    <a:pt x="11863" y="10360"/>
                  </a:cubicBezTo>
                  <a:cubicBezTo>
                    <a:pt x="12674" y="9788"/>
                    <a:pt x="12755" y="9511"/>
                    <a:pt x="12374" y="8612"/>
                  </a:cubicBezTo>
                  <a:cubicBezTo>
                    <a:pt x="12352" y="8558"/>
                    <a:pt x="12325" y="8504"/>
                    <a:pt x="12303" y="8449"/>
                  </a:cubicBezTo>
                  <a:cubicBezTo>
                    <a:pt x="11901" y="7458"/>
                    <a:pt x="11574" y="6446"/>
                    <a:pt x="11400" y="5384"/>
                  </a:cubicBezTo>
                  <a:cubicBezTo>
                    <a:pt x="11378" y="5243"/>
                    <a:pt x="11394" y="5128"/>
                    <a:pt x="11503" y="5036"/>
                  </a:cubicBezTo>
                  <a:cubicBezTo>
                    <a:pt x="11541" y="4807"/>
                    <a:pt x="11362" y="4644"/>
                    <a:pt x="11324" y="4442"/>
                  </a:cubicBezTo>
                  <a:cubicBezTo>
                    <a:pt x="11039" y="4312"/>
                    <a:pt x="10744" y="4291"/>
                    <a:pt x="10447" y="4291"/>
                  </a:cubicBezTo>
                  <a:cubicBezTo>
                    <a:pt x="10309" y="4291"/>
                    <a:pt x="10169" y="4296"/>
                    <a:pt x="10031" y="4296"/>
                  </a:cubicBezTo>
                  <a:cubicBezTo>
                    <a:pt x="9909" y="4296"/>
                    <a:pt x="9788" y="4292"/>
                    <a:pt x="9669" y="4279"/>
                  </a:cubicBezTo>
                  <a:cubicBezTo>
                    <a:pt x="9899" y="4227"/>
                    <a:pt x="10132" y="4211"/>
                    <a:pt x="10366" y="4211"/>
                  </a:cubicBezTo>
                  <a:cubicBezTo>
                    <a:pt x="10548" y="4211"/>
                    <a:pt x="10729" y="4221"/>
                    <a:pt x="10910" y="4230"/>
                  </a:cubicBezTo>
                  <a:cubicBezTo>
                    <a:pt x="10972" y="4233"/>
                    <a:pt x="11036" y="4248"/>
                    <a:pt x="11098" y="4248"/>
                  </a:cubicBezTo>
                  <a:cubicBezTo>
                    <a:pt x="11160" y="4248"/>
                    <a:pt x="11220" y="4233"/>
                    <a:pt x="11275" y="4176"/>
                  </a:cubicBezTo>
                  <a:cubicBezTo>
                    <a:pt x="11569" y="3321"/>
                    <a:pt x="11677" y="2417"/>
                    <a:pt x="11971" y="1557"/>
                  </a:cubicBezTo>
                  <a:cubicBezTo>
                    <a:pt x="12075" y="1263"/>
                    <a:pt x="12260" y="931"/>
                    <a:pt x="11917" y="648"/>
                  </a:cubicBezTo>
                  <a:cubicBezTo>
                    <a:pt x="11890" y="626"/>
                    <a:pt x="11912" y="555"/>
                    <a:pt x="11912" y="506"/>
                  </a:cubicBezTo>
                  <a:cubicBezTo>
                    <a:pt x="11890" y="403"/>
                    <a:pt x="11808" y="348"/>
                    <a:pt x="11721" y="310"/>
                  </a:cubicBezTo>
                  <a:cubicBezTo>
                    <a:pt x="11362" y="173"/>
                    <a:pt x="11026" y="0"/>
                    <a:pt x="106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0" name="Google Shape;2370;p40"/>
            <p:cNvSpPr/>
            <p:nvPr/>
          </p:nvSpPr>
          <p:spPr>
            <a:xfrm>
              <a:off x="2032747" y="1748487"/>
              <a:ext cx="1001178" cy="751330"/>
            </a:xfrm>
            <a:custGeom>
              <a:rect b="b" l="l" r="r" t="t"/>
              <a:pathLst>
                <a:path extrusionOk="0" h="11370" w="15151">
                  <a:moveTo>
                    <a:pt x="99" y="1"/>
                  </a:moveTo>
                  <a:cubicBezTo>
                    <a:pt x="69" y="1"/>
                    <a:pt x="36" y="10"/>
                    <a:pt x="0" y="33"/>
                  </a:cubicBezTo>
                  <a:cubicBezTo>
                    <a:pt x="164" y="278"/>
                    <a:pt x="332" y="523"/>
                    <a:pt x="561" y="708"/>
                  </a:cubicBezTo>
                  <a:cubicBezTo>
                    <a:pt x="1383" y="1351"/>
                    <a:pt x="2118" y="2086"/>
                    <a:pt x="2956" y="2712"/>
                  </a:cubicBezTo>
                  <a:cubicBezTo>
                    <a:pt x="3838" y="3365"/>
                    <a:pt x="4459" y="4274"/>
                    <a:pt x="5047" y="5194"/>
                  </a:cubicBezTo>
                  <a:cubicBezTo>
                    <a:pt x="5749" y="6283"/>
                    <a:pt x="6560" y="7252"/>
                    <a:pt x="7682" y="7932"/>
                  </a:cubicBezTo>
                  <a:cubicBezTo>
                    <a:pt x="7785" y="7998"/>
                    <a:pt x="7987" y="7992"/>
                    <a:pt x="7987" y="8188"/>
                  </a:cubicBezTo>
                  <a:cubicBezTo>
                    <a:pt x="8003" y="8352"/>
                    <a:pt x="8144" y="8379"/>
                    <a:pt x="8253" y="8439"/>
                  </a:cubicBezTo>
                  <a:cubicBezTo>
                    <a:pt x="9026" y="8847"/>
                    <a:pt x="9821" y="9217"/>
                    <a:pt x="10529" y="9740"/>
                  </a:cubicBezTo>
                  <a:cubicBezTo>
                    <a:pt x="10580" y="9779"/>
                    <a:pt x="10632" y="9821"/>
                    <a:pt x="10697" y="9821"/>
                  </a:cubicBezTo>
                  <a:cubicBezTo>
                    <a:pt x="10714" y="9821"/>
                    <a:pt x="10733" y="9818"/>
                    <a:pt x="10752" y="9811"/>
                  </a:cubicBezTo>
                  <a:cubicBezTo>
                    <a:pt x="10785" y="9760"/>
                    <a:pt x="10820" y="9742"/>
                    <a:pt x="10859" y="9742"/>
                  </a:cubicBezTo>
                  <a:cubicBezTo>
                    <a:pt x="10892" y="9742"/>
                    <a:pt x="10927" y="9755"/>
                    <a:pt x="10964" y="9773"/>
                  </a:cubicBezTo>
                  <a:cubicBezTo>
                    <a:pt x="11803" y="10159"/>
                    <a:pt x="12668" y="10497"/>
                    <a:pt x="13458" y="10987"/>
                  </a:cubicBezTo>
                  <a:cubicBezTo>
                    <a:pt x="13758" y="11173"/>
                    <a:pt x="14062" y="11369"/>
                    <a:pt x="14435" y="11369"/>
                  </a:cubicBezTo>
                  <a:cubicBezTo>
                    <a:pt x="14475" y="11369"/>
                    <a:pt x="14516" y="11367"/>
                    <a:pt x="14557" y="11362"/>
                  </a:cubicBezTo>
                  <a:cubicBezTo>
                    <a:pt x="14721" y="11346"/>
                    <a:pt x="15151" y="11030"/>
                    <a:pt x="15102" y="10948"/>
                  </a:cubicBezTo>
                  <a:cubicBezTo>
                    <a:pt x="14939" y="10709"/>
                    <a:pt x="14917" y="10431"/>
                    <a:pt x="14862" y="10159"/>
                  </a:cubicBezTo>
                  <a:cubicBezTo>
                    <a:pt x="14834" y="10173"/>
                    <a:pt x="14808" y="10178"/>
                    <a:pt x="14784" y="10178"/>
                  </a:cubicBezTo>
                  <a:cubicBezTo>
                    <a:pt x="14703" y="10178"/>
                    <a:pt x="14644" y="10112"/>
                    <a:pt x="14585" y="10061"/>
                  </a:cubicBezTo>
                  <a:cubicBezTo>
                    <a:pt x="13703" y="9299"/>
                    <a:pt x="12685" y="8744"/>
                    <a:pt x="11656" y="8226"/>
                  </a:cubicBezTo>
                  <a:cubicBezTo>
                    <a:pt x="9897" y="7345"/>
                    <a:pt x="8291" y="6228"/>
                    <a:pt x="6740" y="5036"/>
                  </a:cubicBezTo>
                  <a:cubicBezTo>
                    <a:pt x="4600" y="3398"/>
                    <a:pt x="2406" y="1824"/>
                    <a:pt x="311" y="126"/>
                  </a:cubicBezTo>
                  <a:cubicBezTo>
                    <a:pt x="246" y="74"/>
                    <a:pt x="182" y="1"/>
                    <a:pt x="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1" name="Google Shape;2371;p40"/>
            <p:cNvSpPr/>
            <p:nvPr/>
          </p:nvSpPr>
          <p:spPr>
            <a:xfrm>
              <a:off x="1729106" y="3081131"/>
              <a:ext cx="281765" cy="849987"/>
            </a:xfrm>
            <a:custGeom>
              <a:rect b="b" l="l" r="r" t="t"/>
              <a:pathLst>
                <a:path extrusionOk="0" h="12863" w="4264">
                  <a:moveTo>
                    <a:pt x="4047" y="0"/>
                  </a:moveTo>
                  <a:cubicBezTo>
                    <a:pt x="3966" y="0"/>
                    <a:pt x="3882" y="56"/>
                    <a:pt x="3806" y="85"/>
                  </a:cubicBezTo>
                  <a:cubicBezTo>
                    <a:pt x="3403" y="243"/>
                    <a:pt x="3131" y="542"/>
                    <a:pt x="2913" y="907"/>
                  </a:cubicBezTo>
                  <a:cubicBezTo>
                    <a:pt x="2765" y="1156"/>
                    <a:pt x="2636" y="1262"/>
                    <a:pt x="2455" y="1262"/>
                  </a:cubicBezTo>
                  <a:cubicBezTo>
                    <a:pt x="2363" y="1262"/>
                    <a:pt x="2258" y="1234"/>
                    <a:pt x="2129" y="1185"/>
                  </a:cubicBezTo>
                  <a:cubicBezTo>
                    <a:pt x="2004" y="1212"/>
                    <a:pt x="1879" y="1234"/>
                    <a:pt x="1753" y="1256"/>
                  </a:cubicBezTo>
                  <a:cubicBezTo>
                    <a:pt x="1775" y="1326"/>
                    <a:pt x="1906" y="1365"/>
                    <a:pt x="1851" y="1457"/>
                  </a:cubicBezTo>
                  <a:cubicBezTo>
                    <a:pt x="1828" y="1493"/>
                    <a:pt x="1801" y="1504"/>
                    <a:pt x="1773" y="1504"/>
                  </a:cubicBezTo>
                  <a:cubicBezTo>
                    <a:pt x="1726" y="1504"/>
                    <a:pt x="1675" y="1475"/>
                    <a:pt x="1628" y="1468"/>
                  </a:cubicBezTo>
                  <a:cubicBezTo>
                    <a:pt x="1410" y="1441"/>
                    <a:pt x="1334" y="1228"/>
                    <a:pt x="1165" y="1114"/>
                  </a:cubicBezTo>
                  <a:cubicBezTo>
                    <a:pt x="882" y="1599"/>
                    <a:pt x="643" y="2078"/>
                    <a:pt x="496" y="2595"/>
                  </a:cubicBezTo>
                  <a:cubicBezTo>
                    <a:pt x="637" y="2758"/>
                    <a:pt x="801" y="2905"/>
                    <a:pt x="1013" y="2943"/>
                  </a:cubicBezTo>
                  <a:cubicBezTo>
                    <a:pt x="1312" y="2992"/>
                    <a:pt x="1214" y="3112"/>
                    <a:pt x="1100" y="3264"/>
                  </a:cubicBezTo>
                  <a:cubicBezTo>
                    <a:pt x="409" y="4168"/>
                    <a:pt x="115" y="5186"/>
                    <a:pt x="267" y="6308"/>
                  </a:cubicBezTo>
                  <a:cubicBezTo>
                    <a:pt x="354" y="6977"/>
                    <a:pt x="289" y="7625"/>
                    <a:pt x="137" y="8267"/>
                  </a:cubicBezTo>
                  <a:cubicBezTo>
                    <a:pt x="66" y="8589"/>
                    <a:pt x="0" y="8915"/>
                    <a:pt x="60" y="9247"/>
                  </a:cubicBezTo>
                  <a:cubicBezTo>
                    <a:pt x="196" y="10015"/>
                    <a:pt x="343" y="10783"/>
                    <a:pt x="975" y="11338"/>
                  </a:cubicBezTo>
                  <a:cubicBezTo>
                    <a:pt x="1029" y="11387"/>
                    <a:pt x="1067" y="11447"/>
                    <a:pt x="1100" y="11507"/>
                  </a:cubicBezTo>
                  <a:cubicBezTo>
                    <a:pt x="1557" y="12307"/>
                    <a:pt x="2227" y="12781"/>
                    <a:pt x="3158" y="12862"/>
                  </a:cubicBezTo>
                  <a:cubicBezTo>
                    <a:pt x="3321" y="12590"/>
                    <a:pt x="3387" y="12312"/>
                    <a:pt x="3251" y="12007"/>
                  </a:cubicBezTo>
                  <a:lnTo>
                    <a:pt x="3245" y="12002"/>
                  </a:lnTo>
                  <a:cubicBezTo>
                    <a:pt x="3060" y="11964"/>
                    <a:pt x="2864" y="12024"/>
                    <a:pt x="2701" y="11888"/>
                  </a:cubicBezTo>
                  <a:cubicBezTo>
                    <a:pt x="2184" y="11463"/>
                    <a:pt x="1764" y="10962"/>
                    <a:pt x="1585" y="10298"/>
                  </a:cubicBezTo>
                  <a:cubicBezTo>
                    <a:pt x="1405" y="9634"/>
                    <a:pt x="1557" y="8981"/>
                    <a:pt x="1672" y="8338"/>
                  </a:cubicBezTo>
                  <a:cubicBezTo>
                    <a:pt x="1824" y="7473"/>
                    <a:pt x="1944" y="6618"/>
                    <a:pt x="1933" y="5736"/>
                  </a:cubicBezTo>
                  <a:cubicBezTo>
                    <a:pt x="1928" y="5257"/>
                    <a:pt x="1971" y="4729"/>
                    <a:pt x="2238" y="4337"/>
                  </a:cubicBezTo>
                  <a:cubicBezTo>
                    <a:pt x="2657" y="3727"/>
                    <a:pt x="2995" y="3052"/>
                    <a:pt x="3545" y="2540"/>
                  </a:cubicBezTo>
                  <a:cubicBezTo>
                    <a:pt x="3811" y="2285"/>
                    <a:pt x="3931" y="1991"/>
                    <a:pt x="3909" y="1626"/>
                  </a:cubicBezTo>
                  <a:cubicBezTo>
                    <a:pt x="3887" y="1196"/>
                    <a:pt x="3964" y="782"/>
                    <a:pt x="4138" y="385"/>
                  </a:cubicBezTo>
                  <a:cubicBezTo>
                    <a:pt x="4181" y="276"/>
                    <a:pt x="4263" y="156"/>
                    <a:pt x="4165" y="53"/>
                  </a:cubicBezTo>
                  <a:cubicBezTo>
                    <a:pt x="4127" y="14"/>
                    <a:pt x="4087" y="0"/>
                    <a:pt x="40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2" name="Google Shape;2372;p40"/>
            <p:cNvSpPr/>
            <p:nvPr/>
          </p:nvSpPr>
          <p:spPr>
            <a:xfrm>
              <a:off x="1815804" y="2614405"/>
              <a:ext cx="1247260" cy="1266357"/>
            </a:xfrm>
            <a:custGeom>
              <a:rect b="b" l="l" r="r" t="t"/>
              <a:pathLst>
                <a:path extrusionOk="0" h="19164" w="18875">
                  <a:moveTo>
                    <a:pt x="18820" y="0"/>
                  </a:moveTo>
                  <a:cubicBezTo>
                    <a:pt x="18766" y="17"/>
                    <a:pt x="18717" y="17"/>
                    <a:pt x="18679" y="38"/>
                  </a:cubicBezTo>
                  <a:cubicBezTo>
                    <a:pt x="18347" y="245"/>
                    <a:pt x="18330" y="577"/>
                    <a:pt x="18347" y="915"/>
                  </a:cubicBezTo>
                  <a:cubicBezTo>
                    <a:pt x="18358" y="1100"/>
                    <a:pt x="18363" y="1263"/>
                    <a:pt x="18145" y="1350"/>
                  </a:cubicBezTo>
                  <a:cubicBezTo>
                    <a:pt x="17128" y="1748"/>
                    <a:pt x="16112" y="2200"/>
                    <a:pt x="15005" y="2200"/>
                  </a:cubicBezTo>
                  <a:cubicBezTo>
                    <a:pt x="14992" y="2200"/>
                    <a:pt x="14979" y="2200"/>
                    <a:pt x="14966" y="2200"/>
                  </a:cubicBezTo>
                  <a:cubicBezTo>
                    <a:pt x="14919" y="2199"/>
                    <a:pt x="14872" y="2199"/>
                    <a:pt x="14825" y="2199"/>
                  </a:cubicBezTo>
                  <a:cubicBezTo>
                    <a:pt x="13611" y="2199"/>
                    <a:pt x="12416" y="2334"/>
                    <a:pt x="11226" y="2575"/>
                  </a:cubicBezTo>
                  <a:cubicBezTo>
                    <a:pt x="10230" y="2777"/>
                    <a:pt x="9321" y="3158"/>
                    <a:pt x="8537" y="3816"/>
                  </a:cubicBezTo>
                  <a:cubicBezTo>
                    <a:pt x="8254" y="4056"/>
                    <a:pt x="8237" y="4230"/>
                    <a:pt x="8493" y="4492"/>
                  </a:cubicBezTo>
                  <a:cubicBezTo>
                    <a:pt x="8684" y="4688"/>
                    <a:pt x="8896" y="4851"/>
                    <a:pt x="9125" y="5003"/>
                  </a:cubicBezTo>
                  <a:cubicBezTo>
                    <a:pt x="9849" y="5471"/>
                    <a:pt x="10676" y="5651"/>
                    <a:pt x="11520" y="5874"/>
                  </a:cubicBezTo>
                  <a:cubicBezTo>
                    <a:pt x="11319" y="5902"/>
                    <a:pt x="11144" y="5918"/>
                    <a:pt x="10976" y="5945"/>
                  </a:cubicBezTo>
                  <a:cubicBezTo>
                    <a:pt x="10154" y="6076"/>
                    <a:pt x="9348" y="6315"/>
                    <a:pt x="8564" y="6577"/>
                  </a:cubicBezTo>
                  <a:cubicBezTo>
                    <a:pt x="7921" y="6794"/>
                    <a:pt x="7263" y="6941"/>
                    <a:pt x="6675" y="7339"/>
                  </a:cubicBezTo>
                  <a:cubicBezTo>
                    <a:pt x="4960" y="8487"/>
                    <a:pt x="4160" y="10289"/>
                    <a:pt x="3300" y="12037"/>
                  </a:cubicBezTo>
                  <a:cubicBezTo>
                    <a:pt x="2864" y="12919"/>
                    <a:pt x="2516" y="13844"/>
                    <a:pt x="1966" y="14672"/>
                  </a:cubicBezTo>
                  <a:cubicBezTo>
                    <a:pt x="1492" y="15390"/>
                    <a:pt x="1269" y="16207"/>
                    <a:pt x="1220" y="17067"/>
                  </a:cubicBezTo>
                  <a:cubicBezTo>
                    <a:pt x="1187" y="17655"/>
                    <a:pt x="1312" y="18205"/>
                    <a:pt x="1541" y="18749"/>
                  </a:cubicBezTo>
                  <a:cubicBezTo>
                    <a:pt x="1537" y="18750"/>
                    <a:pt x="1533" y="18750"/>
                    <a:pt x="1529" y="18750"/>
                  </a:cubicBezTo>
                  <a:cubicBezTo>
                    <a:pt x="1429" y="18750"/>
                    <a:pt x="1387" y="18688"/>
                    <a:pt x="1340" y="18646"/>
                  </a:cubicBezTo>
                  <a:cubicBezTo>
                    <a:pt x="496" y="17905"/>
                    <a:pt x="262" y="16975"/>
                    <a:pt x="474" y="15902"/>
                  </a:cubicBezTo>
                  <a:cubicBezTo>
                    <a:pt x="659" y="14933"/>
                    <a:pt x="850" y="13969"/>
                    <a:pt x="823" y="12973"/>
                  </a:cubicBezTo>
                  <a:cubicBezTo>
                    <a:pt x="806" y="12472"/>
                    <a:pt x="833" y="11917"/>
                    <a:pt x="1116" y="11503"/>
                  </a:cubicBezTo>
                  <a:cubicBezTo>
                    <a:pt x="1498" y="10943"/>
                    <a:pt x="1813" y="10322"/>
                    <a:pt x="2325" y="9865"/>
                  </a:cubicBezTo>
                  <a:cubicBezTo>
                    <a:pt x="2717" y="9511"/>
                    <a:pt x="2880" y="9081"/>
                    <a:pt x="2848" y="8575"/>
                  </a:cubicBezTo>
                  <a:cubicBezTo>
                    <a:pt x="2820" y="8085"/>
                    <a:pt x="2935" y="7638"/>
                    <a:pt x="3180" y="7224"/>
                  </a:cubicBezTo>
                  <a:cubicBezTo>
                    <a:pt x="3212" y="7165"/>
                    <a:pt x="3245" y="7099"/>
                    <a:pt x="3278" y="7039"/>
                  </a:cubicBezTo>
                  <a:cubicBezTo>
                    <a:pt x="3376" y="6865"/>
                    <a:pt x="3327" y="6767"/>
                    <a:pt x="3131" y="6756"/>
                  </a:cubicBezTo>
                  <a:cubicBezTo>
                    <a:pt x="3104" y="6755"/>
                    <a:pt x="3077" y="6754"/>
                    <a:pt x="3050" y="6754"/>
                  </a:cubicBezTo>
                  <a:cubicBezTo>
                    <a:pt x="2948" y="6754"/>
                    <a:pt x="2848" y="6764"/>
                    <a:pt x="2744" y="6794"/>
                  </a:cubicBezTo>
                  <a:cubicBezTo>
                    <a:pt x="2167" y="6952"/>
                    <a:pt x="1732" y="7295"/>
                    <a:pt x="1449" y="7812"/>
                  </a:cubicBezTo>
                  <a:cubicBezTo>
                    <a:pt x="1302" y="8068"/>
                    <a:pt x="1111" y="8226"/>
                    <a:pt x="817" y="8248"/>
                  </a:cubicBezTo>
                  <a:cubicBezTo>
                    <a:pt x="887" y="8405"/>
                    <a:pt x="983" y="8460"/>
                    <a:pt x="1091" y="8460"/>
                  </a:cubicBezTo>
                  <a:cubicBezTo>
                    <a:pt x="1178" y="8460"/>
                    <a:pt x="1272" y="8425"/>
                    <a:pt x="1367" y="8379"/>
                  </a:cubicBezTo>
                  <a:cubicBezTo>
                    <a:pt x="1536" y="8297"/>
                    <a:pt x="1634" y="8150"/>
                    <a:pt x="1710" y="7987"/>
                  </a:cubicBezTo>
                  <a:cubicBezTo>
                    <a:pt x="1939" y="7513"/>
                    <a:pt x="2336" y="7268"/>
                    <a:pt x="2902" y="7099"/>
                  </a:cubicBezTo>
                  <a:lnTo>
                    <a:pt x="2902" y="7099"/>
                  </a:lnTo>
                  <a:cubicBezTo>
                    <a:pt x="2532" y="7703"/>
                    <a:pt x="2477" y="8297"/>
                    <a:pt x="2499" y="8901"/>
                  </a:cubicBezTo>
                  <a:cubicBezTo>
                    <a:pt x="2510" y="9075"/>
                    <a:pt x="2472" y="9244"/>
                    <a:pt x="2341" y="9353"/>
                  </a:cubicBezTo>
                  <a:cubicBezTo>
                    <a:pt x="1753" y="9832"/>
                    <a:pt x="1476" y="10551"/>
                    <a:pt x="986" y="11106"/>
                  </a:cubicBezTo>
                  <a:cubicBezTo>
                    <a:pt x="806" y="11307"/>
                    <a:pt x="725" y="11547"/>
                    <a:pt x="670" y="11797"/>
                  </a:cubicBezTo>
                  <a:cubicBezTo>
                    <a:pt x="550" y="12325"/>
                    <a:pt x="485" y="12859"/>
                    <a:pt x="518" y="13403"/>
                  </a:cubicBezTo>
                  <a:cubicBezTo>
                    <a:pt x="539" y="13795"/>
                    <a:pt x="463" y="14176"/>
                    <a:pt x="403" y="14557"/>
                  </a:cubicBezTo>
                  <a:cubicBezTo>
                    <a:pt x="305" y="15216"/>
                    <a:pt x="169" y="15875"/>
                    <a:pt x="104" y="16534"/>
                  </a:cubicBezTo>
                  <a:cubicBezTo>
                    <a:pt x="0" y="17612"/>
                    <a:pt x="561" y="18395"/>
                    <a:pt x="1345" y="19049"/>
                  </a:cubicBezTo>
                  <a:cubicBezTo>
                    <a:pt x="1434" y="19124"/>
                    <a:pt x="1537" y="19163"/>
                    <a:pt x="1644" y="19163"/>
                  </a:cubicBezTo>
                  <a:cubicBezTo>
                    <a:pt x="1740" y="19163"/>
                    <a:pt x="1838" y="19132"/>
                    <a:pt x="1933" y="19065"/>
                  </a:cubicBezTo>
                  <a:cubicBezTo>
                    <a:pt x="1955" y="18885"/>
                    <a:pt x="1917" y="18711"/>
                    <a:pt x="1846" y="18548"/>
                  </a:cubicBezTo>
                  <a:cubicBezTo>
                    <a:pt x="1291" y="17356"/>
                    <a:pt x="1454" y="16158"/>
                    <a:pt x="2107" y="15113"/>
                  </a:cubicBezTo>
                  <a:cubicBezTo>
                    <a:pt x="2989" y="13708"/>
                    <a:pt x="3501" y="12140"/>
                    <a:pt x="4258" y="10681"/>
                  </a:cubicBezTo>
                  <a:cubicBezTo>
                    <a:pt x="4748" y="9740"/>
                    <a:pt x="5265" y="8847"/>
                    <a:pt x="6043" y="8134"/>
                  </a:cubicBezTo>
                  <a:cubicBezTo>
                    <a:pt x="6446" y="7769"/>
                    <a:pt x="6838" y="7377"/>
                    <a:pt x="7361" y="7203"/>
                  </a:cubicBezTo>
                  <a:cubicBezTo>
                    <a:pt x="7970" y="6996"/>
                    <a:pt x="8602" y="6849"/>
                    <a:pt x="9223" y="6685"/>
                  </a:cubicBezTo>
                  <a:cubicBezTo>
                    <a:pt x="9936" y="6489"/>
                    <a:pt x="10649" y="6310"/>
                    <a:pt x="11362" y="6114"/>
                  </a:cubicBezTo>
                  <a:cubicBezTo>
                    <a:pt x="11551" y="6065"/>
                    <a:pt x="11712" y="5925"/>
                    <a:pt x="11908" y="5925"/>
                  </a:cubicBezTo>
                  <a:cubicBezTo>
                    <a:pt x="11972" y="5925"/>
                    <a:pt x="12040" y="5940"/>
                    <a:pt x="12113" y="5978"/>
                  </a:cubicBezTo>
                  <a:cubicBezTo>
                    <a:pt x="12440" y="6146"/>
                    <a:pt x="12805" y="6206"/>
                    <a:pt x="13121" y="6402"/>
                  </a:cubicBezTo>
                  <a:cubicBezTo>
                    <a:pt x="13313" y="6459"/>
                    <a:pt x="13457" y="6665"/>
                    <a:pt x="13681" y="6665"/>
                  </a:cubicBezTo>
                  <a:cubicBezTo>
                    <a:pt x="13717" y="6665"/>
                    <a:pt x="13755" y="6659"/>
                    <a:pt x="13796" y="6647"/>
                  </a:cubicBezTo>
                  <a:cubicBezTo>
                    <a:pt x="13785" y="6604"/>
                    <a:pt x="13785" y="6566"/>
                    <a:pt x="13768" y="6538"/>
                  </a:cubicBezTo>
                  <a:cubicBezTo>
                    <a:pt x="13714" y="6479"/>
                    <a:pt x="13659" y="6413"/>
                    <a:pt x="13600" y="6359"/>
                  </a:cubicBezTo>
                  <a:cubicBezTo>
                    <a:pt x="13050" y="5858"/>
                    <a:pt x="12358" y="5651"/>
                    <a:pt x="11662" y="5482"/>
                  </a:cubicBezTo>
                  <a:cubicBezTo>
                    <a:pt x="10682" y="5237"/>
                    <a:pt x="9696" y="5020"/>
                    <a:pt x="8896" y="4323"/>
                  </a:cubicBezTo>
                  <a:cubicBezTo>
                    <a:pt x="8651" y="4116"/>
                    <a:pt x="8678" y="3991"/>
                    <a:pt x="8880" y="3806"/>
                  </a:cubicBezTo>
                  <a:cubicBezTo>
                    <a:pt x="9272" y="3430"/>
                    <a:pt x="9745" y="3163"/>
                    <a:pt x="10246" y="3022"/>
                  </a:cubicBezTo>
                  <a:cubicBezTo>
                    <a:pt x="11508" y="2657"/>
                    <a:pt x="12793" y="2366"/>
                    <a:pt x="14110" y="2366"/>
                  </a:cubicBezTo>
                  <a:cubicBezTo>
                    <a:pt x="14230" y="2366"/>
                    <a:pt x="14350" y="2369"/>
                    <a:pt x="14471" y="2374"/>
                  </a:cubicBezTo>
                  <a:cubicBezTo>
                    <a:pt x="14568" y="2378"/>
                    <a:pt x="14666" y="2380"/>
                    <a:pt x="14762" y="2380"/>
                  </a:cubicBezTo>
                  <a:cubicBezTo>
                    <a:pt x="15906" y="2380"/>
                    <a:pt x="16989" y="2119"/>
                    <a:pt x="18058" y="1742"/>
                  </a:cubicBezTo>
                  <a:cubicBezTo>
                    <a:pt x="18706" y="1514"/>
                    <a:pt x="18706" y="1508"/>
                    <a:pt x="18711" y="839"/>
                  </a:cubicBezTo>
                  <a:cubicBezTo>
                    <a:pt x="18711" y="746"/>
                    <a:pt x="18744" y="654"/>
                    <a:pt x="18750" y="561"/>
                  </a:cubicBezTo>
                  <a:cubicBezTo>
                    <a:pt x="18760" y="381"/>
                    <a:pt x="18875" y="207"/>
                    <a:pt x="188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3" name="Google Shape;2373;p40"/>
            <p:cNvSpPr/>
            <p:nvPr/>
          </p:nvSpPr>
          <p:spPr>
            <a:xfrm>
              <a:off x="2701153" y="2765993"/>
              <a:ext cx="675602" cy="229298"/>
            </a:xfrm>
            <a:custGeom>
              <a:rect b="b" l="l" r="r" t="t"/>
              <a:pathLst>
                <a:path extrusionOk="0" h="3470" w="10224">
                  <a:moveTo>
                    <a:pt x="9472" y="1"/>
                  </a:moveTo>
                  <a:cubicBezTo>
                    <a:pt x="9329" y="1"/>
                    <a:pt x="9205" y="59"/>
                    <a:pt x="9070" y="118"/>
                  </a:cubicBezTo>
                  <a:cubicBezTo>
                    <a:pt x="8964" y="165"/>
                    <a:pt x="8884" y="320"/>
                    <a:pt x="8754" y="320"/>
                  </a:cubicBezTo>
                  <a:cubicBezTo>
                    <a:pt x="8717" y="320"/>
                    <a:pt x="8676" y="307"/>
                    <a:pt x="8629" y="276"/>
                  </a:cubicBezTo>
                  <a:cubicBezTo>
                    <a:pt x="8618" y="275"/>
                    <a:pt x="8608" y="274"/>
                    <a:pt x="8598" y="274"/>
                  </a:cubicBezTo>
                  <a:cubicBezTo>
                    <a:pt x="8473" y="274"/>
                    <a:pt x="8381" y="362"/>
                    <a:pt x="8275" y="417"/>
                  </a:cubicBezTo>
                  <a:cubicBezTo>
                    <a:pt x="7867" y="635"/>
                    <a:pt x="7431" y="793"/>
                    <a:pt x="6979" y="875"/>
                  </a:cubicBezTo>
                  <a:cubicBezTo>
                    <a:pt x="5836" y="1076"/>
                    <a:pt x="4698" y="1348"/>
                    <a:pt x="3528" y="1392"/>
                  </a:cubicBezTo>
                  <a:cubicBezTo>
                    <a:pt x="3419" y="1397"/>
                    <a:pt x="3283" y="1386"/>
                    <a:pt x="3250" y="1550"/>
                  </a:cubicBezTo>
                  <a:cubicBezTo>
                    <a:pt x="3337" y="1642"/>
                    <a:pt x="3223" y="1735"/>
                    <a:pt x="3250" y="1827"/>
                  </a:cubicBezTo>
                  <a:cubicBezTo>
                    <a:pt x="3296" y="1854"/>
                    <a:pt x="3340" y="1864"/>
                    <a:pt x="3382" y="1864"/>
                  </a:cubicBezTo>
                  <a:cubicBezTo>
                    <a:pt x="3523" y="1864"/>
                    <a:pt x="3650" y="1749"/>
                    <a:pt x="3822" y="1740"/>
                  </a:cubicBezTo>
                  <a:lnTo>
                    <a:pt x="3822" y="1740"/>
                  </a:lnTo>
                  <a:cubicBezTo>
                    <a:pt x="3571" y="1974"/>
                    <a:pt x="3310" y="2121"/>
                    <a:pt x="3027" y="2225"/>
                  </a:cubicBezTo>
                  <a:cubicBezTo>
                    <a:pt x="2118" y="2573"/>
                    <a:pt x="1198" y="2889"/>
                    <a:pt x="218" y="2960"/>
                  </a:cubicBezTo>
                  <a:cubicBezTo>
                    <a:pt x="136" y="2965"/>
                    <a:pt x="49" y="2971"/>
                    <a:pt x="0" y="3047"/>
                  </a:cubicBezTo>
                  <a:cubicBezTo>
                    <a:pt x="207" y="3145"/>
                    <a:pt x="430" y="3205"/>
                    <a:pt x="643" y="3297"/>
                  </a:cubicBezTo>
                  <a:cubicBezTo>
                    <a:pt x="849" y="3389"/>
                    <a:pt x="1087" y="3469"/>
                    <a:pt x="1329" y="3469"/>
                  </a:cubicBezTo>
                  <a:cubicBezTo>
                    <a:pt x="1374" y="3469"/>
                    <a:pt x="1419" y="3466"/>
                    <a:pt x="1465" y="3461"/>
                  </a:cubicBezTo>
                  <a:cubicBezTo>
                    <a:pt x="1998" y="3390"/>
                    <a:pt x="2532" y="3314"/>
                    <a:pt x="3054" y="3210"/>
                  </a:cubicBezTo>
                  <a:cubicBezTo>
                    <a:pt x="3842" y="3053"/>
                    <a:pt x="4621" y="2883"/>
                    <a:pt x="5423" y="2883"/>
                  </a:cubicBezTo>
                  <a:cubicBezTo>
                    <a:pt x="5564" y="2883"/>
                    <a:pt x="5705" y="2888"/>
                    <a:pt x="5847" y="2900"/>
                  </a:cubicBezTo>
                  <a:cubicBezTo>
                    <a:pt x="5891" y="2904"/>
                    <a:pt x="5936" y="2905"/>
                    <a:pt x="5982" y="2905"/>
                  </a:cubicBezTo>
                  <a:cubicBezTo>
                    <a:pt x="6065" y="2905"/>
                    <a:pt x="6149" y="2899"/>
                    <a:pt x="6234" y="2889"/>
                  </a:cubicBezTo>
                  <a:cubicBezTo>
                    <a:pt x="6629" y="2837"/>
                    <a:pt x="7030" y="2797"/>
                    <a:pt x="7427" y="2797"/>
                  </a:cubicBezTo>
                  <a:cubicBezTo>
                    <a:pt x="7818" y="2797"/>
                    <a:pt x="8205" y="2835"/>
                    <a:pt x="8580" y="2938"/>
                  </a:cubicBezTo>
                  <a:cubicBezTo>
                    <a:pt x="8869" y="3017"/>
                    <a:pt x="9141" y="3046"/>
                    <a:pt x="9420" y="3046"/>
                  </a:cubicBezTo>
                  <a:cubicBezTo>
                    <a:pt x="9488" y="3046"/>
                    <a:pt x="9556" y="3045"/>
                    <a:pt x="9625" y="3041"/>
                  </a:cubicBezTo>
                  <a:cubicBezTo>
                    <a:pt x="10104" y="2165"/>
                    <a:pt x="10224" y="989"/>
                    <a:pt x="9914" y="118"/>
                  </a:cubicBezTo>
                  <a:lnTo>
                    <a:pt x="9914" y="118"/>
                  </a:lnTo>
                  <a:cubicBezTo>
                    <a:pt x="9745" y="276"/>
                    <a:pt x="9554" y="368"/>
                    <a:pt x="9293" y="406"/>
                  </a:cubicBezTo>
                  <a:cubicBezTo>
                    <a:pt x="9396" y="254"/>
                    <a:pt x="9478" y="129"/>
                    <a:pt x="9565" y="9"/>
                  </a:cubicBezTo>
                  <a:cubicBezTo>
                    <a:pt x="9533" y="3"/>
                    <a:pt x="9502" y="1"/>
                    <a:pt x="94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4" name="Google Shape;2374;p40"/>
            <p:cNvSpPr/>
            <p:nvPr/>
          </p:nvSpPr>
          <p:spPr>
            <a:xfrm>
              <a:off x="3157638" y="2134066"/>
              <a:ext cx="183438" cy="406656"/>
            </a:xfrm>
            <a:custGeom>
              <a:rect b="b" l="l" r="r" t="t"/>
              <a:pathLst>
                <a:path extrusionOk="0" h="6154" w="2776">
                  <a:moveTo>
                    <a:pt x="949" y="0"/>
                  </a:moveTo>
                  <a:cubicBezTo>
                    <a:pt x="815" y="0"/>
                    <a:pt x="679" y="19"/>
                    <a:pt x="540" y="67"/>
                  </a:cubicBezTo>
                  <a:cubicBezTo>
                    <a:pt x="534" y="69"/>
                    <a:pt x="527" y="70"/>
                    <a:pt x="520" y="70"/>
                  </a:cubicBezTo>
                  <a:cubicBezTo>
                    <a:pt x="478" y="70"/>
                    <a:pt x="423" y="31"/>
                    <a:pt x="376" y="12"/>
                  </a:cubicBezTo>
                  <a:cubicBezTo>
                    <a:pt x="186" y="176"/>
                    <a:pt x="1" y="350"/>
                    <a:pt x="33" y="628"/>
                  </a:cubicBezTo>
                  <a:cubicBezTo>
                    <a:pt x="82" y="1058"/>
                    <a:pt x="148" y="1482"/>
                    <a:pt x="202" y="1912"/>
                  </a:cubicBezTo>
                  <a:cubicBezTo>
                    <a:pt x="262" y="2359"/>
                    <a:pt x="512" y="2751"/>
                    <a:pt x="610" y="3175"/>
                  </a:cubicBezTo>
                  <a:cubicBezTo>
                    <a:pt x="692" y="3524"/>
                    <a:pt x="893" y="3878"/>
                    <a:pt x="736" y="4259"/>
                  </a:cubicBezTo>
                  <a:cubicBezTo>
                    <a:pt x="910" y="4438"/>
                    <a:pt x="1127" y="4580"/>
                    <a:pt x="1258" y="4809"/>
                  </a:cubicBezTo>
                  <a:cubicBezTo>
                    <a:pt x="1449" y="5146"/>
                    <a:pt x="1737" y="5402"/>
                    <a:pt x="2026" y="5647"/>
                  </a:cubicBezTo>
                  <a:cubicBezTo>
                    <a:pt x="2156" y="5761"/>
                    <a:pt x="2254" y="5886"/>
                    <a:pt x="2205" y="6072"/>
                  </a:cubicBezTo>
                  <a:cubicBezTo>
                    <a:pt x="2265" y="6099"/>
                    <a:pt x="2320" y="6126"/>
                    <a:pt x="2380" y="6153"/>
                  </a:cubicBezTo>
                  <a:cubicBezTo>
                    <a:pt x="2216" y="5592"/>
                    <a:pt x="2058" y="5026"/>
                    <a:pt x="1901" y="4466"/>
                  </a:cubicBezTo>
                  <a:cubicBezTo>
                    <a:pt x="1764" y="3992"/>
                    <a:pt x="1754" y="3513"/>
                    <a:pt x="1846" y="3034"/>
                  </a:cubicBezTo>
                  <a:cubicBezTo>
                    <a:pt x="2004" y="2163"/>
                    <a:pt x="2271" y="1330"/>
                    <a:pt x="2635" y="519"/>
                  </a:cubicBezTo>
                  <a:cubicBezTo>
                    <a:pt x="2672" y="445"/>
                    <a:pt x="2775" y="300"/>
                    <a:pt x="2601" y="300"/>
                  </a:cubicBezTo>
                  <a:cubicBezTo>
                    <a:pt x="2594" y="300"/>
                    <a:pt x="2588" y="301"/>
                    <a:pt x="2581" y="301"/>
                  </a:cubicBezTo>
                  <a:cubicBezTo>
                    <a:pt x="2559" y="302"/>
                    <a:pt x="2538" y="302"/>
                    <a:pt x="2516" y="302"/>
                  </a:cubicBezTo>
                  <a:cubicBezTo>
                    <a:pt x="1980" y="302"/>
                    <a:pt x="1483" y="0"/>
                    <a:pt x="9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5" name="Google Shape;2375;p40"/>
            <p:cNvSpPr/>
            <p:nvPr/>
          </p:nvSpPr>
          <p:spPr>
            <a:xfrm>
              <a:off x="1914000" y="1631921"/>
              <a:ext cx="1101091" cy="798312"/>
            </a:xfrm>
            <a:custGeom>
              <a:rect b="b" l="l" r="r" t="t"/>
              <a:pathLst>
                <a:path extrusionOk="0" h="12081" w="16663">
                  <a:moveTo>
                    <a:pt x="1" y="1"/>
                  </a:moveTo>
                  <a:lnTo>
                    <a:pt x="1" y="1"/>
                  </a:lnTo>
                  <a:cubicBezTo>
                    <a:pt x="485" y="714"/>
                    <a:pt x="1155" y="1247"/>
                    <a:pt x="1797" y="1797"/>
                  </a:cubicBezTo>
                  <a:cubicBezTo>
                    <a:pt x="1884" y="1803"/>
                    <a:pt x="1944" y="1863"/>
                    <a:pt x="2010" y="1912"/>
                  </a:cubicBezTo>
                  <a:cubicBezTo>
                    <a:pt x="2744" y="2494"/>
                    <a:pt x="3479" y="3082"/>
                    <a:pt x="4225" y="3654"/>
                  </a:cubicBezTo>
                  <a:cubicBezTo>
                    <a:pt x="5287" y="4459"/>
                    <a:pt x="6370" y="5243"/>
                    <a:pt x="7426" y="6065"/>
                  </a:cubicBezTo>
                  <a:cubicBezTo>
                    <a:pt x="8787" y="7127"/>
                    <a:pt x="10192" y="8129"/>
                    <a:pt x="11640" y="9065"/>
                  </a:cubicBezTo>
                  <a:cubicBezTo>
                    <a:pt x="12723" y="9767"/>
                    <a:pt x="13916" y="10284"/>
                    <a:pt x="15021" y="10959"/>
                  </a:cubicBezTo>
                  <a:cubicBezTo>
                    <a:pt x="15532" y="11275"/>
                    <a:pt x="16022" y="11613"/>
                    <a:pt x="16480" y="12005"/>
                  </a:cubicBezTo>
                  <a:cubicBezTo>
                    <a:pt x="16539" y="12055"/>
                    <a:pt x="16581" y="12080"/>
                    <a:pt x="16609" y="12080"/>
                  </a:cubicBezTo>
                  <a:cubicBezTo>
                    <a:pt x="16650" y="12080"/>
                    <a:pt x="16663" y="12027"/>
                    <a:pt x="16659" y="11923"/>
                  </a:cubicBezTo>
                  <a:cubicBezTo>
                    <a:pt x="16278" y="11433"/>
                    <a:pt x="15805" y="11052"/>
                    <a:pt x="15293" y="10709"/>
                  </a:cubicBezTo>
                  <a:cubicBezTo>
                    <a:pt x="14318" y="10039"/>
                    <a:pt x="13230" y="9582"/>
                    <a:pt x="12228" y="8956"/>
                  </a:cubicBezTo>
                  <a:cubicBezTo>
                    <a:pt x="10540" y="7900"/>
                    <a:pt x="8951" y="6713"/>
                    <a:pt x="7377" y="5494"/>
                  </a:cubicBezTo>
                  <a:cubicBezTo>
                    <a:pt x="5532" y="4057"/>
                    <a:pt x="3632" y="2685"/>
                    <a:pt x="1743" y="1302"/>
                  </a:cubicBezTo>
                  <a:cubicBezTo>
                    <a:pt x="1160" y="872"/>
                    <a:pt x="600" y="420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6" name="Google Shape;2376;p40"/>
            <p:cNvSpPr/>
            <p:nvPr/>
          </p:nvSpPr>
          <p:spPr>
            <a:xfrm>
              <a:off x="1868338" y="1999262"/>
              <a:ext cx="889701" cy="423441"/>
            </a:xfrm>
            <a:custGeom>
              <a:rect b="b" l="l" r="r" t="t"/>
              <a:pathLst>
                <a:path extrusionOk="0" h="6408" w="13464">
                  <a:moveTo>
                    <a:pt x="0" y="0"/>
                  </a:moveTo>
                  <a:lnTo>
                    <a:pt x="0" y="0"/>
                  </a:lnTo>
                  <a:cubicBezTo>
                    <a:pt x="2156" y="1274"/>
                    <a:pt x="4633" y="1797"/>
                    <a:pt x="6827" y="2967"/>
                  </a:cubicBezTo>
                  <a:cubicBezTo>
                    <a:pt x="9026" y="4132"/>
                    <a:pt x="11329" y="5096"/>
                    <a:pt x="13463" y="6408"/>
                  </a:cubicBezTo>
                  <a:cubicBezTo>
                    <a:pt x="13463" y="6223"/>
                    <a:pt x="13322" y="6135"/>
                    <a:pt x="13240" y="6016"/>
                  </a:cubicBezTo>
                  <a:cubicBezTo>
                    <a:pt x="13022" y="5858"/>
                    <a:pt x="12815" y="5678"/>
                    <a:pt x="12587" y="5553"/>
                  </a:cubicBezTo>
                  <a:cubicBezTo>
                    <a:pt x="11890" y="5155"/>
                    <a:pt x="11177" y="4780"/>
                    <a:pt x="10475" y="4393"/>
                  </a:cubicBezTo>
                  <a:cubicBezTo>
                    <a:pt x="9549" y="4012"/>
                    <a:pt x="8678" y="3517"/>
                    <a:pt x="7791" y="3049"/>
                  </a:cubicBezTo>
                  <a:cubicBezTo>
                    <a:pt x="6103" y="2156"/>
                    <a:pt x="4328" y="1470"/>
                    <a:pt x="2526" y="849"/>
                  </a:cubicBezTo>
                  <a:cubicBezTo>
                    <a:pt x="1688" y="555"/>
                    <a:pt x="844" y="283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7" name="Google Shape;2377;p40"/>
            <p:cNvSpPr/>
            <p:nvPr/>
          </p:nvSpPr>
          <p:spPr>
            <a:xfrm>
              <a:off x="2800406" y="2965490"/>
              <a:ext cx="342889" cy="711616"/>
            </a:xfrm>
            <a:custGeom>
              <a:rect b="b" l="l" r="r" t="t"/>
              <a:pathLst>
                <a:path extrusionOk="0" h="10769" w="5189">
                  <a:moveTo>
                    <a:pt x="4908" y="0"/>
                  </a:moveTo>
                  <a:cubicBezTo>
                    <a:pt x="4759" y="0"/>
                    <a:pt x="4580" y="108"/>
                    <a:pt x="4448" y="218"/>
                  </a:cubicBezTo>
                  <a:cubicBezTo>
                    <a:pt x="2864" y="1481"/>
                    <a:pt x="1819" y="3049"/>
                    <a:pt x="1677" y="5129"/>
                  </a:cubicBezTo>
                  <a:cubicBezTo>
                    <a:pt x="1498" y="5270"/>
                    <a:pt x="1340" y="5428"/>
                    <a:pt x="1209" y="5619"/>
                  </a:cubicBezTo>
                  <a:cubicBezTo>
                    <a:pt x="915" y="6049"/>
                    <a:pt x="741" y="6533"/>
                    <a:pt x="578" y="7018"/>
                  </a:cubicBezTo>
                  <a:cubicBezTo>
                    <a:pt x="300" y="7862"/>
                    <a:pt x="1" y="8705"/>
                    <a:pt x="197" y="9620"/>
                  </a:cubicBezTo>
                  <a:cubicBezTo>
                    <a:pt x="267" y="9936"/>
                    <a:pt x="338" y="10252"/>
                    <a:pt x="404" y="10567"/>
                  </a:cubicBezTo>
                  <a:cubicBezTo>
                    <a:pt x="420" y="10644"/>
                    <a:pt x="404" y="10763"/>
                    <a:pt x="507" y="10769"/>
                  </a:cubicBezTo>
                  <a:cubicBezTo>
                    <a:pt x="510" y="10769"/>
                    <a:pt x="512" y="10769"/>
                    <a:pt x="514" y="10769"/>
                  </a:cubicBezTo>
                  <a:cubicBezTo>
                    <a:pt x="632" y="10769"/>
                    <a:pt x="622" y="10642"/>
                    <a:pt x="632" y="10556"/>
                  </a:cubicBezTo>
                  <a:cubicBezTo>
                    <a:pt x="643" y="10475"/>
                    <a:pt x="616" y="10393"/>
                    <a:pt x="610" y="10311"/>
                  </a:cubicBezTo>
                  <a:cubicBezTo>
                    <a:pt x="561" y="9642"/>
                    <a:pt x="491" y="8956"/>
                    <a:pt x="632" y="8303"/>
                  </a:cubicBezTo>
                  <a:cubicBezTo>
                    <a:pt x="812" y="7497"/>
                    <a:pt x="1035" y="6686"/>
                    <a:pt x="1481" y="5983"/>
                  </a:cubicBezTo>
                  <a:cubicBezTo>
                    <a:pt x="1814" y="5461"/>
                    <a:pt x="1971" y="4900"/>
                    <a:pt x="2108" y="4318"/>
                  </a:cubicBezTo>
                  <a:cubicBezTo>
                    <a:pt x="2505" y="2625"/>
                    <a:pt x="3376" y="1547"/>
                    <a:pt x="4650" y="387"/>
                  </a:cubicBezTo>
                  <a:lnTo>
                    <a:pt x="4650" y="387"/>
                  </a:lnTo>
                  <a:cubicBezTo>
                    <a:pt x="4334" y="931"/>
                    <a:pt x="4220" y="1465"/>
                    <a:pt x="4285" y="2031"/>
                  </a:cubicBezTo>
                  <a:cubicBezTo>
                    <a:pt x="4340" y="2559"/>
                    <a:pt x="4454" y="3076"/>
                    <a:pt x="4438" y="3610"/>
                  </a:cubicBezTo>
                  <a:cubicBezTo>
                    <a:pt x="4432" y="3670"/>
                    <a:pt x="4470" y="3724"/>
                    <a:pt x="4508" y="3768"/>
                  </a:cubicBezTo>
                  <a:cubicBezTo>
                    <a:pt x="4459" y="4035"/>
                    <a:pt x="4432" y="4301"/>
                    <a:pt x="4285" y="4535"/>
                  </a:cubicBezTo>
                  <a:cubicBezTo>
                    <a:pt x="4247" y="4590"/>
                    <a:pt x="4209" y="4666"/>
                    <a:pt x="4274" y="4720"/>
                  </a:cubicBezTo>
                  <a:cubicBezTo>
                    <a:pt x="4307" y="4748"/>
                    <a:pt x="4343" y="4760"/>
                    <a:pt x="4379" y="4760"/>
                  </a:cubicBezTo>
                  <a:cubicBezTo>
                    <a:pt x="4422" y="4760"/>
                    <a:pt x="4465" y="4744"/>
                    <a:pt x="4503" y="4720"/>
                  </a:cubicBezTo>
                  <a:cubicBezTo>
                    <a:pt x="4606" y="4655"/>
                    <a:pt x="4655" y="4546"/>
                    <a:pt x="4715" y="4448"/>
                  </a:cubicBezTo>
                  <a:cubicBezTo>
                    <a:pt x="4835" y="4236"/>
                    <a:pt x="4775" y="3986"/>
                    <a:pt x="4873" y="3773"/>
                  </a:cubicBezTo>
                  <a:cubicBezTo>
                    <a:pt x="4879" y="3207"/>
                    <a:pt x="4879" y="2652"/>
                    <a:pt x="4742" y="2091"/>
                  </a:cubicBezTo>
                  <a:cubicBezTo>
                    <a:pt x="4612" y="1552"/>
                    <a:pt x="4846" y="1051"/>
                    <a:pt x="5004" y="545"/>
                  </a:cubicBezTo>
                  <a:cubicBezTo>
                    <a:pt x="5053" y="376"/>
                    <a:pt x="5189" y="115"/>
                    <a:pt x="5026" y="28"/>
                  </a:cubicBezTo>
                  <a:cubicBezTo>
                    <a:pt x="4990" y="9"/>
                    <a:pt x="4950" y="0"/>
                    <a:pt x="490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8" name="Google Shape;2378;p40"/>
            <p:cNvSpPr/>
            <p:nvPr/>
          </p:nvSpPr>
          <p:spPr>
            <a:xfrm>
              <a:off x="2130216" y="2631850"/>
              <a:ext cx="488265" cy="120464"/>
            </a:xfrm>
            <a:custGeom>
              <a:rect b="b" l="l" r="r" t="t"/>
              <a:pathLst>
                <a:path extrusionOk="0" h="1823" w="7389">
                  <a:moveTo>
                    <a:pt x="6066" y="1"/>
                  </a:moveTo>
                  <a:cubicBezTo>
                    <a:pt x="6031" y="1"/>
                    <a:pt x="5996" y="1"/>
                    <a:pt x="5962" y="3"/>
                  </a:cubicBezTo>
                  <a:cubicBezTo>
                    <a:pt x="5314" y="30"/>
                    <a:pt x="4666" y="161"/>
                    <a:pt x="4018" y="264"/>
                  </a:cubicBezTo>
                  <a:cubicBezTo>
                    <a:pt x="2951" y="428"/>
                    <a:pt x="1890" y="640"/>
                    <a:pt x="893" y="1065"/>
                  </a:cubicBezTo>
                  <a:cubicBezTo>
                    <a:pt x="534" y="1217"/>
                    <a:pt x="137" y="1359"/>
                    <a:pt x="1" y="1800"/>
                  </a:cubicBezTo>
                  <a:cubicBezTo>
                    <a:pt x="60" y="1810"/>
                    <a:pt x="120" y="1823"/>
                    <a:pt x="178" y="1823"/>
                  </a:cubicBezTo>
                  <a:cubicBezTo>
                    <a:pt x="243" y="1823"/>
                    <a:pt x="305" y="1807"/>
                    <a:pt x="365" y="1756"/>
                  </a:cubicBezTo>
                  <a:cubicBezTo>
                    <a:pt x="877" y="1538"/>
                    <a:pt x="1416" y="1451"/>
                    <a:pt x="1955" y="1364"/>
                  </a:cubicBezTo>
                  <a:cubicBezTo>
                    <a:pt x="3196" y="1173"/>
                    <a:pt x="4448" y="1081"/>
                    <a:pt x="5700" y="999"/>
                  </a:cubicBezTo>
                  <a:cubicBezTo>
                    <a:pt x="5847" y="988"/>
                    <a:pt x="6011" y="999"/>
                    <a:pt x="6092" y="825"/>
                  </a:cubicBezTo>
                  <a:lnTo>
                    <a:pt x="7388" y="243"/>
                  </a:lnTo>
                  <a:cubicBezTo>
                    <a:pt x="6944" y="122"/>
                    <a:pt x="6501" y="1"/>
                    <a:pt x="6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9" name="Google Shape;2379;p40"/>
            <p:cNvSpPr/>
            <p:nvPr/>
          </p:nvSpPr>
          <p:spPr>
            <a:xfrm>
              <a:off x="2817323" y="2497905"/>
              <a:ext cx="510534" cy="155751"/>
            </a:xfrm>
            <a:custGeom>
              <a:rect b="b" l="l" r="r" t="t"/>
              <a:pathLst>
                <a:path extrusionOk="0" h="2357" w="7726">
                  <a:moveTo>
                    <a:pt x="1399" y="0"/>
                  </a:moveTo>
                  <a:cubicBezTo>
                    <a:pt x="1035" y="0"/>
                    <a:pt x="662" y="74"/>
                    <a:pt x="289" y="206"/>
                  </a:cubicBezTo>
                  <a:cubicBezTo>
                    <a:pt x="180" y="250"/>
                    <a:pt x="1" y="272"/>
                    <a:pt x="28" y="446"/>
                  </a:cubicBezTo>
                  <a:cubicBezTo>
                    <a:pt x="55" y="615"/>
                    <a:pt x="224" y="631"/>
                    <a:pt x="360" y="653"/>
                  </a:cubicBezTo>
                  <a:cubicBezTo>
                    <a:pt x="567" y="680"/>
                    <a:pt x="779" y="696"/>
                    <a:pt x="986" y="729"/>
                  </a:cubicBezTo>
                  <a:cubicBezTo>
                    <a:pt x="2151" y="914"/>
                    <a:pt x="3218" y="1339"/>
                    <a:pt x="4209" y="1976"/>
                  </a:cubicBezTo>
                  <a:cubicBezTo>
                    <a:pt x="4427" y="2117"/>
                    <a:pt x="4650" y="2259"/>
                    <a:pt x="4965" y="2357"/>
                  </a:cubicBezTo>
                  <a:cubicBezTo>
                    <a:pt x="4682" y="1812"/>
                    <a:pt x="4203" y="1578"/>
                    <a:pt x="3762" y="1224"/>
                  </a:cubicBezTo>
                  <a:cubicBezTo>
                    <a:pt x="4123" y="1174"/>
                    <a:pt x="4475" y="1143"/>
                    <a:pt x="4819" y="1143"/>
                  </a:cubicBezTo>
                  <a:cubicBezTo>
                    <a:pt x="5446" y="1143"/>
                    <a:pt x="6046" y="1246"/>
                    <a:pt x="6626" y="1524"/>
                  </a:cubicBezTo>
                  <a:cubicBezTo>
                    <a:pt x="6996" y="1698"/>
                    <a:pt x="7443" y="1812"/>
                    <a:pt x="7546" y="2335"/>
                  </a:cubicBezTo>
                  <a:cubicBezTo>
                    <a:pt x="7726" y="1932"/>
                    <a:pt x="7677" y="1747"/>
                    <a:pt x="7334" y="1535"/>
                  </a:cubicBezTo>
                  <a:cubicBezTo>
                    <a:pt x="6569" y="1056"/>
                    <a:pt x="5743" y="795"/>
                    <a:pt x="4874" y="795"/>
                  </a:cubicBezTo>
                  <a:cubicBezTo>
                    <a:pt x="4685" y="795"/>
                    <a:pt x="4494" y="807"/>
                    <a:pt x="4301" y="832"/>
                  </a:cubicBezTo>
                  <a:cubicBezTo>
                    <a:pt x="4184" y="848"/>
                    <a:pt x="4073" y="857"/>
                    <a:pt x="3966" y="857"/>
                  </a:cubicBezTo>
                  <a:cubicBezTo>
                    <a:pt x="3569" y="857"/>
                    <a:pt x="3237" y="741"/>
                    <a:pt x="2880" y="484"/>
                  </a:cubicBezTo>
                  <a:cubicBezTo>
                    <a:pt x="2417" y="148"/>
                    <a:pt x="1916" y="0"/>
                    <a:pt x="13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0" name="Google Shape;2380;p40"/>
            <p:cNvSpPr/>
            <p:nvPr/>
          </p:nvSpPr>
          <p:spPr>
            <a:xfrm>
              <a:off x="2639962" y="2780597"/>
              <a:ext cx="631394" cy="112270"/>
            </a:xfrm>
            <a:custGeom>
              <a:rect b="b" l="l" r="r" t="t"/>
              <a:pathLst>
                <a:path extrusionOk="0" h="1699" w="9555">
                  <a:moveTo>
                    <a:pt x="9306" y="1"/>
                  </a:moveTo>
                  <a:cubicBezTo>
                    <a:pt x="9112" y="1"/>
                    <a:pt x="8925" y="86"/>
                    <a:pt x="8749" y="147"/>
                  </a:cubicBezTo>
                  <a:cubicBezTo>
                    <a:pt x="7454" y="594"/>
                    <a:pt x="6093" y="714"/>
                    <a:pt x="4753" y="899"/>
                  </a:cubicBezTo>
                  <a:cubicBezTo>
                    <a:pt x="3338" y="1089"/>
                    <a:pt x="1928" y="1345"/>
                    <a:pt x="496" y="1416"/>
                  </a:cubicBezTo>
                  <a:cubicBezTo>
                    <a:pt x="333" y="1421"/>
                    <a:pt x="131" y="1443"/>
                    <a:pt x="1" y="1699"/>
                  </a:cubicBezTo>
                  <a:cubicBezTo>
                    <a:pt x="839" y="1661"/>
                    <a:pt x="1623" y="1644"/>
                    <a:pt x="2401" y="1574"/>
                  </a:cubicBezTo>
                  <a:cubicBezTo>
                    <a:pt x="2995" y="1525"/>
                    <a:pt x="3588" y="1410"/>
                    <a:pt x="4176" y="1329"/>
                  </a:cubicBezTo>
                  <a:cubicBezTo>
                    <a:pt x="4220" y="1307"/>
                    <a:pt x="4258" y="1269"/>
                    <a:pt x="4301" y="1269"/>
                  </a:cubicBezTo>
                  <a:cubicBezTo>
                    <a:pt x="5379" y="1269"/>
                    <a:pt x="6425" y="1013"/>
                    <a:pt x="7481" y="839"/>
                  </a:cubicBezTo>
                  <a:cubicBezTo>
                    <a:pt x="8221" y="714"/>
                    <a:pt x="8956" y="550"/>
                    <a:pt x="9555" y="55"/>
                  </a:cubicBezTo>
                  <a:cubicBezTo>
                    <a:pt x="9471" y="16"/>
                    <a:pt x="9388" y="1"/>
                    <a:pt x="93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1" name="Google Shape;2381;p40"/>
            <p:cNvSpPr/>
            <p:nvPr/>
          </p:nvSpPr>
          <p:spPr>
            <a:xfrm>
              <a:off x="1873361" y="2796985"/>
              <a:ext cx="449014" cy="102028"/>
            </a:xfrm>
            <a:custGeom>
              <a:rect b="b" l="l" r="r" t="t"/>
              <a:pathLst>
                <a:path extrusionOk="0" h="1544" w="6795">
                  <a:moveTo>
                    <a:pt x="6705" y="0"/>
                  </a:moveTo>
                  <a:cubicBezTo>
                    <a:pt x="6692" y="0"/>
                    <a:pt x="6678" y="1"/>
                    <a:pt x="6664" y="3"/>
                  </a:cubicBezTo>
                  <a:cubicBezTo>
                    <a:pt x="5967" y="84"/>
                    <a:pt x="5265" y="188"/>
                    <a:pt x="4568" y="286"/>
                  </a:cubicBezTo>
                  <a:cubicBezTo>
                    <a:pt x="3158" y="487"/>
                    <a:pt x="1759" y="743"/>
                    <a:pt x="403" y="1195"/>
                  </a:cubicBezTo>
                  <a:cubicBezTo>
                    <a:pt x="251" y="1244"/>
                    <a:pt x="71" y="1266"/>
                    <a:pt x="1" y="1445"/>
                  </a:cubicBezTo>
                  <a:cubicBezTo>
                    <a:pt x="194" y="1518"/>
                    <a:pt x="392" y="1543"/>
                    <a:pt x="590" y="1543"/>
                  </a:cubicBezTo>
                  <a:cubicBezTo>
                    <a:pt x="778" y="1543"/>
                    <a:pt x="964" y="1521"/>
                    <a:pt x="1144" y="1494"/>
                  </a:cubicBezTo>
                  <a:cubicBezTo>
                    <a:pt x="2766" y="1255"/>
                    <a:pt x="4399" y="1064"/>
                    <a:pt x="5951" y="509"/>
                  </a:cubicBezTo>
                  <a:cubicBezTo>
                    <a:pt x="6256" y="406"/>
                    <a:pt x="6637" y="395"/>
                    <a:pt x="6795" y="30"/>
                  </a:cubicBezTo>
                  <a:cubicBezTo>
                    <a:pt x="6768" y="7"/>
                    <a:pt x="6738" y="0"/>
                    <a:pt x="67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2" name="Google Shape;2382;p40"/>
            <p:cNvSpPr/>
            <p:nvPr/>
          </p:nvSpPr>
          <p:spPr>
            <a:xfrm>
              <a:off x="1852479" y="2055827"/>
              <a:ext cx="814899" cy="442075"/>
            </a:xfrm>
            <a:custGeom>
              <a:rect b="b" l="l" r="r" t="t"/>
              <a:pathLst>
                <a:path extrusionOk="0" h="6690" w="12332">
                  <a:moveTo>
                    <a:pt x="150" y="0"/>
                  </a:moveTo>
                  <a:cubicBezTo>
                    <a:pt x="102" y="0"/>
                    <a:pt x="53" y="5"/>
                    <a:pt x="1" y="15"/>
                  </a:cubicBezTo>
                  <a:cubicBezTo>
                    <a:pt x="1046" y="483"/>
                    <a:pt x="1961" y="1115"/>
                    <a:pt x="2946" y="1610"/>
                  </a:cubicBezTo>
                  <a:cubicBezTo>
                    <a:pt x="4742" y="2519"/>
                    <a:pt x="6555" y="3396"/>
                    <a:pt x="8357" y="4294"/>
                  </a:cubicBezTo>
                  <a:cubicBezTo>
                    <a:pt x="9207" y="4713"/>
                    <a:pt x="9996" y="5214"/>
                    <a:pt x="10764" y="5764"/>
                  </a:cubicBezTo>
                  <a:cubicBezTo>
                    <a:pt x="11243" y="6107"/>
                    <a:pt x="11673" y="6559"/>
                    <a:pt x="12331" y="6689"/>
                  </a:cubicBezTo>
                  <a:cubicBezTo>
                    <a:pt x="11836" y="6303"/>
                    <a:pt x="11384" y="5933"/>
                    <a:pt x="10921" y="5579"/>
                  </a:cubicBezTo>
                  <a:cubicBezTo>
                    <a:pt x="9305" y="4348"/>
                    <a:pt x="7421" y="3603"/>
                    <a:pt x="5635" y="2677"/>
                  </a:cubicBezTo>
                  <a:cubicBezTo>
                    <a:pt x="4476" y="2078"/>
                    <a:pt x="3245" y="1626"/>
                    <a:pt x="2118" y="962"/>
                  </a:cubicBezTo>
                  <a:cubicBezTo>
                    <a:pt x="1639" y="679"/>
                    <a:pt x="1155" y="418"/>
                    <a:pt x="665" y="162"/>
                  </a:cubicBezTo>
                  <a:cubicBezTo>
                    <a:pt x="511" y="83"/>
                    <a:pt x="350" y="0"/>
                    <a:pt x="1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3" name="Google Shape;2383;p40"/>
            <p:cNvSpPr/>
            <p:nvPr/>
          </p:nvSpPr>
          <p:spPr>
            <a:xfrm>
              <a:off x="2141714" y="2676652"/>
              <a:ext cx="544367" cy="71234"/>
            </a:xfrm>
            <a:custGeom>
              <a:rect b="b" l="l" r="r" t="t"/>
              <a:pathLst>
                <a:path extrusionOk="0" h="1078" w="8238">
                  <a:moveTo>
                    <a:pt x="8238" y="0"/>
                  </a:moveTo>
                  <a:lnTo>
                    <a:pt x="8238" y="0"/>
                  </a:lnTo>
                  <a:cubicBezTo>
                    <a:pt x="7464" y="49"/>
                    <a:pt x="6691" y="98"/>
                    <a:pt x="5918" y="147"/>
                  </a:cubicBezTo>
                  <a:cubicBezTo>
                    <a:pt x="5799" y="213"/>
                    <a:pt x="5674" y="228"/>
                    <a:pt x="5549" y="228"/>
                  </a:cubicBezTo>
                  <a:cubicBezTo>
                    <a:pt x="5445" y="228"/>
                    <a:pt x="5341" y="218"/>
                    <a:pt x="5238" y="218"/>
                  </a:cubicBezTo>
                  <a:cubicBezTo>
                    <a:pt x="5199" y="218"/>
                    <a:pt x="5161" y="219"/>
                    <a:pt x="5124" y="223"/>
                  </a:cubicBezTo>
                  <a:cubicBezTo>
                    <a:pt x="4029" y="348"/>
                    <a:pt x="2935" y="397"/>
                    <a:pt x="1846" y="572"/>
                  </a:cubicBezTo>
                  <a:cubicBezTo>
                    <a:pt x="1291" y="659"/>
                    <a:pt x="741" y="768"/>
                    <a:pt x="213" y="958"/>
                  </a:cubicBezTo>
                  <a:cubicBezTo>
                    <a:pt x="175" y="969"/>
                    <a:pt x="1" y="1002"/>
                    <a:pt x="191" y="1078"/>
                  </a:cubicBezTo>
                  <a:cubicBezTo>
                    <a:pt x="921" y="1045"/>
                    <a:pt x="1628" y="855"/>
                    <a:pt x="2353" y="789"/>
                  </a:cubicBezTo>
                  <a:cubicBezTo>
                    <a:pt x="3746" y="664"/>
                    <a:pt x="5140" y="555"/>
                    <a:pt x="6528" y="425"/>
                  </a:cubicBezTo>
                  <a:cubicBezTo>
                    <a:pt x="7116" y="376"/>
                    <a:pt x="7693" y="261"/>
                    <a:pt x="8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4" name="Google Shape;2384;p40"/>
            <p:cNvSpPr/>
            <p:nvPr/>
          </p:nvSpPr>
          <p:spPr>
            <a:xfrm>
              <a:off x="1658929" y="2586254"/>
              <a:ext cx="576019" cy="107182"/>
            </a:xfrm>
            <a:custGeom>
              <a:rect b="b" l="l" r="r" t="t"/>
              <a:pathLst>
                <a:path extrusionOk="0" h="1622" w="8717">
                  <a:moveTo>
                    <a:pt x="7167" y="0"/>
                  </a:moveTo>
                  <a:cubicBezTo>
                    <a:pt x="7110" y="0"/>
                    <a:pt x="7053" y="3"/>
                    <a:pt x="6996" y="7"/>
                  </a:cubicBezTo>
                  <a:cubicBezTo>
                    <a:pt x="6387" y="51"/>
                    <a:pt x="5772" y="56"/>
                    <a:pt x="5173" y="165"/>
                  </a:cubicBezTo>
                  <a:cubicBezTo>
                    <a:pt x="3588" y="459"/>
                    <a:pt x="2021" y="818"/>
                    <a:pt x="485" y="1297"/>
                  </a:cubicBezTo>
                  <a:cubicBezTo>
                    <a:pt x="322" y="1352"/>
                    <a:pt x="164" y="1401"/>
                    <a:pt x="1" y="1450"/>
                  </a:cubicBezTo>
                  <a:cubicBezTo>
                    <a:pt x="130" y="1586"/>
                    <a:pt x="283" y="1622"/>
                    <a:pt x="442" y="1622"/>
                  </a:cubicBezTo>
                  <a:cubicBezTo>
                    <a:pt x="537" y="1622"/>
                    <a:pt x="634" y="1609"/>
                    <a:pt x="730" y="1597"/>
                  </a:cubicBezTo>
                  <a:cubicBezTo>
                    <a:pt x="1079" y="1559"/>
                    <a:pt x="1433" y="1510"/>
                    <a:pt x="1776" y="1422"/>
                  </a:cubicBezTo>
                  <a:cubicBezTo>
                    <a:pt x="3452" y="1003"/>
                    <a:pt x="5140" y="633"/>
                    <a:pt x="6860" y="394"/>
                  </a:cubicBezTo>
                  <a:cubicBezTo>
                    <a:pt x="6896" y="394"/>
                    <a:pt x="6931" y="395"/>
                    <a:pt x="6967" y="395"/>
                  </a:cubicBezTo>
                  <a:cubicBezTo>
                    <a:pt x="7221" y="395"/>
                    <a:pt x="7479" y="380"/>
                    <a:pt x="7740" y="380"/>
                  </a:cubicBezTo>
                  <a:cubicBezTo>
                    <a:pt x="8058" y="380"/>
                    <a:pt x="8382" y="401"/>
                    <a:pt x="8717" y="497"/>
                  </a:cubicBezTo>
                  <a:cubicBezTo>
                    <a:pt x="8483" y="127"/>
                    <a:pt x="8151" y="192"/>
                    <a:pt x="7851" y="165"/>
                  </a:cubicBezTo>
                  <a:cubicBezTo>
                    <a:pt x="7636" y="42"/>
                    <a:pt x="7403" y="0"/>
                    <a:pt x="716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5" name="Google Shape;2385;p40"/>
            <p:cNvSpPr/>
            <p:nvPr/>
          </p:nvSpPr>
          <p:spPr>
            <a:xfrm>
              <a:off x="1690978" y="2563325"/>
              <a:ext cx="508353" cy="108702"/>
            </a:xfrm>
            <a:custGeom>
              <a:rect b="b" l="l" r="r" t="t"/>
              <a:pathLst>
                <a:path extrusionOk="0" h="1645" w="7693">
                  <a:moveTo>
                    <a:pt x="6836" y="1"/>
                  </a:moveTo>
                  <a:cubicBezTo>
                    <a:pt x="6678" y="1"/>
                    <a:pt x="6521" y="13"/>
                    <a:pt x="6370" y="44"/>
                  </a:cubicBezTo>
                  <a:cubicBezTo>
                    <a:pt x="4949" y="327"/>
                    <a:pt x="3534" y="632"/>
                    <a:pt x="2118" y="947"/>
                  </a:cubicBezTo>
                  <a:cubicBezTo>
                    <a:pt x="1394" y="1111"/>
                    <a:pt x="643" y="1225"/>
                    <a:pt x="0" y="1644"/>
                  </a:cubicBezTo>
                  <a:cubicBezTo>
                    <a:pt x="621" y="1590"/>
                    <a:pt x="1214" y="1416"/>
                    <a:pt x="1813" y="1263"/>
                  </a:cubicBezTo>
                  <a:cubicBezTo>
                    <a:pt x="3370" y="854"/>
                    <a:pt x="4927" y="477"/>
                    <a:pt x="6535" y="477"/>
                  </a:cubicBezTo>
                  <a:cubicBezTo>
                    <a:pt x="6810" y="477"/>
                    <a:pt x="7087" y="488"/>
                    <a:pt x="7366" y="512"/>
                  </a:cubicBezTo>
                  <a:cubicBezTo>
                    <a:pt x="7361" y="408"/>
                    <a:pt x="7442" y="376"/>
                    <a:pt x="7513" y="338"/>
                  </a:cubicBezTo>
                  <a:cubicBezTo>
                    <a:pt x="7584" y="294"/>
                    <a:pt x="7693" y="272"/>
                    <a:pt x="7682" y="180"/>
                  </a:cubicBezTo>
                  <a:cubicBezTo>
                    <a:pt x="7671" y="60"/>
                    <a:pt x="7535" y="60"/>
                    <a:pt x="7459" y="49"/>
                  </a:cubicBezTo>
                  <a:cubicBezTo>
                    <a:pt x="7252" y="21"/>
                    <a:pt x="7043" y="1"/>
                    <a:pt x="68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6" name="Google Shape;2386;p40"/>
            <p:cNvSpPr/>
            <p:nvPr/>
          </p:nvSpPr>
          <p:spPr>
            <a:xfrm>
              <a:off x="1830937" y="2793218"/>
              <a:ext cx="495732" cy="107975"/>
            </a:xfrm>
            <a:custGeom>
              <a:rect b="b" l="l" r="r" t="t"/>
              <a:pathLst>
                <a:path extrusionOk="0" h="1634" w="7502">
                  <a:moveTo>
                    <a:pt x="7150" y="1"/>
                  </a:moveTo>
                  <a:cubicBezTo>
                    <a:pt x="6352" y="1"/>
                    <a:pt x="5566" y="96"/>
                    <a:pt x="4775" y="218"/>
                  </a:cubicBezTo>
                  <a:cubicBezTo>
                    <a:pt x="3403" y="430"/>
                    <a:pt x="2047" y="680"/>
                    <a:pt x="757" y="1214"/>
                  </a:cubicBezTo>
                  <a:cubicBezTo>
                    <a:pt x="512" y="1317"/>
                    <a:pt x="261" y="1410"/>
                    <a:pt x="0" y="1633"/>
                  </a:cubicBezTo>
                  <a:cubicBezTo>
                    <a:pt x="261" y="1579"/>
                    <a:pt x="452" y="1541"/>
                    <a:pt x="643" y="1502"/>
                  </a:cubicBezTo>
                  <a:cubicBezTo>
                    <a:pt x="1976" y="985"/>
                    <a:pt x="3370" y="740"/>
                    <a:pt x="4769" y="512"/>
                  </a:cubicBezTo>
                  <a:cubicBezTo>
                    <a:pt x="5656" y="359"/>
                    <a:pt x="6560" y="299"/>
                    <a:pt x="7437" y="87"/>
                  </a:cubicBezTo>
                  <a:cubicBezTo>
                    <a:pt x="7458" y="65"/>
                    <a:pt x="7480" y="49"/>
                    <a:pt x="7502" y="27"/>
                  </a:cubicBezTo>
                  <a:cubicBezTo>
                    <a:pt x="7480" y="22"/>
                    <a:pt x="7464" y="11"/>
                    <a:pt x="7442" y="5"/>
                  </a:cubicBezTo>
                  <a:cubicBezTo>
                    <a:pt x="7345" y="2"/>
                    <a:pt x="7247" y="1"/>
                    <a:pt x="71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40"/>
            <p:cNvSpPr/>
            <p:nvPr/>
          </p:nvSpPr>
          <p:spPr>
            <a:xfrm>
              <a:off x="1630184" y="2612158"/>
              <a:ext cx="482120" cy="88151"/>
            </a:xfrm>
            <a:custGeom>
              <a:rect b="b" l="l" r="r" t="t"/>
              <a:pathLst>
                <a:path extrusionOk="0" h="1334" w="7296">
                  <a:moveTo>
                    <a:pt x="7192" y="1"/>
                  </a:moveTo>
                  <a:cubicBezTo>
                    <a:pt x="6624" y="1"/>
                    <a:pt x="6069" y="83"/>
                    <a:pt x="5510" y="176"/>
                  </a:cubicBezTo>
                  <a:cubicBezTo>
                    <a:pt x="4230" y="383"/>
                    <a:pt x="2995" y="813"/>
                    <a:pt x="1704" y="1014"/>
                  </a:cubicBezTo>
                  <a:cubicBezTo>
                    <a:pt x="1428" y="1057"/>
                    <a:pt x="1151" y="1141"/>
                    <a:pt x="871" y="1141"/>
                  </a:cubicBezTo>
                  <a:cubicBezTo>
                    <a:pt x="727" y="1141"/>
                    <a:pt x="582" y="1119"/>
                    <a:pt x="436" y="1058"/>
                  </a:cubicBezTo>
                  <a:cubicBezTo>
                    <a:pt x="289" y="1090"/>
                    <a:pt x="147" y="1118"/>
                    <a:pt x="0" y="1150"/>
                  </a:cubicBezTo>
                  <a:cubicBezTo>
                    <a:pt x="24" y="1148"/>
                    <a:pt x="48" y="1148"/>
                    <a:pt x="71" y="1148"/>
                  </a:cubicBezTo>
                  <a:cubicBezTo>
                    <a:pt x="391" y="1148"/>
                    <a:pt x="676" y="1310"/>
                    <a:pt x="986" y="1330"/>
                  </a:cubicBezTo>
                  <a:cubicBezTo>
                    <a:pt x="1024" y="1332"/>
                    <a:pt x="1063" y="1333"/>
                    <a:pt x="1102" y="1333"/>
                  </a:cubicBezTo>
                  <a:cubicBezTo>
                    <a:pt x="1496" y="1333"/>
                    <a:pt x="1879" y="1215"/>
                    <a:pt x="2271" y="1156"/>
                  </a:cubicBezTo>
                  <a:cubicBezTo>
                    <a:pt x="3152" y="1030"/>
                    <a:pt x="4007" y="769"/>
                    <a:pt x="4878" y="606"/>
                  </a:cubicBezTo>
                  <a:cubicBezTo>
                    <a:pt x="5695" y="453"/>
                    <a:pt x="6522" y="328"/>
                    <a:pt x="7295" y="2"/>
                  </a:cubicBezTo>
                  <a:cubicBezTo>
                    <a:pt x="7261" y="1"/>
                    <a:pt x="7226" y="1"/>
                    <a:pt x="71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8" name="Google Shape;2388;p40"/>
            <p:cNvSpPr/>
            <p:nvPr/>
          </p:nvSpPr>
          <p:spPr>
            <a:xfrm>
              <a:off x="2518770" y="3275077"/>
              <a:ext cx="351480" cy="68128"/>
            </a:xfrm>
            <a:custGeom>
              <a:rect b="b" l="l" r="r" t="t"/>
              <a:pathLst>
                <a:path extrusionOk="0" h="1031" w="5319">
                  <a:moveTo>
                    <a:pt x="919" y="0"/>
                  </a:moveTo>
                  <a:cubicBezTo>
                    <a:pt x="617" y="0"/>
                    <a:pt x="311" y="43"/>
                    <a:pt x="0" y="188"/>
                  </a:cubicBezTo>
                  <a:cubicBezTo>
                    <a:pt x="112" y="275"/>
                    <a:pt x="212" y="291"/>
                    <a:pt x="306" y="291"/>
                  </a:cubicBezTo>
                  <a:cubicBezTo>
                    <a:pt x="358" y="291"/>
                    <a:pt x="408" y="286"/>
                    <a:pt x="457" y="286"/>
                  </a:cubicBezTo>
                  <a:cubicBezTo>
                    <a:pt x="947" y="297"/>
                    <a:pt x="1443" y="253"/>
                    <a:pt x="1916" y="427"/>
                  </a:cubicBezTo>
                  <a:cubicBezTo>
                    <a:pt x="2243" y="547"/>
                    <a:pt x="2570" y="672"/>
                    <a:pt x="2896" y="792"/>
                  </a:cubicBezTo>
                  <a:cubicBezTo>
                    <a:pt x="3293" y="938"/>
                    <a:pt x="3688" y="1031"/>
                    <a:pt x="4077" y="1031"/>
                  </a:cubicBezTo>
                  <a:cubicBezTo>
                    <a:pt x="4499" y="1031"/>
                    <a:pt x="4914" y="922"/>
                    <a:pt x="5319" y="656"/>
                  </a:cubicBezTo>
                  <a:cubicBezTo>
                    <a:pt x="5257" y="589"/>
                    <a:pt x="5189" y="569"/>
                    <a:pt x="5120" y="569"/>
                  </a:cubicBezTo>
                  <a:cubicBezTo>
                    <a:pt x="5025" y="569"/>
                    <a:pt x="4926" y="606"/>
                    <a:pt x="4829" y="613"/>
                  </a:cubicBezTo>
                  <a:cubicBezTo>
                    <a:pt x="4540" y="630"/>
                    <a:pt x="4258" y="690"/>
                    <a:pt x="3966" y="690"/>
                  </a:cubicBezTo>
                  <a:cubicBezTo>
                    <a:pt x="3895" y="690"/>
                    <a:pt x="3823" y="686"/>
                    <a:pt x="3751" y="678"/>
                  </a:cubicBezTo>
                  <a:cubicBezTo>
                    <a:pt x="3070" y="591"/>
                    <a:pt x="2504" y="204"/>
                    <a:pt x="1846" y="74"/>
                  </a:cubicBezTo>
                  <a:cubicBezTo>
                    <a:pt x="1539" y="46"/>
                    <a:pt x="1231" y="0"/>
                    <a:pt x="9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9" name="Google Shape;2389;p40"/>
            <p:cNvSpPr/>
            <p:nvPr/>
          </p:nvSpPr>
          <p:spPr>
            <a:xfrm>
              <a:off x="2688994" y="2870532"/>
              <a:ext cx="277338" cy="96807"/>
            </a:xfrm>
            <a:custGeom>
              <a:rect b="b" l="l" r="r" t="t"/>
              <a:pathLst>
                <a:path extrusionOk="0" h="1465" w="4197">
                  <a:moveTo>
                    <a:pt x="4185" y="0"/>
                  </a:moveTo>
                  <a:cubicBezTo>
                    <a:pt x="3897" y="0"/>
                    <a:pt x="3692" y="208"/>
                    <a:pt x="3434" y="245"/>
                  </a:cubicBezTo>
                  <a:cubicBezTo>
                    <a:pt x="2405" y="735"/>
                    <a:pt x="1306" y="1018"/>
                    <a:pt x="190" y="1236"/>
                  </a:cubicBezTo>
                  <a:cubicBezTo>
                    <a:pt x="180" y="1238"/>
                    <a:pt x="169" y="1238"/>
                    <a:pt x="157" y="1238"/>
                  </a:cubicBezTo>
                  <a:cubicBezTo>
                    <a:pt x="141" y="1238"/>
                    <a:pt x="123" y="1237"/>
                    <a:pt x="105" y="1237"/>
                  </a:cubicBezTo>
                  <a:cubicBezTo>
                    <a:pt x="51" y="1237"/>
                    <a:pt x="1" y="1247"/>
                    <a:pt x="4" y="1329"/>
                  </a:cubicBezTo>
                  <a:cubicBezTo>
                    <a:pt x="4" y="1416"/>
                    <a:pt x="97" y="1448"/>
                    <a:pt x="184" y="1465"/>
                  </a:cubicBezTo>
                  <a:cubicBezTo>
                    <a:pt x="1752" y="1427"/>
                    <a:pt x="3864" y="665"/>
                    <a:pt x="4196" y="0"/>
                  </a:cubicBezTo>
                  <a:cubicBezTo>
                    <a:pt x="4193" y="0"/>
                    <a:pt x="4189" y="0"/>
                    <a:pt x="41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0" name="Google Shape;2390;p40"/>
            <p:cNvSpPr/>
            <p:nvPr/>
          </p:nvSpPr>
          <p:spPr>
            <a:xfrm>
              <a:off x="3063407" y="2659009"/>
              <a:ext cx="79560" cy="120530"/>
            </a:xfrm>
            <a:custGeom>
              <a:rect b="b" l="l" r="r" t="t"/>
              <a:pathLst>
                <a:path extrusionOk="0" h="1824" w="1204">
                  <a:moveTo>
                    <a:pt x="1046" y="0"/>
                  </a:moveTo>
                  <a:lnTo>
                    <a:pt x="1046" y="0"/>
                  </a:lnTo>
                  <a:cubicBezTo>
                    <a:pt x="1056" y="229"/>
                    <a:pt x="980" y="381"/>
                    <a:pt x="882" y="534"/>
                  </a:cubicBezTo>
                  <a:cubicBezTo>
                    <a:pt x="654" y="877"/>
                    <a:pt x="441" y="1225"/>
                    <a:pt x="164" y="1530"/>
                  </a:cubicBezTo>
                  <a:cubicBezTo>
                    <a:pt x="104" y="1601"/>
                    <a:pt x="0" y="1682"/>
                    <a:pt x="66" y="1770"/>
                  </a:cubicBezTo>
                  <a:cubicBezTo>
                    <a:pt x="96" y="1809"/>
                    <a:pt x="130" y="1824"/>
                    <a:pt x="166" y="1824"/>
                  </a:cubicBezTo>
                  <a:cubicBezTo>
                    <a:pt x="233" y="1824"/>
                    <a:pt x="302" y="1771"/>
                    <a:pt x="349" y="1731"/>
                  </a:cubicBezTo>
                  <a:cubicBezTo>
                    <a:pt x="768" y="1372"/>
                    <a:pt x="1067" y="931"/>
                    <a:pt x="1165" y="381"/>
                  </a:cubicBezTo>
                  <a:cubicBezTo>
                    <a:pt x="1187" y="272"/>
                    <a:pt x="1203" y="147"/>
                    <a:pt x="10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1" name="Google Shape;2391;p40"/>
            <p:cNvSpPr/>
            <p:nvPr/>
          </p:nvSpPr>
          <p:spPr>
            <a:xfrm>
              <a:off x="965346" y="1089863"/>
              <a:ext cx="1341556" cy="600271"/>
            </a:xfrm>
            <a:custGeom>
              <a:rect b="b" l="l" r="r" t="t"/>
              <a:pathLst>
                <a:path extrusionOk="0" h="9084" w="20302">
                  <a:moveTo>
                    <a:pt x="237" y="1"/>
                  </a:moveTo>
                  <a:cubicBezTo>
                    <a:pt x="159" y="1"/>
                    <a:pt x="81" y="5"/>
                    <a:pt x="1" y="16"/>
                  </a:cubicBezTo>
                  <a:cubicBezTo>
                    <a:pt x="306" y="130"/>
                    <a:pt x="605" y="250"/>
                    <a:pt x="910" y="364"/>
                  </a:cubicBezTo>
                  <a:cubicBezTo>
                    <a:pt x="1808" y="713"/>
                    <a:pt x="2668" y="1154"/>
                    <a:pt x="3610" y="1382"/>
                  </a:cubicBezTo>
                  <a:cubicBezTo>
                    <a:pt x="5450" y="1834"/>
                    <a:pt x="7279" y="2302"/>
                    <a:pt x="8956" y="3223"/>
                  </a:cubicBezTo>
                  <a:cubicBezTo>
                    <a:pt x="9816" y="3691"/>
                    <a:pt x="10638" y="4213"/>
                    <a:pt x="11515" y="4649"/>
                  </a:cubicBezTo>
                  <a:cubicBezTo>
                    <a:pt x="12680" y="5237"/>
                    <a:pt x="13883" y="5749"/>
                    <a:pt x="15070" y="6287"/>
                  </a:cubicBezTo>
                  <a:cubicBezTo>
                    <a:pt x="16757" y="7050"/>
                    <a:pt x="18309" y="8057"/>
                    <a:pt x="19910" y="8977"/>
                  </a:cubicBezTo>
                  <a:cubicBezTo>
                    <a:pt x="19973" y="9018"/>
                    <a:pt x="20048" y="9084"/>
                    <a:pt x="20121" y="9084"/>
                  </a:cubicBezTo>
                  <a:cubicBezTo>
                    <a:pt x="20155" y="9084"/>
                    <a:pt x="20189" y="9069"/>
                    <a:pt x="20220" y="9031"/>
                  </a:cubicBezTo>
                  <a:cubicBezTo>
                    <a:pt x="20302" y="8928"/>
                    <a:pt x="20171" y="8846"/>
                    <a:pt x="20116" y="8759"/>
                  </a:cubicBezTo>
                  <a:cubicBezTo>
                    <a:pt x="19850" y="8356"/>
                    <a:pt x="19403" y="8198"/>
                    <a:pt x="19017" y="7959"/>
                  </a:cubicBezTo>
                  <a:cubicBezTo>
                    <a:pt x="17569" y="7050"/>
                    <a:pt x="16099" y="6195"/>
                    <a:pt x="14515" y="5542"/>
                  </a:cubicBezTo>
                  <a:cubicBezTo>
                    <a:pt x="13017" y="4916"/>
                    <a:pt x="11553" y="4213"/>
                    <a:pt x="10154" y="3391"/>
                  </a:cubicBezTo>
                  <a:cubicBezTo>
                    <a:pt x="8853" y="2624"/>
                    <a:pt x="7508" y="1949"/>
                    <a:pt x="6044" y="1562"/>
                  </a:cubicBezTo>
                  <a:cubicBezTo>
                    <a:pt x="4443" y="1137"/>
                    <a:pt x="2837" y="756"/>
                    <a:pt x="1269" y="217"/>
                  </a:cubicBezTo>
                  <a:cubicBezTo>
                    <a:pt x="946" y="105"/>
                    <a:pt x="602" y="1"/>
                    <a:pt x="2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2" name="Google Shape;2392;p40"/>
            <p:cNvSpPr/>
            <p:nvPr/>
          </p:nvSpPr>
          <p:spPr>
            <a:xfrm>
              <a:off x="1220418" y="614613"/>
              <a:ext cx="1208471" cy="1060914"/>
            </a:xfrm>
            <a:custGeom>
              <a:rect b="b" l="l" r="r" t="t"/>
              <a:pathLst>
                <a:path extrusionOk="0" h="16055" w="18288">
                  <a:moveTo>
                    <a:pt x="50" y="0"/>
                  </a:moveTo>
                  <a:cubicBezTo>
                    <a:pt x="33" y="22"/>
                    <a:pt x="17" y="49"/>
                    <a:pt x="1" y="76"/>
                  </a:cubicBezTo>
                  <a:cubicBezTo>
                    <a:pt x="289" y="294"/>
                    <a:pt x="561" y="539"/>
                    <a:pt x="872" y="724"/>
                  </a:cubicBezTo>
                  <a:cubicBezTo>
                    <a:pt x="2919" y="1927"/>
                    <a:pt x="4949" y="3158"/>
                    <a:pt x="6909" y="4502"/>
                  </a:cubicBezTo>
                  <a:cubicBezTo>
                    <a:pt x="8374" y="5504"/>
                    <a:pt x="9669" y="6691"/>
                    <a:pt x="10785" y="8068"/>
                  </a:cubicBezTo>
                  <a:cubicBezTo>
                    <a:pt x="11520" y="8972"/>
                    <a:pt x="12266" y="9870"/>
                    <a:pt x="13028" y="10747"/>
                  </a:cubicBezTo>
                  <a:cubicBezTo>
                    <a:pt x="13926" y="11786"/>
                    <a:pt x="14754" y="12886"/>
                    <a:pt x="15696" y="13888"/>
                  </a:cubicBezTo>
                  <a:cubicBezTo>
                    <a:pt x="16458" y="14704"/>
                    <a:pt x="17269" y="15461"/>
                    <a:pt x="18222" y="16054"/>
                  </a:cubicBezTo>
                  <a:cubicBezTo>
                    <a:pt x="18243" y="16027"/>
                    <a:pt x="18265" y="16005"/>
                    <a:pt x="18287" y="15978"/>
                  </a:cubicBezTo>
                  <a:cubicBezTo>
                    <a:pt x="18140" y="15842"/>
                    <a:pt x="17982" y="15717"/>
                    <a:pt x="17846" y="15570"/>
                  </a:cubicBezTo>
                  <a:cubicBezTo>
                    <a:pt x="17122" y="14797"/>
                    <a:pt x="16295" y="14138"/>
                    <a:pt x="15592" y="13338"/>
                  </a:cubicBezTo>
                  <a:cubicBezTo>
                    <a:pt x="14618" y="12233"/>
                    <a:pt x="13714" y="11079"/>
                    <a:pt x="12756" y="9963"/>
                  </a:cubicBezTo>
                  <a:cubicBezTo>
                    <a:pt x="11809" y="8858"/>
                    <a:pt x="10905" y="7714"/>
                    <a:pt x="9903" y="6653"/>
                  </a:cubicBezTo>
                  <a:cubicBezTo>
                    <a:pt x="8934" y="5618"/>
                    <a:pt x="7813" y="4758"/>
                    <a:pt x="6637" y="3980"/>
                  </a:cubicBezTo>
                  <a:cubicBezTo>
                    <a:pt x="5031" y="2913"/>
                    <a:pt x="3403" y="1878"/>
                    <a:pt x="1732" y="920"/>
                  </a:cubicBezTo>
                  <a:cubicBezTo>
                    <a:pt x="1177" y="604"/>
                    <a:pt x="610" y="305"/>
                    <a:pt x="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3" name="Google Shape;2393;p40"/>
            <p:cNvSpPr/>
            <p:nvPr/>
          </p:nvSpPr>
          <p:spPr>
            <a:xfrm>
              <a:off x="909244" y="1245218"/>
              <a:ext cx="446503" cy="106389"/>
            </a:xfrm>
            <a:custGeom>
              <a:rect b="b" l="l" r="r" t="t"/>
              <a:pathLst>
                <a:path extrusionOk="0" h="1610" w="6757">
                  <a:moveTo>
                    <a:pt x="1" y="0"/>
                  </a:moveTo>
                  <a:cubicBezTo>
                    <a:pt x="514" y="239"/>
                    <a:pt x="6192" y="1610"/>
                    <a:pt x="6724" y="1610"/>
                  </a:cubicBezTo>
                  <a:cubicBezTo>
                    <a:pt x="6739" y="1610"/>
                    <a:pt x="6750" y="1609"/>
                    <a:pt x="6757" y="1606"/>
                  </a:cubicBezTo>
                  <a:cubicBezTo>
                    <a:pt x="4584" y="659"/>
                    <a:pt x="2407" y="66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4" name="Google Shape;2394;p40"/>
            <p:cNvSpPr/>
            <p:nvPr/>
          </p:nvSpPr>
          <p:spPr>
            <a:xfrm>
              <a:off x="1747080" y="1037990"/>
              <a:ext cx="355841" cy="346127"/>
            </a:xfrm>
            <a:custGeom>
              <a:rect b="b" l="l" r="r" t="t"/>
              <a:pathLst>
                <a:path extrusionOk="0" h="5238" w="5385">
                  <a:moveTo>
                    <a:pt x="1" y="1"/>
                  </a:moveTo>
                  <a:cubicBezTo>
                    <a:pt x="1906" y="1634"/>
                    <a:pt x="3550" y="3539"/>
                    <a:pt x="5385" y="5238"/>
                  </a:cubicBezTo>
                  <a:cubicBezTo>
                    <a:pt x="4813" y="4176"/>
                    <a:pt x="893" y="436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5" name="Google Shape;2395;p40"/>
            <p:cNvSpPr/>
            <p:nvPr/>
          </p:nvSpPr>
          <p:spPr>
            <a:xfrm>
              <a:off x="493663" y="1180063"/>
              <a:ext cx="215289" cy="44208"/>
            </a:xfrm>
            <a:custGeom>
              <a:rect b="b" l="l" r="r" t="t"/>
              <a:pathLst>
                <a:path extrusionOk="0" h="669" w="3258">
                  <a:moveTo>
                    <a:pt x="639" y="0"/>
                  </a:moveTo>
                  <a:cubicBezTo>
                    <a:pt x="563" y="0"/>
                    <a:pt x="487" y="2"/>
                    <a:pt x="410" y="7"/>
                  </a:cubicBezTo>
                  <a:cubicBezTo>
                    <a:pt x="236" y="12"/>
                    <a:pt x="122" y="99"/>
                    <a:pt x="40" y="235"/>
                  </a:cubicBezTo>
                  <a:cubicBezTo>
                    <a:pt x="0" y="305"/>
                    <a:pt x="21" y="386"/>
                    <a:pt x="91" y="386"/>
                  </a:cubicBezTo>
                  <a:cubicBezTo>
                    <a:pt x="107" y="386"/>
                    <a:pt x="127" y="382"/>
                    <a:pt x="149" y="371"/>
                  </a:cubicBezTo>
                  <a:cubicBezTo>
                    <a:pt x="271" y="313"/>
                    <a:pt x="392" y="292"/>
                    <a:pt x="511" y="292"/>
                  </a:cubicBezTo>
                  <a:cubicBezTo>
                    <a:pt x="758" y="292"/>
                    <a:pt x="1001" y="382"/>
                    <a:pt x="1243" y="415"/>
                  </a:cubicBezTo>
                  <a:cubicBezTo>
                    <a:pt x="1820" y="499"/>
                    <a:pt x="2385" y="669"/>
                    <a:pt x="2972" y="669"/>
                  </a:cubicBezTo>
                  <a:cubicBezTo>
                    <a:pt x="3067" y="669"/>
                    <a:pt x="3162" y="664"/>
                    <a:pt x="3257" y="654"/>
                  </a:cubicBezTo>
                  <a:cubicBezTo>
                    <a:pt x="3034" y="562"/>
                    <a:pt x="2811" y="458"/>
                    <a:pt x="2582" y="377"/>
                  </a:cubicBezTo>
                  <a:cubicBezTo>
                    <a:pt x="1951" y="166"/>
                    <a:pt x="1311" y="0"/>
                    <a:pt x="6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6" name="Google Shape;2396;p40"/>
            <p:cNvSpPr/>
            <p:nvPr/>
          </p:nvSpPr>
          <p:spPr>
            <a:xfrm>
              <a:off x="3124201" y="1914679"/>
              <a:ext cx="190376" cy="106587"/>
            </a:xfrm>
            <a:custGeom>
              <a:rect b="b" l="l" r="r" t="t"/>
              <a:pathLst>
                <a:path extrusionOk="0" h="1613" w="2881">
                  <a:moveTo>
                    <a:pt x="0" y="1"/>
                  </a:moveTo>
                  <a:lnTo>
                    <a:pt x="0" y="1"/>
                  </a:lnTo>
                  <a:cubicBezTo>
                    <a:pt x="234" y="284"/>
                    <a:pt x="566" y="355"/>
                    <a:pt x="888" y="409"/>
                  </a:cubicBezTo>
                  <a:cubicBezTo>
                    <a:pt x="1193" y="458"/>
                    <a:pt x="1443" y="572"/>
                    <a:pt x="1682" y="752"/>
                  </a:cubicBezTo>
                  <a:cubicBezTo>
                    <a:pt x="1944" y="953"/>
                    <a:pt x="2183" y="1177"/>
                    <a:pt x="2412" y="1411"/>
                  </a:cubicBezTo>
                  <a:cubicBezTo>
                    <a:pt x="2499" y="1492"/>
                    <a:pt x="2586" y="1574"/>
                    <a:pt x="2701" y="1607"/>
                  </a:cubicBezTo>
                  <a:cubicBezTo>
                    <a:pt x="2713" y="1610"/>
                    <a:pt x="2728" y="1612"/>
                    <a:pt x="2744" y="1612"/>
                  </a:cubicBezTo>
                  <a:cubicBezTo>
                    <a:pt x="2776" y="1612"/>
                    <a:pt x="2809" y="1605"/>
                    <a:pt x="2831" y="1590"/>
                  </a:cubicBezTo>
                  <a:cubicBezTo>
                    <a:pt x="2880" y="1558"/>
                    <a:pt x="2858" y="1503"/>
                    <a:pt x="2826" y="1471"/>
                  </a:cubicBezTo>
                  <a:cubicBezTo>
                    <a:pt x="2385" y="937"/>
                    <a:pt x="1971" y="338"/>
                    <a:pt x="1198" y="300"/>
                  </a:cubicBezTo>
                  <a:cubicBezTo>
                    <a:pt x="768" y="284"/>
                    <a:pt x="370" y="218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7" name="Google Shape;2397;p40"/>
            <p:cNvSpPr/>
            <p:nvPr/>
          </p:nvSpPr>
          <p:spPr>
            <a:xfrm>
              <a:off x="3218432" y="1826528"/>
              <a:ext cx="79230" cy="46652"/>
            </a:xfrm>
            <a:custGeom>
              <a:rect b="b" l="l" r="r" t="t"/>
              <a:pathLst>
                <a:path extrusionOk="0" h="706" w="1199">
                  <a:moveTo>
                    <a:pt x="250" y="1"/>
                  </a:moveTo>
                  <a:cubicBezTo>
                    <a:pt x="175" y="1"/>
                    <a:pt x="105" y="20"/>
                    <a:pt x="61" y="104"/>
                  </a:cubicBezTo>
                  <a:cubicBezTo>
                    <a:pt x="1" y="219"/>
                    <a:pt x="12" y="328"/>
                    <a:pt x="93" y="431"/>
                  </a:cubicBezTo>
                  <a:cubicBezTo>
                    <a:pt x="230" y="601"/>
                    <a:pt x="395" y="705"/>
                    <a:pt x="604" y="705"/>
                  </a:cubicBezTo>
                  <a:cubicBezTo>
                    <a:pt x="636" y="705"/>
                    <a:pt x="669" y="703"/>
                    <a:pt x="703" y="698"/>
                  </a:cubicBezTo>
                  <a:cubicBezTo>
                    <a:pt x="723" y="696"/>
                    <a:pt x="743" y="695"/>
                    <a:pt x="763" y="695"/>
                  </a:cubicBezTo>
                  <a:cubicBezTo>
                    <a:pt x="794" y="695"/>
                    <a:pt x="825" y="697"/>
                    <a:pt x="856" y="697"/>
                  </a:cubicBezTo>
                  <a:cubicBezTo>
                    <a:pt x="921" y="697"/>
                    <a:pt x="985" y="691"/>
                    <a:pt x="1046" y="654"/>
                  </a:cubicBezTo>
                  <a:cubicBezTo>
                    <a:pt x="1171" y="589"/>
                    <a:pt x="1198" y="502"/>
                    <a:pt x="1095" y="409"/>
                  </a:cubicBezTo>
                  <a:cubicBezTo>
                    <a:pt x="877" y="219"/>
                    <a:pt x="643" y="34"/>
                    <a:pt x="333" y="6"/>
                  </a:cubicBezTo>
                  <a:cubicBezTo>
                    <a:pt x="305" y="3"/>
                    <a:pt x="278" y="1"/>
                    <a:pt x="2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8" name="Google Shape;2398;p40"/>
            <p:cNvSpPr/>
            <p:nvPr/>
          </p:nvSpPr>
          <p:spPr>
            <a:xfrm>
              <a:off x="3376034" y="2031972"/>
              <a:ext cx="97864" cy="78437"/>
            </a:xfrm>
            <a:custGeom>
              <a:rect b="b" l="l" r="r" t="t"/>
              <a:pathLst>
                <a:path extrusionOk="0" h="1187" w="1481">
                  <a:moveTo>
                    <a:pt x="0" y="0"/>
                  </a:moveTo>
                  <a:lnTo>
                    <a:pt x="0" y="0"/>
                  </a:lnTo>
                  <a:cubicBezTo>
                    <a:pt x="142" y="196"/>
                    <a:pt x="174" y="371"/>
                    <a:pt x="212" y="556"/>
                  </a:cubicBezTo>
                  <a:cubicBezTo>
                    <a:pt x="291" y="960"/>
                    <a:pt x="551" y="1186"/>
                    <a:pt x="866" y="1186"/>
                  </a:cubicBezTo>
                  <a:cubicBezTo>
                    <a:pt x="1030" y="1186"/>
                    <a:pt x="1208" y="1125"/>
                    <a:pt x="1383" y="997"/>
                  </a:cubicBezTo>
                  <a:cubicBezTo>
                    <a:pt x="1432" y="964"/>
                    <a:pt x="1481" y="926"/>
                    <a:pt x="1454" y="855"/>
                  </a:cubicBezTo>
                  <a:cubicBezTo>
                    <a:pt x="1437" y="819"/>
                    <a:pt x="1413" y="808"/>
                    <a:pt x="1385" y="808"/>
                  </a:cubicBezTo>
                  <a:cubicBezTo>
                    <a:pt x="1359" y="808"/>
                    <a:pt x="1330" y="817"/>
                    <a:pt x="1301" y="822"/>
                  </a:cubicBezTo>
                  <a:cubicBezTo>
                    <a:pt x="1154" y="839"/>
                    <a:pt x="996" y="828"/>
                    <a:pt x="855" y="866"/>
                  </a:cubicBezTo>
                  <a:cubicBezTo>
                    <a:pt x="781" y="884"/>
                    <a:pt x="718" y="894"/>
                    <a:pt x="663" y="894"/>
                  </a:cubicBezTo>
                  <a:cubicBezTo>
                    <a:pt x="443" y="894"/>
                    <a:pt x="372" y="745"/>
                    <a:pt x="403" y="452"/>
                  </a:cubicBezTo>
                  <a:cubicBezTo>
                    <a:pt x="425" y="224"/>
                    <a:pt x="338" y="39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9" name="Google Shape;2399;p40"/>
            <p:cNvSpPr/>
            <p:nvPr/>
          </p:nvSpPr>
          <p:spPr>
            <a:xfrm>
              <a:off x="3047944" y="2004747"/>
              <a:ext cx="62974" cy="73613"/>
            </a:xfrm>
            <a:custGeom>
              <a:rect b="b" l="l" r="r" t="t"/>
              <a:pathLst>
                <a:path extrusionOk="0" h="1114" w="953">
                  <a:moveTo>
                    <a:pt x="737" y="1"/>
                  </a:moveTo>
                  <a:cubicBezTo>
                    <a:pt x="461" y="1"/>
                    <a:pt x="236" y="75"/>
                    <a:pt x="0" y="184"/>
                  </a:cubicBezTo>
                  <a:cubicBezTo>
                    <a:pt x="44" y="221"/>
                    <a:pt x="87" y="233"/>
                    <a:pt x="129" y="233"/>
                  </a:cubicBezTo>
                  <a:cubicBezTo>
                    <a:pt x="201" y="233"/>
                    <a:pt x="271" y="199"/>
                    <a:pt x="338" y="199"/>
                  </a:cubicBezTo>
                  <a:cubicBezTo>
                    <a:pt x="379" y="199"/>
                    <a:pt x="419" y="212"/>
                    <a:pt x="457" y="255"/>
                  </a:cubicBezTo>
                  <a:cubicBezTo>
                    <a:pt x="398" y="369"/>
                    <a:pt x="327" y="478"/>
                    <a:pt x="283" y="598"/>
                  </a:cubicBezTo>
                  <a:cubicBezTo>
                    <a:pt x="223" y="755"/>
                    <a:pt x="76" y="984"/>
                    <a:pt x="185" y="1077"/>
                  </a:cubicBezTo>
                  <a:cubicBezTo>
                    <a:pt x="216" y="1103"/>
                    <a:pt x="247" y="1114"/>
                    <a:pt x="278" y="1114"/>
                  </a:cubicBezTo>
                  <a:cubicBezTo>
                    <a:pt x="396" y="1114"/>
                    <a:pt x="513" y="959"/>
                    <a:pt x="621" y="886"/>
                  </a:cubicBezTo>
                  <a:cubicBezTo>
                    <a:pt x="724" y="815"/>
                    <a:pt x="860" y="794"/>
                    <a:pt x="937" y="652"/>
                  </a:cubicBezTo>
                  <a:cubicBezTo>
                    <a:pt x="901" y="640"/>
                    <a:pt x="868" y="636"/>
                    <a:pt x="835" y="636"/>
                  </a:cubicBezTo>
                  <a:cubicBezTo>
                    <a:pt x="705" y="636"/>
                    <a:pt x="593" y="711"/>
                    <a:pt x="456" y="711"/>
                  </a:cubicBezTo>
                  <a:cubicBezTo>
                    <a:pt x="437" y="711"/>
                    <a:pt x="417" y="710"/>
                    <a:pt x="398" y="706"/>
                  </a:cubicBezTo>
                  <a:cubicBezTo>
                    <a:pt x="496" y="429"/>
                    <a:pt x="692" y="233"/>
                    <a:pt x="953" y="15"/>
                  </a:cubicBezTo>
                  <a:cubicBezTo>
                    <a:pt x="877" y="5"/>
                    <a:pt x="805" y="1"/>
                    <a:pt x="7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0" name="Google Shape;2400;p40"/>
            <p:cNvSpPr/>
            <p:nvPr/>
          </p:nvSpPr>
          <p:spPr>
            <a:xfrm>
              <a:off x="3409471" y="1968204"/>
              <a:ext cx="47908" cy="60794"/>
            </a:xfrm>
            <a:custGeom>
              <a:rect b="b" l="l" r="r" t="t"/>
              <a:pathLst>
                <a:path extrusionOk="0" h="920" w="725">
                  <a:moveTo>
                    <a:pt x="147" y="1"/>
                  </a:moveTo>
                  <a:cubicBezTo>
                    <a:pt x="133" y="1"/>
                    <a:pt x="119" y="3"/>
                    <a:pt x="104" y="7"/>
                  </a:cubicBezTo>
                  <a:cubicBezTo>
                    <a:pt x="0" y="45"/>
                    <a:pt x="49" y="149"/>
                    <a:pt x="38" y="214"/>
                  </a:cubicBezTo>
                  <a:cubicBezTo>
                    <a:pt x="28" y="432"/>
                    <a:pt x="115" y="612"/>
                    <a:pt x="245" y="769"/>
                  </a:cubicBezTo>
                  <a:cubicBezTo>
                    <a:pt x="301" y="841"/>
                    <a:pt x="376" y="919"/>
                    <a:pt x="466" y="919"/>
                  </a:cubicBezTo>
                  <a:cubicBezTo>
                    <a:pt x="507" y="919"/>
                    <a:pt x="551" y="903"/>
                    <a:pt x="599" y="862"/>
                  </a:cubicBezTo>
                  <a:cubicBezTo>
                    <a:pt x="724" y="748"/>
                    <a:pt x="714" y="601"/>
                    <a:pt x="632" y="475"/>
                  </a:cubicBezTo>
                  <a:cubicBezTo>
                    <a:pt x="539" y="339"/>
                    <a:pt x="430" y="220"/>
                    <a:pt x="322" y="100"/>
                  </a:cubicBezTo>
                  <a:cubicBezTo>
                    <a:pt x="276" y="50"/>
                    <a:pt x="216" y="1"/>
                    <a:pt x="1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1" name="Google Shape;2401;p40"/>
            <p:cNvSpPr/>
            <p:nvPr/>
          </p:nvSpPr>
          <p:spPr>
            <a:xfrm>
              <a:off x="3110522" y="2061113"/>
              <a:ext cx="39318" cy="58745"/>
            </a:xfrm>
            <a:custGeom>
              <a:rect b="b" l="l" r="r" t="t"/>
              <a:pathLst>
                <a:path extrusionOk="0" h="889" w="595">
                  <a:moveTo>
                    <a:pt x="191" y="0"/>
                  </a:moveTo>
                  <a:cubicBezTo>
                    <a:pt x="60" y="234"/>
                    <a:pt x="33" y="447"/>
                    <a:pt x="33" y="670"/>
                  </a:cubicBezTo>
                  <a:cubicBezTo>
                    <a:pt x="33" y="746"/>
                    <a:pt x="0" y="839"/>
                    <a:pt x="109" y="877"/>
                  </a:cubicBezTo>
                  <a:cubicBezTo>
                    <a:pt x="131" y="885"/>
                    <a:pt x="153" y="889"/>
                    <a:pt x="173" y="889"/>
                  </a:cubicBezTo>
                  <a:cubicBezTo>
                    <a:pt x="234" y="889"/>
                    <a:pt x="288" y="856"/>
                    <a:pt x="333" y="812"/>
                  </a:cubicBezTo>
                  <a:cubicBezTo>
                    <a:pt x="414" y="730"/>
                    <a:pt x="485" y="637"/>
                    <a:pt x="550" y="539"/>
                  </a:cubicBezTo>
                  <a:cubicBezTo>
                    <a:pt x="595" y="480"/>
                    <a:pt x="581" y="384"/>
                    <a:pt x="516" y="384"/>
                  </a:cubicBezTo>
                  <a:cubicBezTo>
                    <a:pt x="510" y="384"/>
                    <a:pt x="503" y="385"/>
                    <a:pt x="496" y="387"/>
                  </a:cubicBezTo>
                  <a:cubicBezTo>
                    <a:pt x="452" y="397"/>
                    <a:pt x="417" y="402"/>
                    <a:pt x="387" y="402"/>
                  </a:cubicBezTo>
                  <a:cubicBezTo>
                    <a:pt x="172" y="402"/>
                    <a:pt x="287" y="149"/>
                    <a:pt x="1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40"/>
            <p:cNvSpPr/>
            <p:nvPr/>
          </p:nvSpPr>
          <p:spPr>
            <a:xfrm>
              <a:off x="2994683" y="1890824"/>
              <a:ext cx="67666" cy="33833"/>
            </a:xfrm>
            <a:custGeom>
              <a:rect b="b" l="l" r="r" t="t"/>
              <a:pathLst>
                <a:path extrusionOk="0" h="512" w="1024">
                  <a:moveTo>
                    <a:pt x="243" y="0"/>
                  </a:moveTo>
                  <a:cubicBezTo>
                    <a:pt x="219" y="0"/>
                    <a:pt x="194" y="1"/>
                    <a:pt x="169" y="2"/>
                  </a:cubicBezTo>
                  <a:cubicBezTo>
                    <a:pt x="0" y="139"/>
                    <a:pt x="224" y="193"/>
                    <a:pt x="229" y="291"/>
                  </a:cubicBezTo>
                  <a:cubicBezTo>
                    <a:pt x="403" y="356"/>
                    <a:pt x="578" y="427"/>
                    <a:pt x="752" y="487"/>
                  </a:cubicBezTo>
                  <a:cubicBezTo>
                    <a:pt x="788" y="500"/>
                    <a:pt x="829" y="512"/>
                    <a:pt x="867" y="512"/>
                  </a:cubicBezTo>
                  <a:cubicBezTo>
                    <a:pt x="910" y="512"/>
                    <a:pt x="949" y="497"/>
                    <a:pt x="975" y="454"/>
                  </a:cubicBezTo>
                  <a:cubicBezTo>
                    <a:pt x="1024" y="362"/>
                    <a:pt x="926" y="307"/>
                    <a:pt x="871" y="253"/>
                  </a:cubicBezTo>
                  <a:cubicBezTo>
                    <a:pt x="698" y="75"/>
                    <a:pt x="485" y="0"/>
                    <a:pt x="2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3" name="Google Shape;2403;p40"/>
            <p:cNvSpPr/>
            <p:nvPr/>
          </p:nvSpPr>
          <p:spPr>
            <a:xfrm>
              <a:off x="3481896" y="2096995"/>
              <a:ext cx="56432" cy="29736"/>
            </a:xfrm>
            <a:custGeom>
              <a:rect b="b" l="l" r="r" t="t"/>
              <a:pathLst>
                <a:path extrusionOk="0" h="450" w="854">
                  <a:moveTo>
                    <a:pt x="100" y="1"/>
                  </a:moveTo>
                  <a:cubicBezTo>
                    <a:pt x="42" y="1"/>
                    <a:pt x="0" y="68"/>
                    <a:pt x="31" y="165"/>
                  </a:cubicBezTo>
                  <a:cubicBezTo>
                    <a:pt x="69" y="274"/>
                    <a:pt x="97" y="426"/>
                    <a:pt x="222" y="443"/>
                  </a:cubicBezTo>
                  <a:cubicBezTo>
                    <a:pt x="249" y="447"/>
                    <a:pt x="275" y="449"/>
                    <a:pt x="301" y="449"/>
                  </a:cubicBezTo>
                  <a:cubicBezTo>
                    <a:pt x="495" y="449"/>
                    <a:pt x="661" y="329"/>
                    <a:pt x="853" y="171"/>
                  </a:cubicBezTo>
                  <a:cubicBezTo>
                    <a:pt x="581" y="94"/>
                    <a:pt x="363" y="203"/>
                    <a:pt x="173" y="34"/>
                  </a:cubicBezTo>
                  <a:cubicBezTo>
                    <a:pt x="148" y="11"/>
                    <a:pt x="123" y="1"/>
                    <a:pt x="1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4" name="Google Shape;2404;p40"/>
            <p:cNvSpPr/>
            <p:nvPr/>
          </p:nvSpPr>
          <p:spPr>
            <a:xfrm>
              <a:off x="3331033" y="2023844"/>
              <a:ext cx="41829" cy="15727"/>
            </a:xfrm>
            <a:custGeom>
              <a:rect b="b" l="l" r="r" t="t"/>
              <a:pathLst>
                <a:path extrusionOk="0" h="238" w="633">
                  <a:moveTo>
                    <a:pt x="148" y="1"/>
                  </a:moveTo>
                  <a:cubicBezTo>
                    <a:pt x="104" y="1"/>
                    <a:pt x="55" y="6"/>
                    <a:pt x="1" y="20"/>
                  </a:cubicBezTo>
                  <a:cubicBezTo>
                    <a:pt x="161" y="127"/>
                    <a:pt x="272" y="237"/>
                    <a:pt x="444" y="237"/>
                  </a:cubicBezTo>
                  <a:cubicBezTo>
                    <a:pt x="499" y="237"/>
                    <a:pt x="561" y="226"/>
                    <a:pt x="632" y="200"/>
                  </a:cubicBezTo>
                  <a:cubicBezTo>
                    <a:pt x="460" y="107"/>
                    <a:pt x="339" y="1"/>
                    <a:pt x="1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40"/>
            <p:cNvSpPr/>
            <p:nvPr/>
          </p:nvSpPr>
          <p:spPr>
            <a:xfrm>
              <a:off x="1589148" y="2976988"/>
              <a:ext cx="1529356" cy="1659335"/>
            </a:xfrm>
            <a:custGeom>
              <a:rect b="b" l="l" r="r" t="t"/>
              <a:pathLst>
                <a:path extrusionOk="0" h="25111" w="23144">
                  <a:moveTo>
                    <a:pt x="18826" y="13453"/>
                  </a:moveTo>
                  <a:lnTo>
                    <a:pt x="18826" y="13453"/>
                  </a:lnTo>
                  <a:cubicBezTo>
                    <a:pt x="18822" y="13533"/>
                    <a:pt x="18799" y="13619"/>
                    <a:pt x="18774" y="13707"/>
                  </a:cubicBezTo>
                  <a:lnTo>
                    <a:pt x="18774" y="13707"/>
                  </a:lnTo>
                  <a:cubicBezTo>
                    <a:pt x="18789" y="13619"/>
                    <a:pt x="18786" y="13524"/>
                    <a:pt x="18826" y="13453"/>
                  </a:cubicBezTo>
                  <a:close/>
                  <a:moveTo>
                    <a:pt x="23143" y="1"/>
                  </a:moveTo>
                  <a:lnTo>
                    <a:pt x="23143" y="1"/>
                  </a:lnTo>
                  <a:cubicBezTo>
                    <a:pt x="23062" y="33"/>
                    <a:pt x="23023" y="33"/>
                    <a:pt x="23002" y="55"/>
                  </a:cubicBezTo>
                  <a:cubicBezTo>
                    <a:pt x="21766" y="1139"/>
                    <a:pt x="20759" y="2369"/>
                    <a:pt x="20367" y="4013"/>
                  </a:cubicBezTo>
                  <a:cubicBezTo>
                    <a:pt x="20274" y="4405"/>
                    <a:pt x="20269" y="4868"/>
                    <a:pt x="20056" y="5189"/>
                  </a:cubicBezTo>
                  <a:cubicBezTo>
                    <a:pt x="19594" y="5886"/>
                    <a:pt x="19322" y="6648"/>
                    <a:pt x="19049" y="7426"/>
                  </a:cubicBezTo>
                  <a:cubicBezTo>
                    <a:pt x="18875" y="7944"/>
                    <a:pt x="18777" y="8461"/>
                    <a:pt x="18804" y="9011"/>
                  </a:cubicBezTo>
                  <a:cubicBezTo>
                    <a:pt x="18826" y="9517"/>
                    <a:pt x="18832" y="10023"/>
                    <a:pt x="18886" y="10578"/>
                  </a:cubicBezTo>
                  <a:cubicBezTo>
                    <a:pt x="18804" y="10480"/>
                    <a:pt x="18772" y="10437"/>
                    <a:pt x="18734" y="10393"/>
                  </a:cubicBezTo>
                  <a:cubicBezTo>
                    <a:pt x="18663" y="10513"/>
                    <a:pt x="18695" y="10644"/>
                    <a:pt x="18690" y="10774"/>
                  </a:cubicBezTo>
                  <a:cubicBezTo>
                    <a:pt x="18674" y="11417"/>
                    <a:pt x="18674" y="12065"/>
                    <a:pt x="18646" y="12707"/>
                  </a:cubicBezTo>
                  <a:cubicBezTo>
                    <a:pt x="18630" y="13115"/>
                    <a:pt x="18532" y="13524"/>
                    <a:pt x="18597" y="13932"/>
                  </a:cubicBezTo>
                  <a:cubicBezTo>
                    <a:pt x="18682" y="13902"/>
                    <a:pt x="18726" y="13853"/>
                    <a:pt x="18750" y="13796"/>
                  </a:cubicBezTo>
                  <a:lnTo>
                    <a:pt x="18750" y="13796"/>
                  </a:lnTo>
                  <a:cubicBezTo>
                    <a:pt x="18746" y="13810"/>
                    <a:pt x="18742" y="13825"/>
                    <a:pt x="18739" y="13839"/>
                  </a:cubicBezTo>
                  <a:cubicBezTo>
                    <a:pt x="18412" y="15070"/>
                    <a:pt x="17939" y="16251"/>
                    <a:pt x="17514" y="17449"/>
                  </a:cubicBezTo>
                  <a:cubicBezTo>
                    <a:pt x="17285" y="18097"/>
                    <a:pt x="16899" y="18652"/>
                    <a:pt x="16414" y="19125"/>
                  </a:cubicBezTo>
                  <a:cubicBezTo>
                    <a:pt x="14994" y="20519"/>
                    <a:pt x="13235" y="21151"/>
                    <a:pt x="11275" y="21259"/>
                  </a:cubicBezTo>
                  <a:cubicBezTo>
                    <a:pt x="11205" y="21264"/>
                    <a:pt x="11135" y="21266"/>
                    <a:pt x="11065" y="21266"/>
                  </a:cubicBezTo>
                  <a:cubicBezTo>
                    <a:pt x="10297" y="21266"/>
                    <a:pt x="9560" y="21029"/>
                    <a:pt x="8836" y="20764"/>
                  </a:cubicBezTo>
                  <a:cubicBezTo>
                    <a:pt x="6746" y="19996"/>
                    <a:pt x="5385" y="18113"/>
                    <a:pt x="5309" y="15886"/>
                  </a:cubicBezTo>
                  <a:cubicBezTo>
                    <a:pt x="5298" y="15522"/>
                    <a:pt x="5243" y="15162"/>
                    <a:pt x="5309" y="14797"/>
                  </a:cubicBezTo>
                  <a:cubicBezTo>
                    <a:pt x="5330" y="14678"/>
                    <a:pt x="5330" y="14536"/>
                    <a:pt x="5227" y="14433"/>
                  </a:cubicBezTo>
                  <a:cubicBezTo>
                    <a:pt x="5189" y="14215"/>
                    <a:pt x="4977" y="14242"/>
                    <a:pt x="4862" y="14237"/>
                  </a:cubicBezTo>
                  <a:cubicBezTo>
                    <a:pt x="4394" y="14226"/>
                    <a:pt x="4084" y="13965"/>
                    <a:pt x="3773" y="13660"/>
                  </a:cubicBezTo>
                  <a:cubicBezTo>
                    <a:pt x="3512" y="13398"/>
                    <a:pt x="3365" y="13055"/>
                    <a:pt x="3120" y="12789"/>
                  </a:cubicBezTo>
                  <a:cubicBezTo>
                    <a:pt x="2320" y="11923"/>
                    <a:pt x="2129" y="10910"/>
                    <a:pt x="2369" y="9789"/>
                  </a:cubicBezTo>
                  <a:cubicBezTo>
                    <a:pt x="2500" y="9179"/>
                    <a:pt x="2576" y="8580"/>
                    <a:pt x="2483" y="7944"/>
                  </a:cubicBezTo>
                  <a:cubicBezTo>
                    <a:pt x="2402" y="7366"/>
                    <a:pt x="2363" y="6751"/>
                    <a:pt x="2598" y="6201"/>
                  </a:cubicBezTo>
                  <a:cubicBezTo>
                    <a:pt x="2826" y="5663"/>
                    <a:pt x="3028" y="5085"/>
                    <a:pt x="3479" y="4666"/>
                  </a:cubicBezTo>
                  <a:cubicBezTo>
                    <a:pt x="3560" y="4596"/>
                    <a:pt x="3580" y="4473"/>
                    <a:pt x="3478" y="4473"/>
                  </a:cubicBezTo>
                  <a:cubicBezTo>
                    <a:pt x="3470" y="4473"/>
                    <a:pt x="3462" y="4474"/>
                    <a:pt x="3452" y="4476"/>
                  </a:cubicBezTo>
                  <a:cubicBezTo>
                    <a:pt x="3422" y="4481"/>
                    <a:pt x="3393" y="4483"/>
                    <a:pt x="3366" y="4483"/>
                  </a:cubicBezTo>
                  <a:cubicBezTo>
                    <a:pt x="3069" y="4483"/>
                    <a:pt x="2883" y="4216"/>
                    <a:pt x="2614" y="4171"/>
                  </a:cubicBezTo>
                  <a:cubicBezTo>
                    <a:pt x="2559" y="4329"/>
                    <a:pt x="2510" y="4487"/>
                    <a:pt x="2445" y="4639"/>
                  </a:cubicBezTo>
                  <a:cubicBezTo>
                    <a:pt x="1863" y="6033"/>
                    <a:pt x="1258" y="7415"/>
                    <a:pt x="921" y="8907"/>
                  </a:cubicBezTo>
                  <a:cubicBezTo>
                    <a:pt x="551" y="10535"/>
                    <a:pt x="246" y="12168"/>
                    <a:pt x="131" y="13834"/>
                  </a:cubicBezTo>
                  <a:cubicBezTo>
                    <a:pt x="1" y="15652"/>
                    <a:pt x="387" y="17411"/>
                    <a:pt x="899" y="19136"/>
                  </a:cubicBezTo>
                  <a:cubicBezTo>
                    <a:pt x="1378" y="20737"/>
                    <a:pt x="2358" y="22016"/>
                    <a:pt x="3643" y="23072"/>
                  </a:cubicBezTo>
                  <a:cubicBezTo>
                    <a:pt x="5352" y="24482"/>
                    <a:pt x="7248" y="25110"/>
                    <a:pt x="9300" y="25110"/>
                  </a:cubicBezTo>
                  <a:cubicBezTo>
                    <a:pt x="9935" y="25110"/>
                    <a:pt x="10584" y="25050"/>
                    <a:pt x="11248" y="24934"/>
                  </a:cubicBezTo>
                  <a:cubicBezTo>
                    <a:pt x="12473" y="24722"/>
                    <a:pt x="13589" y="24259"/>
                    <a:pt x="14661" y="23655"/>
                  </a:cubicBezTo>
                  <a:cubicBezTo>
                    <a:pt x="16284" y="22740"/>
                    <a:pt x="17465" y="21439"/>
                    <a:pt x="18260" y="19757"/>
                  </a:cubicBezTo>
                  <a:cubicBezTo>
                    <a:pt x="18940" y="18309"/>
                    <a:pt x="19120" y="16757"/>
                    <a:pt x="19289" y="15211"/>
                  </a:cubicBezTo>
                  <a:cubicBezTo>
                    <a:pt x="19441" y="13812"/>
                    <a:pt x="19452" y="12397"/>
                    <a:pt x="19577" y="10992"/>
                  </a:cubicBezTo>
                  <a:cubicBezTo>
                    <a:pt x="19703" y="9626"/>
                    <a:pt x="19926" y="8297"/>
                    <a:pt x="20585" y="7072"/>
                  </a:cubicBezTo>
                  <a:cubicBezTo>
                    <a:pt x="20601" y="6844"/>
                    <a:pt x="20808" y="6757"/>
                    <a:pt x="20927" y="6599"/>
                  </a:cubicBezTo>
                  <a:cubicBezTo>
                    <a:pt x="21341" y="6044"/>
                    <a:pt x="21619" y="5407"/>
                    <a:pt x="22065" y="4873"/>
                  </a:cubicBezTo>
                  <a:cubicBezTo>
                    <a:pt x="22234" y="4672"/>
                    <a:pt x="22348" y="4465"/>
                    <a:pt x="22370" y="4187"/>
                  </a:cubicBezTo>
                  <a:cubicBezTo>
                    <a:pt x="22386" y="3910"/>
                    <a:pt x="22528" y="3670"/>
                    <a:pt x="22838" y="3594"/>
                  </a:cubicBezTo>
                  <a:cubicBezTo>
                    <a:pt x="22844" y="3164"/>
                    <a:pt x="22876" y="2728"/>
                    <a:pt x="22773" y="2298"/>
                  </a:cubicBezTo>
                  <a:cubicBezTo>
                    <a:pt x="22626" y="1672"/>
                    <a:pt x="22648" y="1062"/>
                    <a:pt x="22942" y="474"/>
                  </a:cubicBezTo>
                  <a:cubicBezTo>
                    <a:pt x="23013" y="333"/>
                    <a:pt x="23067" y="186"/>
                    <a:pt x="231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40"/>
            <p:cNvSpPr/>
            <p:nvPr/>
          </p:nvSpPr>
          <p:spPr>
            <a:xfrm>
              <a:off x="1665801" y="3069699"/>
              <a:ext cx="139627" cy="216412"/>
            </a:xfrm>
            <a:custGeom>
              <a:rect b="b" l="l" r="r" t="t"/>
              <a:pathLst>
                <a:path extrusionOk="0" h="3275" w="2113">
                  <a:moveTo>
                    <a:pt x="314" y="1"/>
                  </a:moveTo>
                  <a:cubicBezTo>
                    <a:pt x="164" y="1"/>
                    <a:pt x="105" y="101"/>
                    <a:pt x="87" y="324"/>
                  </a:cubicBezTo>
                  <a:cubicBezTo>
                    <a:pt x="0" y="1407"/>
                    <a:pt x="479" y="2311"/>
                    <a:pt x="969" y="3274"/>
                  </a:cubicBezTo>
                  <a:cubicBezTo>
                    <a:pt x="1024" y="3127"/>
                    <a:pt x="1067" y="3013"/>
                    <a:pt x="1105" y="2893"/>
                  </a:cubicBezTo>
                  <a:cubicBezTo>
                    <a:pt x="1274" y="2327"/>
                    <a:pt x="1508" y="1793"/>
                    <a:pt x="1824" y="1293"/>
                  </a:cubicBezTo>
                  <a:cubicBezTo>
                    <a:pt x="2113" y="824"/>
                    <a:pt x="1938" y="411"/>
                    <a:pt x="1405" y="215"/>
                  </a:cubicBezTo>
                  <a:cubicBezTo>
                    <a:pt x="1095" y="95"/>
                    <a:pt x="762" y="89"/>
                    <a:pt x="441" y="19"/>
                  </a:cubicBezTo>
                  <a:cubicBezTo>
                    <a:pt x="393" y="7"/>
                    <a:pt x="351" y="1"/>
                    <a:pt x="3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40"/>
            <p:cNvSpPr/>
            <p:nvPr/>
          </p:nvSpPr>
          <p:spPr>
            <a:xfrm>
              <a:off x="2114026" y="3231728"/>
              <a:ext cx="460512" cy="1140607"/>
            </a:xfrm>
            <a:custGeom>
              <a:rect b="b" l="l" r="r" t="t"/>
              <a:pathLst>
                <a:path extrusionOk="0" h="17261" w="6969">
                  <a:moveTo>
                    <a:pt x="3545" y="0"/>
                  </a:moveTo>
                  <a:cubicBezTo>
                    <a:pt x="3408" y="65"/>
                    <a:pt x="3305" y="158"/>
                    <a:pt x="3256" y="272"/>
                  </a:cubicBezTo>
                  <a:cubicBezTo>
                    <a:pt x="2897" y="1089"/>
                    <a:pt x="2303" y="1720"/>
                    <a:pt x="1677" y="2325"/>
                  </a:cubicBezTo>
                  <a:cubicBezTo>
                    <a:pt x="1378" y="2613"/>
                    <a:pt x="1160" y="2956"/>
                    <a:pt x="991" y="3337"/>
                  </a:cubicBezTo>
                  <a:cubicBezTo>
                    <a:pt x="828" y="3718"/>
                    <a:pt x="616" y="4072"/>
                    <a:pt x="180" y="4203"/>
                  </a:cubicBezTo>
                  <a:cubicBezTo>
                    <a:pt x="77" y="4372"/>
                    <a:pt x="191" y="4502"/>
                    <a:pt x="256" y="4627"/>
                  </a:cubicBezTo>
                  <a:cubicBezTo>
                    <a:pt x="463" y="5014"/>
                    <a:pt x="670" y="5395"/>
                    <a:pt x="833" y="5803"/>
                  </a:cubicBezTo>
                  <a:cubicBezTo>
                    <a:pt x="1024" y="6272"/>
                    <a:pt x="1274" y="6713"/>
                    <a:pt x="1525" y="7153"/>
                  </a:cubicBezTo>
                  <a:cubicBezTo>
                    <a:pt x="1830" y="7687"/>
                    <a:pt x="2287" y="7970"/>
                    <a:pt x="2864" y="8101"/>
                  </a:cubicBezTo>
                  <a:cubicBezTo>
                    <a:pt x="3060" y="8144"/>
                    <a:pt x="3262" y="8188"/>
                    <a:pt x="3517" y="8193"/>
                  </a:cubicBezTo>
                  <a:cubicBezTo>
                    <a:pt x="3366" y="8232"/>
                    <a:pt x="3223" y="8249"/>
                    <a:pt x="3086" y="8249"/>
                  </a:cubicBezTo>
                  <a:cubicBezTo>
                    <a:pt x="2814" y="8249"/>
                    <a:pt x="2566" y="8182"/>
                    <a:pt x="2320" y="8084"/>
                  </a:cubicBezTo>
                  <a:cubicBezTo>
                    <a:pt x="2209" y="8041"/>
                    <a:pt x="2134" y="8015"/>
                    <a:pt x="2080" y="8015"/>
                  </a:cubicBezTo>
                  <a:cubicBezTo>
                    <a:pt x="1980" y="8015"/>
                    <a:pt x="1956" y="8105"/>
                    <a:pt x="1928" y="8335"/>
                  </a:cubicBezTo>
                  <a:cubicBezTo>
                    <a:pt x="1901" y="8563"/>
                    <a:pt x="1841" y="8776"/>
                    <a:pt x="1683" y="8977"/>
                  </a:cubicBezTo>
                  <a:cubicBezTo>
                    <a:pt x="1710" y="8607"/>
                    <a:pt x="1852" y="8286"/>
                    <a:pt x="1819" y="7937"/>
                  </a:cubicBezTo>
                  <a:cubicBezTo>
                    <a:pt x="1808" y="7845"/>
                    <a:pt x="1797" y="7736"/>
                    <a:pt x="1677" y="7725"/>
                  </a:cubicBezTo>
                  <a:cubicBezTo>
                    <a:pt x="1669" y="7724"/>
                    <a:pt x="1661" y="7723"/>
                    <a:pt x="1653" y="7723"/>
                  </a:cubicBezTo>
                  <a:cubicBezTo>
                    <a:pt x="1567" y="7723"/>
                    <a:pt x="1528" y="7802"/>
                    <a:pt x="1498" y="7867"/>
                  </a:cubicBezTo>
                  <a:cubicBezTo>
                    <a:pt x="1269" y="8422"/>
                    <a:pt x="882" y="8868"/>
                    <a:pt x="561" y="9358"/>
                  </a:cubicBezTo>
                  <a:cubicBezTo>
                    <a:pt x="109" y="10039"/>
                    <a:pt x="1" y="10741"/>
                    <a:pt x="425" y="11487"/>
                  </a:cubicBezTo>
                  <a:cubicBezTo>
                    <a:pt x="1095" y="12668"/>
                    <a:pt x="1519" y="13942"/>
                    <a:pt x="1688" y="15287"/>
                  </a:cubicBezTo>
                  <a:cubicBezTo>
                    <a:pt x="1732" y="15646"/>
                    <a:pt x="1862" y="16027"/>
                    <a:pt x="1688" y="16392"/>
                  </a:cubicBezTo>
                  <a:cubicBezTo>
                    <a:pt x="1677" y="16582"/>
                    <a:pt x="1699" y="16773"/>
                    <a:pt x="1770" y="16953"/>
                  </a:cubicBezTo>
                  <a:cubicBezTo>
                    <a:pt x="1824" y="17034"/>
                    <a:pt x="1911" y="17078"/>
                    <a:pt x="2004" y="17105"/>
                  </a:cubicBezTo>
                  <a:cubicBezTo>
                    <a:pt x="2431" y="17212"/>
                    <a:pt x="2857" y="17261"/>
                    <a:pt x="3281" y="17261"/>
                  </a:cubicBezTo>
                  <a:cubicBezTo>
                    <a:pt x="3893" y="17261"/>
                    <a:pt x="4502" y="17159"/>
                    <a:pt x="5107" y="16985"/>
                  </a:cubicBezTo>
                  <a:cubicBezTo>
                    <a:pt x="5308" y="16925"/>
                    <a:pt x="5325" y="16789"/>
                    <a:pt x="5221" y="16631"/>
                  </a:cubicBezTo>
                  <a:cubicBezTo>
                    <a:pt x="5025" y="16332"/>
                    <a:pt x="4911" y="15995"/>
                    <a:pt x="4769" y="15673"/>
                  </a:cubicBezTo>
                  <a:cubicBezTo>
                    <a:pt x="4171" y="14345"/>
                    <a:pt x="3757" y="12930"/>
                    <a:pt x="2842" y="11754"/>
                  </a:cubicBezTo>
                  <a:cubicBezTo>
                    <a:pt x="2565" y="11394"/>
                    <a:pt x="2581" y="10953"/>
                    <a:pt x="2641" y="10529"/>
                  </a:cubicBezTo>
                  <a:cubicBezTo>
                    <a:pt x="2641" y="10512"/>
                    <a:pt x="2635" y="10480"/>
                    <a:pt x="2668" y="10480"/>
                  </a:cubicBezTo>
                  <a:cubicBezTo>
                    <a:pt x="2674" y="10512"/>
                    <a:pt x="2684" y="10545"/>
                    <a:pt x="2706" y="10572"/>
                  </a:cubicBezTo>
                  <a:cubicBezTo>
                    <a:pt x="2748" y="10604"/>
                    <a:pt x="2788" y="10616"/>
                    <a:pt x="2827" y="10616"/>
                  </a:cubicBezTo>
                  <a:cubicBezTo>
                    <a:pt x="2891" y="10616"/>
                    <a:pt x="2953" y="10584"/>
                    <a:pt x="3017" y="10551"/>
                  </a:cubicBezTo>
                  <a:cubicBezTo>
                    <a:pt x="3310" y="10365"/>
                    <a:pt x="3604" y="10169"/>
                    <a:pt x="3855" y="9919"/>
                  </a:cubicBezTo>
                  <a:cubicBezTo>
                    <a:pt x="3942" y="9837"/>
                    <a:pt x="4138" y="9756"/>
                    <a:pt x="3920" y="9603"/>
                  </a:cubicBezTo>
                  <a:cubicBezTo>
                    <a:pt x="3900" y="9600"/>
                    <a:pt x="3881" y="9598"/>
                    <a:pt x="3862" y="9598"/>
                  </a:cubicBezTo>
                  <a:cubicBezTo>
                    <a:pt x="3786" y="9598"/>
                    <a:pt x="3715" y="9622"/>
                    <a:pt x="3637" y="9652"/>
                  </a:cubicBezTo>
                  <a:cubicBezTo>
                    <a:pt x="4007" y="9396"/>
                    <a:pt x="4388" y="9190"/>
                    <a:pt x="4764" y="8977"/>
                  </a:cubicBezTo>
                  <a:cubicBezTo>
                    <a:pt x="5423" y="8607"/>
                    <a:pt x="6065" y="8215"/>
                    <a:pt x="6506" y="7573"/>
                  </a:cubicBezTo>
                  <a:cubicBezTo>
                    <a:pt x="6762" y="7208"/>
                    <a:pt x="6969" y="6827"/>
                    <a:pt x="6898" y="6364"/>
                  </a:cubicBezTo>
                  <a:cubicBezTo>
                    <a:pt x="6615" y="4622"/>
                    <a:pt x="5907" y="3065"/>
                    <a:pt x="4813" y="1682"/>
                  </a:cubicBezTo>
                  <a:cubicBezTo>
                    <a:pt x="4742" y="1586"/>
                    <a:pt x="4680" y="1446"/>
                    <a:pt x="4530" y="1446"/>
                  </a:cubicBezTo>
                  <a:cubicBezTo>
                    <a:pt x="4520" y="1446"/>
                    <a:pt x="4509" y="1447"/>
                    <a:pt x="4497" y="1448"/>
                  </a:cubicBezTo>
                  <a:cubicBezTo>
                    <a:pt x="3882" y="1165"/>
                    <a:pt x="3790" y="534"/>
                    <a:pt x="35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40"/>
            <p:cNvSpPr/>
            <p:nvPr/>
          </p:nvSpPr>
          <p:spPr>
            <a:xfrm>
              <a:off x="1930917" y="3186727"/>
              <a:ext cx="905560" cy="1201665"/>
            </a:xfrm>
            <a:custGeom>
              <a:rect b="b" l="l" r="r" t="t"/>
              <a:pathLst>
                <a:path extrusionOk="0" h="18185" w="13704">
                  <a:moveTo>
                    <a:pt x="6669" y="1"/>
                  </a:moveTo>
                  <a:cubicBezTo>
                    <a:pt x="6457" y="344"/>
                    <a:pt x="6441" y="638"/>
                    <a:pt x="6571" y="948"/>
                  </a:cubicBezTo>
                  <a:cubicBezTo>
                    <a:pt x="6746" y="1372"/>
                    <a:pt x="7034" y="1737"/>
                    <a:pt x="7268" y="2129"/>
                  </a:cubicBezTo>
                  <a:cubicBezTo>
                    <a:pt x="8406" y="3430"/>
                    <a:pt x="9119" y="4944"/>
                    <a:pt x="9511" y="6620"/>
                  </a:cubicBezTo>
                  <a:cubicBezTo>
                    <a:pt x="9669" y="7274"/>
                    <a:pt x="9528" y="7824"/>
                    <a:pt x="9097" y="8357"/>
                  </a:cubicBezTo>
                  <a:cubicBezTo>
                    <a:pt x="8640" y="8923"/>
                    <a:pt x="8036" y="9277"/>
                    <a:pt x="7421" y="9620"/>
                  </a:cubicBezTo>
                  <a:cubicBezTo>
                    <a:pt x="7002" y="9849"/>
                    <a:pt x="6599" y="10105"/>
                    <a:pt x="6179" y="10366"/>
                  </a:cubicBezTo>
                  <a:cubicBezTo>
                    <a:pt x="6238" y="10403"/>
                    <a:pt x="6293" y="10416"/>
                    <a:pt x="6345" y="10416"/>
                  </a:cubicBezTo>
                  <a:cubicBezTo>
                    <a:pt x="6471" y="10416"/>
                    <a:pt x="6581" y="10338"/>
                    <a:pt x="6697" y="10322"/>
                  </a:cubicBezTo>
                  <a:cubicBezTo>
                    <a:pt x="6942" y="10322"/>
                    <a:pt x="7138" y="10170"/>
                    <a:pt x="7350" y="10077"/>
                  </a:cubicBezTo>
                  <a:cubicBezTo>
                    <a:pt x="7421" y="10046"/>
                    <a:pt x="7489" y="10022"/>
                    <a:pt x="7555" y="10022"/>
                  </a:cubicBezTo>
                  <a:cubicBezTo>
                    <a:pt x="7626" y="10022"/>
                    <a:pt x="7696" y="10050"/>
                    <a:pt x="7764" y="10126"/>
                  </a:cubicBezTo>
                  <a:cubicBezTo>
                    <a:pt x="8335" y="10752"/>
                    <a:pt x="9076" y="11106"/>
                    <a:pt x="9865" y="11373"/>
                  </a:cubicBezTo>
                  <a:cubicBezTo>
                    <a:pt x="10834" y="11705"/>
                    <a:pt x="11672" y="12222"/>
                    <a:pt x="12250" y="13099"/>
                  </a:cubicBezTo>
                  <a:cubicBezTo>
                    <a:pt x="12337" y="13235"/>
                    <a:pt x="12429" y="13349"/>
                    <a:pt x="12342" y="13518"/>
                  </a:cubicBezTo>
                  <a:cubicBezTo>
                    <a:pt x="12288" y="13371"/>
                    <a:pt x="12222" y="13235"/>
                    <a:pt x="12113" y="13126"/>
                  </a:cubicBezTo>
                  <a:cubicBezTo>
                    <a:pt x="12053" y="13065"/>
                    <a:pt x="11986" y="12993"/>
                    <a:pt x="11905" y="12993"/>
                  </a:cubicBezTo>
                  <a:cubicBezTo>
                    <a:pt x="11876" y="12993"/>
                    <a:pt x="11846" y="13002"/>
                    <a:pt x="11814" y="13023"/>
                  </a:cubicBezTo>
                  <a:cubicBezTo>
                    <a:pt x="11705" y="13082"/>
                    <a:pt x="11711" y="13208"/>
                    <a:pt x="11738" y="13311"/>
                  </a:cubicBezTo>
                  <a:cubicBezTo>
                    <a:pt x="11787" y="13513"/>
                    <a:pt x="11841" y="13725"/>
                    <a:pt x="11928" y="13915"/>
                  </a:cubicBezTo>
                  <a:cubicBezTo>
                    <a:pt x="12037" y="14171"/>
                    <a:pt x="11994" y="14389"/>
                    <a:pt x="11858" y="14618"/>
                  </a:cubicBezTo>
                  <a:cubicBezTo>
                    <a:pt x="11667" y="14950"/>
                    <a:pt x="11460" y="15271"/>
                    <a:pt x="11188" y="15538"/>
                  </a:cubicBezTo>
                  <a:cubicBezTo>
                    <a:pt x="11335" y="15255"/>
                    <a:pt x="11362" y="14955"/>
                    <a:pt x="11259" y="14650"/>
                  </a:cubicBezTo>
                  <a:cubicBezTo>
                    <a:pt x="11232" y="14576"/>
                    <a:pt x="11196" y="14492"/>
                    <a:pt x="11104" y="14492"/>
                  </a:cubicBezTo>
                  <a:cubicBezTo>
                    <a:pt x="11101" y="14492"/>
                    <a:pt x="11098" y="14492"/>
                    <a:pt x="11095" y="14492"/>
                  </a:cubicBezTo>
                  <a:cubicBezTo>
                    <a:pt x="10970" y="14492"/>
                    <a:pt x="10954" y="14601"/>
                    <a:pt x="10943" y="14694"/>
                  </a:cubicBezTo>
                  <a:cubicBezTo>
                    <a:pt x="10927" y="14846"/>
                    <a:pt x="10927" y="14999"/>
                    <a:pt x="10932" y="15151"/>
                  </a:cubicBezTo>
                  <a:cubicBezTo>
                    <a:pt x="10946" y="15209"/>
                    <a:pt x="10949" y="15267"/>
                    <a:pt x="10952" y="15318"/>
                  </a:cubicBezTo>
                  <a:lnTo>
                    <a:pt x="10952" y="15318"/>
                  </a:lnTo>
                  <a:cubicBezTo>
                    <a:pt x="10908" y="14999"/>
                    <a:pt x="10709" y="14716"/>
                    <a:pt x="10584" y="14405"/>
                  </a:cubicBezTo>
                  <a:cubicBezTo>
                    <a:pt x="10317" y="14046"/>
                    <a:pt x="10072" y="13676"/>
                    <a:pt x="9740" y="13371"/>
                  </a:cubicBezTo>
                  <a:cubicBezTo>
                    <a:pt x="9283" y="12957"/>
                    <a:pt x="8744" y="12718"/>
                    <a:pt x="8123" y="12652"/>
                  </a:cubicBezTo>
                  <a:cubicBezTo>
                    <a:pt x="7339" y="12571"/>
                    <a:pt x="6767" y="12146"/>
                    <a:pt x="6343" y="11504"/>
                  </a:cubicBezTo>
                  <a:cubicBezTo>
                    <a:pt x="6256" y="11379"/>
                    <a:pt x="6169" y="11253"/>
                    <a:pt x="6043" y="11161"/>
                  </a:cubicBezTo>
                  <a:cubicBezTo>
                    <a:pt x="5992" y="11124"/>
                    <a:pt x="5947" y="11105"/>
                    <a:pt x="5910" y="11105"/>
                  </a:cubicBezTo>
                  <a:cubicBezTo>
                    <a:pt x="5853" y="11105"/>
                    <a:pt x="5813" y="11151"/>
                    <a:pt x="5793" y="11253"/>
                  </a:cubicBezTo>
                  <a:cubicBezTo>
                    <a:pt x="5913" y="11890"/>
                    <a:pt x="6365" y="12293"/>
                    <a:pt x="6827" y="12674"/>
                  </a:cubicBezTo>
                  <a:cubicBezTo>
                    <a:pt x="7252" y="13028"/>
                    <a:pt x="7791" y="13104"/>
                    <a:pt x="8319" y="13180"/>
                  </a:cubicBezTo>
                  <a:cubicBezTo>
                    <a:pt x="8640" y="13229"/>
                    <a:pt x="8923" y="13349"/>
                    <a:pt x="9185" y="13545"/>
                  </a:cubicBezTo>
                  <a:cubicBezTo>
                    <a:pt x="9871" y="14057"/>
                    <a:pt x="10252" y="14786"/>
                    <a:pt x="10627" y="15527"/>
                  </a:cubicBezTo>
                  <a:cubicBezTo>
                    <a:pt x="10736" y="15750"/>
                    <a:pt x="10693" y="15892"/>
                    <a:pt x="10524" y="16055"/>
                  </a:cubicBezTo>
                  <a:cubicBezTo>
                    <a:pt x="10067" y="16485"/>
                    <a:pt x="9549" y="16828"/>
                    <a:pt x="8978" y="17095"/>
                  </a:cubicBezTo>
                  <a:cubicBezTo>
                    <a:pt x="8738" y="17205"/>
                    <a:pt x="8582" y="17270"/>
                    <a:pt x="8466" y="17270"/>
                  </a:cubicBezTo>
                  <a:cubicBezTo>
                    <a:pt x="8285" y="17270"/>
                    <a:pt x="8207" y="17110"/>
                    <a:pt x="8074" y="16714"/>
                  </a:cubicBezTo>
                  <a:cubicBezTo>
                    <a:pt x="7802" y="15908"/>
                    <a:pt x="7453" y="15135"/>
                    <a:pt x="7149" y="14340"/>
                  </a:cubicBezTo>
                  <a:cubicBezTo>
                    <a:pt x="6958" y="13834"/>
                    <a:pt x="6713" y="13344"/>
                    <a:pt x="6397" y="12903"/>
                  </a:cubicBezTo>
                  <a:cubicBezTo>
                    <a:pt x="6033" y="12397"/>
                    <a:pt x="5641" y="11907"/>
                    <a:pt x="5515" y="11275"/>
                  </a:cubicBezTo>
                  <a:cubicBezTo>
                    <a:pt x="5504" y="11150"/>
                    <a:pt x="5494" y="11025"/>
                    <a:pt x="5477" y="10840"/>
                  </a:cubicBezTo>
                  <a:cubicBezTo>
                    <a:pt x="5423" y="10938"/>
                    <a:pt x="5390" y="10981"/>
                    <a:pt x="5374" y="11036"/>
                  </a:cubicBezTo>
                  <a:cubicBezTo>
                    <a:pt x="5156" y="11667"/>
                    <a:pt x="5303" y="12233"/>
                    <a:pt x="5695" y="12756"/>
                  </a:cubicBezTo>
                  <a:cubicBezTo>
                    <a:pt x="6179" y="13393"/>
                    <a:pt x="6539" y="14101"/>
                    <a:pt x="6822" y="14857"/>
                  </a:cubicBezTo>
                  <a:cubicBezTo>
                    <a:pt x="7159" y="15766"/>
                    <a:pt x="7524" y="16665"/>
                    <a:pt x="8003" y="17541"/>
                  </a:cubicBezTo>
                  <a:cubicBezTo>
                    <a:pt x="7726" y="17606"/>
                    <a:pt x="7448" y="17688"/>
                    <a:pt x="7165" y="17737"/>
                  </a:cubicBezTo>
                  <a:cubicBezTo>
                    <a:pt x="6768" y="17806"/>
                    <a:pt x="6373" y="17852"/>
                    <a:pt x="5980" y="17852"/>
                  </a:cubicBezTo>
                  <a:cubicBezTo>
                    <a:pt x="5504" y="17852"/>
                    <a:pt x="5031" y="17785"/>
                    <a:pt x="4563" y="17612"/>
                  </a:cubicBezTo>
                  <a:cubicBezTo>
                    <a:pt x="4454" y="17487"/>
                    <a:pt x="4334" y="17378"/>
                    <a:pt x="4176" y="17307"/>
                  </a:cubicBezTo>
                  <a:cubicBezTo>
                    <a:pt x="3751" y="17106"/>
                    <a:pt x="3321" y="16915"/>
                    <a:pt x="2870" y="16768"/>
                  </a:cubicBezTo>
                  <a:cubicBezTo>
                    <a:pt x="2630" y="16692"/>
                    <a:pt x="2439" y="16545"/>
                    <a:pt x="2238" y="16392"/>
                  </a:cubicBezTo>
                  <a:cubicBezTo>
                    <a:pt x="1166" y="15581"/>
                    <a:pt x="817" y="14367"/>
                    <a:pt x="501" y="13164"/>
                  </a:cubicBezTo>
                  <a:cubicBezTo>
                    <a:pt x="284" y="12326"/>
                    <a:pt x="463" y="11477"/>
                    <a:pt x="599" y="10638"/>
                  </a:cubicBezTo>
                  <a:cubicBezTo>
                    <a:pt x="779" y="9506"/>
                    <a:pt x="1323" y="8499"/>
                    <a:pt x="1710" y="7437"/>
                  </a:cubicBezTo>
                  <a:cubicBezTo>
                    <a:pt x="1966" y="6729"/>
                    <a:pt x="2450" y="6141"/>
                    <a:pt x="2826" y="5499"/>
                  </a:cubicBezTo>
                  <a:lnTo>
                    <a:pt x="2826" y="5499"/>
                  </a:lnTo>
                  <a:cubicBezTo>
                    <a:pt x="2810" y="5532"/>
                    <a:pt x="2815" y="5570"/>
                    <a:pt x="2831" y="5602"/>
                  </a:cubicBezTo>
                  <a:cubicBezTo>
                    <a:pt x="3207" y="6332"/>
                    <a:pt x="3436" y="7143"/>
                    <a:pt x="3909" y="7824"/>
                  </a:cubicBezTo>
                  <a:cubicBezTo>
                    <a:pt x="4089" y="8074"/>
                    <a:pt x="4067" y="8281"/>
                    <a:pt x="3909" y="8531"/>
                  </a:cubicBezTo>
                  <a:cubicBezTo>
                    <a:pt x="3664" y="8934"/>
                    <a:pt x="3376" y="9310"/>
                    <a:pt x="3109" y="9696"/>
                  </a:cubicBezTo>
                  <a:cubicBezTo>
                    <a:pt x="2478" y="10600"/>
                    <a:pt x="2380" y="11515"/>
                    <a:pt x="2978" y="12500"/>
                  </a:cubicBezTo>
                  <a:cubicBezTo>
                    <a:pt x="3523" y="13404"/>
                    <a:pt x="3877" y="14394"/>
                    <a:pt x="4105" y="15423"/>
                  </a:cubicBezTo>
                  <a:cubicBezTo>
                    <a:pt x="4198" y="15848"/>
                    <a:pt x="4241" y="16284"/>
                    <a:pt x="4329" y="16714"/>
                  </a:cubicBezTo>
                  <a:cubicBezTo>
                    <a:pt x="4356" y="16844"/>
                    <a:pt x="4345" y="17008"/>
                    <a:pt x="4525" y="17051"/>
                  </a:cubicBezTo>
                  <a:cubicBezTo>
                    <a:pt x="4775" y="16839"/>
                    <a:pt x="4590" y="16583"/>
                    <a:pt x="4579" y="16360"/>
                  </a:cubicBezTo>
                  <a:cubicBezTo>
                    <a:pt x="4492" y="14868"/>
                    <a:pt x="4024" y="13485"/>
                    <a:pt x="3311" y="12184"/>
                  </a:cubicBezTo>
                  <a:cubicBezTo>
                    <a:pt x="2968" y="11564"/>
                    <a:pt x="2908" y="10970"/>
                    <a:pt x="3256" y="10344"/>
                  </a:cubicBezTo>
                  <a:cubicBezTo>
                    <a:pt x="3621" y="9702"/>
                    <a:pt x="4165" y="9168"/>
                    <a:pt x="4448" y="8455"/>
                  </a:cubicBezTo>
                  <a:lnTo>
                    <a:pt x="4448" y="8455"/>
                  </a:lnTo>
                  <a:cubicBezTo>
                    <a:pt x="4574" y="8945"/>
                    <a:pt x="4334" y="9391"/>
                    <a:pt x="4339" y="9881"/>
                  </a:cubicBezTo>
                  <a:cubicBezTo>
                    <a:pt x="4748" y="9598"/>
                    <a:pt x="4802" y="9190"/>
                    <a:pt x="4808" y="8744"/>
                  </a:cubicBezTo>
                  <a:cubicBezTo>
                    <a:pt x="5161" y="8918"/>
                    <a:pt x="5507" y="9029"/>
                    <a:pt x="5864" y="9029"/>
                  </a:cubicBezTo>
                  <a:cubicBezTo>
                    <a:pt x="6086" y="9029"/>
                    <a:pt x="6311" y="8986"/>
                    <a:pt x="6544" y="8891"/>
                  </a:cubicBezTo>
                  <a:cubicBezTo>
                    <a:pt x="6414" y="8749"/>
                    <a:pt x="6288" y="8793"/>
                    <a:pt x="6179" y="8776"/>
                  </a:cubicBezTo>
                  <a:cubicBezTo>
                    <a:pt x="5575" y="8706"/>
                    <a:pt x="4960" y="8608"/>
                    <a:pt x="4579" y="8079"/>
                  </a:cubicBezTo>
                  <a:cubicBezTo>
                    <a:pt x="3866" y="7105"/>
                    <a:pt x="3496" y="5945"/>
                    <a:pt x="2951" y="4884"/>
                  </a:cubicBezTo>
                  <a:cubicBezTo>
                    <a:pt x="2641" y="4399"/>
                    <a:pt x="2358" y="3898"/>
                    <a:pt x="2107" y="3267"/>
                  </a:cubicBezTo>
                  <a:cubicBezTo>
                    <a:pt x="2009" y="3556"/>
                    <a:pt x="2015" y="3730"/>
                    <a:pt x="2080" y="3915"/>
                  </a:cubicBezTo>
                  <a:cubicBezTo>
                    <a:pt x="2178" y="4209"/>
                    <a:pt x="2320" y="4481"/>
                    <a:pt x="2494" y="4731"/>
                  </a:cubicBezTo>
                  <a:cubicBezTo>
                    <a:pt x="2723" y="5069"/>
                    <a:pt x="2608" y="5308"/>
                    <a:pt x="2374" y="5570"/>
                  </a:cubicBezTo>
                  <a:cubicBezTo>
                    <a:pt x="1884" y="6120"/>
                    <a:pt x="1519" y="6746"/>
                    <a:pt x="1258" y="7437"/>
                  </a:cubicBezTo>
                  <a:cubicBezTo>
                    <a:pt x="893" y="8422"/>
                    <a:pt x="425" y="9370"/>
                    <a:pt x="197" y="10409"/>
                  </a:cubicBezTo>
                  <a:cubicBezTo>
                    <a:pt x="202" y="10698"/>
                    <a:pt x="137" y="10981"/>
                    <a:pt x="55" y="11259"/>
                  </a:cubicBezTo>
                  <a:cubicBezTo>
                    <a:pt x="28" y="11819"/>
                    <a:pt x="1" y="12380"/>
                    <a:pt x="44" y="12946"/>
                  </a:cubicBezTo>
                  <a:cubicBezTo>
                    <a:pt x="175" y="14699"/>
                    <a:pt x="975" y="16093"/>
                    <a:pt x="2412" y="17046"/>
                  </a:cubicBezTo>
                  <a:cubicBezTo>
                    <a:pt x="3554" y="17801"/>
                    <a:pt x="4768" y="18185"/>
                    <a:pt x="6038" y="18185"/>
                  </a:cubicBezTo>
                  <a:cubicBezTo>
                    <a:pt x="6735" y="18185"/>
                    <a:pt x="7450" y="18069"/>
                    <a:pt x="8177" y="17835"/>
                  </a:cubicBezTo>
                  <a:cubicBezTo>
                    <a:pt x="9854" y="17296"/>
                    <a:pt x="11319" y="16447"/>
                    <a:pt x="12168" y="14846"/>
                  </a:cubicBezTo>
                  <a:cubicBezTo>
                    <a:pt x="12734" y="13774"/>
                    <a:pt x="13072" y="12603"/>
                    <a:pt x="13425" y="11444"/>
                  </a:cubicBezTo>
                  <a:cubicBezTo>
                    <a:pt x="13556" y="11014"/>
                    <a:pt x="13692" y="10584"/>
                    <a:pt x="13703" y="10088"/>
                  </a:cubicBezTo>
                  <a:lnTo>
                    <a:pt x="13703" y="10088"/>
                  </a:lnTo>
                  <a:cubicBezTo>
                    <a:pt x="13545" y="10317"/>
                    <a:pt x="13594" y="10578"/>
                    <a:pt x="13425" y="10758"/>
                  </a:cubicBezTo>
                  <a:cubicBezTo>
                    <a:pt x="13376" y="11046"/>
                    <a:pt x="13300" y="11313"/>
                    <a:pt x="13093" y="11542"/>
                  </a:cubicBezTo>
                  <a:cubicBezTo>
                    <a:pt x="13017" y="11618"/>
                    <a:pt x="12963" y="11749"/>
                    <a:pt x="12957" y="11858"/>
                  </a:cubicBezTo>
                  <a:cubicBezTo>
                    <a:pt x="12946" y="12271"/>
                    <a:pt x="12734" y="12614"/>
                    <a:pt x="12614" y="13033"/>
                  </a:cubicBezTo>
                  <a:cubicBezTo>
                    <a:pt x="12522" y="12745"/>
                    <a:pt x="12375" y="12538"/>
                    <a:pt x="12206" y="12342"/>
                  </a:cubicBezTo>
                  <a:cubicBezTo>
                    <a:pt x="11678" y="11705"/>
                    <a:pt x="10970" y="11335"/>
                    <a:pt x="10219" y="11063"/>
                  </a:cubicBezTo>
                  <a:cubicBezTo>
                    <a:pt x="9500" y="10801"/>
                    <a:pt x="8803" y="10497"/>
                    <a:pt x="8172" y="10061"/>
                  </a:cubicBezTo>
                  <a:cubicBezTo>
                    <a:pt x="7965" y="9914"/>
                    <a:pt x="7911" y="9783"/>
                    <a:pt x="8139" y="9604"/>
                  </a:cubicBezTo>
                  <a:cubicBezTo>
                    <a:pt x="8466" y="9359"/>
                    <a:pt x="8787" y="9097"/>
                    <a:pt x="9108" y="8842"/>
                  </a:cubicBezTo>
                  <a:cubicBezTo>
                    <a:pt x="9310" y="8586"/>
                    <a:pt x="9533" y="8341"/>
                    <a:pt x="9707" y="8069"/>
                  </a:cubicBezTo>
                  <a:cubicBezTo>
                    <a:pt x="10132" y="7404"/>
                    <a:pt x="9936" y="6713"/>
                    <a:pt x="9756" y="6027"/>
                  </a:cubicBezTo>
                  <a:cubicBezTo>
                    <a:pt x="9451" y="4857"/>
                    <a:pt x="8945" y="3773"/>
                    <a:pt x="8292" y="2761"/>
                  </a:cubicBezTo>
                  <a:cubicBezTo>
                    <a:pt x="8167" y="2565"/>
                    <a:pt x="8118" y="2374"/>
                    <a:pt x="8248" y="2178"/>
                  </a:cubicBezTo>
                  <a:cubicBezTo>
                    <a:pt x="8477" y="1846"/>
                    <a:pt x="8711" y="1536"/>
                    <a:pt x="9043" y="1291"/>
                  </a:cubicBezTo>
                  <a:cubicBezTo>
                    <a:pt x="9332" y="1073"/>
                    <a:pt x="9702" y="1008"/>
                    <a:pt x="10023" y="736"/>
                  </a:cubicBezTo>
                  <a:cubicBezTo>
                    <a:pt x="9922" y="721"/>
                    <a:pt x="9825" y="713"/>
                    <a:pt x="9732" y="713"/>
                  </a:cubicBezTo>
                  <a:cubicBezTo>
                    <a:pt x="9346" y="713"/>
                    <a:pt x="9031" y="841"/>
                    <a:pt x="8754" y="1100"/>
                  </a:cubicBezTo>
                  <a:cubicBezTo>
                    <a:pt x="8477" y="1356"/>
                    <a:pt x="8210" y="1623"/>
                    <a:pt x="8009" y="1944"/>
                  </a:cubicBezTo>
                  <a:cubicBezTo>
                    <a:pt x="7949" y="2034"/>
                    <a:pt x="7898" y="2075"/>
                    <a:pt x="7850" y="2075"/>
                  </a:cubicBezTo>
                  <a:cubicBezTo>
                    <a:pt x="7802" y="2075"/>
                    <a:pt x="7756" y="2034"/>
                    <a:pt x="7704" y="1960"/>
                  </a:cubicBezTo>
                  <a:cubicBezTo>
                    <a:pt x="7296" y="1362"/>
                    <a:pt x="6713" y="861"/>
                    <a:pt x="66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40"/>
            <p:cNvSpPr/>
            <p:nvPr/>
          </p:nvSpPr>
          <p:spPr>
            <a:xfrm>
              <a:off x="2576657" y="3334351"/>
              <a:ext cx="177028" cy="413991"/>
            </a:xfrm>
            <a:custGeom>
              <a:rect b="b" l="l" r="r" t="t"/>
              <a:pathLst>
                <a:path extrusionOk="0" h="6265" w="2679">
                  <a:moveTo>
                    <a:pt x="1038" y="0"/>
                  </a:moveTo>
                  <a:cubicBezTo>
                    <a:pt x="870" y="0"/>
                    <a:pt x="972" y="213"/>
                    <a:pt x="986" y="298"/>
                  </a:cubicBezTo>
                  <a:cubicBezTo>
                    <a:pt x="1182" y="1436"/>
                    <a:pt x="1503" y="2541"/>
                    <a:pt x="1966" y="3597"/>
                  </a:cubicBezTo>
                  <a:cubicBezTo>
                    <a:pt x="2369" y="4523"/>
                    <a:pt x="2298" y="4751"/>
                    <a:pt x="1460" y="5317"/>
                  </a:cubicBezTo>
                  <a:cubicBezTo>
                    <a:pt x="1383" y="5366"/>
                    <a:pt x="1302" y="5415"/>
                    <a:pt x="1220" y="5464"/>
                  </a:cubicBezTo>
                  <a:cubicBezTo>
                    <a:pt x="882" y="5671"/>
                    <a:pt x="539" y="5878"/>
                    <a:pt x="202" y="6090"/>
                  </a:cubicBezTo>
                  <a:cubicBezTo>
                    <a:pt x="137" y="6129"/>
                    <a:pt x="1" y="6199"/>
                    <a:pt x="197" y="6265"/>
                  </a:cubicBezTo>
                  <a:cubicBezTo>
                    <a:pt x="833" y="6112"/>
                    <a:pt x="1416" y="5824"/>
                    <a:pt x="1982" y="5497"/>
                  </a:cubicBezTo>
                  <a:cubicBezTo>
                    <a:pt x="2418" y="5241"/>
                    <a:pt x="2679" y="4653"/>
                    <a:pt x="2532" y="4174"/>
                  </a:cubicBezTo>
                  <a:cubicBezTo>
                    <a:pt x="2341" y="3554"/>
                    <a:pt x="2020" y="2976"/>
                    <a:pt x="1851" y="2345"/>
                  </a:cubicBezTo>
                  <a:cubicBezTo>
                    <a:pt x="1639" y="1572"/>
                    <a:pt x="1405" y="804"/>
                    <a:pt x="1182" y="31"/>
                  </a:cubicBezTo>
                  <a:cubicBezTo>
                    <a:pt x="1120" y="10"/>
                    <a:pt x="1073" y="0"/>
                    <a:pt x="10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40"/>
            <p:cNvSpPr/>
            <p:nvPr/>
          </p:nvSpPr>
          <p:spPr>
            <a:xfrm>
              <a:off x="2311145" y="3841386"/>
              <a:ext cx="452648" cy="385775"/>
            </a:xfrm>
            <a:custGeom>
              <a:rect b="b" l="l" r="r" t="t"/>
              <a:pathLst>
                <a:path extrusionOk="0" h="5838" w="6850">
                  <a:moveTo>
                    <a:pt x="1859" y="0"/>
                  </a:moveTo>
                  <a:cubicBezTo>
                    <a:pt x="1850" y="0"/>
                    <a:pt x="1840" y="1"/>
                    <a:pt x="1830" y="2"/>
                  </a:cubicBezTo>
                  <a:cubicBezTo>
                    <a:pt x="1596" y="23"/>
                    <a:pt x="1378" y="187"/>
                    <a:pt x="1155" y="290"/>
                  </a:cubicBezTo>
                  <a:cubicBezTo>
                    <a:pt x="1079" y="328"/>
                    <a:pt x="1013" y="372"/>
                    <a:pt x="943" y="415"/>
                  </a:cubicBezTo>
                  <a:cubicBezTo>
                    <a:pt x="1035" y="562"/>
                    <a:pt x="877" y="584"/>
                    <a:pt x="812" y="639"/>
                  </a:cubicBezTo>
                  <a:cubicBezTo>
                    <a:pt x="556" y="856"/>
                    <a:pt x="289" y="1063"/>
                    <a:pt x="28" y="1276"/>
                  </a:cubicBezTo>
                  <a:cubicBezTo>
                    <a:pt x="1" y="1341"/>
                    <a:pt x="39" y="1357"/>
                    <a:pt x="93" y="1357"/>
                  </a:cubicBezTo>
                  <a:cubicBezTo>
                    <a:pt x="115" y="1331"/>
                    <a:pt x="109" y="1248"/>
                    <a:pt x="148" y="1248"/>
                  </a:cubicBezTo>
                  <a:cubicBezTo>
                    <a:pt x="158" y="1248"/>
                    <a:pt x="170" y="1253"/>
                    <a:pt x="186" y="1265"/>
                  </a:cubicBezTo>
                  <a:cubicBezTo>
                    <a:pt x="289" y="1341"/>
                    <a:pt x="376" y="1444"/>
                    <a:pt x="442" y="1553"/>
                  </a:cubicBezTo>
                  <a:cubicBezTo>
                    <a:pt x="910" y="2283"/>
                    <a:pt x="1536" y="2756"/>
                    <a:pt x="2429" y="2849"/>
                  </a:cubicBezTo>
                  <a:cubicBezTo>
                    <a:pt x="3284" y="2941"/>
                    <a:pt x="3931" y="3371"/>
                    <a:pt x="4400" y="4101"/>
                  </a:cubicBezTo>
                  <a:cubicBezTo>
                    <a:pt x="4492" y="4248"/>
                    <a:pt x="4585" y="4422"/>
                    <a:pt x="4764" y="4493"/>
                  </a:cubicBezTo>
                  <a:cubicBezTo>
                    <a:pt x="4939" y="4743"/>
                    <a:pt x="4993" y="5065"/>
                    <a:pt x="5254" y="5255"/>
                  </a:cubicBezTo>
                  <a:cubicBezTo>
                    <a:pt x="5265" y="5048"/>
                    <a:pt x="5276" y="4847"/>
                    <a:pt x="5292" y="4553"/>
                  </a:cubicBezTo>
                  <a:cubicBezTo>
                    <a:pt x="5625" y="5043"/>
                    <a:pt x="5418" y="5440"/>
                    <a:pt x="5314" y="5838"/>
                  </a:cubicBezTo>
                  <a:cubicBezTo>
                    <a:pt x="5706" y="5511"/>
                    <a:pt x="6000" y="5124"/>
                    <a:pt x="6234" y="4689"/>
                  </a:cubicBezTo>
                  <a:cubicBezTo>
                    <a:pt x="6354" y="4471"/>
                    <a:pt x="6425" y="4281"/>
                    <a:pt x="6278" y="4041"/>
                  </a:cubicBezTo>
                  <a:cubicBezTo>
                    <a:pt x="6174" y="3861"/>
                    <a:pt x="6136" y="3644"/>
                    <a:pt x="6071" y="3442"/>
                  </a:cubicBezTo>
                  <a:cubicBezTo>
                    <a:pt x="6044" y="3344"/>
                    <a:pt x="5984" y="3214"/>
                    <a:pt x="6098" y="3159"/>
                  </a:cubicBezTo>
                  <a:cubicBezTo>
                    <a:pt x="6116" y="3150"/>
                    <a:pt x="6133" y="3147"/>
                    <a:pt x="6150" y="3147"/>
                  </a:cubicBezTo>
                  <a:cubicBezTo>
                    <a:pt x="6235" y="3147"/>
                    <a:pt x="6292" y="3254"/>
                    <a:pt x="6338" y="3322"/>
                  </a:cubicBezTo>
                  <a:cubicBezTo>
                    <a:pt x="6436" y="3464"/>
                    <a:pt x="6501" y="3627"/>
                    <a:pt x="6594" y="3802"/>
                  </a:cubicBezTo>
                  <a:cubicBezTo>
                    <a:pt x="6653" y="3622"/>
                    <a:pt x="6849" y="3486"/>
                    <a:pt x="6697" y="3284"/>
                  </a:cubicBezTo>
                  <a:cubicBezTo>
                    <a:pt x="6517" y="3050"/>
                    <a:pt x="6327" y="2827"/>
                    <a:pt x="6136" y="2604"/>
                  </a:cubicBezTo>
                  <a:cubicBezTo>
                    <a:pt x="5581" y="1934"/>
                    <a:pt x="4802" y="1624"/>
                    <a:pt x="4013" y="1346"/>
                  </a:cubicBezTo>
                  <a:cubicBezTo>
                    <a:pt x="3414" y="1134"/>
                    <a:pt x="2864" y="818"/>
                    <a:pt x="2347" y="448"/>
                  </a:cubicBezTo>
                  <a:cubicBezTo>
                    <a:pt x="2164" y="317"/>
                    <a:pt x="2097" y="0"/>
                    <a:pt x="18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1" name="Google Shape;2411;p40"/>
            <p:cNvSpPr/>
            <p:nvPr/>
          </p:nvSpPr>
          <p:spPr>
            <a:xfrm>
              <a:off x="2625953" y="4138219"/>
              <a:ext cx="35287" cy="77049"/>
            </a:xfrm>
            <a:custGeom>
              <a:rect b="b" l="l" r="r" t="t"/>
              <a:pathLst>
                <a:path extrusionOk="0" h="1166" w="534">
                  <a:moveTo>
                    <a:pt x="0" y="1"/>
                  </a:moveTo>
                  <a:cubicBezTo>
                    <a:pt x="147" y="377"/>
                    <a:pt x="294" y="752"/>
                    <a:pt x="452" y="1166"/>
                  </a:cubicBezTo>
                  <a:cubicBezTo>
                    <a:pt x="534" y="992"/>
                    <a:pt x="501" y="877"/>
                    <a:pt x="490" y="763"/>
                  </a:cubicBezTo>
                  <a:cubicBezTo>
                    <a:pt x="327" y="507"/>
                    <a:pt x="234" y="213"/>
                    <a:pt x="0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5" name="Shape 2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6" name="Google Shape;2416;p41"/>
          <p:cNvGrpSpPr/>
          <p:nvPr/>
        </p:nvGrpSpPr>
        <p:grpSpPr>
          <a:xfrm>
            <a:off x="1764317" y="329561"/>
            <a:ext cx="5615367" cy="1145545"/>
            <a:chOff x="1778940" y="329561"/>
            <a:chExt cx="5615367" cy="1145545"/>
          </a:xfrm>
        </p:grpSpPr>
        <p:grpSp>
          <p:nvGrpSpPr>
            <p:cNvPr id="2417" name="Google Shape;2417;p41"/>
            <p:cNvGrpSpPr/>
            <p:nvPr/>
          </p:nvGrpSpPr>
          <p:grpSpPr>
            <a:xfrm flipH="1" rot="10800000">
              <a:off x="1778940" y="329561"/>
              <a:ext cx="5615367" cy="1145545"/>
              <a:chOff x="1525600" y="1289175"/>
              <a:chExt cx="6121625" cy="1560900"/>
            </a:xfrm>
          </p:grpSpPr>
          <p:grpSp>
            <p:nvGrpSpPr>
              <p:cNvPr id="2418" name="Google Shape;2418;p41"/>
              <p:cNvGrpSpPr/>
              <p:nvPr/>
            </p:nvGrpSpPr>
            <p:grpSpPr>
              <a:xfrm>
                <a:off x="1525600" y="1289175"/>
                <a:ext cx="6121625" cy="1560900"/>
                <a:chOff x="1525600" y="1289175"/>
                <a:chExt cx="6121625" cy="1560900"/>
              </a:xfrm>
            </p:grpSpPr>
            <p:sp>
              <p:nvSpPr>
                <p:cNvPr id="2419" name="Google Shape;2419;p41"/>
                <p:cNvSpPr/>
                <p:nvPr/>
              </p:nvSpPr>
              <p:spPr>
                <a:xfrm>
                  <a:off x="1525725" y="1289175"/>
                  <a:ext cx="6121500" cy="1560900"/>
                </a:xfrm>
                <a:prstGeom prst="roundRect">
                  <a:avLst>
                    <a:gd fmla="val 28107" name="adj"/>
                  </a:avLst>
                </a:prstGeom>
                <a:solidFill>
                  <a:schemeClr val="accent1"/>
                </a:solidFill>
                <a:ln cap="flat" cmpd="sng" w="762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2420" name="Google Shape;2420;p41"/>
                <p:cNvPicPr preferRelativeResize="0"/>
                <p:nvPr/>
              </p:nvPicPr>
              <p:blipFill rotWithShape="1">
                <a:blip r:embed="rId3">
                  <a:alphaModFix amt="35000"/>
                </a:blip>
                <a:srcRect b="8896" l="18257" r="14795" t="60755"/>
                <a:stretch/>
              </p:blipFill>
              <p:spPr>
                <a:xfrm>
                  <a:off x="1525600" y="1289175"/>
                  <a:ext cx="6121500" cy="1560900"/>
                </a:xfrm>
                <a:prstGeom prst="roundRect">
                  <a:avLst>
                    <a:gd fmla="val 29800" name="adj"/>
                  </a:avLst>
                </a:prstGeom>
                <a:noFill/>
                <a:ln>
                  <a:noFill/>
                </a:ln>
              </p:spPr>
            </p:pic>
            <p:pic>
              <p:nvPicPr>
                <p:cNvPr id="2421" name="Google Shape;2421;p41"/>
                <p:cNvPicPr preferRelativeResize="0"/>
                <p:nvPr/>
              </p:nvPicPr>
              <p:blipFill rotWithShape="1">
                <a:blip r:embed="rId4">
                  <a:alphaModFix amt="17000"/>
                </a:blip>
                <a:srcRect b="18806" l="19601" r="13456" t="50847"/>
                <a:stretch/>
              </p:blipFill>
              <p:spPr>
                <a:xfrm>
                  <a:off x="1525725" y="1289175"/>
                  <a:ext cx="6121500" cy="1560900"/>
                </a:xfrm>
                <a:prstGeom prst="roundRect">
                  <a:avLst>
                    <a:gd fmla="val 29230" name="adj"/>
                  </a:avLst>
                </a:prstGeom>
                <a:noFill/>
                <a:ln>
                  <a:noFill/>
                </a:ln>
              </p:spPr>
            </p:pic>
            <p:sp>
              <p:nvSpPr>
                <p:cNvPr id="2422" name="Google Shape;2422;p41"/>
                <p:cNvSpPr/>
                <p:nvPr/>
              </p:nvSpPr>
              <p:spPr>
                <a:xfrm rot="-261490">
                  <a:off x="6596127" y="2418700"/>
                  <a:ext cx="939047" cy="306100"/>
                </a:xfrm>
                <a:custGeom>
                  <a:rect b="b" l="l" r="r" t="t"/>
                  <a:pathLst>
                    <a:path extrusionOk="0" h="2802" w="8976">
                      <a:moveTo>
                        <a:pt x="8931" y="1"/>
                      </a:moveTo>
                      <a:cubicBezTo>
                        <a:pt x="8782" y="849"/>
                        <a:pt x="8321" y="1623"/>
                        <a:pt x="7636" y="2085"/>
                      </a:cubicBezTo>
                      <a:cubicBezTo>
                        <a:pt x="7294" y="2323"/>
                        <a:pt x="6907" y="2472"/>
                        <a:pt x="6490" y="2546"/>
                      </a:cubicBezTo>
                      <a:cubicBezTo>
                        <a:pt x="6297" y="2576"/>
                        <a:pt x="6088" y="2576"/>
                        <a:pt x="5865" y="2576"/>
                      </a:cubicBezTo>
                      <a:cubicBezTo>
                        <a:pt x="5642" y="2576"/>
                        <a:pt x="5433" y="2591"/>
                        <a:pt x="5210" y="2591"/>
                      </a:cubicBezTo>
                      <a:cubicBezTo>
                        <a:pt x="4994" y="2598"/>
                        <a:pt x="4778" y="2602"/>
                        <a:pt x="4563" y="2602"/>
                      </a:cubicBezTo>
                      <a:cubicBezTo>
                        <a:pt x="4347" y="2602"/>
                        <a:pt x="4131" y="2598"/>
                        <a:pt x="3915" y="2591"/>
                      </a:cubicBezTo>
                      <a:cubicBezTo>
                        <a:pt x="3469" y="2576"/>
                        <a:pt x="3037" y="2531"/>
                        <a:pt x="2605" y="2501"/>
                      </a:cubicBezTo>
                      <a:cubicBezTo>
                        <a:pt x="2281" y="2485"/>
                        <a:pt x="1958" y="2476"/>
                        <a:pt x="1633" y="2476"/>
                      </a:cubicBezTo>
                      <a:cubicBezTo>
                        <a:pt x="1092" y="2476"/>
                        <a:pt x="549" y="2500"/>
                        <a:pt x="0" y="2546"/>
                      </a:cubicBezTo>
                      <a:lnTo>
                        <a:pt x="0" y="2576"/>
                      </a:lnTo>
                      <a:cubicBezTo>
                        <a:pt x="864" y="2680"/>
                        <a:pt x="1742" y="2725"/>
                        <a:pt x="2605" y="2725"/>
                      </a:cubicBezTo>
                      <a:cubicBezTo>
                        <a:pt x="3037" y="2710"/>
                        <a:pt x="3469" y="2680"/>
                        <a:pt x="3900" y="2680"/>
                      </a:cubicBezTo>
                      <a:cubicBezTo>
                        <a:pt x="4347" y="2680"/>
                        <a:pt x="4778" y="2710"/>
                        <a:pt x="5210" y="2740"/>
                      </a:cubicBezTo>
                      <a:cubicBezTo>
                        <a:pt x="5418" y="2755"/>
                        <a:pt x="5642" y="2769"/>
                        <a:pt x="5850" y="2784"/>
                      </a:cubicBezTo>
                      <a:cubicBezTo>
                        <a:pt x="5979" y="2793"/>
                        <a:pt x="6108" y="2801"/>
                        <a:pt x="6237" y="2801"/>
                      </a:cubicBezTo>
                      <a:cubicBezTo>
                        <a:pt x="6331" y="2801"/>
                        <a:pt x="6426" y="2797"/>
                        <a:pt x="6520" y="2784"/>
                      </a:cubicBezTo>
                      <a:cubicBezTo>
                        <a:pt x="6981" y="2740"/>
                        <a:pt x="7413" y="2576"/>
                        <a:pt x="7785" y="2308"/>
                      </a:cubicBezTo>
                      <a:cubicBezTo>
                        <a:pt x="8529" y="1787"/>
                        <a:pt x="8976" y="879"/>
                        <a:pt x="894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3" name="Google Shape;2423;p41"/>
                <p:cNvSpPr/>
                <p:nvPr/>
              </p:nvSpPr>
              <p:spPr>
                <a:xfrm rot="421936">
                  <a:off x="6707323" y="1426692"/>
                  <a:ext cx="814161" cy="167232"/>
                </a:xfrm>
                <a:custGeom>
                  <a:rect b="b" l="l" r="r" t="t"/>
                  <a:pathLst>
                    <a:path extrusionOk="0" h="1344" w="6833">
                      <a:moveTo>
                        <a:pt x="4686" y="0"/>
                      </a:moveTo>
                      <a:cubicBezTo>
                        <a:pt x="4637" y="0"/>
                        <a:pt x="4589" y="1"/>
                        <a:pt x="4540" y="4"/>
                      </a:cubicBezTo>
                      <a:lnTo>
                        <a:pt x="3632" y="48"/>
                      </a:lnTo>
                      <a:cubicBezTo>
                        <a:pt x="2412" y="138"/>
                        <a:pt x="1206" y="242"/>
                        <a:pt x="0" y="420"/>
                      </a:cubicBezTo>
                      <a:cubicBezTo>
                        <a:pt x="155" y="422"/>
                        <a:pt x="310" y="423"/>
                        <a:pt x="465" y="423"/>
                      </a:cubicBezTo>
                      <a:cubicBezTo>
                        <a:pt x="1528" y="423"/>
                        <a:pt x="2582" y="379"/>
                        <a:pt x="3647" y="301"/>
                      </a:cubicBezTo>
                      <a:lnTo>
                        <a:pt x="4555" y="242"/>
                      </a:lnTo>
                      <a:cubicBezTo>
                        <a:pt x="4626" y="234"/>
                        <a:pt x="4698" y="231"/>
                        <a:pt x="4770" y="231"/>
                      </a:cubicBezTo>
                      <a:cubicBezTo>
                        <a:pt x="4986" y="231"/>
                        <a:pt x="5206" y="264"/>
                        <a:pt x="5419" y="331"/>
                      </a:cubicBezTo>
                      <a:cubicBezTo>
                        <a:pt x="5969" y="480"/>
                        <a:pt x="6475" y="852"/>
                        <a:pt x="6833" y="1343"/>
                      </a:cubicBezTo>
                      <a:cubicBezTo>
                        <a:pt x="6565" y="793"/>
                        <a:pt x="6073" y="346"/>
                        <a:pt x="5478" y="138"/>
                      </a:cubicBezTo>
                      <a:cubicBezTo>
                        <a:pt x="5226" y="37"/>
                        <a:pt x="4953" y="0"/>
                        <a:pt x="468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4" name="Google Shape;2424;p41"/>
                <p:cNvSpPr/>
                <p:nvPr/>
              </p:nvSpPr>
              <p:spPr>
                <a:xfrm>
                  <a:off x="6941496" y="1898632"/>
                  <a:ext cx="551951" cy="15873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425" name="Google Shape;2425;p41"/>
                <p:cNvSpPr/>
                <p:nvPr/>
              </p:nvSpPr>
              <p:spPr>
                <a:xfrm>
                  <a:off x="6808035" y="1962365"/>
                  <a:ext cx="694285" cy="15876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426" name="Google Shape;2426;p41"/>
                <p:cNvSpPr/>
                <p:nvPr/>
              </p:nvSpPr>
              <p:spPr>
                <a:xfrm>
                  <a:off x="6629000" y="1563550"/>
                  <a:ext cx="873309" cy="15875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427" name="Google Shape;2427;p41"/>
                <p:cNvSpPr/>
                <p:nvPr/>
              </p:nvSpPr>
              <p:spPr>
                <a:xfrm>
                  <a:off x="6796876" y="1762932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428" name="Google Shape;2428;p41"/>
                <p:cNvSpPr/>
                <p:nvPr/>
              </p:nvSpPr>
              <p:spPr>
                <a:xfrm>
                  <a:off x="6796876" y="1695094"/>
                  <a:ext cx="694285" cy="15872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429" name="Google Shape;2429;p41"/>
                <p:cNvSpPr/>
                <p:nvPr/>
              </p:nvSpPr>
              <p:spPr>
                <a:xfrm>
                  <a:off x="6988322" y="2412530"/>
                  <a:ext cx="502836" cy="15874"/>
                </a:xfrm>
                <a:custGeom>
                  <a:rect b="b" l="l" r="r" t="t"/>
                  <a:pathLst>
                    <a:path extrusionOk="0" h="409" w="10227">
                      <a:moveTo>
                        <a:pt x="5797" y="0"/>
                      </a:moveTo>
                      <a:cubicBezTo>
                        <a:pt x="5568" y="0"/>
                        <a:pt x="5337" y="2"/>
                        <a:pt x="5106" y="6"/>
                      </a:cubicBezTo>
                      <a:cubicBezTo>
                        <a:pt x="4258" y="21"/>
                        <a:pt x="3394" y="51"/>
                        <a:pt x="2546" y="125"/>
                      </a:cubicBezTo>
                      <a:cubicBezTo>
                        <a:pt x="1697" y="185"/>
                        <a:pt x="849" y="259"/>
                        <a:pt x="0" y="408"/>
                      </a:cubicBezTo>
                      <a:cubicBezTo>
                        <a:pt x="432" y="393"/>
                        <a:pt x="849" y="363"/>
                        <a:pt x="1281" y="349"/>
                      </a:cubicBezTo>
                      <a:cubicBezTo>
                        <a:pt x="1712" y="334"/>
                        <a:pt x="2129" y="319"/>
                        <a:pt x="2561" y="304"/>
                      </a:cubicBezTo>
                      <a:lnTo>
                        <a:pt x="5106" y="259"/>
                      </a:lnTo>
                      <a:lnTo>
                        <a:pt x="7666" y="229"/>
                      </a:lnTo>
                      <a:cubicBezTo>
                        <a:pt x="8515" y="215"/>
                        <a:pt x="9378" y="215"/>
                        <a:pt x="10226" y="185"/>
                      </a:cubicBezTo>
                      <a:cubicBezTo>
                        <a:pt x="9810" y="140"/>
                        <a:pt x="9378" y="125"/>
                        <a:pt x="8946" y="96"/>
                      </a:cubicBezTo>
                      <a:lnTo>
                        <a:pt x="7666" y="36"/>
                      </a:lnTo>
                      <a:cubicBezTo>
                        <a:pt x="7045" y="14"/>
                        <a:pt x="6424" y="0"/>
                        <a:pt x="579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2430" name="Google Shape;2430;p41"/>
              <p:cNvSpPr/>
              <p:nvPr/>
            </p:nvSpPr>
            <p:spPr>
              <a:xfrm>
                <a:off x="1639251" y="1633965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2431" name="Google Shape;2431;p41"/>
              <p:cNvSpPr/>
              <p:nvPr/>
            </p:nvSpPr>
            <p:spPr>
              <a:xfrm rot="-5687871">
                <a:off x="1312547" y="1709608"/>
                <a:ext cx="1274567" cy="661164"/>
              </a:xfrm>
              <a:custGeom>
                <a:rect b="b" l="l" r="r" t="t"/>
                <a:pathLst>
                  <a:path extrusionOk="0" h="6455" w="12817">
                    <a:moveTo>
                      <a:pt x="1961" y="1"/>
                    </a:moveTo>
                    <a:cubicBezTo>
                      <a:pt x="1823" y="1"/>
                      <a:pt x="1675" y="11"/>
                      <a:pt x="1534" y="39"/>
                    </a:cubicBezTo>
                    <a:cubicBezTo>
                      <a:pt x="1311" y="84"/>
                      <a:pt x="1102" y="173"/>
                      <a:pt x="924" y="292"/>
                    </a:cubicBezTo>
                    <a:cubicBezTo>
                      <a:pt x="551" y="545"/>
                      <a:pt x="284" y="932"/>
                      <a:pt x="135" y="1349"/>
                    </a:cubicBezTo>
                    <a:cubicBezTo>
                      <a:pt x="75" y="1543"/>
                      <a:pt x="31" y="1766"/>
                      <a:pt x="16" y="1989"/>
                    </a:cubicBezTo>
                    <a:lnTo>
                      <a:pt x="1" y="2614"/>
                    </a:lnTo>
                    <a:cubicBezTo>
                      <a:pt x="1" y="3031"/>
                      <a:pt x="1" y="3448"/>
                      <a:pt x="1" y="3880"/>
                    </a:cubicBezTo>
                    <a:lnTo>
                      <a:pt x="31" y="3880"/>
                    </a:lnTo>
                    <a:cubicBezTo>
                      <a:pt x="75" y="3463"/>
                      <a:pt x="105" y="3046"/>
                      <a:pt x="150" y="2629"/>
                    </a:cubicBezTo>
                    <a:lnTo>
                      <a:pt x="194" y="1989"/>
                    </a:lnTo>
                    <a:cubicBezTo>
                      <a:pt x="209" y="1796"/>
                      <a:pt x="269" y="1602"/>
                      <a:pt x="328" y="1409"/>
                    </a:cubicBezTo>
                    <a:cubicBezTo>
                      <a:pt x="462" y="1037"/>
                      <a:pt x="715" y="709"/>
                      <a:pt x="1043" y="486"/>
                    </a:cubicBezTo>
                    <a:cubicBezTo>
                      <a:pt x="1206" y="382"/>
                      <a:pt x="1400" y="307"/>
                      <a:pt x="1579" y="263"/>
                    </a:cubicBezTo>
                    <a:cubicBezTo>
                      <a:pt x="1701" y="234"/>
                      <a:pt x="1824" y="224"/>
                      <a:pt x="1950" y="224"/>
                    </a:cubicBezTo>
                    <a:cubicBezTo>
                      <a:pt x="2023" y="224"/>
                      <a:pt x="2098" y="227"/>
                      <a:pt x="2174" y="233"/>
                    </a:cubicBezTo>
                    <a:cubicBezTo>
                      <a:pt x="3022" y="263"/>
                      <a:pt x="3856" y="277"/>
                      <a:pt x="4689" y="307"/>
                    </a:cubicBezTo>
                    <a:cubicBezTo>
                      <a:pt x="5538" y="352"/>
                      <a:pt x="6371" y="411"/>
                      <a:pt x="7205" y="486"/>
                    </a:cubicBezTo>
                    <a:cubicBezTo>
                      <a:pt x="8039" y="560"/>
                      <a:pt x="8887" y="620"/>
                      <a:pt x="9721" y="679"/>
                    </a:cubicBezTo>
                    <a:lnTo>
                      <a:pt x="10033" y="694"/>
                    </a:lnTo>
                    <a:cubicBezTo>
                      <a:pt x="10122" y="709"/>
                      <a:pt x="10227" y="724"/>
                      <a:pt x="10331" y="739"/>
                    </a:cubicBezTo>
                    <a:cubicBezTo>
                      <a:pt x="10524" y="783"/>
                      <a:pt x="10703" y="843"/>
                      <a:pt x="10882" y="932"/>
                    </a:cubicBezTo>
                    <a:cubicBezTo>
                      <a:pt x="11239" y="1111"/>
                      <a:pt x="11566" y="1364"/>
                      <a:pt x="11819" y="1677"/>
                    </a:cubicBezTo>
                    <a:cubicBezTo>
                      <a:pt x="12325" y="2302"/>
                      <a:pt x="12564" y="3120"/>
                      <a:pt x="12534" y="3939"/>
                    </a:cubicBezTo>
                    <a:cubicBezTo>
                      <a:pt x="12519" y="4773"/>
                      <a:pt x="12504" y="5621"/>
                      <a:pt x="12504" y="6455"/>
                    </a:cubicBezTo>
                    <a:lnTo>
                      <a:pt x="12534" y="6455"/>
                    </a:lnTo>
                    <a:cubicBezTo>
                      <a:pt x="12623" y="5621"/>
                      <a:pt x="12683" y="4788"/>
                      <a:pt x="12742" y="3939"/>
                    </a:cubicBezTo>
                    <a:cubicBezTo>
                      <a:pt x="12817" y="3091"/>
                      <a:pt x="12578" y="2183"/>
                      <a:pt x="12028" y="1498"/>
                    </a:cubicBezTo>
                    <a:cubicBezTo>
                      <a:pt x="11760" y="1156"/>
                      <a:pt x="11403" y="873"/>
                      <a:pt x="11001" y="694"/>
                    </a:cubicBezTo>
                    <a:cubicBezTo>
                      <a:pt x="10807" y="590"/>
                      <a:pt x="10584" y="530"/>
                      <a:pt x="10375" y="486"/>
                    </a:cubicBezTo>
                    <a:cubicBezTo>
                      <a:pt x="10271" y="456"/>
                      <a:pt x="10152" y="456"/>
                      <a:pt x="10048" y="441"/>
                    </a:cubicBezTo>
                    <a:lnTo>
                      <a:pt x="9735" y="426"/>
                    </a:lnTo>
                    <a:cubicBezTo>
                      <a:pt x="8887" y="396"/>
                      <a:pt x="8053" y="367"/>
                      <a:pt x="7220" y="337"/>
                    </a:cubicBezTo>
                    <a:cubicBezTo>
                      <a:pt x="6371" y="307"/>
                      <a:pt x="5538" y="277"/>
                      <a:pt x="4704" y="218"/>
                    </a:cubicBezTo>
                    <a:cubicBezTo>
                      <a:pt x="3871" y="173"/>
                      <a:pt x="3022" y="84"/>
                      <a:pt x="2189" y="9"/>
                    </a:cubicBezTo>
                    <a:cubicBezTo>
                      <a:pt x="2118" y="4"/>
                      <a:pt x="2041" y="1"/>
                      <a:pt x="196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2" name="Google Shape;2432;p41"/>
              <p:cNvSpPr/>
              <p:nvPr/>
            </p:nvSpPr>
            <p:spPr>
              <a:xfrm>
                <a:off x="1639251" y="1584951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2433" name="Google Shape;2433;p41"/>
              <p:cNvSpPr/>
              <p:nvPr/>
            </p:nvSpPr>
            <p:spPr>
              <a:xfrm>
                <a:off x="1639251" y="1898619"/>
                <a:ext cx="694285" cy="15872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2434" name="Google Shape;2434;p41"/>
              <p:cNvSpPr/>
              <p:nvPr/>
            </p:nvSpPr>
            <p:spPr>
              <a:xfrm>
                <a:off x="1639255" y="1962367"/>
                <a:ext cx="626301" cy="15873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2435" name="Google Shape;2435;p41"/>
              <p:cNvSpPr/>
              <p:nvPr/>
            </p:nvSpPr>
            <p:spPr>
              <a:xfrm>
                <a:off x="1639255" y="2026110"/>
                <a:ext cx="626301" cy="15873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2436" name="Google Shape;2436;p41"/>
              <p:cNvSpPr/>
              <p:nvPr/>
            </p:nvSpPr>
            <p:spPr>
              <a:xfrm>
                <a:off x="1639256" y="2089840"/>
                <a:ext cx="497927" cy="15870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  <p:sp>
            <p:nvSpPr>
              <p:cNvPr id="2437" name="Google Shape;2437;p41"/>
              <p:cNvSpPr/>
              <p:nvPr/>
            </p:nvSpPr>
            <p:spPr>
              <a:xfrm>
                <a:off x="1673568" y="2447617"/>
                <a:ext cx="425366" cy="15874"/>
              </a:xfrm>
              <a:custGeom>
                <a:rect b="b" l="l" r="r" t="t"/>
                <a:pathLst>
                  <a:path extrusionOk="0" h="409" w="10227">
                    <a:moveTo>
                      <a:pt x="5797" y="0"/>
                    </a:moveTo>
                    <a:cubicBezTo>
                      <a:pt x="5568" y="0"/>
                      <a:pt x="5337" y="2"/>
                      <a:pt x="5106" y="6"/>
                    </a:cubicBezTo>
                    <a:cubicBezTo>
                      <a:pt x="4258" y="21"/>
                      <a:pt x="3394" y="51"/>
                      <a:pt x="2546" y="125"/>
                    </a:cubicBezTo>
                    <a:cubicBezTo>
                      <a:pt x="1697" y="185"/>
                      <a:pt x="849" y="259"/>
                      <a:pt x="0" y="408"/>
                    </a:cubicBezTo>
                    <a:cubicBezTo>
                      <a:pt x="432" y="393"/>
                      <a:pt x="849" y="363"/>
                      <a:pt x="1281" y="349"/>
                    </a:cubicBezTo>
                    <a:cubicBezTo>
                      <a:pt x="1712" y="334"/>
                      <a:pt x="2129" y="319"/>
                      <a:pt x="2561" y="304"/>
                    </a:cubicBezTo>
                    <a:lnTo>
                      <a:pt x="5106" y="259"/>
                    </a:lnTo>
                    <a:lnTo>
                      <a:pt x="7666" y="229"/>
                    </a:lnTo>
                    <a:cubicBezTo>
                      <a:pt x="8515" y="215"/>
                      <a:pt x="9378" y="215"/>
                      <a:pt x="10226" y="185"/>
                    </a:cubicBezTo>
                    <a:cubicBezTo>
                      <a:pt x="9810" y="140"/>
                      <a:pt x="9378" y="125"/>
                      <a:pt x="8946" y="96"/>
                    </a:cubicBezTo>
                    <a:lnTo>
                      <a:pt x="7666" y="36"/>
                    </a:lnTo>
                    <a:cubicBezTo>
                      <a:pt x="7045" y="14"/>
                      <a:pt x="6424" y="0"/>
                      <a:pt x="579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438" name="Google Shape;2438;p41"/>
            <p:cNvSpPr/>
            <p:nvPr/>
          </p:nvSpPr>
          <p:spPr>
            <a:xfrm flipH="1" rot="10800000">
              <a:off x="1779034" y="329705"/>
              <a:ext cx="5615100" cy="1145400"/>
            </a:xfrm>
            <a:prstGeom prst="roundRect">
              <a:avLst>
                <a:gd fmla="val 28107" name="adj"/>
              </a:avLst>
            </a:prstGeom>
            <a:noFill/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39" name="Google Shape;2439;p41"/>
          <p:cNvSpPr txBox="1"/>
          <p:nvPr>
            <p:ph type="title"/>
          </p:nvPr>
        </p:nvSpPr>
        <p:spPr>
          <a:xfrm>
            <a:off x="1936850" y="429725"/>
            <a:ext cx="5256900" cy="101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</p:txBody>
      </p:sp>
      <p:pic>
        <p:nvPicPr>
          <p:cNvPr id="2440" name="Google Shape;2440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22052" y="1794765"/>
            <a:ext cx="2199752" cy="2518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1" name="Google Shape;2441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42441" y="1794775"/>
            <a:ext cx="1859112" cy="251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2" name="Google Shape;2442;p4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22200" y="2481387"/>
            <a:ext cx="2743337" cy="114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ragon Ancestry Minitheme by Slidesgo">
  <a:themeElements>
    <a:clrScheme name="Simple Light">
      <a:dk1>
        <a:srgbClr val="362715"/>
      </a:dk1>
      <a:lt1>
        <a:srgbClr val="5E4529"/>
      </a:lt1>
      <a:dk2>
        <a:srgbClr val="B59549"/>
      </a:dk2>
      <a:lt2>
        <a:srgbClr val="D8BE9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6271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